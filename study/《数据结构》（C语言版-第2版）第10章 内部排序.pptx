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2"/>
  </p:notesMasterIdLst>
  <p:sldIdLst>
    <p:sldId id="258" r:id="rId2"/>
    <p:sldId id="259" r:id="rId3"/>
    <p:sldId id="260" r:id="rId4"/>
    <p:sldId id="261" r:id="rId5"/>
    <p:sldId id="257" r:id="rId6"/>
    <p:sldId id="262" r:id="rId7"/>
    <p:sldId id="263" r:id="rId8"/>
    <p:sldId id="256" r:id="rId9"/>
    <p:sldId id="264" r:id="rId10"/>
    <p:sldId id="265" r:id="rId11"/>
    <p:sldId id="266" r:id="rId12"/>
    <p:sldId id="267" r:id="rId13"/>
    <p:sldId id="268" r:id="rId14"/>
    <p:sldId id="317" r:id="rId15"/>
    <p:sldId id="324" r:id="rId16"/>
    <p:sldId id="272" r:id="rId17"/>
    <p:sldId id="275" r:id="rId18"/>
    <p:sldId id="320" r:id="rId19"/>
    <p:sldId id="321" r:id="rId20"/>
    <p:sldId id="322" r:id="rId2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1ABC"/>
    <a:srgbClr val="CBFCFD"/>
    <a:srgbClr val="FCF3BA"/>
    <a:srgbClr val="FEF0D2"/>
    <a:srgbClr val="FDF8D7"/>
    <a:srgbClr val="FBEEA3"/>
    <a:srgbClr val="DCF4FC"/>
    <a:srgbClr val="8E0000"/>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488" autoAdjust="0"/>
    <p:restoredTop sz="92125" autoAdjust="0"/>
  </p:normalViewPr>
  <p:slideViewPr>
    <p:cSldViewPr snapToGrid="0">
      <p:cViewPr varScale="1">
        <p:scale>
          <a:sx n="86" d="100"/>
          <a:sy n="86" d="100"/>
        </p:scale>
        <p:origin x="66" y="135"/>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0" d="100"/>
          <a:sy n="80" d="100"/>
        </p:scale>
        <p:origin x="2856" y="6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2FD4D6-071D-49E0-A0E6-CBED1B9F0AE6}" type="datetimeFigureOut">
              <a:rPr lang="zh-CN" altLang="en-US" smtClean="0"/>
              <a:t>2025/10/25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E22505-B285-46DF-A8C7-BE179E568906}" type="slidenum">
              <a:rPr lang="zh-CN" altLang="en-US" smtClean="0"/>
              <a:t>‹#›</a:t>
            </a:fld>
            <a:endParaRPr lang="zh-CN" altLang="en-US"/>
          </a:p>
        </p:txBody>
      </p:sp>
    </p:spTree>
    <p:extLst>
      <p:ext uri="{BB962C8B-B14F-4D97-AF65-F5344CB8AC3E}">
        <p14:creationId xmlns:p14="http://schemas.microsoft.com/office/powerpoint/2010/main" val="3914090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a:t>
            </a:r>
            <a:r>
              <a:rPr lang="en-US" altLang="zh-CN" sz="1200"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1</a:t>
            </a:r>
            <a:r>
              <a:rPr lang="zh-CN" altLang="en-US" sz="1200"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）插入</a:t>
            </a:r>
            <a:r>
              <a:rPr lang="zh-CN" altLang="en-US" sz="1200" b="0" dirty="0">
                <a:solidFill>
                  <a:srgbClr val="0000FF"/>
                </a:solidFill>
                <a:latin typeface="宋体" panose="02010600030101010101" pitchFamily="2" charset="-122"/>
                <a:ea typeface="宋体" panose="02010600030101010101" pitchFamily="2" charset="-122"/>
              </a:rPr>
              <a:t>类排序的排序过程是一个逐步扩大有序子表的过程。</a:t>
            </a:r>
          </a:p>
          <a:p>
            <a:pPr>
              <a:lnSpc>
                <a:spcPct val="125000"/>
              </a:lnSpc>
            </a:pPr>
            <a:r>
              <a:rPr lang="zh-CN" altLang="en-US" sz="1200"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a:t>
            </a:r>
            <a:r>
              <a:rPr lang="en-US" altLang="zh-CN" sz="1200"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2</a:t>
            </a:r>
            <a:r>
              <a:rPr lang="zh-CN" altLang="en-US" sz="1200"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）直接插入排序</a:t>
            </a:r>
            <a:r>
              <a:rPr lang="zh-CN" altLang="en-US" sz="1200" b="0" dirty="0">
                <a:solidFill>
                  <a:srgbClr val="0000FF"/>
                </a:solidFill>
                <a:latin typeface="宋体" panose="02010600030101010101" pitchFamily="2" charset="-122"/>
                <a:ea typeface="宋体" panose="02010600030101010101" pitchFamily="2" charset="-122"/>
              </a:rPr>
              <a:t>是最简单的</a:t>
            </a:r>
            <a:r>
              <a:rPr lang="zh-CN" altLang="en-US" sz="1200"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插入类</a:t>
            </a:r>
            <a:r>
              <a:rPr lang="zh-CN" altLang="en-US" sz="1200" b="0" dirty="0">
                <a:solidFill>
                  <a:srgbClr val="0000FF"/>
                </a:solidFill>
                <a:latin typeface="宋体" panose="02010600030101010101" pitchFamily="2" charset="-122"/>
                <a:ea typeface="宋体" panose="02010600030101010101" pitchFamily="2" charset="-122"/>
              </a:rPr>
              <a:t>排序。</a:t>
            </a:r>
            <a:endParaRPr lang="en-US" altLang="zh-CN" sz="1200" b="0" dirty="0">
              <a:solidFill>
                <a:srgbClr val="0000FF"/>
              </a:solidFill>
              <a:latin typeface="宋体" panose="02010600030101010101" pitchFamily="2" charset="-122"/>
              <a:ea typeface="宋体" panose="02010600030101010101" pitchFamily="2" charset="-122"/>
            </a:endParaRPr>
          </a:p>
          <a:p>
            <a:pPr>
              <a:lnSpc>
                <a:spcPct val="125000"/>
              </a:lnSpc>
            </a:pPr>
            <a:r>
              <a:rPr lang="zh-CN" altLang="en-US" sz="1200" b="0" dirty="0">
                <a:solidFill>
                  <a:srgbClr val="0000FF"/>
                </a:solidFill>
                <a:latin typeface="宋体" panose="02010600030101010101" pitchFamily="2" charset="-122"/>
                <a:ea typeface="宋体" panose="02010600030101010101" pitchFamily="2" charset="-122"/>
              </a:rPr>
              <a:t>（</a:t>
            </a:r>
            <a:r>
              <a:rPr lang="en-US" altLang="zh-CN" sz="1200" b="0" dirty="0">
                <a:solidFill>
                  <a:srgbClr val="0000FF"/>
                </a:solidFill>
                <a:latin typeface="宋体" panose="02010600030101010101" pitchFamily="2" charset="-122"/>
                <a:ea typeface="宋体" panose="02010600030101010101" pitchFamily="2" charset="-122"/>
              </a:rPr>
              <a:t>3</a:t>
            </a:r>
            <a:r>
              <a:rPr lang="zh-CN" altLang="en-US" sz="1200" b="0" dirty="0">
                <a:solidFill>
                  <a:srgbClr val="0000FF"/>
                </a:solidFill>
                <a:latin typeface="宋体" panose="02010600030101010101" pitchFamily="2" charset="-122"/>
                <a:ea typeface="宋体" panose="02010600030101010101" pitchFamily="2" charset="-122"/>
              </a:rPr>
              <a:t>）每一趟，把无序子表的第一个记录</a:t>
            </a:r>
            <a:r>
              <a:rPr lang="zh-CN" altLang="en-US" sz="1200" b="0" dirty="0">
                <a:solidFill>
                  <a:srgbClr val="00B0F0"/>
                </a:solidFill>
                <a:latin typeface="等线" panose="02010600030101010101" pitchFamily="2" charset="-122"/>
                <a:ea typeface="等线" panose="02010600030101010101" pitchFamily="2" charset="-122"/>
              </a:rPr>
              <a:t>插入</a:t>
            </a:r>
            <a:r>
              <a:rPr lang="zh-CN" altLang="en-US" sz="1200" b="0" dirty="0">
                <a:solidFill>
                  <a:srgbClr val="0000FF"/>
                </a:solidFill>
                <a:latin typeface="宋体" panose="02010600030101010101" pitchFamily="2" charset="-122"/>
                <a:ea typeface="宋体" panose="02010600030101010101" pitchFamily="2" charset="-122"/>
              </a:rPr>
              <a:t>到有序子表，并维持子表的有序，主要操作就是要为该记录找到并腾出插入位置。</a:t>
            </a:r>
            <a:endParaRPr lang="en-US" altLang="zh-CN" sz="1200" b="0" dirty="0">
              <a:solidFill>
                <a:srgbClr val="0000FF"/>
              </a:solidFill>
              <a:latin typeface="宋体" panose="02010600030101010101" pitchFamily="2" charset="-122"/>
              <a:ea typeface="宋体" panose="02010600030101010101" pitchFamily="2" charset="-122"/>
            </a:endParaRPr>
          </a:p>
          <a:p>
            <a:pPr>
              <a:lnSpc>
                <a:spcPct val="125000"/>
              </a:lnSpc>
            </a:pPr>
            <a:r>
              <a:rPr lang="zh-CN" altLang="en-US" sz="1200" b="0" dirty="0">
                <a:solidFill>
                  <a:srgbClr val="00B0F0"/>
                </a:solidFill>
                <a:latin typeface="等线" panose="02010600030101010101" pitchFamily="2" charset="-122"/>
                <a:ea typeface="等线" panose="02010600030101010101" pitchFamily="2" charset="-122"/>
              </a:rPr>
              <a:t>（</a:t>
            </a:r>
            <a:r>
              <a:rPr lang="en-US" altLang="zh-CN" sz="1200" b="0" dirty="0">
                <a:solidFill>
                  <a:srgbClr val="00B0F0"/>
                </a:solidFill>
                <a:latin typeface="等线" panose="02010600030101010101" pitchFamily="2" charset="-122"/>
                <a:ea typeface="等线" panose="02010600030101010101" pitchFamily="2" charset="-122"/>
              </a:rPr>
              <a:t>4</a:t>
            </a:r>
            <a:r>
              <a:rPr lang="zh-CN" altLang="en-US" sz="1200" b="0" dirty="0">
                <a:solidFill>
                  <a:srgbClr val="00B0F0"/>
                </a:solidFill>
                <a:latin typeface="等线" panose="02010600030101010101" pitchFamily="2" charset="-122"/>
                <a:ea typeface="等线" panose="02010600030101010101" pitchFamily="2" charset="-122"/>
              </a:rPr>
              <a:t>）找位置，</a:t>
            </a:r>
            <a:r>
              <a:rPr lang="zh-CN" altLang="en-US" sz="1200" b="0" dirty="0">
                <a:solidFill>
                  <a:srgbClr val="0000FF"/>
                </a:solidFill>
                <a:latin typeface="宋体" panose="02010600030101010101" pitchFamily="2" charset="-122"/>
                <a:ea typeface="宋体" panose="02010600030101010101" pitchFamily="2" charset="-122"/>
              </a:rPr>
              <a:t>可以在有序子表进行正向或反向扫描来完成。</a:t>
            </a:r>
            <a:endParaRPr lang="en-US" altLang="zh-CN" sz="1200" b="0" dirty="0">
              <a:solidFill>
                <a:srgbClr val="0000FF"/>
              </a:solidFill>
              <a:latin typeface="宋体" panose="02010600030101010101" pitchFamily="2" charset="-122"/>
              <a:ea typeface="宋体" panose="02010600030101010101" pitchFamily="2" charset="-122"/>
            </a:endParaRPr>
          </a:p>
          <a:p>
            <a:pPr>
              <a:lnSpc>
                <a:spcPct val="125000"/>
              </a:lnSpc>
            </a:pPr>
            <a:r>
              <a:rPr lang="zh-CN" altLang="en-US" sz="1200" b="0" dirty="0">
                <a:solidFill>
                  <a:srgbClr val="00B0F0"/>
                </a:solidFill>
                <a:latin typeface="等线" panose="02010600030101010101" pitchFamily="2" charset="-122"/>
                <a:ea typeface="等线" panose="02010600030101010101" pitchFamily="2" charset="-122"/>
              </a:rPr>
              <a:t>（</a:t>
            </a:r>
            <a:r>
              <a:rPr lang="en-US" altLang="zh-CN" sz="1200" b="0" dirty="0">
                <a:solidFill>
                  <a:srgbClr val="00B0F0"/>
                </a:solidFill>
                <a:latin typeface="等线" panose="02010600030101010101" pitchFamily="2" charset="-122"/>
                <a:ea typeface="等线" panose="02010600030101010101" pitchFamily="2" charset="-122"/>
              </a:rPr>
              <a:t>5</a:t>
            </a:r>
            <a:r>
              <a:rPr lang="zh-CN" altLang="en-US" sz="1200" b="0" dirty="0">
                <a:solidFill>
                  <a:srgbClr val="00B0F0"/>
                </a:solidFill>
                <a:latin typeface="等线" panose="02010600030101010101" pitchFamily="2" charset="-122"/>
                <a:ea typeface="等线" panose="02010600030101010101" pitchFamily="2" charset="-122"/>
              </a:rPr>
              <a:t>）腾位置，</a:t>
            </a:r>
            <a:r>
              <a:rPr lang="zh-CN" altLang="en-US" sz="1200" b="0" dirty="0">
                <a:solidFill>
                  <a:srgbClr val="0000FF"/>
                </a:solidFill>
                <a:latin typeface="宋体" panose="02010600030101010101" pitchFamily="2" charset="-122"/>
                <a:ea typeface="宋体" panose="02010600030101010101" pitchFamily="2" charset="-122"/>
              </a:rPr>
              <a:t>则只能从后往前，逐个记录</a:t>
            </a:r>
            <a:r>
              <a:rPr lang="zh-CN" altLang="en-US" sz="1200" b="0" dirty="0">
                <a:solidFill>
                  <a:srgbClr val="00B0F0"/>
                </a:solidFill>
                <a:latin typeface="等线" panose="02010600030101010101" pitchFamily="2" charset="-122"/>
                <a:ea typeface="等线" panose="02010600030101010101" pitchFamily="2" charset="-122"/>
              </a:rPr>
              <a:t>后移</a:t>
            </a:r>
            <a:r>
              <a:rPr lang="zh-CN" altLang="en-US" sz="1200" b="0" dirty="0">
                <a:solidFill>
                  <a:srgbClr val="0000FF"/>
                </a:solidFill>
                <a:latin typeface="宋体" panose="02010600030101010101" pitchFamily="2" charset="-122"/>
                <a:ea typeface="宋体" panose="02010600030101010101" pitchFamily="2" charset="-122"/>
              </a:rPr>
              <a:t>。</a:t>
            </a:r>
            <a:endParaRPr lang="en-US" altLang="zh-CN" sz="1200" b="0" dirty="0">
              <a:solidFill>
                <a:srgbClr val="0000FF"/>
              </a:solidFill>
              <a:latin typeface="宋体" panose="02010600030101010101" pitchFamily="2" charset="-122"/>
              <a:ea typeface="宋体" panose="02010600030101010101" pitchFamily="2" charset="-122"/>
            </a:endParaRPr>
          </a:p>
          <a:p>
            <a:pPr>
              <a:lnSpc>
                <a:spcPct val="125000"/>
              </a:lnSpc>
            </a:pPr>
            <a:r>
              <a:rPr lang="zh-CN" altLang="en-US" sz="1200" b="0" dirty="0">
                <a:solidFill>
                  <a:srgbClr val="0000FF"/>
                </a:solidFill>
                <a:latin typeface="宋体" panose="02010600030101010101" pitchFamily="2" charset="-122"/>
                <a:ea typeface="宋体" panose="02010600030101010101" pitchFamily="2" charset="-122"/>
              </a:rPr>
              <a:t>（</a:t>
            </a:r>
            <a:r>
              <a:rPr lang="en-US" altLang="zh-CN" sz="1200" b="0" dirty="0">
                <a:solidFill>
                  <a:srgbClr val="0000FF"/>
                </a:solidFill>
                <a:latin typeface="宋体" panose="02010600030101010101" pitchFamily="2" charset="-122"/>
                <a:ea typeface="宋体" panose="02010600030101010101" pitchFamily="2" charset="-122"/>
              </a:rPr>
              <a:t>6</a:t>
            </a:r>
            <a:r>
              <a:rPr lang="zh-CN" altLang="en-US" sz="1200" b="0" dirty="0">
                <a:solidFill>
                  <a:srgbClr val="0000FF"/>
                </a:solidFill>
                <a:latin typeface="宋体" panose="02010600030101010101" pitchFamily="2" charset="-122"/>
                <a:ea typeface="宋体" panose="02010600030101010101" pitchFamily="2" charset="-122"/>
              </a:rPr>
              <a:t>）可以从后往前，同时进行找位置和腾位置。</a:t>
            </a:r>
            <a:endParaRPr lang="en-US" altLang="zh-CN" sz="1200" b="0" dirty="0">
              <a:solidFill>
                <a:srgbClr val="0000FF"/>
              </a:solidFill>
              <a:latin typeface="宋体" panose="02010600030101010101" pitchFamily="2" charset="-122"/>
              <a:ea typeface="宋体" panose="02010600030101010101" pitchFamily="2" charset="-122"/>
            </a:endParaRPr>
          </a:p>
          <a:p>
            <a:pPr>
              <a:lnSpc>
                <a:spcPct val="125000"/>
              </a:lnSpc>
            </a:pPr>
            <a:r>
              <a:rPr lang="zh-CN" altLang="en-US" sz="1200" b="0" dirty="0">
                <a:solidFill>
                  <a:srgbClr val="0000FF"/>
                </a:solidFill>
                <a:latin typeface="宋体" panose="02010600030101010101" pitchFamily="2" charset="-122"/>
                <a:ea typeface="宋体" panose="02010600030101010101" pitchFamily="2" charset="-122"/>
              </a:rPr>
              <a:t>（</a:t>
            </a:r>
            <a:r>
              <a:rPr lang="en-US" altLang="zh-CN" sz="1200" b="0" dirty="0">
                <a:solidFill>
                  <a:srgbClr val="0000FF"/>
                </a:solidFill>
                <a:latin typeface="宋体" panose="02010600030101010101" pitchFamily="2" charset="-122"/>
                <a:ea typeface="宋体" panose="02010600030101010101" pitchFamily="2" charset="-122"/>
              </a:rPr>
              <a:t>7</a:t>
            </a:r>
            <a:r>
              <a:rPr lang="zh-CN" altLang="en-US" sz="1200" b="0" dirty="0">
                <a:solidFill>
                  <a:srgbClr val="0000FF"/>
                </a:solidFill>
                <a:latin typeface="宋体" panose="02010600030101010101" pitchFamily="2" charset="-122"/>
                <a:ea typeface="宋体" panose="02010600030101010101" pitchFamily="2" charset="-122"/>
              </a:rPr>
              <a:t>）利用</a:t>
            </a:r>
            <a:r>
              <a:rPr lang="en-US" altLang="zh-CN" sz="1200" b="0" dirty="0">
                <a:solidFill>
                  <a:srgbClr val="00B0F0"/>
                </a:solidFill>
                <a:latin typeface="等线" panose="02010600030101010101" pitchFamily="2" charset="-122"/>
                <a:ea typeface="等线" panose="02010600030101010101" pitchFamily="2" charset="-122"/>
              </a:rPr>
              <a:t>0</a:t>
            </a:r>
            <a:r>
              <a:rPr lang="zh-CN" altLang="en-US" sz="1200" b="0" dirty="0">
                <a:solidFill>
                  <a:srgbClr val="00B0F0"/>
                </a:solidFill>
                <a:latin typeface="等线" panose="02010600030101010101" pitchFamily="2" charset="-122"/>
                <a:ea typeface="等线" panose="02010600030101010101" pitchFamily="2" charset="-122"/>
              </a:rPr>
              <a:t>号单元</a:t>
            </a:r>
            <a:r>
              <a:rPr lang="zh-CN" altLang="en-US" sz="1200" b="0" dirty="0">
                <a:solidFill>
                  <a:srgbClr val="0000FF"/>
                </a:solidFill>
                <a:latin typeface="宋体" panose="02010600030101010101" pitchFamily="2" charset="-122"/>
                <a:ea typeface="宋体" panose="02010600030101010101" pitchFamily="2" charset="-122"/>
              </a:rPr>
              <a:t>暂存要插入的记录，空出位置以便有序子表的较大记录后移，还可作为 “</a:t>
            </a:r>
            <a:r>
              <a:rPr lang="zh-CN" altLang="en-US" sz="1200" b="0" dirty="0">
                <a:solidFill>
                  <a:srgbClr val="00B0F0"/>
                </a:solidFill>
                <a:latin typeface="等线" panose="02010600030101010101" pitchFamily="2" charset="-122"/>
                <a:ea typeface="等线" panose="02010600030101010101" pitchFamily="2" charset="-122"/>
              </a:rPr>
              <a:t>哨兵</a:t>
            </a:r>
            <a:r>
              <a:rPr lang="zh-CN" altLang="en-US" sz="1200" b="0" dirty="0">
                <a:solidFill>
                  <a:srgbClr val="0000FF"/>
                </a:solidFill>
                <a:latin typeface="宋体" panose="02010600030101010101" pitchFamily="2" charset="-122"/>
                <a:ea typeface="宋体" panose="02010600030101010101" pitchFamily="2" charset="-122"/>
              </a:rPr>
              <a:t>”帮助判断循环的结束。</a:t>
            </a:r>
            <a:endParaRPr lang="en-US" altLang="zh-CN" sz="1200" b="0" dirty="0">
              <a:solidFill>
                <a:srgbClr val="0000FF"/>
              </a:solidFill>
              <a:latin typeface="宋体" panose="02010600030101010101" pitchFamily="2" charset="-122"/>
              <a:ea typeface="宋体" panose="02010600030101010101" pitchFamily="2" charset="-122"/>
            </a:endParaRPr>
          </a:p>
          <a:p>
            <a:pPr>
              <a:lnSpc>
                <a:spcPct val="125000"/>
              </a:lnSpc>
            </a:pPr>
            <a:r>
              <a:rPr lang="zh-CN" altLang="en-US" sz="1200" b="0" dirty="0">
                <a:solidFill>
                  <a:srgbClr val="0000FF"/>
                </a:solidFill>
                <a:latin typeface="宋体" panose="02010600030101010101" pitchFamily="2" charset="-122"/>
                <a:ea typeface="宋体" panose="02010600030101010101" pitchFamily="2" charset="-122"/>
              </a:rPr>
              <a:t>（</a:t>
            </a:r>
            <a:r>
              <a:rPr lang="en-US" altLang="zh-CN" sz="1200" b="0" dirty="0">
                <a:solidFill>
                  <a:srgbClr val="0000FF"/>
                </a:solidFill>
                <a:latin typeface="宋体" panose="02010600030101010101" pitchFamily="2" charset="-122"/>
                <a:ea typeface="宋体" panose="02010600030101010101" pitchFamily="2" charset="-122"/>
              </a:rPr>
              <a:t>8</a:t>
            </a:r>
            <a:r>
              <a:rPr lang="zh-CN" altLang="en-US" sz="1200" b="0" dirty="0">
                <a:solidFill>
                  <a:srgbClr val="0000FF"/>
                </a:solidFill>
                <a:latin typeface="宋体" panose="02010600030101010101" pitchFamily="2" charset="-122"/>
                <a:ea typeface="宋体" panose="02010600030101010101" pitchFamily="2" charset="-122"/>
              </a:rPr>
              <a:t>）如果扫描到了</a:t>
            </a:r>
            <a:r>
              <a:rPr lang="en-US" altLang="zh-CN" sz="1200" b="0" dirty="0">
                <a:solidFill>
                  <a:srgbClr val="0000FF"/>
                </a:solidFill>
                <a:latin typeface="宋体" panose="02010600030101010101" pitchFamily="2" charset="-122"/>
                <a:ea typeface="宋体" panose="02010600030101010101" pitchFamily="2" charset="-122"/>
              </a:rPr>
              <a:t>0</a:t>
            </a:r>
            <a:r>
              <a:rPr lang="zh-CN" altLang="en-US" sz="1200" b="0" dirty="0">
                <a:solidFill>
                  <a:srgbClr val="0000FF"/>
                </a:solidFill>
                <a:latin typeface="宋体" panose="02010600030101010101" pitchFamily="2" charset="-122"/>
                <a:ea typeface="宋体" panose="02010600030101010101" pitchFamily="2" charset="-122"/>
              </a:rPr>
              <a:t>号单元，也就是插入记录和自己比较，因这“不小于”而结束查找和移位，此时插入记录比有序子表的记录都小，插入到</a:t>
            </a:r>
            <a:r>
              <a:rPr lang="en-US" altLang="zh-CN" sz="1200" b="0" dirty="0">
                <a:solidFill>
                  <a:srgbClr val="0000FF"/>
                </a:solidFill>
                <a:latin typeface="宋体" panose="02010600030101010101" pitchFamily="2" charset="-122"/>
                <a:ea typeface="宋体" panose="02010600030101010101" pitchFamily="2" charset="-122"/>
              </a:rPr>
              <a:t>1</a:t>
            </a:r>
            <a:r>
              <a:rPr lang="zh-CN" altLang="en-US" sz="1200" b="0" dirty="0">
                <a:solidFill>
                  <a:srgbClr val="0000FF"/>
                </a:solidFill>
                <a:latin typeface="宋体" panose="02010600030101010101" pitchFamily="2" charset="-122"/>
                <a:ea typeface="宋体" panose="02010600030101010101" pitchFamily="2" charset="-122"/>
              </a:rPr>
              <a:t>号单元。</a:t>
            </a:r>
          </a:p>
          <a:p>
            <a:endParaRPr lang="zh-CN" altLang="en-US" dirty="0"/>
          </a:p>
        </p:txBody>
      </p:sp>
      <p:sp>
        <p:nvSpPr>
          <p:cNvPr id="4" name="灯片编号占位符 3"/>
          <p:cNvSpPr>
            <a:spLocks noGrp="1"/>
          </p:cNvSpPr>
          <p:nvPr>
            <p:ph type="sldNum" sz="quarter" idx="5"/>
          </p:nvPr>
        </p:nvSpPr>
        <p:spPr/>
        <p:txBody>
          <a:bodyPr/>
          <a:lstStyle/>
          <a:p>
            <a:fld id="{A468131F-B21D-4E75-91F1-988B164852E3}" type="slidenum">
              <a:rPr lang="zh-CN" altLang="en-US" smtClean="0"/>
              <a:t>2</a:t>
            </a:fld>
            <a:endParaRPr lang="zh-CN" altLang="en-US"/>
          </a:p>
        </p:txBody>
      </p:sp>
    </p:spTree>
    <p:extLst>
      <p:ext uri="{BB962C8B-B14F-4D97-AF65-F5344CB8AC3E}">
        <p14:creationId xmlns:p14="http://schemas.microsoft.com/office/powerpoint/2010/main" val="4789757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1</a:t>
            </a:r>
            <a:r>
              <a:rPr lang="zh-CN" altLang="en-US" b="0" dirty="0">
                <a:latin typeface="宋体" panose="02010600030101010101" pitchFamily="2" charset="-122"/>
                <a:ea typeface="宋体" panose="02010600030101010101" pitchFamily="2" charset="-122"/>
              </a:rPr>
              <a:t>）综合上述要点，直接插入排序的算法</a:t>
            </a:r>
            <a:r>
              <a:rPr lang="en-US" altLang="zh-CN" b="0" dirty="0">
                <a:latin typeface="宋体" panose="02010600030101010101" pitchFamily="2" charset="-122"/>
                <a:ea typeface="宋体" panose="02010600030101010101" pitchFamily="2" charset="-122"/>
              </a:rPr>
              <a:t>10.1</a:t>
            </a:r>
            <a:r>
              <a:rPr lang="zh-CN" altLang="en-US" b="0" dirty="0">
                <a:latin typeface="宋体" panose="02010600030101010101" pitchFamily="2" charset="-122"/>
                <a:ea typeface="宋体" panose="02010600030101010101" pitchFamily="2" charset="-122"/>
              </a:rPr>
              <a:t>设计如下。</a:t>
            </a:r>
            <a:endParaRPr lang="en-US" altLang="zh-CN" b="0" dirty="0">
              <a:latin typeface="宋体" panose="02010600030101010101" pitchFamily="2" charset="-122"/>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2</a:t>
            </a:r>
            <a:r>
              <a:rPr lang="zh-CN" altLang="en-US" b="0" dirty="0">
                <a:latin typeface="宋体" panose="02010600030101010101" pitchFamily="2" charset="-122"/>
                <a:ea typeface="宋体" panose="02010600030101010101" pitchFamily="2" charset="-122"/>
              </a:rPr>
              <a:t>）右上方的示例是一个长度为</a:t>
            </a:r>
            <a:r>
              <a:rPr lang="en-US" altLang="zh-CN" b="0" dirty="0">
                <a:latin typeface="宋体" panose="02010600030101010101" pitchFamily="2" charset="-122"/>
                <a:ea typeface="宋体" panose="02010600030101010101" pitchFamily="2" charset="-122"/>
              </a:rPr>
              <a:t>8</a:t>
            </a:r>
            <a:r>
              <a:rPr lang="zh-CN" altLang="en-US" b="0" dirty="0">
                <a:latin typeface="宋体" panose="02010600030101010101" pitchFamily="2" charset="-122"/>
                <a:ea typeface="宋体" panose="02010600030101010101" pitchFamily="2" charset="-122"/>
              </a:rPr>
              <a:t>的线性表，有两个</a:t>
            </a:r>
            <a:r>
              <a:rPr lang="en-US" altLang="zh-CN" b="0" dirty="0">
                <a:latin typeface="宋体" panose="02010600030101010101" pitchFamily="2" charset="-122"/>
                <a:ea typeface="宋体" panose="02010600030101010101" pitchFamily="2" charset="-122"/>
              </a:rPr>
              <a:t>49</a:t>
            </a:r>
            <a:r>
              <a:rPr lang="zh-CN" altLang="en-US" b="0" dirty="0">
                <a:latin typeface="宋体" panose="02010600030101010101" pitchFamily="2" charset="-122"/>
                <a:ea typeface="宋体" panose="02010600030101010101" pitchFamily="2" charset="-122"/>
              </a:rPr>
              <a:t>，后一个顶上加了横杠，以示区分，可观察排序后，两个</a:t>
            </a:r>
            <a:r>
              <a:rPr lang="en-US" altLang="zh-CN" b="0" dirty="0">
                <a:latin typeface="宋体" panose="02010600030101010101" pitchFamily="2" charset="-122"/>
                <a:ea typeface="宋体" panose="02010600030101010101" pitchFamily="2" charset="-122"/>
              </a:rPr>
              <a:t>49</a:t>
            </a:r>
            <a:r>
              <a:rPr lang="zh-CN" altLang="en-US" b="0" dirty="0">
                <a:latin typeface="宋体" panose="02010600030101010101" pitchFamily="2" charset="-122"/>
                <a:ea typeface="宋体" panose="02010600030101010101" pitchFamily="2" charset="-122"/>
              </a:rPr>
              <a:t>的相对次序是否改变？</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3</a:t>
            </a:r>
            <a:r>
              <a:rPr lang="zh-CN" altLang="en-US" b="0" dirty="0">
                <a:latin typeface="宋体" panose="02010600030101010101" pitchFamily="2" charset="-122"/>
                <a:ea typeface="宋体" panose="02010600030101010101" pitchFamily="2" charset="-122"/>
              </a:rPr>
              <a:t>）对于长度为</a:t>
            </a:r>
            <a:r>
              <a:rPr lang="en-US" altLang="zh-CN" b="0" dirty="0">
                <a:latin typeface="宋体" panose="02010600030101010101" pitchFamily="2" charset="-122"/>
                <a:ea typeface="宋体" panose="02010600030101010101" pitchFamily="2" charset="-122"/>
              </a:rPr>
              <a:t>n</a:t>
            </a:r>
            <a:r>
              <a:rPr lang="zh-CN" altLang="en-US" b="0" dirty="0">
                <a:latin typeface="宋体" panose="02010600030101010101" pitchFamily="2" charset="-122"/>
                <a:ea typeface="宋体" panose="02010600030101010101" pitchFamily="2" charset="-122"/>
              </a:rPr>
              <a:t>的顺序表，</a:t>
            </a:r>
            <a:r>
              <a:rPr lang="en-US" altLang="zh-CN" b="0" dirty="0">
                <a:latin typeface="宋体" panose="02010600030101010101" pitchFamily="2" charset="-122"/>
                <a:ea typeface="宋体" panose="02010600030101010101" pitchFamily="2" charset="-122"/>
              </a:rPr>
              <a:t>for</a:t>
            </a:r>
            <a:r>
              <a:rPr lang="zh-CN" altLang="en-US" b="0" dirty="0">
                <a:latin typeface="宋体" panose="02010600030101010101" pitchFamily="2" charset="-122"/>
                <a:ea typeface="宋体" panose="02010600030101010101" pitchFamily="2" charset="-122"/>
              </a:rPr>
              <a:t>循环进行</a:t>
            </a:r>
            <a:r>
              <a:rPr lang="en-US" altLang="zh-CN" b="0" dirty="0">
                <a:latin typeface="宋体" panose="02010600030101010101" pitchFamily="2" charset="-122"/>
                <a:ea typeface="宋体" panose="02010600030101010101" pitchFamily="2" charset="-122"/>
              </a:rPr>
              <a:t>n-1</a:t>
            </a:r>
            <a:r>
              <a:rPr lang="zh-CN" altLang="en-US" b="0" dirty="0">
                <a:latin typeface="宋体" panose="02010600030101010101" pitchFamily="2" charset="-122"/>
                <a:ea typeface="宋体" panose="02010600030101010101" pitchFamily="2" charset="-122"/>
              </a:rPr>
              <a:t>趟的插入排序。循环变量</a:t>
            </a:r>
            <a:r>
              <a:rPr lang="en-US" altLang="zh-CN" b="0" dirty="0" err="1">
                <a:latin typeface="宋体" panose="02010600030101010101" pitchFamily="2" charset="-122"/>
                <a:ea typeface="宋体" panose="02010600030101010101" pitchFamily="2" charset="-122"/>
              </a:rPr>
              <a:t>i</a:t>
            </a:r>
            <a:r>
              <a:rPr lang="zh-CN" altLang="en-US" b="0" dirty="0">
                <a:latin typeface="宋体" panose="02010600030101010101" pitchFamily="2" charset="-122"/>
                <a:ea typeface="宋体" panose="02010600030101010101" pitchFamily="2" charset="-122"/>
              </a:rPr>
              <a:t>表示：第</a:t>
            </a:r>
            <a:r>
              <a:rPr lang="en-US" altLang="zh-CN" b="0" dirty="0">
                <a:latin typeface="宋体" panose="02010600030101010101" pitchFamily="2" charset="-122"/>
                <a:ea typeface="宋体" panose="02010600030101010101" pitchFamily="2" charset="-122"/>
              </a:rPr>
              <a:t>1</a:t>
            </a:r>
            <a:r>
              <a:rPr lang="zh-CN" altLang="en-US" b="0" dirty="0">
                <a:latin typeface="宋体" panose="02010600030101010101" pitchFamily="2" charset="-122"/>
                <a:ea typeface="宋体" panose="02010600030101010101" pitchFamily="2" charset="-122"/>
              </a:rPr>
              <a:t>到</a:t>
            </a:r>
            <a:r>
              <a:rPr lang="en-US" altLang="zh-CN" b="0" dirty="0">
                <a:latin typeface="宋体" panose="02010600030101010101" pitchFamily="2" charset="-122"/>
                <a:ea typeface="宋体" panose="02010600030101010101" pitchFamily="2" charset="-122"/>
              </a:rPr>
              <a:t>i-1</a:t>
            </a:r>
            <a:r>
              <a:rPr lang="zh-CN" altLang="en-US" b="0" dirty="0">
                <a:latin typeface="宋体" panose="02010600030101010101" pitchFamily="2" charset="-122"/>
                <a:ea typeface="宋体" panose="02010600030101010101" pitchFamily="2" charset="-122"/>
              </a:rPr>
              <a:t>个记录构成当前有序子表，</a:t>
            </a:r>
            <a:r>
              <a:rPr lang="zh-CN" altLang="en-US" b="0" dirty="0">
                <a:solidFill>
                  <a:srgbClr val="0070C0"/>
                </a:solidFill>
                <a:latin typeface="Courier New" panose="02070309020205020404" pitchFamily="49" charset="0"/>
                <a:cs typeface="Courier New" panose="02070309020205020404" pitchFamily="49" charset="0"/>
              </a:rPr>
              <a:t>初始有序子表仅</a:t>
            </a:r>
            <a:r>
              <a:rPr lang="en-US" altLang="zh-CN" b="0" dirty="0" err="1">
                <a:solidFill>
                  <a:srgbClr val="C00000"/>
                </a:solidFill>
                <a:latin typeface="Courier New" panose="02070309020205020404" pitchFamily="49" charset="0"/>
                <a:cs typeface="Courier New" panose="02070309020205020404" pitchFamily="49" charset="0"/>
              </a:rPr>
              <a:t>L.r</a:t>
            </a:r>
            <a:r>
              <a:rPr lang="en-US" altLang="zh-CN" b="0" dirty="0">
                <a:solidFill>
                  <a:srgbClr val="C00000"/>
                </a:solidFill>
                <a:latin typeface="Courier New" panose="02070309020205020404" pitchFamily="49" charset="0"/>
                <a:cs typeface="Courier New" panose="02070309020205020404" pitchFamily="49" charset="0"/>
              </a:rPr>
              <a:t>[1]</a:t>
            </a:r>
            <a:r>
              <a:rPr lang="zh-CN" altLang="en-US" b="0" dirty="0">
                <a:solidFill>
                  <a:srgbClr val="C00000"/>
                </a:solidFill>
                <a:latin typeface="Courier New" panose="02070309020205020404" pitchFamily="49" charset="0"/>
                <a:cs typeface="Courier New" panose="02070309020205020404" pitchFamily="49" charset="0"/>
              </a:rPr>
              <a:t>一个记录</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。第</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i</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个记录是本趟要插入到有序子表的记录。</a:t>
            </a:r>
            <a:endParaRPr lang="en-US" altLang="zh-CN" b="0" dirty="0">
              <a:latin typeface="宋体" panose="02010600030101010101" pitchFamily="2" charset="-122"/>
              <a:ea typeface="宋体" panose="02010600030101010101" pitchFamily="2" charset="-122"/>
            </a:endParaRPr>
          </a:p>
          <a:p>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4</a:t>
            </a:r>
            <a:r>
              <a:rPr lang="zh-CN" altLang="en-US" b="0" dirty="0">
                <a:latin typeface="宋体" panose="02010600030101010101" pitchFamily="2" charset="-122"/>
                <a:ea typeface="宋体" panose="02010600030101010101" pitchFamily="2" charset="-122"/>
              </a:rPr>
              <a:t>）第</a:t>
            </a:r>
            <a:r>
              <a:rPr lang="en-US" altLang="zh-CN" b="0" dirty="0" err="1">
                <a:latin typeface="宋体" panose="02010600030101010101" pitchFamily="2" charset="-122"/>
                <a:ea typeface="宋体" panose="02010600030101010101" pitchFamily="2" charset="-122"/>
              </a:rPr>
              <a:t>i</a:t>
            </a:r>
            <a:r>
              <a:rPr lang="zh-CN" altLang="en-US" b="0" dirty="0">
                <a:latin typeface="宋体" panose="02010600030101010101" pitchFamily="2" charset="-122"/>
                <a:ea typeface="宋体" panose="02010600030101010101" pitchFamily="2" charset="-122"/>
              </a:rPr>
              <a:t>个记录与第</a:t>
            </a:r>
            <a:r>
              <a:rPr lang="en-US" altLang="zh-CN" b="0" dirty="0">
                <a:latin typeface="宋体" panose="02010600030101010101" pitchFamily="2" charset="-122"/>
                <a:ea typeface="宋体" panose="02010600030101010101" pitchFamily="2" charset="-122"/>
              </a:rPr>
              <a:t>i-1</a:t>
            </a:r>
            <a:r>
              <a:rPr lang="zh-CN" altLang="en-US" b="0" dirty="0">
                <a:latin typeface="宋体" panose="02010600030101010101" pitchFamily="2" charset="-122"/>
                <a:ea typeface="宋体" panose="02010600030101010101" pitchFamily="2" charset="-122"/>
              </a:rPr>
              <a:t>个记录比较，若较大，则它比有序子表的所有记录都大，就留在原位，本趟结束；</a:t>
            </a:r>
            <a:endParaRPr lang="en-US" altLang="zh-CN" b="0" dirty="0">
              <a:latin typeface="宋体" panose="02010600030101010101" pitchFamily="2" charset="-122"/>
              <a:ea typeface="宋体" panose="02010600030101010101" pitchFamily="2" charset="-122"/>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5</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）现在是</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38</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，比</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48</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小，移入</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0</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号单元，兼做哨兵。</a:t>
            </a: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6</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）第</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i-1</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个记录后移一位，也就是</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48</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后移。</a:t>
            </a: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7</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）接下来以</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j</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为循环变量，从后往前，哨兵记录依次与有序子表的记录比较，</a:t>
            </a: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8</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）若“较小”，则对应记录后移，</a:t>
            </a: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9</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）现在已遇到了哨兵，也就是已找到并腾空了插入位置，将当哨兵的记录</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38</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插入，本趟结束。</a:t>
            </a:r>
          </a:p>
          <a:p>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10</a:t>
            </a:r>
            <a:r>
              <a:rPr lang="zh-CN" altLang="en-US" b="0" dirty="0">
                <a:latin typeface="宋体" panose="02010600030101010101" pitchFamily="2" charset="-122"/>
                <a:ea typeface="宋体" panose="02010600030101010101" pitchFamily="2" charset="-122"/>
              </a:rPr>
              <a:t>）接着两趟，都因记录较大不必移动记录。</a:t>
            </a:r>
            <a:endParaRPr lang="en-US" altLang="zh-CN" b="0" dirty="0">
              <a:latin typeface="宋体" panose="02010600030101010101" pitchFamily="2" charset="-122"/>
              <a:ea typeface="宋体" panose="02010600030101010101" pitchFamily="2" charset="-122"/>
            </a:endParaRPr>
          </a:p>
          <a:p>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11</a:t>
            </a:r>
            <a:r>
              <a:rPr lang="zh-CN" altLang="en-US" b="0" dirty="0">
                <a:latin typeface="宋体" panose="02010600030101010101" pitchFamily="2" charset="-122"/>
                <a:ea typeface="宋体" panose="02010600030101010101" pitchFamily="2" charset="-122"/>
              </a:rPr>
              <a:t>）现在这趟</a:t>
            </a:r>
            <a:r>
              <a:rPr lang="en-US" altLang="zh-CN" b="0" dirty="0">
                <a:latin typeface="宋体" panose="02010600030101010101" pitchFamily="2" charset="-122"/>
                <a:ea typeface="宋体" panose="02010600030101010101" pitchFamily="2" charset="-122"/>
              </a:rPr>
              <a:t>76</a:t>
            </a:r>
            <a:r>
              <a:rPr lang="zh-CN" altLang="en-US" b="0" dirty="0">
                <a:latin typeface="宋体" panose="02010600030101010101" pitchFamily="2" charset="-122"/>
                <a:ea typeface="宋体" panose="02010600030101010101" pitchFamily="2" charset="-122"/>
              </a:rPr>
              <a:t>比前面的</a:t>
            </a:r>
            <a:r>
              <a:rPr lang="en-US" altLang="zh-CN" b="0" dirty="0">
                <a:latin typeface="宋体" panose="02010600030101010101" pitchFamily="2" charset="-122"/>
                <a:ea typeface="宋体" panose="02010600030101010101" pitchFamily="2" charset="-122"/>
              </a:rPr>
              <a:t>97</a:t>
            </a:r>
            <a:r>
              <a:rPr lang="zh-CN" altLang="en-US" b="0" dirty="0">
                <a:latin typeface="宋体" panose="02010600030101010101" pitchFamily="2" charset="-122"/>
                <a:ea typeface="宋体" panose="02010600030101010101" pitchFamily="2" charset="-122"/>
              </a:rPr>
              <a:t>小，</a:t>
            </a:r>
            <a:endParaRPr lang="en-US" altLang="zh-CN" b="0" dirty="0">
              <a:latin typeface="宋体" panose="02010600030101010101" pitchFamily="2" charset="-122"/>
              <a:ea typeface="宋体" panose="02010600030101010101" pitchFamily="2" charset="-122"/>
            </a:endParaRPr>
          </a:p>
          <a:p>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12</a:t>
            </a:r>
            <a:r>
              <a:rPr lang="zh-CN" altLang="en-US" b="0" dirty="0">
                <a:latin typeface="宋体" panose="02010600030101010101" pitchFamily="2" charset="-122"/>
                <a:ea typeface="宋体" panose="02010600030101010101" pitchFamily="2" charset="-122"/>
              </a:rPr>
              <a:t>）把</a:t>
            </a:r>
            <a:r>
              <a:rPr lang="en-US" altLang="zh-CN" b="0" dirty="0">
                <a:latin typeface="宋体" panose="02010600030101010101" pitchFamily="2" charset="-122"/>
                <a:ea typeface="宋体" panose="02010600030101010101" pitchFamily="2" charset="-122"/>
              </a:rPr>
              <a:t>76</a:t>
            </a:r>
            <a:r>
              <a:rPr lang="zh-CN" altLang="en-US" b="0" dirty="0">
                <a:latin typeface="宋体" panose="02010600030101010101" pitchFamily="2" charset="-122"/>
                <a:ea typeface="宋体" panose="02010600030101010101" pitchFamily="2" charset="-122"/>
              </a:rPr>
              <a:t>移到哨兵位置，</a:t>
            </a:r>
            <a:endParaRPr lang="en-US" altLang="zh-CN" b="0" dirty="0">
              <a:latin typeface="宋体" panose="02010600030101010101" pitchFamily="2" charset="-122"/>
              <a:ea typeface="宋体" panose="02010600030101010101" pitchFamily="2" charset="-122"/>
            </a:endParaRPr>
          </a:p>
          <a:p>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13</a:t>
            </a:r>
            <a:r>
              <a:rPr lang="zh-CN" altLang="en-US" b="0" dirty="0">
                <a:latin typeface="宋体" panose="02010600030101010101" pitchFamily="2" charset="-122"/>
                <a:ea typeface="宋体" panose="02010600030101010101" pitchFamily="2" charset="-122"/>
              </a:rPr>
              <a:t>）再把</a:t>
            </a:r>
            <a:r>
              <a:rPr lang="en-US" altLang="zh-CN" b="0" dirty="0">
                <a:latin typeface="宋体" panose="02010600030101010101" pitchFamily="2" charset="-122"/>
                <a:ea typeface="宋体" panose="02010600030101010101" pitchFamily="2" charset="-122"/>
              </a:rPr>
              <a:t>97</a:t>
            </a:r>
            <a:r>
              <a:rPr lang="zh-CN" altLang="en-US" b="0" dirty="0">
                <a:latin typeface="宋体" panose="02010600030101010101" pitchFamily="2" charset="-122"/>
                <a:ea typeface="宋体" panose="02010600030101010101" pitchFamily="2" charset="-122"/>
              </a:rPr>
              <a:t>后移到</a:t>
            </a:r>
            <a:r>
              <a:rPr lang="en-US" altLang="zh-CN" b="0" dirty="0">
                <a:latin typeface="宋体" panose="02010600030101010101" pitchFamily="2" charset="-122"/>
                <a:ea typeface="宋体" panose="02010600030101010101" pitchFamily="2" charset="-122"/>
              </a:rPr>
              <a:t>76</a:t>
            </a:r>
            <a:r>
              <a:rPr lang="zh-CN" altLang="en-US" b="0" dirty="0">
                <a:latin typeface="宋体" panose="02010600030101010101" pitchFamily="2" charset="-122"/>
                <a:ea typeface="宋体" panose="02010600030101010101" pitchFamily="2" charset="-122"/>
              </a:rPr>
              <a:t>原来位置，</a:t>
            </a:r>
            <a:endParaRPr lang="en-US" altLang="zh-CN" b="0" dirty="0">
              <a:latin typeface="宋体" panose="02010600030101010101" pitchFamily="2" charset="-122"/>
              <a:ea typeface="宋体" panose="02010600030101010101" pitchFamily="2" charset="-122"/>
            </a:endParaRPr>
          </a:p>
          <a:p>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14</a:t>
            </a:r>
            <a:r>
              <a:rPr lang="zh-CN" altLang="en-US" b="0" dirty="0">
                <a:latin typeface="宋体" panose="02010600030101010101" pitchFamily="2" charset="-122"/>
                <a:ea typeface="宋体" panose="02010600030101010101" pitchFamily="2" charset="-122"/>
              </a:rPr>
              <a:t>）进入循环，经比较，</a:t>
            </a:r>
            <a:r>
              <a:rPr lang="en-US" altLang="zh-CN" b="0" dirty="0">
                <a:latin typeface="宋体" panose="02010600030101010101" pitchFamily="2" charset="-122"/>
                <a:ea typeface="宋体" panose="02010600030101010101" pitchFamily="2" charset="-122"/>
              </a:rPr>
              <a:t>76</a:t>
            </a:r>
            <a:r>
              <a:rPr lang="zh-CN" altLang="en-US" b="0" dirty="0">
                <a:latin typeface="宋体" panose="02010600030101010101" pitchFamily="2" charset="-122"/>
                <a:ea typeface="宋体" panose="02010600030101010101" pitchFamily="2" charset="-122"/>
              </a:rPr>
              <a:t>不小于</a:t>
            </a:r>
            <a:r>
              <a:rPr lang="en-US" altLang="zh-CN" b="0" dirty="0">
                <a:latin typeface="宋体" panose="02010600030101010101" pitchFamily="2" charset="-122"/>
                <a:ea typeface="宋体" panose="02010600030101010101" pitchFamily="2" charset="-122"/>
              </a:rPr>
              <a:t>65</a:t>
            </a:r>
            <a:r>
              <a:rPr lang="zh-CN" altLang="en-US" b="0" dirty="0">
                <a:latin typeface="宋体" panose="02010600030101010101" pitchFamily="2" charset="-122"/>
                <a:ea typeface="宋体" panose="02010600030101010101" pitchFamily="2" charset="-122"/>
              </a:rPr>
              <a:t>，循环结束。</a:t>
            </a:r>
            <a:endParaRPr lang="en-US" altLang="zh-CN" b="0" dirty="0">
              <a:latin typeface="宋体" panose="02010600030101010101" pitchFamily="2" charset="-122"/>
              <a:ea typeface="宋体" panose="02010600030101010101" pitchFamily="2" charset="-122"/>
            </a:endParaRPr>
          </a:p>
          <a:p>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15</a:t>
            </a:r>
            <a:r>
              <a:rPr lang="zh-CN" altLang="en-US" b="0" dirty="0">
                <a:latin typeface="宋体" panose="02010600030101010101" pitchFamily="2" charset="-122"/>
                <a:ea typeface="宋体" panose="02010600030101010101" pitchFamily="2" charset="-122"/>
              </a:rPr>
              <a:t>）将</a:t>
            </a:r>
            <a:r>
              <a:rPr lang="en-US" altLang="zh-CN" b="0" dirty="0">
                <a:latin typeface="宋体" panose="02010600030101010101" pitchFamily="2" charset="-122"/>
                <a:ea typeface="宋体" panose="02010600030101010101" pitchFamily="2" charset="-122"/>
              </a:rPr>
              <a:t>76</a:t>
            </a:r>
            <a:r>
              <a:rPr lang="zh-CN" altLang="en-US" b="0" dirty="0">
                <a:latin typeface="宋体" panose="02010600030101010101" pitchFamily="2" charset="-122"/>
                <a:ea typeface="宋体" panose="02010600030101010101" pitchFamily="2" charset="-122"/>
              </a:rPr>
              <a:t>插入，结束本趟。</a:t>
            </a:r>
            <a:endParaRPr lang="en-US" altLang="zh-CN" b="0" dirty="0">
              <a:latin typeface="宋体" panose="02010600030101010101" pitchFamily="2" charset="-122"/>
              <a:ea typeface="宋体" panose="02010600030101010101" pitchFamily="2" charset="-122"/>
            </a:endParaRPr>
          </a:p>
          <a:p>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16</a:t>
            </a:r>
            <a:r>
              <a:rPr lang="zh-CN" altLang="en-US" b="0" dirty="0">
                <a:latin typeface="宋体" panose="02010600030101010101" pitchFamily="2" charset="-122"/>
                <a:ea typeface="宋体" panose="02010600030101010101" pitchFamily="2" charset="-122"/>
              </a:rPr>
              <a:t>）新的一趟，</a:t>
            </a:r>
            <a:endParaRPr lang="en-US" altLang="zh-CN" b="0" dirty="0">
              <a:latin typeface="宋体" panose="02010600030101010101" pitchFamily="2" charset="-122"/>
              <a:ea typeface="宋体" panose="02010600030101010101" pitchFamily="2" charset="-122"/>
            </a:endParaRPr>
          </a:p>
          <a:p>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17</a:t>
            </a:r>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13</a:t>
            </a:r>
            <a:r>
              <a:rPr lang="zh-CN" altLang="en-US" b="0" dirty="0">
                <a:latin typeface="宋体" panose="02010600030101010101" pitchFamily="2" charset="-122"/>
                <a:ea typeface="宋体" panose="02010600030101010101" pitchFamily="2" charset="-122"/>
              </a:rPr>
              <a:t>小于</a:t>
            </a:r>
            <a:r>
              <a:rPr lang="en-US" altLang="zh-CN" b="0" dirty="0">
                <a:latin typeface="宋体" panose="02010600030101010101" pitchFamily="2" charset="-122"/>
                <a:ea typeface="宋体" panose="02010600030101010101" pitchFamily="2" charset="-122"/>
              </a:rPr>
              <a:t>97</a:t>
            </a:r>
            <a:r>
              <a:rPr lang="zh-CN" altLang="en-US" b="0" dirty="0">
                <a:latin typeface="宋体" panose="02010600030101010101" pitchFamily="2" charset="-122"/>
                <a:ea typeface="宋体" panose="02010600030101010101" pitchFamily="2" charset="-122"/>
              </a:rPr>
              <a:t>，</a:t>
            </a:r>
            <a:endParaRPr lang="en-US" altLang="zh-CN" b="0" dirty="0">
              <a:latin typeface="宋体" panose="02010600030101010101" pitchFamily="2" charset="-122"/>
              <a:ea typeface="宋体" panose="02010600030101010101" pitchFamily="2" charset="-122"/>
            </a:endParaRPr>
          </a:p>
          <a:p>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18</a:t>
            </a:r>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13</a:t>
            </a:r>
            <a:r>
              <a:rPr lang="zh-CN" altLang="en-US" b="0" dirty="0">
                <a:latin typeface="宋体" panose="02010600030101010101" pitchFamily="2" charset="-122"/>
                <a:ea typeface="宋体" panose="02010600030101010101" pitchFamily="2" charset="-122"/>
              </a:rPr>
              <a:t>移作哨兵，</a:t>
            </a:r>
            <a:endParaRPr lang="en-US" altLang="zh-CN" b="0" dirty="0">
              <a:latin typeface="宋体" panose="02010600030101010101" pitchFamily="2" charset="-122"/>
              <a:ea typeface="宋体" panose="02010600030101010101" pitchFamily="2" charset="-122"/>
            </a:endParaRPr>
          </a:p>
          <a:p>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19</a:t>
            </a:r>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97</a:t>
            </a:r>
            <a:r>
              <a:rPr lang="zh-CN" altLang="en-US" b="0" dirty="0">
                <a:latin typeface="宋体" panose="02010600030101010101" pitchFamily="2" charset="-122"/>
                <a:ea typeface="宋体" panose="02010600030101010101" pitchFamily="2" charset="-122"/>
              </a:rPr>
              <a:t>后移。</a:t>
            </a:r>
            <a:endParaRPr lang="en-US" altLang="zh-CN" b="0" dirty="0">
              <a:latin typeface="宋体" panose="02010600030101010101" pitchFamily="2" charset="-122"/>
              <a:ea typeface="宋体" panose="02010600030101010101" pitchFamily="2" charset="-122"/>
            </a:endParaRPr>
          </a:p>
          <a:p>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20</a:t>
            </a:r>
            <a:r>
              <a:rPr lang="zh-CN" altLang="en-US" b="0" dirty="0">
                <a:latin typeface="宋体" panose="02010600030101010101" pitchFamily="2" charset="-122"/>
                <a:ea typeface="宋体" panose="02010600030101010101" pitchFamily="2" charset="-122"/>
              </a:rPr>
              <a:t>）进入循环，</a:t>
            </a:r>
            <a:r>
              <a:rPr lang="en-US" altLang="zh-CN" b="0" dirty="0">
                <a:latin typeface="宋体" panose="02010600030101010101" pitchFamily="2" charset="-122"/>
                <a:ea typeface="宋体" panose="02010600030101010101" pitchFamily="2" charset="-122"/>
              </a:rPr>
              <a:t>13</a:t>
            </a:r>
            <a:r>
              <a:rPr lang="zh-CN" altLang="en-US" b="0" dirty="0">
                <a:latin typeface="宋体" panose="02010600030101010101" pitchFamily="2" charset="-122"/>
                <a:ea typeface="宋体" panose="02010600030101010101" pitchFamily="2" charset="-122"/>
              </a:rPr>
              <a:t>比</a:t>
            </a:r>
            <a:r>
              <a:rPr lang="en-US" altLang="zh-CN" b="0" dirty="0">
                <a:latin typeface="宋体" panose="02010600030101010101" pitchFamily="2" charset="-122"/>
                <a:ea typeface="宋体" panose="02010600030101010101" pitchFamily="2" charset="-122"/>
              </a:rPr>
              <a:t>76</a:t>
            </a:r>
            <a:r>
              <a:rPr lang="zh-CN" altLang="en-US" b="0" dirty="0">
                <a:latin typeface="宋体" panose="02010600030101010101" pitchFamily="2" charset="-122"/>
                <a:ea typeface="宋体" panose="02010600030101010101" pitchFamily="2" charset="-122"/>
              </a:rPr>
              <a:t>小，</a:t>
            </a:r>
            <a:endParaRPr lang="en-US" altLang="zh-CN" b="0" dirty="0">
              <a:latin typeface="宋体" panose="02010600030101010101" pitchFamily="2" charset="-122"/>
              <a:ea typeface="宋体" panose="02010600030101010101" pitchFamily="2" charset="-122"/>
            </a:endParaRPr>
          </a:p>
          <a:p>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21</a:t>
            </a:r>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76</a:t>
            </a:r>
            <a:r>
              <a:rPr lang="zh-CN" altLang="en-US" b="0" dirty="0">
                <a:latin typeface="宋体" panose="02010600030101010101" pitchFamily="2" charset="-122"/>
                <a:ea typeface="宋体" panose="02010600030101010101" pitchFamily="2" charset="-122"/>
              </a:rPr>
              <a:t>后移。</a:t>
            </a:r>
            <a:endParaRPr lang="en-US" altLang="zh-CN" b="0" dirty="0">
              <a:latin typeface="宋体" panose="02010600030101010101" pitchFamily="2" charset="-122"/>
              <a:ea typeface="宋体" panose="02010600030101010101" pitchFamily="2" charset="-122"/>
            </a:endParaRPr>
          </a:p>
          <a:p>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22</a:t>
            </a:r>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13</a:t>
            </a:r>
            <a:r>
              <a:rPr lang="zh-CN" altLang="en-US" b="0" dirty="0">
                <a:latin typeface="宋体" panose="02010600030101010101" pitchFamily="2" charset="-122"/>
                <a:ea typeface="宋体" panose="02010600030101010101" pitchFamily="2" charset="-122"/>
              </a:rPr>
              <a:t>小于</a:t>
            </a:r>
            <a:r>
              <a:rPr lang="en-US" altLang="zh-CN" b="0" dirty="0">
                <a:latin typeface="宋体" panose="02010600030101010101" pitchFamily="2" charset="-122"/>
                <a:ea typeface="宋体" panose="02010600030101010101" pitchFamily="2" charset="-122"/>
              </a:rPr>
              <a:t>65</a:t>
            </a:r>
            <a:r>
              <a:rPr lang="zh-CN" altLang="en-US" b="0" dirty="0">
                <a:latin typeface="宋体" panose="02010600030101010101" pitchFamily="2" charset="-122"/>
                <a:ea typeface="宋体" panose="02010600030101010101" pitchFamily="2" charset="-122"/>
              </a:rPr>
              <a:t>，</a:t>
            </a:r>
            <a:endParaRPr lang="en-US" altLang="zh-CN" b="0" dirty="0">
              <a:latin typeface="宋体" panose="02010600030101010101" pitchFamily="2" charset="-122"/>
              <a:ea typeface="宋体" panose="02010600030101010101" pitchFamily="2" charset="-122"/>
            </a:endParaRPr>
          </a:p>
          <a:p>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23</a:t>
            </a:r>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65</a:t>
            </a:r>
            <a:r>
              <a:rPr lang="zh-CN" altLang="en-US" b="0" dirty="0">
                <a:latin typeface="宋体" panose="02010600030101010101" pitchFamily="2" charset="-122"/>
                <a:ea typeface="宋体" panose="02010600030101010101" pitchFamily="2" charset="-122"/>
              </a:rPr>
              <a:t>后移。</a:t>
            </a:r>
            <a:endParaRPr lang="en-US" altLang="zh-CN" b="0" dirty="0">
              <a:latin typeface="宋体" panose="02010600030101010101" pitchFamily="2" charset="-122"/>
              <a:ea typeface="宋体" panose="02010600030101010101" pitchFamily="2" charset="-122"/>
            </a:endParaRPr>
          </a:p>
          <a:p>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24</a:t>
            </a:r>
            <a:r>
              <a:rPr lang="zh-CN" altLang="en-US" b="0" dirty="0">
                <a:latin typeface="宋体" panose="02010600030101010101" pitchFamily="2" charset="-122"/>
                <a:ea typeface="宋体" panose="02010600030101010101" pitchFamily="2" charset="-122"/>
              </a:rPr>
              <a:t>）小于</a:t>
            </a:r>
            <a:r>
              <a:rPr lang="en-US" altLang="zh-CN" b="0" dirty="0">
                <a:latin typeface="宋体" panose="02010600030101010101" pitchFamily="2" charset="-122"/>
                <a:ea typeface="宋体" panose="02010600030101010101" pitchFamily="2" charset="-122"/>
              </a:rPr>
              <a:t>49</a:t>
            </a:r>
            <a:r>
              <a:rPr lang="zh-CN" altLang="en-US" b="0" dirty="0">
                <a:latin typeface="宋体" panose="02010600030101010101" pitchFamily="2" charset="-122"/>
                <a:ea typeface="宋体" panose="02010600030101010101" pitchFamily="2" charset="-122"/>
              </a:rPr>
              <a:t>，</a:t>
            </a:r>
            <a:endParaRPr lang="en-US" altLang="zh-CN" b="0" dirty="0">
              <a:latin typeface="宋体" panose="02010600030101010101" pitchFamily="2" charset="-122"/>
              <a:ea typeface="宋体" panose="02010600030101010101" pitchFamily="2" charset="-122"/>
            </a:endParaRPr>
          </a:p>
          <a:p>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25</a:t>
            </a:r>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49</a:t>
            </a:r>
            <a:r>
              <a:rPr lang="zh-CN" altLang="en-US" b="0" dirty="0">
                <a:latin typeface="宋体" panose="02010600030101010101" pitchFamily="2" charset="-122"/>
                <a:ea typeface="宋体" panose="02010600030101010101" pitchFamily="2" charset="-122"/>
              </a:rPr>
              <a:t>后移。</a:t>
            </a:r>
            <a:endParaRPr lang="en-US" altLang="zh-CN" b="0" dirty="0">
              <a:latin typeface="宋体" panose="02010600030101010101" pitchFamily="2" charset="-122"/>
              <a:ea typeface="宋体" panose="02010600030101010101" pitchFamily="2" charset="-122"/>
            </a:endParaRPr>
          </a:p>
          <a:p>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26</a:t>
            </a:r>
            <a:r>
              <a:rPr lang="zh-CN" altLang="en-US" b="0" dirty="0">
                <a:latin typeface="宋体" panose="02010600030101010101" pitchFamily="2" charset="-122"/>
                <a:ea typeface="宋体" panose="02010600030101010101" pitchFamily="2" charset="-122"/>
              </a:rPr>
              <a:t>）遇到哨兵，</a:t>
            </a:r>
            <a:endParaRPr lang="en-US" altLang="zh-CN" b="0" dirty="0">
              <a:latin typeface="宋体" panose="02010600030101010101" pitchFamily="2" charset="-122"/>
              <a:ea typeface="宋体" panose="02010600030101010101" pitchFamily="2" charset="-122"/>
            </a:endParaRPr>
          </a:p>
          <a:p>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27</a:t>
            </a:r>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13</a:t>
            </a:r>
            <a:r>
              <a:rPr lang="zh-CN" altLang="en-US" b="0" dirty="0">
                <a:latin typeface="宋体" panose="02010600030101010101" pitchFamily="2" charset="-122"/>
                <a:ea typeface="宋体" panose="02010600030101010101" pitchFamily="2" charset="-122"/>
              </a:rPr>
              <a:t>插入到位。本趟结束。</a:t>
            </a:r>
            <a:endParaRPr lang="en-US" altLang="zh-CN" b="0" dirty="0">
              <a:latin typeface="宋体" panose="02010600030101010101" pitchFamily="2" charset="-122"/>
              <a:ea typeface="宋体" panose="02010600030101010101" pitchFamily="2" charset="-122"/>
            </a:endParaRPr>
          </a:p>
          <a:p>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28</a:t>
            </a:r>
            <a:r>
              <a:rPr lang="zh-CN" altLang="en-US" b="0" dirty="0">
                <a:latin typeface="宋体" panose="02010600030101010101" pitchFamily="2" charset="-122"/>
                <a:ea typeface="宋体" panose="02010600030101010101" pitchFamily="2" charset="-122"/>
              </a:rPr>
              <a:t>）如此继续进行余下各趟插入排序，直至完成全部记录的插入，完成排序。</a:t>
            </a:r>
            <a:endParaRPr lang="en-US" altLang="zh-CN" b="0" dirty="0">
              <a:latin typeface="宋体" panose="02010600030101010101" pitchFamily="2" charset="-122"/>
              <a:ea typeface="宋体" panose="02010600030101010101" pitchFamily="2" charset="-122"/>
            </a:endParaRPr>
          </a:p>
          <a:p>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29</a:t>
            </a:r>
            <a:r>
              <a:rPr lang="zh-CN" altLang="en-US" b="0" dirty="0">
                <a:latin typeface="宋体" panose="02010600030101010101" pitchFamily="2" charset="-122"/>
                <a:ea typeface="宋体" panose="02010600030101010101" pitchFamily="2" charset="-122"/>
              </a:rPr>
              <a:t>）最后，看一下两个</a:t>
            </a:r>
            <a:r>
              <a:rPr lang="en-US" altLang="zh-CN" b="0" dirty="0">
                <a:latin typeface="宋体" panose="02010600030101010101" pitchFamily="2" charset="-122"/>
                <a:ea typeface="宋体" panose="02010600030101010101" pitchFamily="2" charset="-122"/>
              </a:rPr>
              <a:t>49</a:t>
            </a:r>
            <a:r>
              <a:rPr lang="zh-CN" altLang="en-US" b="0" dirty="0">
                <a:latin typeface="宋体" panose="02010600030101010101" pitchFamily="2" charset="-122"/>
                <a:ea typeface="宋体" panose="02010600030101010101" pitchFamily="2" charset="-122"/>
              </a:rPr>
              <a:t>的位置，它们相邻，但加横杆的</a:t>
            </a:r>
            <a:r>
              <a:rPr lang="en-US" altLang="zh-CN" b="0" dirty="0">
                <a:latin typeface="宋体" panose="02010600030101010101" pitchFamily="2" charset="-122"/>
                <a:ea typeface="宋体" panose="02010600030101010101" pitchFamily="2" charset="-122"/>
              </a:rPr>
              <a:t>49</a:t>
            </a:r>
            <a:r>
              <a:rPr lang="zh-CN" altLang="en-US" b="0" dirty="0">
                <a:latin typeface="宋体" panose="02010600030101010101" pitchFamily="2" charset="-122"/>
                <a:ea typeface="宋体" panose="02010600030101010101" pitchFamily="2" charset="-122"/>
              </a:rPr>
              <a:t>仍排后面。没有违反“稳定的”要求。关于判定一种排序方法是否是稳定的，请看教材在</a:t>
            </a:r>
            <a:r>
              <a:rPr lang="en-US" altLang="zh-CN" b="0" dirty="0">
                <a:latin typeface="宋体" panose="02010600030101010101" pitchFamily="2" charset="-122"/>
                <a:ea typeface="宋体" panose="02010600030101010101" pitchFamily="2" charset="-122"/>
              </a:rPr>
              <a:t>10.1</a:t>
            </a:r>
            <a:r>
              <a:rPr lang="zh-CN" altLang="en-US" b="0" dirty="0">
                <a:latin typeface="宋体" panose="02010600030101010101" pitchFamily="2" charset="-122"/>
                <a:ea typeface="宋体" panose="02010600030101010101" pitchFamily="2" charset="-122"/>
              </a:rPr>
              <a:t>节的定义。</a:t>
            </a:r>
            <a:endParaRPr lang="en-US" altLang="zh-CN" b="0" dirty="0">
              <a:latin typeface="宋体" panose="02010600030101010101" pitchFamily="2" charset="-122"/>
              <a:ea typeface="宋体" panose="02010600030101010101" pitchFamily="2" charset="-122"/>
            </a:endParaRPr>
          </a:p>
          <a:p>
            <a:endParaRPr lang="zh-CN" altLang="en-US" dirty="0"/>
          </a:p>
        </p:txBody>
      </p:sp>
      <p:sp>
        <p:nvSpPr>
          <p:cNvPr id="4" name="灯片编号占位符 3"/>
          <p:cNvSpPr>
            <a:spLocks noGrp="1"/>
          </p:cNvSpPr>
          <p:nvPr>
            <p:ph type="sldNum" sz="quarter" idx="5"/>
          </p:nvPr>
        </p:nvSpPr>
        <p:spPr/>
        <p:txBody>
          <a:bodyPr/>
          <a:lstStyle/>
          <a:p>
            <a:fld id="{A468131F-B21D-4E75-91F1-988B164852E3}" type="slidenum">
              <a:rPr lang="zh-CN" altLang="en-US" smtClean="0"/>
              <a:t>3</a:t>
            </a:fld>
            <a:endParaRPr lang="zh-CN" altLang="en-US"/>
          </a:p>
        </p:txBody>
      </p:sp>
    </p:spTree>
    <p:extLst>
      <p:ext uri="{BB962C8B-B14F-4D97-AF65-F5344CB8AC3E}">
        <p14:creationId xmlns:p14="http://schemas.microsoft.com/office/powerpoint/2010/main" val="31888071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20000"/>
              </a:lnSpc>
            </a:pPr>
            <a:r>
              <a:rPr lang="zh-CN" altLang="en-US" b="0" dirty="0">
                <a:solidFill>
                  <a:srgbClr val="C00000"/>
                </a:solidFill>
                <a:effectLst>
                  <a:outerShdw blurRad="38100" dist="38100" dir="2700000" algn="tl">
                    <a:srgbClr val="000000">
                      <a:alpha val="43137"/>
                    </a:srgbClr>
                  </a:outerShdw>
                </a:effectLst>
                <a:latin typeface="Calibri" panose="020F0502020204030204" pitchFamily="34" charset="0"/>
                <a:ea typeface="宋体" panose="02010600030101010101" pitchFamily="2" charset="-122"/>
                <a:cs typeface="宋体" panose="02010600030101010101" pitchFamily="2" charset="-122"/>
              </a:rPr>
              <a:t>（</a:t>
            </a:r>
            <a:r>
              <a:rPr lang="en-US" altLang="zh-CN" b="0" dirty="0">
                <a:solidFill>
                  <a:srgbClr val="C00000"/>
                </a:solidFill>
                <a:effectLst>
                  <a:outerShdw blurRad="38100" dist="38100" dir="2700000" algn="tl">
                    <a:srgbClr val="000000">
                      <a:alpha val="43137"/>
                    </a:srgbClr>
                  </a:outerShdw>
                </a:effectLst>
                <a:latin typeface="Calibri" panose="020F0502020204030204" pitchFamily="34" charset="0"/>
                <a:ea typeface="宋体" panose="02010600030101010101" pitchFamily="2" charset="-122"/>
                <a:cs typeface="宋体" panose="02010600030101010101" pitchFamily="2" charset="-122"/>
              </a:rPr>
              <a:t>1</a:t>
            </a:r>
            <a:r>
              <a:rPr lang="zh-CN" altLang="en-US" b="0" dirty="0">
                <a:solidFill>
                  <a:srgbClr val="C00000"/>
                </a:solidFill>
                <a:effectLst>
                  <a:outerShdw blurRad="38100" dist="38100" dir="2700000" algn="tl">
                    <a:srgbClr val="000000">
                      <a:alpha val="43137"/>
                    </a:srgbClr>
                  </a:outerShdw>
                </a:effectLst>
                <a:latin typeface="Calibri" panose="020F0502020204030204" pitchFamily="34" charset="0"/>
                <a:ea typeface="宋体" panose="02010600030101010101" pitchFamily="2" charset="-122"/>
                <a:cs typeface="宋体" panose="02010600030101010101" pitchFamily="2" charset="-122"/>
              </a:rPr>
              <a:t>）我们要讨论的问题是</a:t>
            </a:r>
            <a:r>
              <a:rPr lang="zh-CN" altLang="en-US" b="0" dirty="0">
                <a:effectLst/>
                <a:latin typeface="Calibri" panose="020F0502020204030204" pitchFamily="34" charset="0"/>
                <a:ea typeface="宋体" panose="02010600030101010101" pitchFamily="2" charset="-122"/>
                <a:cs typeface="宋体" panose="02010600030101010101" pitchFamily="2" charset="-122"/>
              </a:rPr>
              <a:t>：如何将直接</a:t>
            </a:r>
            <a:r>
              <a:rPr lang="zh-CN" altLang="zh-CN" b="0" dirty="0">
                <a:effectLst/>
                <a:latin typeface="Calibri" panose="020F0502020204030204" pitchFamily="34" charset="0"/>
                <a:ea typeface="宋体" panose="02010600030101010101" pitchFamily="2" charset="-122"/>
                <a:cs typeface="宋体" panose="02010600030101010101" pitchFamily="2" charset="-122"/>
              </a:rPr>
              <a:t>插入排序中</a:t>
            </a:r>
            <a:r>
              <a:rPr lang="zh-CN" altLang="en-US" b="0" dirty="0">
                <a:effectLst/>
                <a:latin typeface="Calibri" panose="020F0502020204030204" pitchFamily="34" charset="0"/>
                <a:ea typeface="宋体" panose="02010600030101010101" pitchFamily="2" charset="-122"/>
                <a:cs typeface="宋体" panose="02010600030101010101" pitchFamily="2" charset="-122"/>
              </a:rPr>
              <a:t>的</a:t>
            </a:r>
            <a:r>
              <a:rPr lang="zh-CN" altLang="zh-CN" b="0" dirty="0">
                <a:latin typeface="Calibri" panose="020F0502020204030204" pitchFamily="34" charset="0"/>
                <a:ea typeface="宋体" panose="02010600030101010101" pitchFamily="2" charset="-122"/>
                <a:cs typeface="宋体" panose="02010600030101010101" pitchFamily="2" charset="-122"/>
              </a:rPr>
              <a:t>记录移动</a:t>
            </a:r>
            <a:r>
              <a:rPr lang="zh-CN" altLang="en-US" b="0" dirty="0">
                <a:latin typeface="Calibri" panose="020F0502020204030204" pitchFamily="34" charset="0"/>
                <a:ea typeface="宋体" panose="02010600030101010101" pitchFamily="2" charset="-122"/>
                <a:cs typeface="宋体" panose="02010600030101010101" pitchFamily="2" charset="-122"/>
              </a:rPr>
              <a:t>次数，从</a:t>
            </a:r>
            <a:r>
              <a:rPr lang="en-US" altLang="zh-CN" b="0" i="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O</a:t>
            </a:r>
            <a:r>
              <a:rPr lang="en-US" altLang="zh-CN" b="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b="0" i="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n</a:t>
            </a:r>
            <a:r>
              <a:rPr lang="en-US" altLang="zh-CN" b="0" baseline="300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2</a:t>
            </a:r>
            <a:r>
              <a:rPr lang="en-US" altLang="zh-CN" b="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b="0" dirty="0">
                <a:latin typeface="Calibri" panose="020F0502020204030204" pitchFamily="34" charset="0"/>
                <a:ea typeface="宋体" panose="02010600030101010101" pitchFamily="2" charset="-122"/>
                <a:cs typeface="宋体" panose="02010600030101010101" pitchFamily="2" charset="-122"/>
              </a:rPr>
              <a:t>降到</a:t>
            </a:r>
            <a:r>
              <a:rPr lang="en-US" altLang="zh-CN" b="0" i="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O</a:t>
            </a:r>
            <a:r>
              <a:rPr lang="en-US" altLang="zh-CN" b="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b="0" i="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n</a:t>
            </a:r>
            <a:r>
              <a:rPr lang="en-US" altLang="zh-CN" b="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b="0" dirty="0">
                <a:latin typeface="Calibri" panose="020F0502020204030204" pitchFamily="34" charset="0"/>
                <a:ea typeface="宋体" panose="02010600030101010101" pitchFamily="2" charset="-122"/>
                <a:cs typeface="宋体" panose="02010600030101010101" pitchFamily="2" charset="-122"/>
              </a:rPr>
              <a:t>的级别？</a:t>
            </a:r>
            <a:endParaRPr lang="en-US" altLang="zh-CN" b="0" dirty="0">
              <a:latin typeface="Calibri" panose="020F0502020204030204" pitchFamily="34" charset="0"/>
              <a:ea typeface="宋体" panose="02010600030101010101" pitchFamily="2" charset="-122"/>
              <a:cs typeface="宋体" panose="02010600030101010101" pitchFamily="2" charset="-122"/>
            </a:endParaRPr>
          </a:p>
          <a:p>
            <a:pPr>
              <a:lnSpc>
                <a:spcPct val="120000"/>
              </a:lnSpc>
            </a:pPr>
            <a:r>
              <a:rPr lang="zh-CN" altLang="en-US" b="0" dirty="0">
                <a:effectLst/>
                <a:latin typeface="Calibri" panose="020F0502020204030204" pitchFamily="34" charset="0"/>
                <a:ea typeface="宋体" panose="02010600030101010101" pitchFamily="2" charset="-122"/>
                <a:cs typeface="宋体" panose="02010600030101010101" pitchFamily="2" charset="-122"/>
              </a:rPr>
              <a:t>（</a:t>
            </a:r>
            <a:r>
              <a:rPr lang="en-US" altLang="zh-CN" b="0" dirty="0">
                <a:effectLst/>
                <a:latin typeface="Calibri" panose="020F0502020204030204" pitchFamily="34" charset="0"/>
                <a:ea typeface="宋体" panose="02010600030101010101" pitchFamily="2" charset="-122"/>
                <a:cs typeface="宋体" panose="02010600030101010101" pitchFamily="2" charset="-122"/>
              </a:rPr>
              <a:t>2</a:t>
            </a:r>
            <a:r>
              <a:rPr lang="zh-CN" altLang="en-US" b="0" dirty="0">
                <a:effectLst/>
                <a:latin typeface="Calibri" panose="020F0502020204030204" pitchFamily="34" charset="0"/>
                <a:ea typeface="宋体" panose="02010600030101010101" pitchFamily="2" charset="-122"/>
                <a:cs typeface="宋体" panose="02010600030101010101" pitchFamily="2" charset="-122"/>
              </a:rPr>
              <a:t>）那就是记录序列的</a:t>
            </a:r>
            <a:r>
              <a:rPr lang="zh-CN" altLang="zh-CN" b="0" dirty="0">
                <a:effectLst/>
                <a:latin typeface="Calibri" panose="020F0502020204030204" pitchFamily="34" charset="0"/>
                <a:ea typeface="宋体" panose="02010600030101010101" pitchFamily="2" charset="-122"/>
                <a:cs typeface="宋体" panose="02010600030101010101" pitchFamily="2" charset="-122"/>
              </a:rPr>
              <a:t>存储结构</a:t>
            </a:r>
            <a:r>
              <a:rPr lang="zh-CN" altLang="en-US" b="0" dirty="0">
                <a:effectLst/>
                <a:latin typeface="Calibri" panose="020F0502020204030204" pitchFamily="34" charset="0"/>
                <a:ea typeface="宋体" panose="02010600030101010101" pitchFamily="2" charset="-122"/>
                <a:cs typeface="宋体" panose="02010600030101010101" pitchFamily="2" charset="-122"/>
              </a:rPr>
              <a:t>采用</a:t>
            </a:r>
            <a:r>
              <a:rPr lang="zh-CN" altLang="zh-CN" b="0" dirty="0">
                <a:solidFill>
                  <a:srgbClr val="C00000"/>
                </a:solidFill>
                <a:latin typeface="等线" panose="02010600030101010101" pitchFamily="2" charset="-122"/>
                <a:ea typeface="等线" panose="02010600030101010101" pitchFamily="2" charset="-122"/>
                <a:cs typeface="宋体" panose="02010600030101010101" pitchFamily="2" charset="-122"/>
              </a:rPr>
              <a:t>链表</a:t>
            </a:r>
            <a:r>
              <a:rPr lang="zh-CN" altLang="zh-CN" b="0" dirty="0">
                <a:latin typeface="Calibri" panose="020F0502020204030204" pitchFamily="34" charset="0"/>
                <a:ea typeface="宋体" panose="02010600030101010101" pitchFamily="2" charset="-122"/>
                <a:cs typeface="宋体" panose="02010600030101010101" pitchFamily="2" charset="-122"/>
              </a:rPr>
              <a:t>，</a:t>
            </a:r>
            <a:r>
              <a:rPr lang="zh-CN" altLang="en-US" b="0" dirty="0">
                <a:effectLst/>
                <a:latin typeface="Calibri" panose="020F0502020204030204" pitchFamily="34" charset="0"/>
                <a:ea typeface="宋体" panose="02010600030101010101" pitchFamily="2" charset="-122"/>
                <a:cs typeface="宋体" panose="02010600030101010101" pitchFamily="2" charset="-122"/>
              </a:rPr>
              <a:t>而不是</a:t>
            </a:r>
            <a:r>
              <a:rPr lang="zh-CN" altLang="zh-CN" b="0" dirty="0">
                <a:solidFill>
                  <a:srgbClr val="C00000"/>
                </a:solidFill>
                <a:effectLst/>
                <a:latin typeface="等线" panose="02010600030101010101" pitchFamily="2" charset="-122"/>
                <a:ea typeface="等线" panose="02010600030101010101" pitchFamily="2" charset="-122"/>
                <a:cs typeface="宋体" panose="02010600030101010101" pitchFamily="2" charset="-122"/>
              </a:rPr>
              <a:t>顺序表</a:t>
            </a:r>
            <a:r>
              <a:rPr lang="zh-CN" altLang="zh-CN" b="0" dirty="0">
                <a:effectLst/>
                <a:latin typeface="Calibri" panose="020F0502020204030204" pitchFamily="34" charset="0"/>
                <a:ea typeface="宋体" panose="02010600030101010101" pitchFamily="2" charset="-122"/>
                <a:cs typeface="宋体" panose="02010600030101010101" pitchFamily="2" charset="-122"/>
              </a:rPr>
              <a:t>。</a:t>
            </a:r>
            <a:endParaRPr lang="en-US" altLang="zh-CN" b="0" dirty="0">
              <a:effectLst/>
              <a:latin typeface="Calibri" panose="020F0502020204030204" pitchFamily="34" charset="0"/>
              <a:ea typeface="宋体" panose="02010600030101010101" pitchFamily="2" charset="-122"/>
              <a:cs typeface="宋体" panose="02010600030101010101" pitchFamily="2" charset="-122"/>
            </a:endParaRPr>
          </a:p>
          <a:p>
            <a:pPr>
              <a:lnSpc>
                <a:spcPct val="120000"/>
              </a:lnSpc>
            </a:pPr>
            <a:r>
              <a:rPr lang="zh-CN" altLang="en-US" b="0" dirty="0">
                <a:effectLst/>
                <a:latin typeface="Calibri" panose="020F0502020204030204" pitchFamily="34" charset="0"/>
                <a:ea typeface="宋体" panose="02010600030101010101" pitchFamily="2" charset="-122"/>
                <a:cs typeface="宋体" panose="02010600030101010101" pitchFamily="2" charset="-122"/>
              </a:rPr>
              <a:t>（</a:t>
            </a:r>
            <a:r>
              <a:rPr lang="en-US" altLang="zh-CN" b="0" dirty="0">
                <a:effectLst/>
                <a:latin typeface="Calibri" panose="020F0502020204030204" pitchFamily="34" charset="0"/>
                <a:ea typeface="宋体" panose="02010600030101010101" pitchFamily="2" charset="-122"/>
                <a:cs typeface="宋体" panose="02010600030101010101" pitchFamily="2" charset="-122"/>
              </a:rPr>
              <a:t>3</a:t>
            </a:r>
            <a:r>
              <a:rPr lang="zh-CN" altLang="en-US" b="0" dirty="0">
                <a:effectLst/>
                <a:latin typeface="Calibri" panose="020F0502020204030204" pitchFamily="34" charset="0"/>
                <a:ea typeface="宋体" panose="02010600030101010101" pitchFamily="2" charset="-122"/>
                <a:cs typeface="宋体" panose="02010600030101010101" pitchFamily="2" charset="-122"/>
              </a:rPr>
              <a:t>）我们看这个顺序表对应的有序链表，显然，在</a:t>
            </a:r>
            <a:r>
              <a:rPr lang="zh-CN" altLang="zh-CN" sz="1800" dirty="0">
                <a:effectLst/>
                <a:ea typeface="等线" panose="02010600030101010101" pitchFamily="2" charset="-122"/>
                <a:cs typeface="Times New Roman" panose="02020603050405020304" pitchFamily="18" charset="0"/>
              </a:rPr>
              <a:t>链表的</a:t>
            </a:r>
            <a:r>
              <a:rPr lang="zh-CN" altLang="en-US" b="0" dirty="0">
                <a:effectLst/>
                <a:latin typeface="Calibri" panose="020F0502020204030204" pitchFamily="34" charset="0"/>
                <a:ea typeface="宋体" panose="02010600030101010101" pitchFamily="2" charset="-122"/>
                <a:cs typeface="宋体" panose="02010600030101010101" pitchFamily="2" charset="-122"/>
              </a:rPr>
              <a:t>排序过程中，不需要移动记录，只是相关的指针操作。</a:t>
            </a:r>
            <a:endParaRPr lang="en-US" altLang="zh-CN" b="0" dirty="0">
              <a:effectLst/>
              <a:latin typeface="Calibri" panose="020F0502020204030204" pitchFamily="34" charset="0"/>
              <a:ea typeface="宋体" panose="02010600030101010101" pitchFamily="2" charset="-122"/>
              <a:cs typeface="宋体" panose="02010600030101010101" pitchFamily="2" charset="-122"/>
            </a:endParaRPr>
          </a:p>
          <a:p>
            <a:pPr>
              <a:lnSpc>
                <a:spcPct val="120000"/>
              </a:lnSpc>
            </a:pPr>
            <a:r>
              <a:rPr lang="zh-CN" altLang="en-US" b="0" dirty="0">
                <a:effectLst/>
                <a:latin typeface="Calibri" panose="020F0502020204030204" pitchFamily="34" charset="0"/>
                <a:ea typeface="宋体" panose="02010600030101010101" pitchFamily="2" charset="-122"/>
                <a:cs typeface="宋体" panose="02010600030101010101" pitchFamily="2" charset="-122"/>
              </a:rPr>
              <a:t>（</a:t>
            </a:r>
            <a:r>
              <a:rPr lang="en-US" altLang="zh-CN" b="0" dirty="0">
                <a:effectLst/>
                <a:latin typeface="Calibri" panose="020F0502020204030204" pitchFamily="34" charset="0"/>
                <a:ea typeface="宋体" panose="02010600030101010101" pitchFamily="2" charset="-122"/>
                <a:cs typeface="宋体" panose="02010600030101010101" pitchFamily="2" charset="-122"/>
              </a:rPr>
              <a:t>4</a:t>
            </a:r>
            <a:r>
              <a:rPr lang="zh-CN" altLang="en-US" b="0" dirty="0">
                <a:effectLst/>
                <a:latin typeface="Calibri" panose="020F0502020204030204" pitchFamily="34" charset="0"/>
                <a:ea typeface="宋体" panose="02010600030101010101" pitchFamily="2" charset="-122"/>
                <a:cs typeface="宋体" panose="02010600030101010101" pitchFamily="2" charset="-122"/>
              </a:rPr>
              <a:t>）</a:t>
            </a:r>
            <a:r>
              <a:rPr lang="zh-CN" altLang="zh-CN" b="0" dirty="0">
                <a:effectLst/>
                <a:latin typeface="Calibri" panose="020F0502020204030204" pitchFamily="34" charset="0"/>
                <a:ea typeface="宋体" panose="02010600030101010101" pitchFamily="2" charset="-122"/>
                <a:cs typeface="宋体" panose="02010600030101010101" pitchFamily="2" charset="-122"/>
              </a:rPr>
              <a:t>但是，排序</a:t>
            </a:r>
            <a:r>
              <a:rPr lang="zh-CN" altLang="en-US" b="0" dirty="0">
                <a:effectLst/>
                <a:latin typeface="Calibri" panose="020F0502020204030204" pitchFamily="34" charset="0"/>
                <a:ea typeface="宋体" panose="02010600030101010101" pitchFamily="2" charset="-122"/>
                <a:cs typeface="宋体" panose="02010600030101010101" pitchFamily="2" charset="-122"/>
              </a:rPr>
              <a:t>的目的</a:t>
            </a:r>
            <a:r>
              <a:rPr lang="zh-CN" altLang="zh-CN" b="0" dirty="0">
                <a:effectLst/>
                <a:latin typeface="Calibri" panose="020F0502020204030204" pitchFamily="34" charset="0"/>
                <a:ea typeface="宋体" panose="02010600030101010101" pitchFamily="2" charset="-122"/>
                <a:cs typeface="宋体" panose="02010600030101010101" pitchFamily="2" charset="-122"/>
              </a:rPr>
              <a:t>是为了得到</a:t>
            </a:r>
            <a:r>
              <a:rPr lang="zh-CN" altLang="en-US" b="0" dirty="0">
                <a:effectLst/>
                <a:latin typeface="Calibri" panose="020F0502020204030204" pitchFamily="34" charset="0"/>
                <a:ea typeface="宋体" panose="02010600030101010101" pitchFamily="2" charset="-122"/>
                <a:cs typeface="宋体" panose="02010600030101010101" pitchFamily="2" charset="-122"/>
              </a:rPr>
              <a:t>记录的</a:t>
            </a:r>
            <a:r>
              <a:rPr lang="zh-CN" altLang="zh-CN" b="0" dirty="0">
                <a:effectLst/>
                <a:latin typeface="Calibri" panose="020F0502020204030204" pitchFamily="34" charset="0"/>
                <a:ea typeface="宋体" panose="02010600030101010101" pitchFamily="2" charset="-122"/>
                <a:cs typeface="宋体" panose="02010600030101010101" pitchFamily="2" charset="-122"/>
              </a:rPr>
              <a:t>有序序列，</a:t>
            </a:r>
            <a:r>
              <a:rPr lang="zh-CN" altLang="en-US" b="0" dirty="0">
                <a:effectLst/>
                <a:latin typeface="Calibri" panose="020F0502020204030204" pitchFamily="34" charset="0"/>
                <a:ea typeface="宋体" panose="02010600030101010101" pitchFamily="2" charset="-122"/>
                <a:cs typeface="宋体" panose="02010600030101010101" pitchFamily="2" charset="-122"/>
              </a:rPr>
              <a:t>以</a:t>
            </a:r>
            <a:r>
              <a:rPr lang="zh-CN" altLang="zh-CN" b="0" dirty="0">
                <a:effectLst/>
                <a:latin typeface="Calibri" panose="020F0502020204030204" pitchFamily="34" charset="0"/>
                <a:ea typeface="宋体" panose="02010600030101010101" pitchFamily="2" charset="-122"/>
                <a:cs typeface="宋体" panose="02010600030101010101" pitchFamily="2" charset="-122"/>
              </a:rPr>
              <a:t>便</a:t>
            </a:r>
            <a:r>
              <a:rPr lang="zh-CN" altLang="en-US" b="0" dirty="0">
                <a:effectLst/>
                <a:latin typeface="Calibri" panose="020F0502020204030204" pitchFamily="34" charset="0"/>
                <a:ea typeface="宋体" panose="02010600030101010101" pitchFamily="2" charset="-122"/>
                <a:cs typeface="宋体" panose="02010600030101010101" pitchFamily="2" charset="-122"/>
              </a:rPr>
              <a:t>于后续能够</a:t>
            </a:r>
            <a:r>
              <a:rPr lang="zh-CN" altLang="zh-CN" b="0" dirty="0">
                <a:effectLst/>
                <a:latin typeface="Calibri" panose="020F0502020204030204" pitchFamily="34" charset="0"/>
                <a:ea typeface="宋体" panose="02010600030101010101" pitchFamily="2" charset="-122"/>
                <a:cs typeface="宋体" panose="02010600030101010101" pitchFamily="2" charset="-122"/>
              </a:rPr>
              <a:t>进行</a:t>
            </a:r>
            <a:r>
              <a:rPr lang="zh-CN" altLang="en-US" b="0" dirty="0">
                <a:effectLst/>
                <a:latin typeface="Calibri" panose="020F0502020204030204" pitchFamily="34" charset="0"/>
                <a:ea typeface="宋体" panose="02010600030101010101" pitchFamily="2" charset="-122"/>
                <a:cs typeface="宋体" panose="02010600030101010101" pitchFamily="2" charset="-122"/>
              </a:rPr>
              <a:t>频繁的</a:t>
            </a:r>
            <a:r>
              <a:rPr lang="zh-CN" altLang="zh-CN" b="0" dirty="0">
                <a:solidFill>
                  <a:srgbClr val="C00000"/>
                </a:solidFill>
                <a:effectLst/>
                <a:latin typeface="等线" panose="02010600030101010101" pitchFamily="2" charset="-122"/>
                <a:ea typeface="等线" panose="02010600030101010101" pitchFamily="2" charset="-122"/>
                <a:cs typeface="宋体" panose="02010600030101010101" pitchFamily="2" charset="-122"/>
              </a:rPr>
              <a:t>折半查找</a:t>
            </a:r>
            <a:r>
              <a:rPr lang="zh-CN" altLang="zh-CN" b="0" dirty="0">
                <a:effectLst/>
                <a:latin typeface="Calibri" panose="020F0502020204030204" pitchFamily="34" charset="0"/>
                <a:ea typeface="宋体" panose="02010600030101010101" pitchFamily="2" charset="-122"/>
                <a:cs typeface="宋体" panose="02010600030101010101" pitchFamily="2" charset="-122"/>
              </a:rPr>
              <a:t>。</a:t>
            </a:r>
            <a:endParaRPr lang="en-US" altLang="zh-CN" b="0" dirty="0">
              <a:effectLst/>
              <a:latin typeface="Calibri" panose="020F0502020204030204" pitchFamily="34" charset="0"/>
              <a:ea typeface="宋体" panose="02010600030101010101" pitchFamily="2" charset="-122"/>
              <a:cs typeface="宋体" panose="02010600030101010101" pitchFamily="2" charset="-122"/>
            </a:endParaRPr>
          </a:p>
          <a:p>
            <a:pPr>
              <a:lnSpc>
                <a:spcPct val="120000"/>
              </a:lnSpc>
            </a:pPr>
            <a:r>
              <a:rPr lang="zh-CN" altLang="en-US" b="0" dirty="0">
                <a:solidFill>
                  <a:srgbClr val="C00000"/>
                </a:solidFill>
                <a:effectLst>
                  <a:outerShdw blurRad="38100" dist="38100" dir="2700000" algn="tl">
                    <a:srgbClr val="000000">
                      <a:alpha val="43137"/>
                    </a:srgbClr>
                  </a:outerShdw>
                </a:effectLst>
                <a:latin typeface="Calibri" panose="020F0502020204030204" pitchFamily="34" charset="0"/>
                <a:ea typeface="宋体" panose="02010600030101010101" pitchFamily="2" charset="-122"/>
                <a:cs typeface="宋体" panose="02010600030101010101" pitchFamily="2" charset="-122"/>
              </a:rPr>
              <a:t>（</a:t>
            </a:r>
            <a:r>
              <a:rPr lang="en-US" altLang="zh-CN" b="0" dirty="0">
                <a:solidFill>
                  <a:srgbClr val="C00000"/>
                </a:solidFill>
                <a:effectLst>
                  <a:outerShdw blurRad="38100" dist="38100" dir="2700000" algn="tl">
                    <a:srgbClr val="000000">
                      <a:alpha val="43137"/>
                    </a:srgbClr>
                  </a:outerShdw>
                </a:effectLst>
                <a:latin typeface="Calibri" panose="020F0502020204030204" pitchFamily="34" charset="0"/>
                <a:ea typeface="宋体" panose="02010600030101010101" pitchFamily="2" charset="-122"/>
                <a:cs typeface="宋体" panose="02010600030101010101" pitchFamily="2" charset="-122"/>
              </a:rPr>
              <a:t>5</a:t>
            </a:r>
            <a:r>
              <a:rPr lang="zh-CN" altLang="en-US" b="0" dirty="0">
                <a:solidFill>
                  <a:srgbClr val="C00000"/>
                </a:solidFill>
                <a:effectLst>
                  <a:outerShdw blurRad="38100" dist="38100" dir="2700000" algn="tl">
                    <a:srgbClr val="000000">
                      <a:alpha val="43137"/>
                    </a:srgbClr>
                  </a:outerShdw>
                </a:effectLst>
                <a:latin typeface="Calibri" panose="020F0502020204030204" pitchFamily="34" charset="0"/>
                <a:ea typeface="宋体" panose="02010600030101010101" pitchFamily="2" charset="-122"/>
                <a:cs typeface="宋体" panose="02010600030101010101" pitchFamily="2" charset="-122"/>
              </a:rPr>
              <a:t>）解决的办法是</a:t>
            </a:r>
            <a:r>
              <a:rPr lang="zh-CN" altLang="en-US" b="0" dirty="0">
                <a:effectLst/>
                <a:latin typeface="Calibri" panose="020F0502020204030204" pitchFamily="34" charset="0"/>
                <a:ea typeface="宋体" panose="02010600030101010101" pitchFamily="2" charset="-122"/>
                <a:cs typeface="宋体" panose="02010600030101010101" pitchFamily="2" charset="-122"/>
              </a:rPr>
              <a:t>：</a:t>
            </a:r>
            <a:r>
              <a:rPr lang="zh-CN" altLang="zh-CN" b="0" dirty="0">
                <a:effectLst/>
                <a:latin typeface="Calibri" panose="020F0502020204030204" pitchFamily="34" charset="0"/>
                <a:ea typeface="宋体" panose="02010600030101010101" pitchFamily="2" charset="-122"/>
                <a:cs typeface="宋体" panose="02010600030101010101" pitchFamily="2" charset="-122"/>
              </a:rPr>
              <a:t>不</a:t>
            </a:r>
            <a:r>
              <a:rPr lang="zh-CN" altLang="en-US" b="0" dirty="0">
                <a:effectLst/>
                <a:latin typeface="Calibri" panose="020F0502020204030204" pitchFamily="34" charset="0"/>
                <a:ea typeface="宋体" panose="02010600030101010101" pitchFamily="2" charset="-122"/>
                <a:cs typeface="宋体" panose="02010600030101010101" pitchFamily="2" charset="-122"/>
              </a:rPr>
              <a:t>用</a:t>
            </a:r>
            <a:r>
              <a:rPr lang="zh-CN" altLang="zh-CN" b="0" dirty="0">
                <a:effectLst/>
                <a:latin typeface="Calibri" panose="020F0502020204030204" pitchFamily="34" charset="0"/>
                <a:ea typeface="宋体" panose="02010600030101010101" pitchFamily="2" charset="-122"/>
                <a:cs typeface="宋体" panose="02010600030101010101" pitchFamily="2" charset="-122"/>
              </a:rPr>
              <a:t>动态链表，而</a:t>
            </a:r>
            <a:r>
              <a:rPr lang="zh-CN" altLang="en-US" b="0" dirty="0">
                <a:effectLst/>
                <a:latin typeface="Calibri" panose="020F0502020204030204" pitchFamily="34" charset="0"/>
                <a:ea typeface="宋体" panose="02010600030101010101" pitchFamily="2" charset="-122"/>
                <a:cs typeface="宋体" panose="02010600030101010101" pitchFamily="2" charset="-122"/>
              </a:rPr>
              <a:t>是采用</a:t>
            </a:r>
            <a:r>
              <a:rPr lang="zh-CN" altLang="zh-CN" b="0" dirty="0">
                <a:solidFill>
                  <a:srgbClr val="C00000"/>
                </a:solidFill>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宋体" panose="02010600030101010101" pitchFamily="2" charset="-122"/>
              </a:rPr>
              <a:t>静态链表</a:t>
            </a:r>
            <a:r>
              <a:rPr lang="zh-CN" altLang="zh-CN" b="0" dirty="0">
                <a:effectLst/>
                <a:latin typeface="Calibri" panose="020F0502020204030204" pitchFamily="34" charset="0"/>
                <a:ea typeface="宋体" panose="02010600030101010101" pitchFamily="2" charset="-122"/>
                <a:cs typeface="宋体" panose="02010600030101010101" pitchFamily="2" charset="-122"/>
              </a:rPr>
              <a:t>。</a:t>
            </a:r>
            <a:br>
              <a:rPr lang="en-US" altLang="zh-CN" b="0" dirty="0">
                <a:effectLst/>
                <a:latin typeface="Calibri" panose="020F0502020204030204" pitchFamily="34" charset="0"/>
                <a:ea typeface="??"/>
                <a:cs typeface="Calibri" panose="020F0502020204030204" pitchFamily="34" charset="0"/>
              </a:rPr>
            </a:br>
            <a:r>
              <a:rPr lang="zh-CN" altLang="en-US" b="0" dirty="0">
                <a:effectLst/>
                <a:latin typeface="Calibri" panose="020F0502020204030204" pitchFamily="34" charset="0"/>
                <a:ea typeface="??"/>
                <a:cs typeface="Calibri" panose="020F0502020204030204" pitchFamily="34" charset="0"/>
              </a:rPr>
              <a:t>（</a:t>
            </a:r>
            <a:r>
              <a:rPr lang="en-US" altLang="zh-CN" b="0" dirty="0">
                <a:effectLst/>
                <a:latin typeface="Calibri" panose="020F0502020204030204" pitchFamily="34" charset="0"/>
                <a:ea typeface="??"/>
                <a:cs typeface="Calibri" panose="020F0502020204030204" pitchFamily="34" charset="0"/>
              </a:rPr>
              <a:t>6</a:t>
            </a:r>
            <a:r>
              <a:rPr lang="zh-CN" altLang="en-US" b="0" dirty="0">
                <a:effectLst/>
                <a:latin typeface="Calibri" panose="020F0502020204030204" pitchFamily="34" charset="0"/>
                <a:ea typeface="??"/>
                <a:cs typeface="Calibri" panose="020F0502020204030204" pitchFamily="34" charset="0"/>
              </a:rPr>
              <a:t>）</a:t>
            </a:r>
            <a:r>
              <a:rPr lang="zh-CN" altLang="zh-CN" b="0" dirty="0">
                <a:solidFill>
                  <a:srgbClr val="C00000"/>
                </a:solidFill>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宋体" panose="02010600030101010101" pitchFamily="2" charset="-122"/>
              </a:rPr>
              <a:t>静态链表</a:t>
            </a:r>
            <a:r>
              <a:rPr lang="zh-CN" altLang="en-US" b="0" dirty="0">
                <a:solidFill>
                  <a:srgbClr val="C00000"/>
                </a:solidFill>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宋体" panose="02010600030101010101" pitchFamily="2" charset="-122"/>
              </a:rPr>
              <a:t>是</a:t>
            </a:r>
            <a:r>
              <a:rPr lang="zh-CN" altLang="zh-CN" b="0" dirty="0">
                <a:effectLst/>
                <a:latin typeface="Calibri" panose="020F0502020204030204" pitchFamily="34" charset="0"/>
                <a:ea typeface="宋体" panose="02010600030101010101" pitchFamily="2" charset="-122"/>
                <a:cs typeface="宋体" panose="02010600030101010101" pitchFamily="2" charset="-122"/>
              </a:rPr>
              <a:t>由存储记录的顺序表和附加的指针数组构成。</a:t>
            </a:r>
            <a:r>
              <a:rPr lang="zh-CN" altLang="en-US" b="0" dirty="0">
                <a:effectLst/>
                <a:ea typeface="宋体" panose="02010600030101010101" pitchFamily="2" charset="-122"/>
                <a:cs typeface="宋体" panose="02010600030101010101" pitchFamily="2" charset="-122"/>
              </a:rPr>
              <a:t>所谓</a:t>
            </a:r>
            <a:r>
              <a:rPr lang="zh-CN" altLang="zh-CN" b="0" dirty="0">
                <a:effectLst/>
                <a:ea typeface="宋体" panose="02010600030101010101" pitchFamily="2" charset="-122"/>
                <a:cs typeface="宋体" panose="02010600030101010101" pitchFamily="2" charset="-122"/>
              </a:rPr>
              <a:t>指针，</a:t>
            </a:r>
            <a:r>
              <a:rPr lang="zh-CN" altLang="en-US" b="0" dirty="0">
                <a:effectLst/>
                <a:ea typeface="宋体" panose="02010600030101010101" pitchFamily="2" charset="-122"/>
                <a:cs typeface="宋体" panose="02010600030101010101" pitchFamily="2" charset="-122"/>
              </a:rPr>
              <a:t>就</a:t>
            </a:r>
            <a:r>
              <a:rPr lang="zh-CN" altLang="zh-CN" b="0" dirty="0">
                <a:effectLst/>
                <a:ea typeface="宋体" panose="02010600030101010101" pitchFamily="2" charset="-122"/>
                <a:cs typeface="宋体" panose="02010600030101010101" pitchFamily="2" charset="-122"/>
              </a:rPr>
              <a:t>是数组</a:t>
            </a:r>
            <a:r>
              <a:rPr lang="zh-CN" altLang="en-US" b="0" dirty="0">
                <a:effectLst/>
                <a:ea typeface="宋体" panose="02010600030101010101" pitchFamily="2" charset="-122"/>
                <a:cs typeface="宋体" panose="02010600030101010101" pitchFamily="2" charset="-122"/>
              </a:rPr>
              <a:t>单元</a:t>
            </a:r>
            <a:r>
              <a:rPr lang="zh-CN" altLang="zh-CN" b="0" dirty="0">
                <a:effectLst/>
                <a:ea typeface="宋体" panose="02010600030101010101" pitchFamily="2" charset="-122"/>
                <a:cs typeface="宋体" panose="02010600030101010101" pitchFamily="2" charset="-122"/>
              </a:rPr>
              <a:t>的下标，是一个整数值。</a:t>
            </a:r>
            <a:endParaRPr lang="en-US" altLang="zh-CN" b="0" dirty="0">
              <a:effectLst/>
              <a:ea typeface="宋体" panose="02010600030101010101" pitchFamily="2" charset="-122"/>
              <a:cs typeface="宋体" panose="02010600030101010101" pitchFamily="2" charset="-122"/>
            </a:endParaRPr>
          </a:p>
          <a:p>
            <a:pPr>
              <a:lnSpc>
                <a:spcPct val="120000"/>
              </a:lnSpc>
            </a:pPr>
            <a:r>
              <a:rPr lang="zh-CN" altLang="en-US" b="0" dirty="0">
                <a:effectLst/>
                <a:ea typeface="宋体" panose="02010600030101010101" pitchFamily="2" charset="-122"/>
                <a:cs typeface="宋体" panose="02010600030101010101" pitchFamily="2" charset="-122"/>
              </a:rPr>
              <a:t>（</a:t>
            </a:r>
            <a:r>
              <a:rPr lang="en-US" altLang="zh-CN" b="0" dirty="0">
                <a:effectLst/>
                <a:ea typeface="宋体" panose="02010600030101010101" pitchFamily="2" charset="-122"/>
                <a:cs typeface="宋体" panose="02010600030101010101" pitchFamily="2" charset="-122"/>
              </a:rPr>
              <a:t>7</a:t>
            </a:r>
            <a:r>
              <a:rPr lang="zh-CN" altLang="en-US" b="0" dirty="0">
                <a:effectLst/>
                <a:ea typeface="宋体" panose="02010600030101010101" pitchFamily="2" charset="-122"/>
                <a:cs typeface="宋体" panose="02010600030101010101" pitchFamily="2" charset="-122"/>
              </a:rPr>
              <a:t>）实际上，这个静态链表已经是排序的结果了。</a:t>
            </a:r>
            <a:endParaRPr lang="en-US" altLang="zh-CN" b="0" dirty="0">
              <a:effectLst/>
              <a:ea typeface="宋体" panose="02010600030101010101" pitchFamily="2" charset="-122"/>
              <a:cs typeface="宋体" panose="02010600030101010101" pitchFamily="2" charset="-122"/>
            </a:endParaRPr>
          </a:p>
          <a:p>
            <a:pPr>
              <a:lnSpc>
                <a:spcPct val="120000"/>
              </a:lnSpc>
            </a:pPr>
            <a:r>
              <a:rPr lang="zh-CN" altLang="en-US" b="0" dirty="0">
                <a:effectLst/>
                <a:ea typeface="宋体" panose="02010600030101010101" pitchFamily="2" charset="-122"/>
                <a:cs typeface="宋体" panose="02010600030101010101" pitchFamily="2" charset="-122"/>
              </a:rPr>
              <a:t>（</a:t>
            </a:r>
            <a:r>
              <a:rPr lang="en-US" altLang="zh-CN" b="0" dirty="0">
                <a:effectLst/>
                <a:ea typeface="宋体" panose="02010600030101010101" pitchFamily="2" charset="-122"/>
                <a:cs typeface="宋体" panose="02010600030101010101" pitchFamily="2" charset="-122"/>
              </a:rPr>
              <a:t>8</a:t>
            </a:r>
            <a:r>
              <a:rPr lang="zh-CN" altLang="en-US" b="0" dirty="0">
                <a:effectLst/>
                <a:ea typeface="宋体" panose="02010600030101010101" pitchFamily="2" charset="-122"/>
                <a:cs typeface="宋体" panose="02010600030101010101" pitchFamily="2" charset="-122"/>
              </a:rPr>
              <a:t>）</a:t>
            </a:r>
            <a:r>
              <a:rPr lang="zh-CN" altLang="zh-CN" b="0" dirty="0">
                <a:effectLst/>
                <a:ea typeface="宋体" panose="02010600030101010101" pitchFamily="2" charset="-122"/>
                <a:cs typeface="宋体" panose="02010600030101010101" pitchFamily="2" charset="-122"/>
              </a:rPr>
              <a:t>利用这个附加的指针数组来进行</a:t>
            </a:r>
            <a:r>
              <a:rPr lang="zh-CN" altLang="en-US" b="0" dirty="0">
                <a:effectLst/>
                <a:ea typeface="宋体" panose="02010600030101010101" pitchFamily="2" charset="-122"/>
                <a:cs typeface="宋体" panose="02010600030101010101" pitchFamily="2" charset="-122"/>
              </a:rPr>
              <a:t>静态链表</a:t>
            </a:r>
            <a:r>
              <a:rPr lang="zh-CN" altLang="zh-CN" b="0" dirty="0">
                <a:effectLst/>
                <a:ea typeface="宋体" panose="02010600030101010101" pitchFamily="2" charset="-122"/>
                <a:cs typeface="宋体" panose="02010600030101010101" pitchFamily="2" charset="-122"/>
              </a:rPr>
              <a:t>插入排序的方法，就称为</a:t>
            </a:r>
            <a:r>
              <a:rPr lang="zh-CN" altLang="zh-CN" b="0" dirty="0">
                <a:solidFill>
                  <a:srgbClr val="C00000"/>
                </a:solidFill>
                <a:effectLst/>
                <a:ea typeface="黑体" panose="02010609060101010101" pitchFamily="49" charset="-122"/>
                <a:cs typeface="宋体" panose="02010600030101010101" pitchFamily="2" charset="-122"/>
              </a:rPr>
              <a:t>表插入排序</a:t>
            </a:r>
            <a:r>
              <a:rPr lang="zh-CN" altLang="zh-CN" b="0" dirty="0">
                <a:effectLst/>
                <a:ea typeface="宋体" panose="02010600030101010101" pitchFamily="2" charset="-122"/>
                <a:cs typeface="宋体" panose="02010600030101010101" pitchFamily="2" charset="-122"/>
              </a:rPr>
              <a:t>。</a:t>
            </a:r>
            <a:endParaRPr lang="en-US" altLang="zh-CN" b="0" dirty="0">
              <a:effectLst/>
              <a:ea typeface="宋体" panose="02010600030101010101" pitchFamily="2" charset="-122"/>
              <a:cs typeface="宋体" panose="02010600030101010101" pitchFamily="2" charset="-122"/>
            </a:endParaRPr>
          </a:p>
          <a:p>
            <a:pPr>
              <a:lnSpc>
                <a:spcPct val="120000"/>
              </a:lnSpc>
            </a:pPr>
            <a:r>
              <a:rPr lang="zh-CN" altLang="en-US" b="0" dirty="0">
                <a:solidFill>
                  <a:srgbClr val="C00000"/>
                </a:solidFill>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宋体" panose="02010600030101010101" pitchFamily="2" charset="-122"/>
              </a:rPr>
              <a:t>（</a:t>
            </a:r>
            <a:r>
              <a:rPr lang="en-US" altLang="zh-CN" b="0" dirty="0">
                <a:solidFill>
                  <a:srgbClr val="C00000"/>
                </a:solidFill>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宋体" panose="02010600030101010101" pitchFamily="2" charset="-122"/>
              </a:rPr>
              <a:t>9</a:t>
            </a:r>
            <a:r>
              <a:rPr lang="zh-CN" altLang="en-US" b="0" dirty="0">
                <a:solidFill>
                  <a:srgbClr val="C00000"/>
                </a:solidFill>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宋体" panose="02010600030101010101" pitchFamily="2" charset="-122"/>
              </a:rPr>
              <a:t>）表插入排序</a:t>
            </a:r>
            <a:r>
              <a:rPr lang="zh-CN" altLang="en-US" b="0" dirty="0">
                <a:latin typeface="Calibri" panose="020F0502020204030204" pitchFamily="34" charset="0"/>
                <a:ea typeface="宋体" panose="02010600030101010101" pitchFamily="2" charset="-122"/>
                <a:cs typeface="宋体" panose="02010600030101010101" pitchFamily="2" charset="-122"/>
              </a:rPr>
              <a:t>分两步：</a:t>
            </a:r>
            <a:endParaRPr lang="en-US" altLang="zh-CN" b="0" dirty="0">
              <a:latin typeface="Calibri" panose="020F0502020204030204" pitchFamily="34" charset="0"/>
              <a:ea typeface="宋体" panose="02010600030101010101" pitchFamily="2" charset="-122"/>
              <a:cs typeface="宋体" panose="02010600030101010101" pitchFamily="2" charset="-122"/>
            </a:endParaRPr>
          </a:p>
          <a:p>
            <a:pPr>
              <a:lnSpc>
                <a:spcPct val="120000"/>
              </a:lnSpc>
            </a:pPr>
            <a:r>
              <a:rPr lang="zh-CN" altLang="en-US" b="0" dirty="0">
                <a:latin typeface="Calibri" panose="020F0502020204030204" pitchFamily="34" charset="0"/>
                <a:ea typeface="宋体" panose="02010600030101010101" pitchFamily="2" charset="-122"/>
              </a:rPr>
              <a:t>（</a:t>
            </a:r>
            <a:r>
              <a:rPr lang="en-US" altLang="zh-CN" b="0" dirty="0">
                <a:latin typeface="Calibri" panose="020F0502020204030204" pitchFamily="34" charset="0"/>
                <a:ea typeface="宋体" panose="02010600030101010101" pitchFamily="2" charset="-122"/>
              </a:rPr>
              <a:t>10</a:t>
            </a:r>
            <a:r>
              <a:rPr lang="zh-CN" altLang="en-US" b="0" dirty="0">
                <a:latin typeface="Calibri" panose="020F0502020204030204" pitchFamily="34" charset="0"/>
                <a:ea typeface="宋体" panose="02010600030101010101" pitchFamily="2" charset="-122"/>
              </a:rPr>
              <a:t>）第一步是对静态链表进行插入排序；</a:t>
            </a:r>
            <a:endParaRPr lang="en-US" altLang="zh-CN" b="0" dirty="0">
              <a:latin typeface="Calibri" panose="020F0502020204030204" pitchFamily="34" charset="0"/>
              <a:ea typeface="宋体" panose="02010600030101010101" pitchFamily="2" charset="-122"/>
            </a:endParaRPr>
          </a:p>
          <a:p>
            <a:pPr>
              <a:lnSpc>
                <a:spcPct val="120000"/>
              </a:lnSpc>
            </a:pPr>
            <a:r>
              <a:rPr lang="zh-CN" altLang="en-US" b="0" dirty="0">
                <a:latin typeface="Calibri" panose="020F0502020204030204" pitchFamily="34" charset="0"/>
                <a:ea typeface="宋体" panose="02010600030101010101" pitchFamily="2" charset="-122"/>
              </a:rPr>
              <a:t>（</a:t>
            </a:r>
            <a:r>
              <a:rPr lang="en-US" altLang="zh-CN" b="0" dirty="0">
                <a:latin typeface="Calibri" panose="020F0502020204030204" pitchFamily="34" charset="0"/>
                <a:ea typeface="宋体" panose="02010600030101010101" pitchFamily="2" charset="-122"/>
              </a:rPr>
              <a:t>11</a:t>
            </a:r>
            <a:r>
              <a:rPr lang="zh-CN" altLang="en-US" b="0">
                <a:latin typeface="Calibri" panose="020F0502020204030204" pitchFamily="34" charset="0"/>
                <a:ea typeface="宋体" panose="02010600030101010101" pitchFamily="2" charset="-122"/>
              </a:rPr>
              <a:t>）第二步是</a:t>
            </a:r>
            <a:r>
              <a:rPr lang="zh-CN" altLang="en-US" b="0" dirty="0">
                <a:latin typeface="Calibri" panose="020F0502020204030204" pitchFamily="34" charset="0"/>
                <a:ea typeface="宋体" panose="02010600030101010101" pitchFamily="2" charset="-122"/>
              </a:rPr>
              <a:t>调用算法</a:t>
            </a:r>
            <a:r>
              <a:rPr lang="en-US" altLang="zh-CN" b="0" dirty="0">
                <a:latin typeface="Calibri" panose="020F0502020204030204" pitchFamily="34" charset="0"/>
                <a:ea typeface="宋体" panose="02010600030101010101" pitchFamily="2" charset="-122"/>
              </a:rPr>
              <a:t>10.3</a:t>
            </a:r>
            <a:r>
              <a:rPr lang="zh-CN" altLang="en-US" b="0" dirty="0">
                <a:latin typeface="Calibri" panose="020F0502020204030204" pitchFamily="34" charset="0"/>
                <a:ea typeface="宋体" panose="02010600030101010101" pitchFamily="2" charset="-122"/>
              </a:rPr>
              <a:t>，按序重排顺序表的记录，以构成一个有序顺序表。</a:t>
            </a:r>
            <a:endParaRPr lang="zh-CN" altLang="en-US" b="0" dirty="0"/>
          </a:p>
          <a:p>
            <a:pPr>
              <a:lnSpc>
                <a:spcPct val="120000"/>
              </a:lnSpc>
            </a:pPr>
            <a:endParaRPr lang="zh-CN" altLang="en-US" b="0" dirty="0"/>
          </a:p>
        </p:txBody>
      </p:sp>
      <p:sp>
        <p:nvSpPr>
          <p:cNvPr id="4" name="灯片编号占位符 3"/>
          <p:cNvSpPr>
            <a:spLocks noGrp="1"/>
          </p:cNvSpPr>
          <p:nvPr>
            <p:ph type="sldNum" sz="quarter" idx="5"/>
          </p:nvPr>
        </p:nvSpPr>
        <p:spPr/>
        <p:txBody>
          <a:bodyPr/>
          <a:lstStyle/>
          <a:p>
            <a:fld id="{78A397FD-FDFD-480D-98F1-7B9EC0227E94}" type="slidenum">
              <a:rPr lang="zh-CN" altLang="en-US" smtClean="0"/>
              <a:t>4</a:t>
            </a:fld>
            <a:endParaRPr lang="zh-CN" altLang="en-US"/>
          </a:p>
        </p:txBody>
      </p:sp>
    </p:spTree>
    <p:extLst>
      <p:ext uri="{BB962C8B-B14F-4D97-AF65-F5344CB8AC3E}">
        <p14:creationId xmlns:p14="http://schemas.microsoft.com/office/powerpoint/2010/main" val="11680259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a:t>
            </a:r>
            <a:r>
              <a:rPr lang="en-US" altLang="zh-CN" dirty="0"/>
              <a:t>1</a:t>
            </a:r>
            <a:r>
              <a:rPr lang="zh-CN" altLang="en-US" dirty="0"/>
              <a:t>）结合示例，我们来看表插入排序的过程。</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a:t>
            </a:r>
            <a:r>
              <a:rPr lang="en-US" altLang="zh-CN" dirty="0"/>
              <a:t>2</a:t>
            </a:r>
            <a:r>
              <a:rPr lang="zh-CN" altLang="en-US" dirty="0"/>
              <a:t>）表插入排序的第一步，是构造只含一个记录的带头结点有序循环静态链表，为直观起见，我们同时演示静态链表的逻辑形态。</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a:t>
            </a:r>
            <a:r>
              <a:rPr lang="en-US" altLang="zh-CN" dirty="0"/>
              <a:t>3</a:t>
            </a:r>
            <a:r>
              <a:rPr lang="zh-CN" altLang="en-US" dirty="0"/>
              <a:t>）在表头结点的记录关键字域存入极大值，起哨兵的作用。</a:t>
            </a:r>
          </a:p>
          <a:p>
            <a:r>
              <a:rPr lang="zh-CN" altLang="en-US" dirty="0"/>
              <a:t>（</a:t>
            </a:r>
            <a:r>
              <a:rPr lang="en-US" altLang="zh-CN" dirty="0"/>
              <a:t>4</a:t>
            </a:r>
            <a:r>
              <a:rPr lang="zh-CN" altLang="en-US" dirty="0"/>
              <a:t>）然后，从 </a:t>
            </a:r>
            <a:r>
              <a:rPr lang="en-US" altLang="zh-CN" dirty="0" err="1"/>
              <a:t>i</a:t>
            </a:r>
            <a:r>
              <a:rPr lang="en-US" altLang="zh-CN" dirty="0"/>
              <a:t>=2 </a:t>
            </a:r>
            <a:r>
              <a:rPr lang="zh-CN" altLang="en-US" dirty="0"/>
              <a:t>起，将第</a:t>
            </a:r>
            <a:r>
              <a:rPr lang="en-US" altLang="zh-CN" dirty="0" err="1"/>
              <a:t>i</a:t>
            </a:r>
            <a:r>
              <a:rPr lang="zh-CN" altLang="en-US" dirty="0"/>
              <a:t>记录逐个地插入到这个有序链表当中去。与顺序表的差别仅仅在于，由于链表中只有一个指示后继的指针，（</a:t>
            </a:r>
            <a:r>
              <a:rPr lang="en-US" altLang="zh-CN" dirty="0"/>
              <a:t>5</a:t>
            </a:r>
            <a:r>
              <a:rPr lang="zh-CN" altLang="en-US" dirty="0"/>
              <a:t>）因此用指针</a:t>
            </a:r>
            <a:r>
              <a:rPr lang="en-US" altLang="zh-CN" dirty="0"/>
              <a:t>j</a:t>
            </a:r>
            <a:r>
              <a:rPr lang="zh-CN" altLang="en-US" dirty="0"/>
              <a:t>沿着有序链表中的后继链，查找新记录的插入位置。这是从前到后依次检测的，直到遇上这样一个记录为止，它的关键字大于当前待插入的记录的关键字，这个要新插入的第</a:t>
            </a:r>
            <a:r>
              <a:rPr lang="en-US" altLang="zh-CN" dirty="0" err="1"/>
              <a:t>i</a:t>
            </a:r>
            <a:r>
              <a:rPr lang="zh-CN" altLang="en-US" dirty="0"/>
              <a:t>记录应该插入在最后找到的这个记录的前面。因此，在检测过程中，需要保持一个指向前驱结点的指针</a:t>
            </a:r>
            <a:r>
              <a:rPr lang="en-US" altLang="zh-CN" dirty="0" err="1"/>
              <a:t>pj</a:t>
            </a:r>
            <a:r>
              <a:rPr lang="zh-CN" altLang="en-US" dirty="0"/>
              <a:t>。</a:t>
            </a:r>
            <a:endParaRPr lang="en-US" altLang="zh-CN" dirty="0"/>
          </a:p>
          <a:p>
            <a:r>
              <a:rPr lang="zh-CN" altLang="en-US" dirty="0"/>
              <a:t>（</a:t>
            </a:r>
            <a:r>
              <a:rPr lang="en-US" altLang="zh-CN" dirty="0"/>
              <a:t>6</a:t>
            </a:r>
            <a:r>
              <a:rPr lang="zh-CN" altLang="en-US" dirty="0"/>
              <a:t>）在</a:t>
            </a:r>
            <a:r>
              <a:rPr lang="en-US" altLang="zh-CN" dirty="0"/>
              <a:t>while</a:t>
            </a:r>
            <a:r>
              <a:rPr lang="zh-CN" altLang="en-US" dirty="0"/>
              <a:t>循环中检测插入位置，</a:t>
            </a:r>
            <a:r>
              <a:rPr lang="en-US" altLang="zh-CN" dirty="0" err="1"/>
              <a:t>pj</a:t>
            </a:r>
            <a:r>
              <a:rPr lang="zh-CN" altLang="en-US" dirty="0"/>
              <a:t>和</a:t>
            </a:r>
            <a:r>
              <a:rPr lang="en-US" altLang="zh-CN" dirty="0"/>
              <a:t>j</a:t>
            </a:r>
            <a:r>
              <a:rPr lang="zh-CN" altLang="en-US" dirty="0"/>
              <a:t>这对指针搭配前行。</a:t>
            </a:r>
            <a:endParaRPr lang="en-US" altLang="zh-CN" dirty="0"/>
          </a:p>
          <a:p>
            <a:r>
              <a:rPr lang="zh-CN" altLang="en-US" dirty="0"/>
              <a:t>（</a:t>
            </a:r>
            <a:r>
              <a:rPr lang="en-US" altLang="zh-CN" dirty="0"/>
              <a:t>7</a:t>
            </a:r>
            <a:r>
              <a:rPr lang="zh-CN" altLang="en-US" dirty="0"/>
              <a:t>）从循环出来，就是在链表中插入。</a:t>
            </a:r>
            <a:endParaRPr lang="en-US" altLang="zh-CN" dirty="0"/>
          </a:p>
          <a:p>
            <a:r>
              <a:rPr lang="zh-CN" altLang="en-US" dirty="0"/>
              <a:t>（</a:t>
            </a:r>
            <a:r>
              <a:rPr lang="en-US" altLang="zh-CN" dirty="0"/>
              <a:t>8</a:t>
            </a:r>
            <a:r>
              <a:rPr lang="zh-CN" altLang="en-US" dirty="0"/>
              <a:t>）第</a:t>
            </a:r>
            <a:r>
              <a:rPr lang="en-US" altLang="zh-CN" dirty="0"/>
              <a:t>2</a:t>
            </a:r>
            <a:r>
              <a:rPr lang="zh-CN" altLang="en-US" dirty="0"/>
              <a:t>个记录</a:t>
            </a:r>
            <a:r>
              <a:rPr lang="en-US" altLang="zh-CN" dirty="0"/>
              <a:t>38</a:t>
            </a:r>
            <a:r>
              <a:rPr lang="zh-CN" altLang="en-US" dirty="0"/>
              <a:t>以插入完毕。头结点、</a:t>
            </a:r>
            <a:r>
              <a:rPr lang="en-US" altLang="zh-CN" dirty="0"/>
              <a:t>38</a:t>
            </a:r>
            <a:r>
              <a:rPr lang="zh-CN" altLang="en-US" dirty="0"/>
              <a:t>和</a:t>
            </a:r>
            <a:r>
              <a:rPr lang="en-US" altLang="zh-CN" dirty="0"/>
              <a:t>49</a:t>
            </a:r>
            <a:r>
              <a:rPr lang="zh-CN" altLang="en-US" dirty="0"/>
              <a:t>构成了当前的循环有序链表。</a:t>
            </a:r>
            <a:endParaRPr lang="en-US" altLang="zh-CN" dirty="0"/>
          </a:p>
          <a:p>
            <a:r>
              <a:rPr lang="zh-CN" altLang="en-US" dirty="0"/>
              <a:t>（</a:t>
            </a:r>
            <a:r>
              <a:rPr lang="en-US" altLang="zh-CN" dirty="0"/>
              <a:t>9</a:t>
            </a:r>
            <a:r>
              <a:rPr lang="zh-CN" altLang="en-US" dirty="0"/>
              <a:t>）</a:t>
            </a:r>
            <a:r>
              <a:rPr lang="en-US" altLang="zh-CN" dirty="0" err="1"/>
              <a:t>i</a:t>
            </a:r>
            <a:r>
              <a:rPr lang="en-US" altLang="zh-CN" dirty="0"/>
              <a:t>=3</a:t>
            </a:r>
            <a:r>
              <a:rPr lang="zh-CN" altLang="en-US" dirty="0"/>
              <a:t>。现在要将第</a:t>
            </a:r>
            <a:r>
              <a:rPr lang="en-US" altLang="zh-CN" dirty="0"/>
              <a:t>3</a:t>
            </a:r>
            <a:r>
              <a:rPr lang="zh-CN" altLang="en-US" dirty="0"/>
              <a:t>个记录</a:t>
            </a:r>
            <a:r>
              <a:rPr lang="en-US" altLang="zh-CN" dirty="0"/>
              <a:t>65</a:t>
            </a:r>
            <a:r>
              <a:rPr lang="zh-CN" altLang="en-US" dirty="0"/>
              <a:t>插入到有序链表的合适位置。</a:t>
            </a:r>
            <a:endParaRPr lang="en-US" altLang="zh-CN" dirty="0"/>
          </a:p>
          <a:p>
            <a:r>
              <a:rPr lang="zh-CN" altLang="en-US" dirty="0"/>
              <a:t>（</a:t>
            </a:r>
            <a:r>
              <a:rPr lang="en-US" altLang="zh-CN" dirty="0"/>
              <a:t>10</a:t>
            </a:r>
            <a:r>
              <a:rPr lang="zh-CN" altLang="en-US" dirty="0"/>
              <a:t>）</a:t>
            </a:r>
            <a:r>
              <a:rPr lang="en-US" altLang="zh-CN" dirty="0" err="1"/>
              <a:t>pj</a:t>
            </a:r>
            <a:r>
              <a:rPr lang="zh-CN" altLang="en-US" dirty="0"/>
              <a:t>和</a:t>
            </a:r>
            <a:r>
              <a:rPr lang="en-US" altLang="zh-CN" dirty="0"/>
              <a:t>j</a:t>
            </a:r>
            <a:r>
              <a:rPr lang="zh-CN" altLang="en-US" dirty="0"/>
              <a:t>分别指示有序链表的头结点和第一个结点</a:t>
            </a:r>
            <a:r>
              <a:rPr lang="en-US" altLang="zh-CN" dirty="0"/>
              <a:t>38</a:t>
            </a:r>
            <a:r>
              <a:rPr lang="zh-CN" altLang="en-US" dirty="0"/>
              <a:t>。</a:t>
            </a:r>
            <a:endParaRPr lang="en-US" altLang="zh-CN" dirty="0"/>
          </a:p>
          <a:p>
            <a:r>
              <a:rPr lang="zh-CN" altLang="en-US" dirty="0"/>
              <a:t>（</a:t>
            </a:r>
            <a:r>
              <a:rPr lang="en-US" altLang="zh-CN" dirty="0"/>
              <a:t>11</a:t>
            </a:r>
            <a:r>
              <a:rPr lang="zh-CN" altLang="en-US" dirty="0"/>
              <a:t>）经</a:t>
            </a:r>
            <a:r>
              <a:rPr lang="en-US" altLang="zh-CN" dirty="0"/>
              <a:t>while</a:t>
            </a:r>
            <a:r>
              <a:rPr lang="zh-CN" altLang="en-US" dirty="0"/>
              <a:t>循环依次检测，</a:t>
            </a:r>
            <a:endParaRPr lang="en-US" altLang="zh-CN" dirty="0"/>
          </a:p>
          <a:p>
            <a:r>
              <a:rPr lang="zh-CN" altLang="en-US" dirty="0"/>
              <a:t>（</a:t>
            </a:r>
            <a:r>
              <a:rPr lang="en-US" altLang="zh-CN" dirty="0"/>
              <a:t>12</a:t>
            </a:r>
            <a:r>
              <a:rPr lang="zh-CN" altLang="en-US" dirty="0"/>
              <a:t>）</a:t>
            </a:r>
            <a:r>
              <a:rPr lang="en-US" altLang="zh-CN" dirty="0"/>
              <a:t>j</a:t>
            </a:r>
            <a:r>
              <a:rPr lang="zh-CN" altLang="en-US" dirty="0"/>
              <a:t>指针经过</a:t>
            </a:r>
            <a:r>
              <a:rPr lang="en-US" altLang="zh-CN" dirty="0"/>
              <a:t>38</a:t>
            </a:r>
            <a:r>
              <a:rPr lang="zh-CN" altLang="en-US" dirty="0"/>
              <a:t>和</a:t>
            </a:r>
            <a:r>
              <a:rPr lang="en-US" altLang="zh-CN" dirty="0"/>
              <a:t>49</a:t>
            </a:r>
            <a:r>
              <a:rPr lang="zh-CN" altLang="en-US" dirty="0"/>
              <a:t>递进到头结点，</a:t>
            </a:r>
            <a:r>
              <a:rPr lang="en-US" altLang="zh-CN" dirty="0" err="1"/>
              <a:t>pj</a:t>
            </a:r>
            <a:r>
              <a:rPr lang="zh-CN" altLang="en-US" dirty="0"/>
              <a:t>也步步跟进指向</a:t>
            </a:r>
            <a:r>
              <a:rPr lang="en-US" altLang="zh-CN" dirty="0"/>
              <a:t>49</a:t>
            </a:r>
            <a:r>
              <a:rPr lang="zh-CN" altLang="en-US" dirty="0"/>
              <a:t>。</a:t>
            </a:r>
            <a:endParaRPr lang="en-US" altLang="zh-CN" dirty="0"/>
          </a:p>
          <a:p>
            <a:r>
              <a:rPr lang="zh-CN" altLang="en-US" dirty="0"/>
              <a:t>（</a:t>
            </a:r>
            <a:r>
              <a:rPr lang="en-US" altLang="zh-CN" dirty="0"/>
              <a:t>13</a:t>
            </a:r>
            <a:r>
              <a:rPr lang="zh-CN" altLang="en-US" dirty="0"/>
              <a:t>）头结点是预置的极大值的哨兵，循环检测结束，</a:t>
            </a:r>
            <a:endParaRPr lang="en-US" altLang="zh-CN" dirty="0"/>
          </a:p>
          <a:p>
            <a:r>
              <a:rPr lang="zh-CN" altLang="en-US" dirty="0"/>
              <a:t>（</a:t>
            </a:r>
            <a:r>
              <a:rPr lang="en-US" altLang="zh-CN" dirty="0"/>
              <a:t>14</a:t>
            </a:r>
            <a:r>
              <a:rPr lang="zh-CN" altLang="en-US" dirty="0"/>
              <a:t>）在</a:t>
            </a:r>
            <a:r>
              <a:rPr lang="en-US" altLang="zh-CN" dirty="0"/>
              <a:t>49</a:t>
            </a:r>
            <a:r>
              <a:rPr lang="zh-CN" altLang="en-US" dirty="0"/>
              <a:t>和头结点之间插入</a:t>
            </a:r>
            <a:r>
              <a:rPr lang="en-US" altLang="zh-CN" dirty="0"/>
              <a:t>65</a:t>
            </a:r>
            <a:r>
              <a:rPr lang="zh-CN" altLang="en-US" dirty="0"/>
              <a:t>。</a:t>
            </a:r>
            <a:endParaRPr lang="en-US" altLang="zh-CN" dirty="0"/>
          </a:p>
          <a:p>
            <a:r>
              <a:rPr lang="zh-CN" altLang="en-US" dirty="0"/>
              <a:t>（</a:t>
            </a:r>
            <a:r>
              <a:rPr lang="en-US" altLang="zh-CN" dirty="0"/>
              <a:t>15</a:t>
            </a:r>
            <a:r>
              <a:rPr lang="zh-CN" altLang="en-US" dirty="0"/>
              <a:t>）</a:t>
            </a:r>
            <a:r>
              <a:rPr lang="en-US" altLang="zh-CN" dirty="0" err="1"/>
              <a:t>i</a:t>
            </a:r>
            <a:r>
              <a:rPr lang="en-US" altLang="zh-CN" dirty="0"/>
              <a:t>=4</a:t>
            </a:r>
            <a:r>
              <a:rPr lang="zh-CN" altLang="en-US" dirty="0"/>
              <a:t>，第</a:t>
            </a:r>
            <a:r>
              <a:rPr lang="en-US" altLang="zh-CN" dirty="0"/>
              <a:t>4</a:t>
            </a:r>
            <a:r>
              <a:rPr lang="zh-CN" altLang="en-US" dirty="0"/>
              <a:t>个记录是</a:t>
            </a:r>
            <a:r>
              <a:rPr lang="en-US" altLang="zh-CN" dirty="0"/>
              <a:t>97</a:t>
            </a:r>
            <a:r>
              <a:rPr lang="zh-CN" altLang="en-US" dirty="0"/>
              <a:t>。</a:t>
            </a:r>
            <a:endParaRPr lang="en-US" altLang="zh-CN" dirty="0"/>
          </a:p>
          <a:p>
            <a:r>
              <a:rPr lang="zh-CN" altLang="en-US" dirty="0"/>
              <a:t>（</a:t>
            </a:r>
            <a:r>
              <a:rPr lang="en-US" altLang="zh-CN" dirty="0"/>
              <a:t>16</a:t>
            </a:r>
            <a:r>
              <a:rPr lang="zh-CN" altLang="en-US" dirty="0"/>
              <a:t>）</a:t>
            </a:r>
            <a:r>
              <a:rPr lang="en-US" altLang="zh-CN" dirty="0" err="1"/>
              <a:t>pj</a:t>
            </a:r>
            <a:r>
              <a:rPr lang="zh-CN" altLang="en-US" dirty="0"/>
              <a:t>和</a:t>
            </a:r>
            <a:r>
              <a:rPr lang="en-US" altLang="zh-CN" dirty="0"/>
              <a:t>j</a:t>
            </a:r>
            <a:r>
              <a:rPr lang="zh-CN" altLang="en-US" dirty="0"/>
              <a:t>分别指示头结点和</a:t>
            </a:r>
            <a:r>
              <a:rPr lang="en-US" altLang="zh-CN" dirty="0"/>
              <a:t>38</a:t>
            </a:r>
            <a:r>
              <a:rPr lang="zh-CN" altLang="en-US" dirty="0"/>
              <a:t>，</a:t>
            </a:r>
            <a:endParaRPr lang="en-US" altLang="zh-CN" dirty="0"/>
          </a:p>
          <a:p>
            <a:r>
              <a:rPr lang="zh-CN" altLang="en-US" dirty="0"/>
              <a:t>（</a:t>
            </a:r>
            <a:r>
              <a:rPr lang="en-US" altLang="zh-CN" dirty="0"/>
              <a:t>17</a:t>
            </a:r>
            <a:r>
              <a:rPr lang="zh-CN" altLang="en-US" dirty="0"/>
              <a:t>）</a:t>
            </a:r>
            <a:r>
              <a:rPr lang="en-US" altLang="zh-CN" dirty="0"/>
              <a:t>j</a:t>
            </a:r>
            <a:r>
              <a:rPr lang="zh-CN" altLang="en-US" dirty="0"/>
              <a:t>指针在前，</a:t>
            </a:r>
            <a:r>
              <a:rPr lang="en-US" altLang="zh-CN" dirty="0" err="1"/>
              <a:t>pj</a:t>
            </a:r>
            <a:r>
              <a:rPr lang="zh-CN" altLang="en-US" dirty="0"/>
              <a:t>指针跟进，</a:t>
            </a:r>
            <a:endParaRPr lang="en-US" altLang="zh-CN" dirty="0"/>
          </a:p>
          <a:p>
            <a:r>
              <a:rPr lang="zh-CN" altLang="en-US" dirty="0"/>
              <a:t>（</a:t>
            </a:r>
            <a:r>
              <a:rPr lang="en-US" altLang="zh-CN" dirty="0"/>
              <a:t>18</a:t>
            </a:r>
            <a:r>
              <a:rPr lang="zh-CN" altLang="en-US" dirty="0"/>
              <a:t>）依次检测</a:t>
            </a:r>
            <a:r>
              <a:rPr lang="en-US" altLang="zh-CN" dirty="0"/>
              <a:t>38</a:t>
            </a:r>
            <a:r>
              <a:rPr lang="zh-CN" altLang="en-US" dirty="0"/>
              <a:t>、</a:t>
            </a:r>
            <a:r>
              <a:rPr lang="en-US" altLang="zh-CN" dirty="0"/>
              <a:t>49</a:t>
            </a:r>
            <a:r>
              <a:rPr lang="zh-CN" altLang="en-US" dirty="0"/>
              <a:t>和</a:t>
            </a:r>
            <a:r>
              <a:rPr lang="en-US" altLang="zh-CN" dirty="0"/>
              <a:t>65</a:t>
            </a:r>
            <a:r>
              <a:rPr lang="zh-CN" altLang="en-US" dirty="0"/>
              <a:t>之后，</a:t>
            </a:r>
            <a:endParaRPr lang="en-US" altLang="zh-CN" dirty="0"/>
          </a:p>
          <a:p>
            <a:r>
              <a:rPr lang="zh-CN" altLang="en-US" dirty="0"/>
              <a:t>（</a:t>
            </a:r>
            <a:r>
              <a:rPr lang="en-US" altLang="zh-CN" dirty="0"/>
              <a:t>19</a:t>
            </a:r>
            <a:r>
              <a:rPr lang="zh-CN" altLang="en-US" dirty="0"/>
              <a:t>）遇哨兵退出循环</a:t>
            </a:r>
            <a:endParaRPr lang="en-US" altLang="zh-CN" dirty="0"/>
          </a:p>
          <a:p>
            <a:r>
              <a:rPr lang="zh-CN" altLang="en-US" dirty="0"/>
              <a:t>（</a:t>
            </a:r>
            <a:r>
              <a:rPr lang="en-US" altLang="zh-CN" dirty="0"/>
              <a:t>20</a:t>
            </a:r>
            <a:r>
              <a:rPr lang="zh-CN" altLang="en-US" dirty="0"/>
              <a:t>）在</a:t>
            </a:r>
            <a:r>
              <a:rPr lang="en-US" altLang="zh-CN" dirty="0"/>
              <a:t>65</a:t>
            </a:r>
            <a:r>
              <a:rPr lang="zh-CN" altLang="en-US" dirty="0"/>
              <a:t>和头结点之间插入</a:t>
            </a:r>
            <a:r>
              <a:rPr lang="en-US" altLang="zh-CN" dirty="0"/>
              <a:t>97</a:t>
            </a:r>
            <a:r>
              <a:rPr lang="zh-CN" altLang="en-US" dirty="0"/>
              <a:t>。</a:t>
            </a:r>
            <a:endParaRPr lang="en-US" altLang="zh-CN" dirty="0"/>
          </a:p>
          <a:p>
            <a:r>
              <a:rPr lang="zh-CN" altLang="en-US" dirty="0"/>
              <a:t>（</a:t>
            </a:r>
            <a:r>
              <a:rPr lang="en-US" altLang="zh-CN" dirty="0"/>
              <a:t>21</a:t>
            </a:r>
            <a:r>
              <a:rPr lang="zh-CN" altLang="en-US" dirty="0"/>
              <a:t>）</a:t>
            </a:r>
            <a:r>
              <a:rPr lang="en-US" altLang="zh-CN" dirty="0" err="1"/>
              <a:t>i</a:t>
            </a:r>
            <a:r>
              <a:rPr lang="en-US" altLang="zh-CN" dirty="0"/>
              <a:t>=5</a:t>
            </a:r>
            <a:r>
              <a:rPr lang="zh-CN" altLang="en-US" dirty="0"/>
              <a:t>，第</a:t>
            </a:r>
            <a:r>
              <a:rPr lang="en-US" altLang="zh-CN" dirty="0"/>
              <a:t>5</a:t>
            </a:r>
            <a:r>
              <a:rPr lang="zh-CN" altLang="en-US" dirty="0"/>
              <a:t>个记录是</a:t>
            </a:r>
            <a:r>
              <a:rPr lang="en-US" altLang="zh-CN" dirty="0"/>
              <a:t>76</a:t>
            </a:r>
            <a:r>
              <a:rPr lang="zh-CN" altLang="en-US" dirty="0"/>
              <a:t>，</a:t>
            </a:r>
            <a:endParaRPr lang="en-US" altLang="zh-CN" dirty="0"/>
          </a:p>
          <a:p>
            <a:r>
              <a:rPr lang="zh-CN" altLang="en-US" dirty="0"/>
              <a:t>（</a:t>
            </a:r>
            <a:r>
              <a:rPr lang="en-US" altLang="zh-CN" dirty="0"/>
              <a:t>22</a:t>
            </a:r>
            <a:r>
              <a:rPr lang="zh-CN" altLang="en-US" dirty="0"/>
              <a:t>）每次都一样，</a:t>
            </a:r>
            <a:r>
              <a:rPr lang="en-US" altLang="zh-CN" dirty="0" err="1"/>
              <a:t>Pj</a:t>
            </a:r>
            <a:r>
              <a:rPr lang="zh-CN" altLang="en-US" dirty="0"/>
              <a:t>和</a:t>
            </a:r>
            <a:r>
              <a:rPr lang="en-US" altLang="zh-CN" dirty="0"/>
              <a:t>j</a:t>
            </a:r>
            <a:r>
              <a:rPr lang="zh-CN" altLang="en-US" dirty="0"/>
              <a:t>就位。</a:t>
            </a:r>
            <a:endParaRPr lang="en-US" altLang="zh-CN" dirty="0"/>
          </a:p>
          <a:p>
            <a:r>
              <a:rPr lang="zh-CN" altLang="en-US" dirty="0"/>
              <a:t>（</a:t>
            </a:r>
            <a:r>
              <a:rPr lang="en-US" altLang="zh-CN" dirty="0"/>
              <a:t>23</a:t>
            </a:r>
            <a:r>
              <a:rPr lang="zh-CN" altLang="en-US" dirty="0"/>
              <a:t>）经过一系列比较，最后找到插入位置，</a:t>
            </a:r>
            <a:endParaRPr lang="en-US" altLang="zh-CN" dirty="0"/>
          </a:p>
          <a:p>
            <a:r>
              <a:rPr lang="zh-CN" altLang="en-US" dirty="0"/>
              <a:t>（</a:t>
            </a:r>
            <a:r>
              <a:rPr lang="en-US" altLang="zh-CN" dirty="0"/>
              <a:t>24</a:t>
            </a:r>
            <a:r>
              <a:rPr lang="zh-CN" altLang="en-US" dirty="0"/>
              <a:t>）在</a:t>
            </a:r>
            <a:r>
              <a:rPr lang="en-US" altLang="zh-CN" dirty="0"/>
              <a:t>65</a:t>
            </a:r>
            <a:r>
              <a:rPr lang="zh-CN" altLang="en-US" dirty="0"/>
              <a:t>和</a:t>
            </a:r>
            <a:r>
              <a:rPr lang="en-US" altLang="zh-CN" dirty="0"/>
              <a:t>97</a:t>
            </a:r>
            <a:r>
              <a:rPr lang="zh-CN" altLang="en-US" dirty="0"/>
              <a:t>之间插入</a:t>
            </a:r>
            <a:r>
              <a:rPr lang="en-US" altLang="zh-CN" dirty="0"/>
              <a:t>76</a:t>
            </a:r>
            <a:r>
              <a:rPr lang="zh-CN" altLang="en-US" dirty="0"/>
              <a:t>。</a:t>
            </a:r>
            <a:endParaRPr lang="en-US" altLang="zh-CN" dirty="0"/>
          </a:p>
          <a:p>
            <a:r>
              <a:rPr lang="zh-CN" altLang="en-US" dirty="0"/>
              <a:t>（</a:t>
            </a:r>
            <a:r>
              <a:rPr lang="en-US" altLang="zh-CN" dirty="0"/>
              <a:t>25</a:t>
            </a:r>
            <a:r>
              <a:rPr lang="zh-CN" altLang="en-US" dirty="0"/>
              <a:t>）</a:t>
            </a:r>
            <a:r>
              <a:rPr lang="en-US" altLang="zh-CN" dirty="0" err="1"/>
              <a:t>i</a:t>
            </a:r>
            <a:r>
              <a:rPr lang="en-US" altLang="zh-CN" dirty="0"/>
              <a:t>=6</a:t>
            </a:r>
            <a:r>
              <a:rPr lang="zh-CN" altLang="en-US" dirty="0"/>
              <a:t>，现在要插入的记录是</a:t>
            </a:r>
            <a:r>
              <a:rPr lang="en-US" altLang="zh-CN" dirty="0"/>
              <a:t>13</a:t>
            </a:r>
            <a:r>
              <a:rPr lang="zh-CN" altLang="en-US" dirty="0"/>
              <a:t>，</a:t>
            </a:r>
            <a:endParaRPr lang="en-US" altLang="zh-CN" dirty="0"/>
          </a:p>
          <a:p>
            <a:r>
              <a:rPr lang="zh-CN" altLang="en-US" dirty="0"/>
              <a:t>（</a:t>
            </a:r>
            <a:r>
              <a:rPr lang="en-US" altLang="zh-CN" dirty="0"/>
              <a:t>25</a:t>
            </a:r>
            <a:r>
              <a:rPr lang="zh-CN" altLang="en-US" dirty="0"/>
              <a:t>）</a:t>
            </a:r>
            <a:r>
              <a:rPr lang="en-US" altLang="zh-CN" dirty="0" err="1"/>
              <a:t>Pj</a:t>
            </a:r>
            <a:r>
              <a:rPr lang="zh-CN" altLang="en-US" dirty="0"/>
              <a:t>和</a:t>
            </a:r>
            <a:r>
              <a:rPr lang="en-US" altLang="zh-CN" dirty="0"/>
              <a:t>j</a:t>
            </a:r>
            <a:r>
              <a:rPr lang="zh-CN" altLang="en-US" dirty="0"/>
              <a:t>就位。</a:t>
            </a:r>
            <a:endParaRPr lang="en-US" altLang="zh-CN" dirty="0"/>
          </a:p>
          <a:p>
            <a:r>
              <a:rPr lang="zh-CN" altLang="en-US" dirty="0"/>
              <a:t>（</a:t>
            </a:r>
            <a:r>
              <a:rPr lang="en-US" altLang="zh-CN" dirty="0"/>
              <a:t>26</a:t>
            </a:r>
            <a:r>
              <a:rPr lang="zh-CN" altLang="en-US" dirty="0"/>
              <a:t>）只一次比较，就确定插入位置，</a:t>
            </a:r>
            <a:endParaRPr lang="en-US" altLang="zh-CN" dirty="0"/>
          </a:p>
          <a:p>
            <a:r>
              <a:rPr lang="zh-CN" altLang="en-US" dirty="0"/>
              <a:t>（</a:t>
            </a:r>
            <a:r>
              <a:rPr lang="en-US" altLang="zh-CN" dirty="0"/>
              <a:t>27</a:t>
            </a:r>
            <a:r>
              <a:rPr lang="zh-CN" altLang="en-US" dirty="0"/>
              <a:t>）在</a:t>
            </a:r>
            <a:r>
              <a:rPr lang="en-US" altLang="zh-CN" dirty="0"/>
              <a:t>38</a:t>
            </a:r>
            <a:r>
              <a:rPr lang="zh-CN" altLang="en-US" dirty="0"/>
              <a:t>之前，也就是表头位置插入</a:t>
            </a:r>
            <a:r>
              <a:rPr lang="en-US" altLang="zh-CN" dirty="0"/>
              <a:t>13</a:t>
            </a:r>
            <a:r>
              <a:rPr lang="zh-CN" altLang="en-US" dirty="0"/>
              <a:t>。</a:t>
            </a:r>
            <a:endParaRPr lang="en-US" altLang="zh-CN" dirty="0"/>
          </a:p>
          <a:p>
            <a:r>
              <a:rPr lang="zh-CN" altLang="en-US" dirty="0"/>
              <a:t>（</a:t>
            </a:r>
            <a:r>
              <a:rPr lang="en-US" altLang="zh-CN" dirty="0"/>
              <a:t>28</a:t>
            </a:r>
            <a:r>
              <a:rPr lang="zh-CN" altLang="en-US" dirty="0"/>
              <a:t>）来到第</a:t>
            </a:r>
            <a:r>
              <a:rPr lang="en-US" altLang="zh-CN" dirty="0"/>
              <a:t>8</a:t>
            </a:r>
            <a:r>
              <a:rPr lang="zh-CN" altLang="en-US" dirty="0"/>
              <a:t>个要插入的记录</a:t>
            </a:r>
            <a:r>
              <a:rPr lang="en-US" altLang="zh-CN" dirty="0"/>
              <a:t>27</a:t>
            </a:r>
            <a:r>
              <a:rPr lang="zh-CN" altLang="en-US" dirty="0"/>
              <a:t>了，</a:t>
            </a:r>
            <a:endParaRPr lang="en-US" altLang="zh-CN" dirty="0"/>
          </a:p>
          <a:p>
            <a:r>
              <a:rPr lang="zh-CN" altLang="en-US" dirty="0"/>
              <a:t>（</a:t>
            </a:r>
            <a:r>
              <a:rPr lang="en-US" altLang="zh-CN" dirty="0"/>
              <a:t>29</a:t>
            </a:r>
            <a:r>
              <a:rPr lang="zh-CN" altLang="en-US" dirty="0"/>
              <a:t>）前后指针就位。</a:t>
            </a:r>
            <a:endParaRPr lang="en-US" altLang="zh-CN" dirty="0"/>
          </a:p>
          <a:p>
            <a:r>
              <a:rPr lang="zh-CN" altLang="en-US" dirty="0"/>
              <a:t>（</a:t>
            </a:r>
            <a:r>
              <a:rPr lang="en-US" altLang="zh-CN" dirty="0"/>
              <a:t>30</a:t>
            </a:r>
            <a:r>
              <a:rPr lang="zh-CN" altLang="en-US" dirty="0"/>
              <a:t>）先后与</a:t>
            </a:r>
            <a:r>
              <a:rPr lang="en-US" altLang="zh-CN" dirty="0"/>
              <a:t>13</a:t>
            </a:r>
            <a:r>
              <a:rPr lang="zh-CN" altLang="en-US" dirty="0"/>
              <a:t>和</a:t>
            </a:r>
            <a:r>
              <a:rPr lang="en-US" altLang="zh-CN" dirty="0"/>
              <a:t>38</a:t>
            </a:r>
            <a:r>
              <a:rPr lang="zh-CN" altLang="en-US" dirty="0"/>
              <a:t>比较，确定插入位置，</a:t>
            </a:r>
            <a:endParaRPr lang="en-US" altLang="zh-CN" dirty="0"/>
          </a:p>
          <a:p>
            <a:r>
              <a:rPr lang="zh-CN" altLang="en-US" dirty="0"/>
              <a:t>（</a:t>
            </a:r>
            <a:r>
              <a:rPr lang="en-US" altLang="zh-CN" dirty="0"/>
              <a:t>31</a:t>
            </a:r>
            <a:r>
              <a:rPr lang="zh-CN" altLang="en-US" dirty="0"/>
              <a:t>）在</a:t>
            </a:r>
            <a:r>
              <a:rPr lang="en-US" altLang="zh-CN" dirty="0"/>
              <a:t>13</a:t>
            </a:r>
            <a:r>
              <a:rPr lang="zh-CN" altLang="en-US" dirty="0"/>
              <a:t>和</a:t>
            </a:r>
            <a:r>
              <a:rPr lang="en-US" altLang="zh-CN" dirty="0"/>
              <a:t>38</a:t>
            </a:r>
            <a:r>
              <a:rPr lang="zh-CN" altLang="en-US" dirty="0"/>
              <a:t>之间插入</a:t>
            </a:r>
            <a:r>
              <a:rPr lang="en-US" altLang="zh-CN" dirty="0"/>
              <a:t>27</a:t>
            </a:r>
            <a:r>
              <a:rPr lang="zh-CN" altLang="en-US" dirty="0"/>
              <a:t>。</a:t>
            </a:r>
            <a:endParaRPr lang="en-US" altLang="zh-CN" dirty="0"/>
          </a:p>
          <a:p>
            <a:r>
              <a:rPr lang="zh-CN" altLang="en-US" dirty="0"/>
              <a:t>（</a:t>
            </a:r>
            <a:r>
              <a:rPr lang="en-US" altLang="zh-CN" dirty="0"/>
              <a:t>32</a:t>
            </a:r>
            <a:r>
              <a:rPr lang="zh-CN" altLang="en-US" dirty="0"/>
              <a:t>）最后要插入的记录是加下划线的</a:t>
            </a:r>
            <a:r>
              <a:rPr lang="en-US" altLang="zh-CN" dirty="0"/>
              <a:t>49</a:t>
            </a:r>
            <a:r>
              <a:rPr lang="zh-CN" altLang="en-US" dirty="0"/>
              <a:t>，</a:t>
            </a:r>
            <a:endParaRPr lang="en-US" altLang="zh-CN" dirty="0"/>
          </a:p>
          <a:p>
            <a:r>
              <a:rPr lang="zh-CN" altLang="en-US" dirty="0"/>
              <a:t>（</a:t>
            </a:r>
            <a:r>
              <a:rPr lang="en-US" altLang="zh-CN" dirty="0"/>
              <a:t>33</a:t>
            </a:r>
            <a:r>
              <a:rPr lang="zh-CN" altLang="en-US" dirty="0"/>
              <a:t>）</a:t>
            </a:r>
            <a:r>
              <a:rPr lang="en-US" altLang="zh-CN" dirty="0" err="1"/>
              <a:t>Pj</a:t>
            </a:r>
            <a:r>
              <a:rPr lang="zh-CN" altLang="en-US" dirty="0"/>
              <a:t>和</a:t>
            </a:r>
            <a:r>
              <a:rPr lang="en-US" altLang="zh-CN" dirty="0"/>
              <a:t>j</a:t>
            </a:r>
            <a:r>
              <a:rPr lang="zh-CN" altLang="en-US" dirty="0"/>
              <a:t>两指针就位。</a:t>
            </a:r>
            <a:endParaRPr lang="en-US" altLang="zh-CN" dirty="0"/>
          </a:p>
          <a:p>
            <a:r>
              <a:rPr lang="zh-CN" altLang="en-US" dirty="0"/>
              <a:t>（</a:t>
            </a:r>
            <a:r>
              <a:rPr lang="en-US" altLang="zh-CN" dirty="0"/>
              <a:t>34</a:t>
            </a:r>
            <a:r>
              <a:rPr lang="zh-CN" altLang="en-US" dirty="0"/>
              <a:t>）在有序链表检测到</a:t>
            </a:r>
            <a:r>
              <a:rPr lang="en-US" altLang="zh-CN" dirty="0"/>
              <a:t>65</a:t>
            </a:r>
            <a:r>
              <a:rPr lang="zh-CN" altLang="en-US" dirty="0"/>
              <a:t>停止，</a:t>
            </a:r>
            <a:endParaRPr lang="en-US" altLang="zh-CN" dirty="0"/>
          </a:p>
          <a:p>
            <a:r>
              <a:rPr lang="zh-CN" altLang="en-US" dirty="0"/>
              <a:t>（</a:t>
            </a:r>
            <a:r>
              <a:rPr lang="en-US" altLang="zh-CN" dirty="0"/>
              <a:t>35</a:t>
            </a:r>
            <a:r>
              <a:rPr lang="zh-CN" altLang="en-US" dirty="0"/>
              <a:t>）在</a:t>
            </a:r>
            <a:r>
              <a:rPr lang="en-US" altLang="zh-CN" dirty="0"/>
              <a:t>49</a:t>
            </a:r>
            <a:r>
              <a:rPr lang="zh-CN" altLang="en-US" dirty="0"/>
              <a:t>和</a:t>
            </a:r>
            <a:r>
              <a:rPr lang="en-US" altLang="zh-CN" dirty="0"/>
              <a:t>65</a:t>
            </a:r>
            <a:r>
              <a:rPr lang="zh-CN" altLang="en-US" dirty="0"/>
              <a:t>之间插入有下划线的</a:t>
            </a:r>
            <a:r>
              <a:rPr lang="en-US" altLang="zh-CN" dirty="0"/>
              <a:t>49</a:t>
            </a:r>
            <a:r>
              <a:rPr lang="zh-CN" altLang="en-US" dirty="0"/>
              <a:t>。</a:t>
            </a:r>
            <a:endParaRPr lang="en-US" altLang="zh-CN" dirty="0"/>
          </a:p>
          <a:p>
            <a:r>
              <a:rPr lang="zh-CN" altLang="en-US" dirty="0"/>
              <a:t>（</a:t>
            </a:r>
            <a:r>
              <a:rPr lang="en-US" altLang="zh-CN" dirty="0"/>
              <a:t>36</a:t>
            </a:r>
            <a:r>
              <a:rPr lang="zh-CN" altLang="en-US" dirty="0"/>
              <a:t>）得到完整的有序静态链表之后，就要调用算法</a:t>
            </a:r>
            <a:r>
              <a:rPr lang="en-US" altLang="zh-CN" dirty="0"/>
              <a:t>10.3</a:t>
            </a:r>
            <a:r>
              <a:rPr lang="zh-CN" altLang="en-US" dirty="0"/>
              <a:t>，按序将顺序表重排为有序顺序表。</a:t>
            </a:r>
            <a:endParaRPr lang="en-US" altLang="zh-CN" dirty="0"/>
          </a:p>
          <a:p>
            <a:endParaRPr lang="en-US" altLang="zh-CN" dirty="0"/>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78A397FD-FDFD-480D-98F1-7B9EC0227E94}" type="slidenum">
              <a:rPr lang="zh-CN" altLang="en-US" smtClean="0"/>
              <a:t>5</a:t>
            </a:fld>
            <a:endParaRPr lang="zh-CN" altLang="en-US"/>
          </a:p>
        </p:txBody>
      </p:sp>
    </p:spTree>
    <p:extLst>
      <p:ext uri="{BB962C8B-B14F-4D97-AF65-F5344CB8AC3E}">
        <p14:creationId xmlns:p14="http://schemas.microsoft.com/office/powerpoint/2010/main" val="31837440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15000"/>
              </a:lnSpc>
            </a:pPr>
            <a:r>
              <a:rPr lang="zh-CN" altLang="en-US" sz="1800" dirty="0">
                <a:effectLst/>
                <a:latin typeface="Calibri" panose="020F0502020204030204" pitchFamily="34" charset="0"/>
                <a:ea typeface="宋体" panose="02010600030101010101" pitchFamily="2" charset="-122"/>
                <a:cs typeface="宋体" panose="02010600030101010101" pitchFamily="2" charset="-122"/>
              </a:rPr>
              <a:t>（</a:t>
            </a:r>
            <a:r>
              <a:rPr lang="en-US" altLang="zh-CN" sz="1800" dirty="0">
                <a:effectLst/>
                <a:latin typeface="Calibri" panose="020F0502020204030204" pitchFamily="34" charset="0"/>
                <a:ea typeface="宋体" panose="02010600030101010101" pitchFamily="2" charset="-122"/>
                <a:cs typeface="宋体" panose="02010600030101010101" pitchFamily="2" charset="-122"/>
              </a:rPr>
              <a:t>1</a:t>
            </a:r>
            <a:r>
              <a:rPr lang="zh-CN" altLang="en-US" sz="1800" dirty="0">
                <a:effectLst/>
                <a:latin typeface="Calibri" panose="020F0502020204030204" pitchFamily="34" charset="0"/>
                <a:ea typeface="宋体" panose="02010600030101010101" pitchFamily="2" charset="-122"/>
                <a:cs typeface="宋体" panose="02010600030101010101" pitchFamily="2" charset="-122"/>
              </a:rPr>
              <a:t>）</a:t>
            </a:r>
            <a:r>
              <a:rPr lang="zh-CN" altLang="zh-CN" sz="1800" dirty="0">
                <a:effectLst/>
                <a:latin typeface="Calibri" panose="020F0502020204030204" pitchFamily="34" charset="0"/>
                <a:ea typeface="宋体" panose="02010600030101010101" pitchFamily="2" charset="-122"/>
                <a:cs typeface="宋体" panose="02010600030101010101" pitchFamily="2" charset="-122"/>
              </a:rPr>
              <a:t>由于在排序过程中，只是利用修改指针来改变记录之间的逻辑顺序，而没有进行物理位置的移动，</a:t>
            </a:r>
            <a:br>
              <a:rPr lang="en-US" altLang="zh-CN" sz="1800" dirty="0">
                <a:effectLst/>
                <a:latin typeface="Calibri" panose="020F0502020204030204" pitchFamily="34" charset="0"/>
                <a:ea typeface="??"/>
                <a:cs typeface="Calibri" panose="020F0502020204030204" pitchFamily="34" charset="0"/>
              </a:rPr>
            </a:br>
            <a:r>
              <a:rPr lang="zh-CN" altLang="en-US" sz="1800" dirty="0">
                <a:effectLst/>
                <a:latin typeface="Calibri" panose="020F0502020204030204" pitchFamily="34" charset="0"/>
                <a:ea typeface="??"/>
                <a:cs typeface="Calibri" panose="020F0502020204030204" pitchFamily="34" charset="0"/>
              </a:rPr>
              <a:t>（</a:t>
            </a:r>
            <a:r>
              <a:rPr lang="en-US" altLang="zh-CN" sz="1800" dirty="0">
                <a:effectLst/>
                <a:latin typeface="Calibri" panose="020F0502020204030204" pitchFamily="34" charset="0"/>
                <a:ea typeface="??"/>
                <a:cs typeface="Calibri" panose="020F0502020204030204" pitchFamily="34" charset="0"/>
              </a:rPr>
              <a:t>2</a:t>
            </a:r>
            <a:r>
              <a:rPr lang="zh-CN" altLang="en-US" sz="1800" dirty="0">
                <a:effectLst/>
                <a:latin typeface="Calibri" panose="020F0502020204030204" pitchFamily="34" charset="0"/>
                <a:ea typeface="??"/>
                <a:cs typeface="Calibri" panose="020F0502020204030204" pitchFamily="34" charset="0"/>
              </a:rPr>
              <a:t>）</a:t>
            </a:r>
            <a:r>
              <a:rPr lang="zh-CN" altLang="zh-CN" sz="1800" dirty="0">
                <a:effectLst/>
                <a:latin typeface="Calibri" panose="020F0502020204030204" pitchFamily="34" charset="0"/>
                <a:ea typeface="宋体" panose="02010600030101010101" pitchFamily="2" charset="-122"/>
                <a:cs typeface="宋体" panose="02010600030101010101" pitchFamily="2" charset="-122"/>
              </a:rPr>
              <a:t>因此，在得到这个有序链表之后，还需要</a:t>
            </a:r>
            <a:r>
              <a:rPr lang="zh-CN" altLang="en-US" sz="1800" dirty="0">
                <a:effectLst/>
                <a:latin typeface="Calibri" panose="020F0502020204030204" pitchFamily="34" charset="0"/>
                <a:ea typeface="宋体" panose="02010600030101010101" pitchFamily="2" charset="-122"/>
                <a:cs typeface="宋体" panose="02010600030101010101" pitchFamily="2" charset="-122"/>
              </a:rPr>
              <a:t>按序依次</a:t>
            </a:r>
            <a:r>
              <a:rPr lang="zh-CN" altLang="zh-CN" sz="1800" dirty="0">
                <a:effectLst/>
                <a:latin typeface="Calibri" panose="020F0502020204030204" pitchFamily="34" charset="0"/>
                <a:ea typeface="宋体" panose="02010600030101010101" pitchFamily="2" charset="-122"/>
                <a:cs typeface="宋体" panose="02010600030101010101" pitchFamily="2" charset="-122"/>
              </a:rPr>
              <a:t>进行</a:t>
            </a:r>
            <a:r>
              <a:rPr lang="zh-CN" altLang="en-US" sz="1800" dirty="0">
                <a:effectLst/>
                <a:latin typeface="Calibri" panose="020F0502020204030204" pitchFamily="34" charset="0"/>
                <a:ea typeface="宋体" panose="02010600030101010101" pitchFamily="2" charset="-122"/>
                <a:cs typeface="宋体" panose="02010600030101010101" pitchFamily="2" charset="-122"/>
              </a:rPr>
              <a:t>记录的</a:t>
            </a:r>
            <a:r>
              <a:rPr lang="zh-CN" altLang="zh-CN" sz="1800" dirty="0">
                <a:effectLst/>
                <a:latin typeface="Calibri" panose="020F0502020204030204" pitchFamily="34" charset="0"/>
                <a:ea typeface="宋体" panose="02010600030101010101" pitchFamily="2" charset="-122"/>
                <a:cs typeface="宋体" panose="02010600030101010101" pitchFamily="2" charset="-122"/>
              </a:rPr>
              <a:t>物理位置调整，</a:t>
            </a:r>
            <a:r>
              <a:rPr lang="zh-CN" altLang="en-US" sz="1800" dirty="0">
                <a:effectLst/>
                <a:latin typeface="Calibri" panose="020F0502020204030204" pitchFamily="34" charset="0"/>
                <a:ea typeface="宋体" panose="02010600030101010101" pitchFamily="2" charset="-122"/>
                <a:cs typeface="宋体" panose="02010600030101010101" pitchFamily="2" charset="-122"/>
              </a:rPr>
              <a:t>得到一个有序顺序表</a:t>
            </a:r>
            <a:r>
              <a:rPr lang="zh-CN" altLang="zh-CN" sz="1800" dirty="0">
                <a:effectLst/>
                <a:latin typeface="Calibri" panose="020F0502020204030204" pitchFamily="34" charset="0"/>
                <a:ea typeface="宋体" panose="02010600030101010101" pitchFamily="2" charset="-122"/>
                <a:cs typeface="宋体" panose="02010600030101010101" pitchFamily="2" charset="-122"/>
              </a:rPr>
              <a:t>。</a:t>
            </a:r>
            <a:br>
              <a:rPr lang="en-US" altLang="zh-CN" sz="1800" dirty="0">
                <a:effectLst/>
                <a:latin typeface="Calibri" panose="020F0502020204030204" pitchFamily="34" charset="0"/>
                <a:ea typeface="??"/>
                <a:cs typeface="Calibri" panose="020F0502020204030204" pitchFamily="34" charset="0"/>
              </a:rPr>
            </a:br>
            <a:r>
              <a:rPr lang="zh-CN" altLang="en-US" sz="1800" dirty="0">
                <a:effectLst/>
                <a:latin typeface="Calibri" panose="020F0502020204030204" pitchFamily="34" charset="0"/>
                <a:ea typeface="??"/>
                <a:cs typeface="Calibri" panose="020F0502020204030204" pitchFamily="34" charset="0"/>
              </a:rPr>
              <a:t>（</a:t>
            </a:r>
            <a:r>
              <a:rPr lang="en-US" altLang="zh-CN" sz="1800" dirty="0">
                <a:effectLst/>
                <a:latin typeface="Calibri" panose="020F0502020204030204" pitchFamily="34" charset="0"/>
                <a:ea typeface="??"/>
                <a:cs typeface="Calibri" panose="020F0502020204030204" pitchFamily="34" charset="0"/>
              </a:rPr>
              <a:t>3</a:t>
            </a:r>
            <a:r>
              <a:rPr lang="zh-CN" altLang="en-US" sz="1800" dirty="0">
                <a:effectLst/>
                <a:latin typeface="Calibri" panose="020F0502020204030204" pitchFamily="34" charset="0"/>
                <a:ea typeface="??"/>
                <a:cs typeface="Calibri" panose="020F0502020204030204" pitchFamily="34" charset="0"/>
              </a:rPr>
              <a:t>）</a:t>
            </a:r>
            <a:r>
              <a:rPr lang="zh-CN" altLang="zh-CN" sz="1800" dirty="0">
                <a:effectLst/>
                <a:latin typeface="Calibri" panose="020F0502020204030204" pitchFamily="34" charset="0"/>
                <a:ea typeface="宋体" panose="02010600030101010101" pitchFamily="2" charset="-122"/>
                <a:cs typeface="宋体" panose="02010600030101010101" pitchFamily="2" charset="-122"/>
              </a:rPr>
              <a:t>在重排记录的过程中，我们设置了三个指针，其中，</a:t>
            </a:r>
            <a:br>
              <a:rPr lang="en-US" altLang="zh-CN" sz="1800" dirty="0">
                <a:effectLst/>
                <a:latin typeface="Calibri" panose="020F0502020204030204" pitchFamily="34" charset="0"/>
                <a:ea typeface="??"/>
                <a:cs typeface="Calibri" panose="020F0502020204030204" pitchFamily="34" charset="0"/>
              </a:rPr>
            </a:br>
            <a:r>
              <a:rPr lang="zh-CN" altLang="en-US" sz="1800" dirty="0">
                <a:effectLst/>
                <a:latin typeface="Calibri" panose="020F0502020204030204" pitchFamily="34" charset="0"/>
                <a:ea typeface="??"/>
                <a:cs typeface="Calibri" panose="020F0502020204030204" pitchFamily="34" charset="0"/>
              </a:rPr>
              <a:t>（</a:t>
            </a:r>
            <a:r>
              <a:rPr lang="en-US" altLang="zh-CN" sz="1800" dirty="0">
                <a:effectLst/>
                <a:latin typeface="Calibri" panose="020F0502020204030204" pitchFamily="34" charset="0"/>
                <a:ea typeface="??"/>
                <a:cs typeface="Calibri" panose="020F0502020204030204" pitchFamily="34" charset="0"/>
              </a:rPr>
              <a:t>4</a:t>
            </a:r>
            <a:r>
              <a:rPr lang="zh-CN" altLang="en-US" sz="1800" dirty="0">
                <a:effectLst/>
                <a:latin typeface="Calibri" panose="020F0502020204030204" pitchFamily="34" charset="0"/>
                <a:ea typeface="??"/>
                <a:cs typeface="Calibri" panose="020F0502020204030204" pitchFamily="34" charset="0"/>
              </a:rPr>
              <a:t>）</a:t>
            </a:r>
            <a:r>
              <a:rPr lang="en-US" altLang="zh-CN" sz="1800" dirty="0" err="1">
                <a:effectLst/>
                <a:latin typeface="Calibri" panose="020F0502020204030204" pitchFamily="34" charset="0"/>
                <a:ea typeface="??"/>
                <a:cs typeface="Calibri" panose="020F0502020204030204" pitchFamily="34" charset="0"/>
              </a:rPr>
              <a:t>i</a:t>
            </a:r>
            <a:r>
              <a:rPr lang="zh-CN" altLang="zh-CN" sz="1800" dirty="0">
                <a:effectLst/>
                <a:latin typeface="Calibri" panose="020F0502020204030204" pitchFamily="34" charset="0"/>
                <a:ea typeface="宋体" panose="02010600030101010101" pitchFamily="2" charset="-122"/>
                <a:cs typeface="宋体" panose="02010600030101010101" pitchFamily="2" charset="-122"/>
              </a:rPr>
              <a:t>指示当前需要归位的记录的正确位置，</a:t>
            </a:r>
            <a:br>
              <a:rPr lang="en-US" altLang="zh-CN" sz="1800" dirty="0">
                <a:effectLst/>
                <a:latin typeface="Calibri" panose="020F0502020204030204" pitchFamily="34" charset="0"/>
                <a:ea typeface="??"/>
                <a:cs typeface="Calibri" panose="020F0502020204030204" pitchFamily="34" charset="0"/>
              </a:rPr>
            </a:br>
            <a:r>
              <a:rPr lang="zh-CN" altLang="en-US" sz="1800" dirty="0">
                <a:effectLst/>
                <a:latin typeface="Calibri" panose="020F0502020204030204" pitchFamily="34" charset="0"/>
                <a:ea typeface="??"/>
                <a:cs typeface="Calibri" panose="020F0502020204030204" pitchFamily="34" charset="0"/>
              </a:rPr>
              <a:t>（</a:t>
            </a:r>
            <a:r>
              <a:rPr lang="en-US" altLang="zh-CN" sz="1800" dirty="0">
                <a:effectLst/>
                <a:latin typeface="Calibri" panose="020F0502020204030204" pitchFamily="34" charset="0"/>
                <a:ea typeface="??"/>
                <a:cs typeface="Calibri" panose="020F0502020204030204" pitchFamily="34" charset="0"/>
              </a:rPr>
              <a:t>5</a:t>
            </a:r>
            <a:r>
              <a:rPr lang="zh-CN" altLang="en-US" sz="1800" dirty="0">
                <a:effectLst/>
                <a:latin typeface="Calibri" panose="020F0502020204030204" pitchFamily="34" charset="0"/>
                <a:ea typeface="??"/>
                <a:cs typeface="Calibri" panose="020F0502020204030204" pitchFamily="34" charset="0"/>
              </a:rPr>
              <a:t>）</a:t>
            </a:r>
            <a:r>
              <a:rPr lang="en-US" altLang="zh-CN" sz="1800" dirty="0">
                <a:effectLst/>
                <a:latin typeface="Calibri" panose="020F0502020204030204" pitchFamily="34" charset="0"/>
                <a:ea typeface="??"/>
                <a:cs typeface="Calibri" panose="020F0502020204030204" pitchFamily="34" charset="0"/>
              </a:rPr>
              <a:t>p</a:t>
            </a:r>
            <a:r>
              <a:rPr lang="zh-CN" altLang="zh-CN" sz="1800" dirty="0">
                <a:effectLst/>
                <a:latin typeface="Calibri" panose="020F0502020204030204" pitchFamily="34" charset="0"/>
                <a:ea typeface="宋体" panose="02010600030101010101" pitchFamily="2" charset="-122"/>
                <a:cs typeface="宋体" panose="02010600030101010101" pitchFamily="2" charset="-122"/>
              </a:rPr>
              <a:t>指示这个记录的原始位置，</a:t>
            </a:r>
            <a:br>
              <a:rPr lang="en-US" altLang="zh-CN" sz="1800" dirty="0">
                <a:effectLst/>
                <a:latin typeface="Calibri" panose="020F0502020204030204" pitchFamily="34" charset="0"/>
                <a:ea typeface="??"/>
                <a:cs typeface="Calibri" panose="020F0502020204030204" pitchFamily="34" charset="0"/>
              </a:rPr>
            </a:br>
            <a:r>
              <a:rPr lang="zh-CN" altLang="en-US" sz="1800" dirty="0">
                <a:effectLst/>
                <a:latin typeface="Calibri" panose="020F0502020204030204" pitchFamily="34" charset="0"/>
                <a:ea typeface="??"/>
                <a:cs typeface="Calibri" panose="020F0502020204030204" pitchFamily="34" charset="0"/>
              </a:rPr>
              <a:t>（</a:t>
            </a:r>
            <a:r>
              <a:rPr lang="en-US" altLang="zh-CN" sz="1800" dirty="0">
                <a:effectLst/>
                <a:latin typeface="Calibri" panose="020F0502020204030204" pitchFamily="34" charset="0"/>
                <a:ea typeface="??"/>
                <a:cs typeface="Calibri" panose="020F0502020204030204" pitchFamily="34" charset="0"/>
              </a:rPr>
              <a:t>6</a:t>
            </a:r>
            <a:r>
              <a:rPr lang="zh-CN" altLang="en-US" sz="1800" dirty="0">
                <a:effectLst/>
                <a:latin typeface="Calibri" panose="020F0502020204030204" pitchFamily="34" charset="0"/>
                <a:ea typeface="??"/>
                <a:cs typeface="Calibri" panose="020F0502020204030204" pitchFamily="34" charset="0"/>
              </a:rPr>
              <a:t>）</a:t>
            </a:r>
            <a:r>
              <a:rPr lang="en-US" altLang="zh-CN" sz="1800" dirty="0">
                <a:effectLst/>
                <a:latin typeface="Calibri" panose="020F0502020204030204" pitchFamily="34" charset="0"/>
                <a:ea typeface="??"/>
                <a:cs typeface="Calibri" panose="020F0502020204030204" pitchFamily="34" charset="0"/>
              </a:rPr>
              <a:t>q</a:t>
            </a:r>
            <a:r>
              <a:rPr lang="zh-CN" altLang="zh-CN" sz="1800" dirty="0">
                <a:effectLst/>
                <a:latin typeface="Calibri" panose="020F0502020204030204" pitchFamily="34" charset="0"/>
                <a:ea typeface="宋体" panose="02010600030101010101" pitchFamily="2" charset="-122"/>
                <a:cs typeface="宋体" panose="02010600030101010101" pitchFamily="2" charset="-122"/>
              </a:rPr>
              <a:t>指示第</a:t>
            </a:r>
            <a:r>
              <a:rPr lang="en-US" altLang="zh-CN" sz="1800" dirty="0">
                <a:effectLst/>
                <a:latin typeface="Calibri" panose="020F0502020204030204" pitchFamily="34" charset="0"/>
                <a:ea typeface="??"/>
                <a:cs typeface="Calibri" panose="020F0502020204030204" pitchFamily="34" charset="0"/>
              </a:rPr>
              <a:t>i+1</a:t>
            </a:r>
            <a:r>
              <a:rPr lang="zh-CN" altLang="zh-CN" sz="1800" dirty="0">
                <a:effectLst/>
                <a:latin typeface="Calibri" panose="020F0502020204030204" pitchFamily="34" charset="0"/>
                <a:ea typeface="宋体" panose="02010600030101010101" pitchFamily="2" charset="-122"/>
                <a:cs typeface="宋体" panose="02010600030101010101" pitchFamily="2" charset="-122"/>
              </a:rPr>
              <a:t>个记录，也就是</a:t>
            </a:r>
            <a:r>
              <a:rPr lang="en-US" altLang="zh-CN" sz="1800" dirty="0">
                <a:effectLst/>
                <a:latin typeface="Calibri" panose="020F0502020204030204" pitchFamily="34" charset="0"/>
                <a:ea typeface="??"/>
                <a:cs typeface="Calibri" panose="020F0502020204030204" pitchFamily="34" charset="0"/>
              </a:rPr>
              <a:t>p</a:t>
            </a:r>
            <a:r>
              <a:rPr lang="zh-CN" altLang="zh-CN" sz="1800" dirty="0">
                <a:effectLst/>
                <a:latin typeface="Calibri" panose="020F0502020204030204" pitchFamily="34" charset="0"/>
                <a:ea typeface="宋体" panose="02010600030101010101" pitchFamily="2" charset="-122"/>
                <a:cs typeface="宋体" panose="02010600030101010101" pitchFamily="2" charset="-122"/>
              </a:rPr>
              <a:t>所指记录的后继的原始位置。</a:t>
            </a:r>
            <a:br>
              <a:rPr lang="en-US" altLang="zh-CN" sz="1800" dirty="0">
                <a:effectLst/>
                <a:latin typeface="Calibri" panose="020F0502020204030204" pitchFamily="34" charset="0"/>
                <a:ea typeface="??"/>
                <a:cs typeface="Calibri" panose="020F0502020204030204" pitchFamily="34" charset="0"/>
              </a:rPr>
            </a:br>
            <a:r>
              <a:rPr lang="zh-CN" altLang="en-US" sz="1800" dirty="0">
                <a:effectLst/>
                <a:latin typeface="Calibri" panose="020F0502020204030204" pitchFamily="34" charset="0"/>
                <a:ea typeface="??"/>
                <a:cs typeface="Calibri" panose="020F0502020204030204" pitchFamily="34" charset="0"/>
              </a:rPr>
              <a:t>（</a:t>
            </a:r>
            <a:r>
              <a:rPr lang="en-US" altLang="zh-CN" sz="1800" dirty="0">
                <a:effectLst/>
                <a:latin typeface="Calibri" panose="020F0502020204030204" pitchFamily="34" charset="0"/>
                <a:ea typeface="??"/>
                <a:cs typeface="Calibri" panose="020F0502020204030204" pitchFamily="34" charset="0"/>
              </a:rPr>
              <a:t>7</a:t>
            </a:r>
            <a:r>
              <a:rPr lang="zh-CN" altLang="en-US" sz="1800" dirty="0">
                <a:effectLst/>
                <a:latin typeface="Calibri" panose="020F0502020204030204" pitchFamily="34" charset="0"/>
                <a:ea typeface="??"/>
                <a:cs typeface="Calibri" panose="020F0502020204030204" pitchFamily="34" charset="0"/>
              </a:rPr>
              <a:t>）</a:t>
            </a:r>
            <a:r>
              <a:rPr lang="zh-CN" altLang="zh-CN" sz="1800" dirty="0">
                <a:effectLst/>
                <a:latin typeface="Calibri" panose="020F0502020204030204" pitchFamily="34" charset="0"/>
                <a:ea typeface="宋体" panose="02010600030101010101" pitchFamily="2" charset="-122"/>
                <a:cs typeface="宋体" panose="02010600030101010101" pitchFamily="2" charset="-122"/>
              </a:rPr>
              <a:t>所谓归位，是指第</a:t>
            </a:r>
            <a:r>
              <a:rPr lang="en-US" altLang="zh-CN" sz="1800" dirty="0" err="1">
                <a:effectLst/>
                <a:latin typeface="Calibri" panose="020F0502020204030204" pitchFamily="34" charset="0"/>
                <a:ea typeface="??"/>
                <a:cs typeface="Calibri" panose="020F0502020204030204" pitchFamily="34" charset="0"/>
              </a:rPr>
              <a:t>i</a:t>
            </a:r>
            <a:r>
              <a:rPr lang="zh-CN" altLang="zh-CN" sz="1800" dirty="0">
                <a:effectLst/>
                <a:latin typeface="Calibri" panose="020F0502020204030204" pitchFamily="34" charset="0"/>
                <a:ea typeface="宋体" panose="02010600030101010101" pitchFamily="2" charset="-122"/>
                <a:cs typeface="宋体" panose="02010600030101010101" pitchFamily="2" charset="-122"/>
              </a:rPr>
              <a:t>小的关键字记录，它应该是在</a:t>
            </a:r>
            <a:r>
              <a:rPr lang="zh-CN" altLang="en-US" sz="1800" dirty="0">
                <a:effectLst/>
                <a:latin typeface="Calibri" panose="020F0502020204030204" pitchFamily="34" charset="0"/>
                <a:ea typeface="宋体" panose="02010600030101010101" pitchFamily="2" charset="-122"/>
                <a:cs typeface="宋体" panose="02010600030101010101" pitchFamily="2" charset="-122"/>
              </a:rPr>
              <a:t>顺序表的</a:t>
            </a:r>
            <a:r>
              <a:rPr lang="zh-CN" altLang="zh-CN" sz="1800" dirty="0">
                <a:effectLst/>
                <a:latin typeface="Calibri" panose="020F0502020204030204" pitchFamily="34" charset="0"/>
                <a:ea typeface="宋体" panose="02010600030101010101" pitchFamily="2" charset="-122"/>
                <a:cs typeface="宋体" panose="02010600030101010101" pitchFamily="2" charset="-122"/>
              </a:rPr>
              <a:t>第</a:t>
            </a:r>
            <a:r>
              <a:rPr lang="en-US" altLang="zh-CN" sz="1800" dirty="0" err="1">
                <a:effectLst/>
                <a:latin typeface="Calibri" panose="020F0502020204030204" pitchFamily="34" charset="0"/>
                <a:ea typeface="??"/>
                <a:cs typeface="Calibri" panose="020F0502020204030204" pitchFamily="34" charset="0"/>
              </a:rPr>
              <a:t>i</a:t>
            </a:r>
            <a:r>
              <a:rPr lang="zh-CN" altLang="zh-CN" sz="1800" dirty="0">
                <a:effectLst/>
                <a:latin typeface="Calibri" panose="020F0502020204030204" pitchFamily="34" charset="0"/>
                <a:ea typeface="宋体" panose="02010600030101010101" pitchFamily="2" charset="-122"/>
                <a:cs typeface="宋体" panose="02010600030101010101" pitchFamily="2" charset="-122"/>
              </a:rPr>
              <a:t>个位置上，但是，当前它在</a:t>
            </a:r>
            <a:r>
              <a:rPr lang="en-US" altLang="zh-CN" sz="1800" dirty="0">
                <a:effectLst/>
                <a:latin typeface="Calibri" panose="020F0502020204030204" pitchFamily="34" charset="0"/>
                <a:ea typeface="??"/>
                <a:cs typeface="Calibri" panose="020F0502020204030204" pitchFamily="34" charset="0"/>
              </a:rPr>
              <a:t>p</a:t>
            </a:r>
            <a:r>
              <a:rPr lang="zh-CN" altLang="zh-CN" sz="1800" dirty="0">
                <a:effectLst/>
                <a:latin typeface="Calibri" panose="020F0502020204030204" pitchFamily="34" charset="0"/>
                <a:ea typeface="宋体" panose="02010600030101010101" pitchFamily="2" charset="-122"/>
                <a:cs typeface="宋体" panose="02010600030101010101" pitchFamily="2" charset="-122"/>
              </a:rPr>
              <a:t>指针所指的位置上，</a:t>
            </a:r>
            <a:r>
              <a:rPr lang="zh-CN" altLang="en-US" sz="1800" dirty="0">
                <a:effectLst/>
                <a:latin typeface="Calibri" panose="020F0502020204030204" pitchFamily="34" charset="0"/>
                <a:ea typeface="宋体" panose="02010600030101010101" pitchFamily="2" charset="-122"/>
                <a:cs typeface="宋体" panose="02010600030101010101" pitchFamily="2" charset="-122"/>
              </a:rPr>
              <a:t>例如，</a:t>
            </a:r>
            <a:r>
              <a:rPr lang="en-US" altLang="zh-CN" sz="1800" dirty="0">
                <a:effectLst/>
                <a:latin typeface="Calibri" panose="020F0502020204030204" pitchFamily="34" charset="0"/>
                <a:ea typeface="宋体" panose="02010600030101010101" pitchFamily="2" charset="-122"/>
                <a:cs typeface="宋体" panose="02010600030101010101" pitchFamily="2" charset="-122"/>
              </a:rPr>
              <a:t>13</a:t>
            </a:r>
            <a:r>
              <a:rPr lang="zh-CN" altLang="en-US" sz="1800" dirty="0">
                <a:effectLst/>
                <a:latin typeface="Calibri" panose="020F0502020204030204" pitchFamily="34" charset="0"/>
                <a:ea typeface="宋体" panose="02010600030101010101" pitchFamily="2" charset="-122"/>
                <a:cs typeface="宋体" panose="02010600030101010101" pitchFamily="2" charset="-122"/>
              </a:rPr>
              <a:t>最小，它应该在位置</a:t>
            </a:r>
            <a:r>
              <a:rPr lang="en-US" altLang="zh-CN" sz="1800" dirty="0">
                <a:effectLst/>
                <a:latin typeface="Calibri" panose="020F0502020204030204" pitchFamily="34" charset="0"/>
                <a:ea typeface="宋体" panose="02010600030101010101" pitchFamily="2" charset="-122"/>
                <a:cs typeface="宋体" panose="02010600030101010101" pitchFamily="2" charset="-122"/>
              </a:rPr>
              <a:t>1</a:t>
            </a:r>
            <a:r>
              <a:rPr lang="zh-CN" altLang="en-US" sz="1800" dirty="0">
                <a:effectLst/>
                <a:latin typeface="Calibri" panose="020F0502020204030204" pitchFamily="34" charset="0"/>
                <a:ea typeface="宋体" panose="02010600030101010101" pitchFamily="2" charset="-122"/>
                <a:cs typeface="宋体" panose="02010600030101010101" pitchFamily="2" charset="-122"/>
              </a:rPr>
              <a:t>，但现在它在位置</a:t>
            </a:r>
            <a:r>
              <a:rPr lang="en-US" altLang="zh-CN" sz="1800" dirty="0">
                <a:effectLst/>
                <a:latin typeface="Calibri" panose="020F0502020204030204" pitchFamily="34" charset="0"/>
                <a:ea typeface="宋体" panose="02010600030101010101" pitchFamily="2" charset="-122"/>
                <a:cs typeface="宋体" panose="02010600030101010101" pitchFamily="2" charset="-122"/>
              </a:rPr>
              <a:t>6</a:t>
            </a:r>
            <a:r>
              <a:rPr lang="zh-CN" altLang="en-US" sz="1800" dirty="0">
                <a:effectLst/>
                <a:latin typeface="Calibri" panose="020F0502020204030204" pitchFamily="34" charset="0"/>
                <a:ea typeface="宋体" panose="02010600030101010101" pitchFamily="2" charset="-122"/>
                <a:cs typeface="宋体" panose="02010600030101010101" pitchFamily="2" charset="-122"/>
              </a:rPr>
              <a:t>。</a:t>
            </a:r>
            <a:endParaRPr lang="en-US" altLang="zh-CN" sz="1800" dirty="0">
              <a:effectLst/>
              <a:latin typeface="Calibri" panose="020F0502020204030204" pitchFamily="34" charset="0"/>
              <a:ea typeface="宋体" panose="02010600030101010101" pitchFamily="2" charset="-122"/>
              <a:cs typeface="宋体" panose="02010600030101010101" pitchFamily="2" charset="-122"/>
            </a:endParaRPr>
          </a:p>
          <a:p>
            <a:pPr>
              <a:lnSpc>
                <a:spcPct val="115000"/>
              </a:lnSpc>
            </a:pPr>
            <a:r>
              <a:rPr lang="zh-CN" altLang="en-US" sz="1800" dirty="0">
                <a:effectLst/>
                <a:latin typeface="Calibri" panose="020F0502020204030204" pitchFamily="34" charset="0"/>
                <a:ea typeface="宋体" panose="02010600030101010101" pitchFamily="2" charset="-122"/>
                <a:cs typeface="宋体" panose="02010600030101010101" pitchFamily="2" charset="-122"/>
              </a:rPr>
              <a:t>（</a:t>
            </a:r>
            <a:r>
              <a:rPr lang="en-US" altLang="zh-CN" sz="1800" dirty="0">
                <a:effectLst/>
                <a:latin typeface="Calibri" panose="020F0502020204030204" pitchFamily="34" charset="0"/>
                <a:ea typeface="宋体" panose="02010600030101010101" pitchFamily="2" charset="-122"/>
                <a:cs typeface="宋体" panose="02010600030101010101" pitchFamily="2" charset="-122"/>
              </a:rPr>
              <a:t>8</a:t>
            </a:r>
            <a:r>
              <a:rPr lang="zh-CN" altLang="en-US" sz="1800" dirty="0">
                <a:effectLst/>
                <a:latin typeface="Calibri" panose="020F0502020204030204" pitchFamily="34" charset="0"/>
                <a:ea typeface="宋体" panose="02010600030101010101" pitchFamily="2" charset="-122"/>
                <a:cs typeface="宋体" panose="02010600030101010101" pitchFamily="2" charset="-122"/>
              </a:rPr>
              <a:t>）</a:t>
            </a:r>
            <a:r>
              <a:rPr lang="zh-CN" altLang="zh-CN" sz="1800" dirty="0">
                <a:effectLst/>
                <a:latin typeface="Calibri" panose="020F0502020204030204" pitchFamily="34" charset="0"/>
                <a:ea typeface="宋体" panose="02010600030101010101" pitchFamily="2" charset="-122"/>
                <a:cs typeface="宋体" panose="02010600030101010101" pitchFamily="2" charset="-122"/>
              </a:rPr>
              <a:t>因此，需要将顺序表中</a:t>
            </a:r>
            <a:r>
              <a:rPr lang="en-US" altLang="zh-CN" sz="1800" dirty="0">
                <a:effectLst/>
                <a:latin typeface="Calibri" panose="020F0502020204030204" pitchFamily="34" charset="0"/>
                <a:ea typeface="??"/>
                <a:cs typeface="Calibri" panose="020F0502020204030204" pitchFamily="34" charset="0"/>
              </a:rPr>
              <a:t>p</a:t>
            </a:r>
            <a:r>
              <a:rPr lang="zh-CN" altLang="zh-CN" sz="1800" dirty="0">
                <a:effectLst/>
                <a:latin typeface="Calibri" panose="020F0502020204030204" pitchFamily="34" charset="0"/>
                <a:ea typeface="宋体" panose="02010600030101010101" pitchFamily="2" charset="-122"/>
                <a:cs typeface="宋体" panose="02010600030101010101" pitchFamily="2" charset="-122"/>
              </a:rPr>
              <a:t>和</a:t>
            </a:r>
            <a:r>
              <a:rPr lang="en-US" altLang="zh-CN" sz="1800" dirty="0" err="1">
                <a:effectLst/>
                <a:latin typeface="Calibri" panose="020F0502020204030204" pitchFamily="34" charset="0"/>
                <a:ea typeface="??"/>
                <a:cs typeface="Calibri" panose="020F0502020204030204" pitchFamily="34" charset="0"/>
              </a:rPr>
              <a:t>i</a:t>
            </a:r>
            <a:r>
              <a:rPr lang="zh-CN" altLang="zh-CN" sz="1800" dirty="0">
                <a:effectLst/>
                <a:latin typeface="Calibri" panose="020F0502020204030204" pitchFamily="34" charset="0"/>
                <a:ea typeface="宋体" panose="02010600030101010101" pitchFamily="2" charset="-122"/>
                <a:cs typeface="宋体" panose="02010600030101010101" pitchFamily="2" charset="-122"/>
              </a:rPr>
              <a:t>分别所指的这两个记录进行互换，和它们相应的指针数组中的值也进行互换。</a:t>
            </a:r>
            <a:r>
              <a:rPr lang="zh-CN" altLang="en-US" sz="1800" dirty="0">
                <a:effectLst/>
                <a:latin typeface="Calibri" panose="020F0502020204030204" pitchFamily="34" charset="0"/>
                <a:ea typeface="宋体" panose="02010600030101010101" pitchFamily="2" charset="-122"/>
                <a:cs typeface="宋体" panose="02010600030101010101" pitchFamily="2" charset="-122"/>
              </a:rPr>
              <a:t>当然，还要做一些相应的操作，才能使所有记录都归位。</a:t>
            </a:r>
            <a:r>
              <a:rPr lang="en-US" altLang="zh-CN" sz="1800" dirty="0">
                <a:effectLst/>
                <a:latin typeface="Calibri" panose="020F0502020204030204" pitchFamily="34" charset="0"/>
                <a:ea typeface="宋体" panose="02010600030101010101" pitchFamily="2" charset="-122"/>
                <a:cs typeface="宋体" panose="02010600030101010101" pitchFamily="2" charset="-122"/>
              </a:rPr>
              <a:t>13</a:t>
            </a:r>
            <a:r>
              <a:rPr lang="zh-CN" altLang="en-US" sz="1800" dirty="0">
                <a:effectLst/>
                <a:latin typeface="Calibri" panose="020F0502020204030204" pitchFamily="34" charset="0"/>
                <a:ea typeface="宋体" panose="02010600030101010101" pitchFamily="2" charset="-122"/>
                <a:cs typeface="宋体" panose="02010600030101010101" pitchFamily="2" charset="-122"/>
              </a:rPr>
              <a:t>就应该与占着</a:t>
            </a:r>
            <a:r>
              <a:rPr lang="en-US" altLang="zh-CN" sz="1800" dirty="0">
                <a:effectLst/>
                <a:latin typeface="Calibri" panose="020F0502020204030204" pitchFamily="34" charset="0"/>
                <a:ea typeface="宋体" panose="02010600030101010101" pitchFamily="2" charset="-122"/>
                <a:cs typeface="宋体" panose="02010600030101010101" pitchFamily="2" charset="-122"/>
              </a:rPr>
              <a:t>1</a:t>
            </a:r>
            <a:r>
              <a:rPr lang="zh-CN" altLang="en-US" sz="1800" dirty="0">
                <a:effectLst/>
                <a:latin typeface="Calibri" panose="020F0502020204030204" pitchFamily="34" charset="0"/>
                <a:ea typeface="宋体" panose="02010600030101010101" pitchFamily="2" charset="-122"/>
                <a:cs typeface="宋体" panose="02010600030101010101" pitchFamily="2" charset="-122"/>
              </a:rPr>
              <a:t>号位的</a:t>
            </a:r>
            <a:r>
              <a:rPr lang="en-US" altLang="zh-CN" sz="1800" dirty="0">
                <a:effectLst/>
                <a:latin typeface="Calibri" panose="020F0502020204030204" pitchFamily="34" charset="0"/>
                <a:ea typeface="宋体" panose="02010600030101010101" pitchFamily="2" charset="-122"/>
                <a:cs typeface="宋体" panose="02010600030101010101" pitchFamily="2" charset="-122"/>
              </a:rPr>
              <a:t>49</a:t>
            </a:r>
            <a:r>
              <a:rPr lang="zh-CN" altLang="en-US" sz="1800" dirty="0">
                <a:effectLst/>
                <a:latin typeface="Calibri" panose="020F0502020204030204" pitchFamily="34" charset="0"/>
                <a:ea typeface="宋体" panose="02010600030101010101" pitchFamily="2" charset="-122"/>
                <a:cs typeface="宋体" panose="02010600030101010101" pitchFamily="2" charset="-122"/>
              </a:rPr>
              <a:t>互换位置。</a:t>
            </a:r>
            <a:br>
              <a:rPr lang="en-US" altLang="zh-CN" sz="1800" dirty="0">
                <a:effectLst/>
                <a:latin typeface="Calibri" panose="020F0502020204030204" pitchFamily="34" charset="0"/>
                <a:ea typeface="??"/>
                <a:cs typeface="Calibri" panose="020F0502020204030204" pitchFamily="34" charset="0"/>
              </a:rPr>
            </a:br>
            <a:r>
              <a:rPr lang="zh-CN" altLang="en-US" sz="1800" dirty="0">
                <a:effectLst/>
                <a:latin typeface="Calibri" panose="020F0502020204030204" pitchFamily="34" charset="0"/>
                <a:ea typeface="??"/>
                <a:cs typeface="Calibri" panose="020F0502020204030204" pitchFamily="34" charset="0"/>
              </a:rPr>
              <a:t>（</a:t>
            </a:r>
            <a:r>
              <a:rPr lang="en-US" altLang="zh-CN" sz="1800" dirty="0">
                <a:effectLst/>
                <a:latin typeface="Calibri" panose="020F0502020204030204" pitchFamily="34" charset="0"/>
                <a:ea typeface="??"/>
                <a:cs typeface="Calibri" panose="020F0502020204030204" pitchFamily="34" charset="0"/>
              </a:rPr>
              <a:t>9</a:t>
            </a:r>
            <a:r>
              <a:rPr lang="zh-CN" altLang="en-US" sz="1800" dirty="0">
                <a:effectLst/>
                <a:latin typeface="Calibri" panose="020F0502020204030204" pitchFamily="34" charset="0"/>
                <a:ea typeface="??"/>
                <a:cs typeface="Calibri" panose="020F0502020204030204" pitchFamily="34" charset="0"/>
              </a:rPr>
              <a:t>）初始，</a:t>
            </a:r>
            <a:r>
              <a:rPr lang="en-US" altLang="zh-CN" sz="1800" dirty="0">
                <a:effectLst/>
                <a:latin typeface="Calibri" panose="020F0502020204030204" pitchFamily="34" charset="0"/>
                <a:ea typeface="??"/>
                <a:cs typeface="Calibri" panose="020F0502020204030204" pitchFamily="34" charset="0"/>
              </a:rPr>
              <a:t>p=6</a:t>
            </a:r>
            <a:r>
              <a:rPr lang="zh-CN" altLang="zh-CN" sz="1800" dirty="0">
                <a:effectLst/>
                <a:latin typeface="Calibri" panose="020F0502020204030204" pitchFamily="34" charset="0"/>
                <a:ea typeface="宋体" panose="02010600030101010101" pitchFamily="2" charset="-122"/>
                <a:cs typeface="宋体" panose="02010600030101010101" pitchFamily="2" charset="-122"/>
              </a:rPr>
              <a:t>，表明关键字最小的记录</a:t>
            </a:r>
            <a:r>
              <a:rPr lang="en-US" altLang="zh-CN" sz="1800" dirty="0">
                <a:effectLst/>
                <a:latin typeface="Calibri" panose="020F0502020204030204" pitchFamily="34" charset="0"/>
                <a:ea typeface="宋体" panose="02010600030101010101" pitchFamily="2" charset="-122"/>
                <a:cs typeface="宋体" panose="02010600030101010101" pitchFamily="2" charset="-122"/>
              </a:rPr>
              <a:t>13</a:t>
            </a:r>
            <a:r>
              <a:rPr lang="zh-CN" altLang="zh-CN" sz="1800" dirty="0">
                <a:effectLst/>
                <a:latin typeface="Calibri" panose="020F0502020204030204" pitchFamily="34" charset="0"/>
                <a:ea typeface="宋体" panose="02010600030101010101" pitchFamily="2" charset="-122"/>
                <a:cs typeface="宋体" panose="02010600030101010101" pitchFamily="2" charset="-122"/>
              </a:rPr>
              <a:t>当前在顺序表中下标为</a:t>
            </a:r>
            <a:r>
              <a:rPr lang="en-US" altLang="zh-CN" sz="1800" dirty="0">
                <a:effectLst/>
                <a:latin typeface="Calibri" panose="020F0502020204030204" pitchFamily="34" charset="0"/>
                <a:ea typeface="宋体" panose="02010600030101010101" pitchFamily="2" charset="-122"/>
                <a:cs typeface="宋体" panose="02010600030101010101" pitchFamily="2" charset="-122"/>
              </a:rPr>
              <a:t>6</a:t>
            </a:r>
            <a:r>
              <a:rPr lang="zh-CN" altLang="zh-CN" sz="1800" dirty="0">
                <a:effectLst/>
                <a:latin typeface="Calibri" panose="020F0502020204030204" pitchFamily="34" charset="0"/>
                <a:ea typeface="宋体" panose="02010600030101010101" pitchFamily="2" charset="-122"/>
                <a:cs typeface="宋体" panose="02010600030101010101" pitchFamily="2" charset="-122"/>
              </a:rPr>
              <a:t>的位置上，</a:t>
            </a:r>
            <a:endParaRPr lang="en-US" altLang="zh-CN" sz="1800" dirty="0">
              <a:effectLst/>
              <a:latin typeface="Calibri" panose="020F0502020204030204" pitchFamily="34" charset="0"/>
              <a:ea typeface="宋体" panose="02010600030101010101" pitchFamily="2" charset="-122"/>
              <a:cs typeface="宋体" panose="02010600030101010101" pitchFamily="2" charset="-122"/>
            </a:endParaRPr>
          </a:p>
          <a:p>
            <a:pPr>
              <a:lnSpc>
                <a:spcPct val="115000"/>
              </a:lnSpc>
            </a:pPr>
            <a:r>
              <a:rPr lang="zh-CN" altLang="en-US" sz="1800" dirty="0">
                <a:effectLst/>
                <a:latin typeface="Calibri" panose="020F0502020204030204" pitchFamily="34" charset="0"/>
                <a:ea typeface="宋体" panose="02010600030101010101" pitchFamily="2" charset="-122"/>
                <a:cs typeface="宋体" panose="02010600030101010101" pitchFamily="2" charset="-122"/>
              </a:rPr>
              <a:t>（</a:t>
            </a:r>
            <a:r>
              <a:rPr lang="en-US" altLang="zh-CN" sz="1800" dirty="0">
                <a:effectLst/>
                <a:latin typeface="Calibri" panose="020F0502020204030204" pitchFamily="34" charset="0"/>
                <a:ea typeface="宋体" panose="02010600030101010101" pitchFamily="2" charset="-122"/>
                <a:cs typeface="宋体" panose="02010600030101010101" pitchFamily="2" charset="-122"/>
              </a:rPr>
              <a:t>10</a:t>
            </a:r>
            <a:r>
              <a:rPr lang="zh-CN" altLang="en-US" sz="1800" dirty="0">
                <a:effectLst/>
                <a:latin typeface="Calibri" panose="020F0502020204030204" pitchFamily="34" charset="0"/>
                <a:ea typeface="宋体" panose="02010600030101010101" pitchFamily="2" charset="-122"/>
                <a:cs typeface="宋体" panose="02010600030101010101" pitchFamily="2" charset="-122"/>
              </a:rPr>
              <a:t>）</a:t>
            </a:r>
            <a:r>
              <a:rPr lang="en-US" altLang="zh-CN" sz="1800" dirty="0" err="1">
                <a:effectLst/>
                <a:latin typeface="Calibri" panose="020F0502020204030204" pitchFamily="34" charset="0"/>
                <a:ea typeface="??"/>
                <a:cs typeface="Calibri" panose="020F0502020204030204" pitchFamily="34" charset="0"/>
              </a:rPr>
              <a:t>i</a:t>
            </a:r>
            <a:r>
              <a:rPr lang="en-US" altLang="zh-CN" sz="1800" dirty="0">
                <a:effectLst/>
                <a:latin typeface="Calibri" panose="020F0502020204030204" pitchFamily="34" charset="0"/>
                <a:ea typeface="??"/>
                <a:cs typeface="Calibri" panose="020F0502020204030204" pitchFamily="34" charset="0"/>
              </a:rPr>
              <a:t>=1</a:t>
            </a:r>
            <a:r>
              <a:rPr lang="zh-CN" altLang="zh-CN" sz="1800" dirty="0">
                <a:effectLst/>
                <a:latin typeface="Calibri" panose="020F0502020204030204" pitchFamily="34" charset="0"/>
                <a:ea typeface="宋体" panose="02010600030101010101" pitchFamily="2" charset="-122"/>
                <a:cs typeface="宋体" panose="02010600030101010101" pitchFamily="2" charset="-122"/>
              </a:rPr>
              <a:t>，</a:t>
            </a:r>
            <a:r>
              <a:rPr lang="zh-CN" altLang="en-US" sz="1800" dirty="0">
                <a:effectLst/>
                <a:latin typeface="Calibri" panose="020F0502020204030204" pitchFamily="34" charset="0"/>
                <a:ea typeface="宋体" panose="02010600030101010101" pitchFamily="2" charset="-122"/>
                <a:cs typeface="宋体" panose="02010600030101010101" pitchFamily="2" charset="-122"/>
              </a:rPr>
              <a:t>是</a:t>
            </a:r>
            <a:r>
              <a:rPr lang="en-US" altLang="zh-CN" sz="1800" dirty="0">
                <a:effectLst/>
                <a:latin typeface="Calibri" panose="020F0502020204030204" pitchFamily="34" charset="0"/>
                <a:ea typeface="宋体" panose="02010600030101010101" pitchFamily="2" charset="-122"/>
                <a:cs typeface="宋体" panose="02010600030101010101" pitchFamily="2" charset="-122"/>
              </a:rPr>
              <a:t>13</a:t>
            </a:r>
            <a:r>
              <a:rPr lang="zh-CN" altLang="en-US" sz="1800" dirty="0">
                <a:effectLst/>
                <a:latin typeface="Calibri" panose="020F0502020204030204" pitchFamily="34" charset="0"/>
                <a:ea typeface="宋体" panose="02010600030101010101" pitchFamily="2" charset="-122"/>
                <a:cs typeface="宋体" panose="02010600030101010101" pitchFamily="2" charset="-122"/>
              </a:rPr>
              <a:t>应该移到</a:t>
            </a:r>
            <a:r>
              <a:rPr lang="en-US" altLang="zh-CN" sz="1800" dirty="0">
                <a:effectLst/>
                <a:latin typeface="Calibri" panose="020F0502020204030204" pitchFamily="34" charset="0"/>
                <a:ea typeface="宋体" panose="02010600030101010101" pitchFamily="2" charset="-122"/>
                <a:cs typeface="宋体" panose="02010600030101010101" pitchFamily="2" charset="-122"/>
              </a:rPr>
              <a:t>1</a:t>
            </a:r>
            <a:r>
              <a:rPr lang="zh-CN" altLang="en-US" sz="1800" dirty="0">
                <a:effectLst/>
                <a:latin typeface="Calibri" panose="020F0502020204030204" pitchFamily="34" charset="0"/>
                <a:ea typeface="宋体" panose="02010600030101010101" pitchFamily="2" charset="-122"/>
                <a:cs typeface="宋体" panose="02010600030101010101" pitchFamily="2" charset="-122"/>
              </a:rPr>
              <a:t>号位。</a:t>
            </a:r>
            <a:endParaRPr lang="en-US" altLang="zh-CN" sz="1800" dirty="0">
              <a:effectLst/>
              <a:latin typeface="Calibri" panose="020F0502020204030204" pitchFamily="34" charset="0"/>
              <a:ea typeface="宋体" panose="02010600030101010101" pitchFamily="2" charset="-122"/>
              <a:cs typeface="宋体" panose="02010600030101010101" pitchFamily="2" charset="-122"/>
            </a:endParaRPr>
          </a:p>
          <a:p>
            <a:pPr>
              <a:lnSpc>
                <a:spcPct val="115000"/>
              </a:lnSpc>
            </a:pPr>
            <a:r>
              <a:rPr lang="zh-CN" altLang="en-US" sz="1800" dirty="0">
                <a:effectLst/>
                <a:latin typeface="Calibri" panose="020F0502020204030204" pitchFamily="34" charset="0"/>
                <a:ea typeface="宋体" panose="02010600030101010101" pitchFamily="2" charset="-122"/>
                <a:cs typeface="Calibri" panose="020F0502020204030204" pitchFamily="34" charset="0"/>
              </a:rPr>
              <a:t>（</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11</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while</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循环判断，</a:t>
            </a:r>
            <a:r>
              <a:rPr lang="en-US" altLang="zh-CN" sz="1800" dirty="0" err="1">
                <a:effectLst/>
                <a:latin typeface="Calibri" panose="020F0502020204030204" pitchFamily="34" charset="0"/>
                <a:ea typeface="宋体" panose="02010600030101010101" pitchFamily="2" charset="-122"/>
                <a:cs typeface="Calibri" panose="020F0502020204030204" pitchFamily="34" charset="0"/>
              </a:rPr>
              <a:t>i</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不小于</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p</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，退出循环。后面将会看到，这个</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while</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循环是专门寻找那些曾被换了位但还没有到位的记录的。</a:t>
            </a:r>
            <a:endParaRPr lang="zh-CN" altLang="zh-CN" sz="1800" dirty="0">
              <a:effectLst/>
              <a:latin typeface="Calibri" panose="020F0502020204030204" pitchFamily="34" charset="0"/>
              <a:ea typeface="??"/>
              <a:cs typeface="Calibri" panose="020F0502020204030204" pitchFamily="34" charset="0"/>
            </a:endParaRPr>
          </a:p>
          <a:p>
            <a:pPr>
              <a:lnSpc>
                <a:spcPct val="115000"/>
              </a:lnSpc>
            </a:pPr>
            <a:r>
              <a:rPr lang="zh-CN" altLang="en-US" sz="1800" dirty="0">
                <a:effectLst/>
                <a:latin typeface="Calibri" panose="020F0502020204030204" pitchFamily="34" charset="0"/>
                <a:ea typeface="宋体" panose="02010600030101010101" pitchFamily="2" charset="-122"/>
                <a:cs typeface="宋体" panose="02010600030101010101" pitchFamily="2" charset="-122"/>
              </a:rPr>
              <a:t>（</a:t>
            </a:r>
            <a:r>
              <a:rPr lang="en-US" altLang="zh-CN" sz="1800" dirty="0">
                <a:effectLst/>
                <a:latin typeface="Calibri" panose="020F0502020204030204" pitchFamily="34" charset="0"/>
                <a:ea typeface="宋体" panose="02010600030101010101" pitchFamily="2" charset="-122"/>
                <a:cs typeface="宋体" panose="02010600030101010101" pitchFamily="2" charset="-122"/>
              </a:rPr>
              <a:t>12</a:t>
            </a:r>
            <a:r>
              <a:rPr lang="zh-CN" altLang="en-US" sz="1800" dirty="0">
                <a:effectLst/>
                <a:latin typeface="Calibri" panose="020F0502020204030204" pitchFamily="34" charset="0"/>
                <a:ea typeface="宋体" panose="02010600030101010101" pitchFamily="2" charset="-122"/>
                <a:cs typeface="宋体" panose="02010600030101010101" pitchFamily="2" charset="-122"/>
              </a:rPr>
              <a:t>）</a:t>
            </a:r>
            <a:r>
              <a:rPr lang="zh-CN" altLang="zh-CN" sz="1800" dirty="0">
                <a:effectLst/>
                <a:latin typeface="Calibri" panose="020F0502020204030204" pitchFamily="34" charset="0"/>
                <a:ea typeface="宋体" panose="02010600030101010101" pitchFamily="2" charset="-122"/>
                <a:cs typeface="宋体" panose="02010600030101010101" pitchFamily="2" charset="-122"/>
              </a:rPr>
              <a:t>指针</a:t>
            </a:r>
            <a:r>
              <a:rPr lang="en-US" altLang="zh-CN" sz="1800" dirty="0">
                <a:effectLst/>
                <a:latin typeface="Calibri" panose="020F0502020204030204" pitchFamily="34" charset="0"/>
                <a:ea typeface="??"/>
                <a:cs typeface="Calibri" panose="020F0502020204030204" pitchFamily="34" charset="0"/>
              </a:rPr>
              <a:t>q</a:t>
            </a:r>
            <a:r>
              <a:rPr lang="zh-CN" altLang="zh-CN" sz="1800" dirty="0">
                <a:effectLst/>
                <a:latin typeface="Calibri" panose="020F0502020204030204" pitchFamily="34" charset="0"/>
                <a:ea typeface="宋体" panose="02010600030101010101" pitchFamily="2" charset="-122"/>
                <a:cs typeface="宋体" panose="02010600030101010101" pitchFamily="2" charset="-122"/>
              </a:rPr>
              <a:t>应该指向指针</a:t>
            </a:r>
            <a:r>
              <a:rPr lang="en-US" altLang="zh-CN" sz="1800" dirty="0">
                <a:effectLst/>
                <a:latin typeface="Calibri" panose="020F0502020204030204" pitchFamily="34" charset="0"/>
                <a:ea typeface="??"/>
                <a:cs typeface="Calibri" panose="020F0502020204030204" pitchFamily="34" charset="0"/>
              </a:rPr>
              <a:t>p</a:t>
            </a:r>
            <a:r>
              <a:rPr lang="zh-CN" altLang="zh-CN" sz="1800" dirty="0">
                <a:effectLst/>
                <a:latin typeface="Calibri" panose="020F0502020204030204" pitchFamily="34" charset="0"/>
                <a:ea typeface="宋体" panose="02010600030101010101" pitchFamily="2" charset="-122"/>
                <a:cs typeface="宋体" panose="02010600030101010101" pitchFamily="2" charset="-122"/>
              </a:rPr>
              <a:t>所指记录</a:t>
            </a:r>
            <a:r>
              <a:rPr lang="zh-CN" altLang="en-US" sz="1800" dirty="0">
                <a:effectLst/>
                <a:latin typeface="Calibri" panose="020F0502020204030204" pitchFamily="34" charset="0"/>
                <a:ea typeface="宋体" panose="02010600030101010101" pitchFamily="2" charset="-122"/>
                <a:cs typeface="宋体" panose="02010600030101010101" pitchFamily="2" charset="-122"/>
              </a:rPr>
              <a:t>在有序链表</a:t>
            </a:r>
            <a:r>
              <a:rPr lang="zh-CN" altLang="zh-CN" sz="1800" dirty="0">
                <a:effectLst/>
                <a:latin typeface="Calibri" panose="020F0502020204030204" pitchFamily="34" charset="0"/>
                <a:ea typeface="宋体" panose="02010600030101010101" pitchFamily="2" charset="-122"/>
                <a:cs typeface="宋体" panose="02010600030101010101" pitchFamily="2" charset="-122"/>
              </a:rPr>
              <a:t>的后继，因此</a:t>
            </a:r>
            <a:r>
              <a:rPr lang="en-US" altLang="zh-CN" sz="1800" dirty="0">
                <a:effectLst/>
                <a:latin typeface="Calibri" panose="020F0502020204030204" pitchFamily="34" charset="0"/>
                <a:ea typeface="??"/>
                <a:cs typeface="Calibri" panose="020F0502020204030204" pitchFamily="34" charset="0"/>
              </a:rPr>
              <a:t>q</a:t>
            </a:r>
            <a:r>
              <a:rPr lang="zh-CN" altLang="zh-CN" sz="1800" dirty="0">
                <a:effectLst/>
                <a:latin typeface="Calibri" panose="020F0502020204030204" pitchFamily="34" charset="0"/>
                <a:ea typeface="宋体" panose="02010600030101010101" pitchFamily="2" charset="-122"/>
                <a:cs typeface="宋体" panose="02010600030101010101" pitchFamily="2" charset="-122"/>
              </a:rPr>
              <a:t>就等于</a:t>
            </a:r>
            <a:r>
              <a:rPr lang="en-US" altLang="zh-CN" sz="1800" dirty="0">
                <a:effectLst/>
                <a:latin typeface="Calibri" panose="020F0502020204030204" pitchFamily="34" charset="0"/>
                <a:ea typeface="宋体" panose="02010600030101010101" pitchFamily="2" charset="-122"/>
                <a:cs typeface="宋体" panose="02010600030101010101" pitchFamily="2" charset="-122"/>
              </a:rPr>
              <a:t>7</a:t>
            </a:r>
            <a:r>
              <a:rPr lang="zh-CN" altLang="en-US" sz="1800" dirty="0">
                <a:effectLst/>
                <a:latin typeface="Calibri" panose="020F0502020204030204" pitchFamily="34" charset="0"/>
                <a:ea typeface="宋体" panose="02010600030101010101" pitchFamily="2" charset="-122"/>
                <a:cs typeface="宋体" panose="02010600030101010101" pitchFamily="2" charset="-122"/>
              </a:rPr>
              <a:t>，指向</a:t>
            </a:r>
            <a:r>
              <a:rPr lang="en-US" altLang="zh-CN" sz="1800" dirty="0">
                <a:effectLst/>
                <a:latin typeface="Calibri" panose="020F0502020204030204" pitchFamily="34" charset="0"/>
                <a:ea typeface="宋体" panose="02010600030101010101" pitchFamily="2" charset="-122"/>
                <a:cs typeface="宋体" panose="02010600030101010101" pitchFamily="2" charset="-122"/>
              </a:rPr>
              <a:t>27</a:t>
            </a:r>
            <a:r>
              <a:rPr lang="zh-CN" altLang="zh-CN" sz="1800" dirty="0">
                <a:effectLst/>
                <a:latin typeface="Calibri" panose="020F0502020204030204" pitchFamily="34" charset="0"/>
                <a:ea typeface="宋体" panose="02010600030101010101" pitchFamily="2" charset="-122"/>
                <a:cs typeface="宋体" panose="02010600030101010101" pitchFamily="2" charset="-122"/>
              </a:rPr>
              <a:t>。</a:t>
            </a:r>
            <a:r>
              <a:rPr lang="zh-CN" altLang="en-US" sz="1800" dirty="0">
                <a:effectLst/>
                <a:latin typeface="Calibri" panose="020F0502020204030204" pitchFamily="34" charset="0"/>
                <a:ea typeface="宋体" panose="02010600030101010101" pitchFamily="2" charset="-122"/>
                <a:cs typeface="宋体" panose="02010600030101010101" pitchFamily="2" charset="-122"/>
              </a:rPr>
              <a:t>抓住后继结点，这是链表操作的常规动作，</a:t>
            </a:r>
            <a:br>
              <a:rPr lang="en-US" altLang="zh-CN" sz="1800" dirty="0">
                <a:effectLst/>
                <a:latin typeface="Calibri" panose="020F0502020204030204" pitchFamily="34" charset="0"/>
                <a:ea typeface="??"/>
                <a:cs typeface="Calibri" panose="020F0502020204030204" pitchFamily="34" charset="0"/>
              </a:rPr>
            </a:br>
            <a:r>
              <a:rPr lang="zh-CN" altLang="en-US" sz="1800" dirty="0">
                <a:effectLst/>
                <a:latin typeface="Calibri" panose="020F0502020204030204" pitchFamily="34" charset="0"/>
                <a:ea typeface="??"/>
                <a:cs typeface="Calibri" panose="020F0502020204030204" pitchFamily="34" charset="0"/>
              </a:rPr>
              <a:t>（</a:t>
            </a:r>
            <a:r>
              <a:rPr lang="en-US" altLang="zh-CN" sz="1800" dirty="0">
                <a:effectLst/>
                <a:latin typeface="Calibri" panose="020F0502020204030204" pitchFamily="34" charset="0"/>
                <a:ea typeface="??"/>
                <a:cs typeface="Calibri" panose="020F0502020204030204" pitchFamily="34" charset="0"/>
              </a:rPr>
              <a:t>13</a:t>
            </a:r>
            <a:r>
              <a:rPr lang="zh-CN" altLang="en-US" sz="1800" dirty="0">
                <a:effectLst/>
                <a:latin typeface="Calibri" panose="020F0502020204030204" pitchFamily="34" charset="0"/>
                <a:ea typeface="??"/>
                <a:cs typeface="Calibri" panose="020F0502020204030204" pitchFamily="34" charset="0"/>
              </a:rPr>
              <a:t>）判断</a:t>
            </a:r>
            <a:r>
              <a:rPr lang="en-US" altLang="zh-CN" sz="1800" dirty="0">
                <a:effectLst/>
                <a:latin typeface="Calibri" panose="020F0502020204030204" pitchFamily="34" charset="0"/>
                <a:ea typeface="??"/>
                <a:cs typeface="Calibri" panose="020F0502020204030204" pitchFamily="34" charset="0"/>
              </a:rPr>
              <a:t>p</a:t>
            </a:r>
            <a:r>
              <a:rPr lang="zh-CN" altLang="en-US" sz="1800" dirty="0">
                <a:effectLst/>
                <a:latin typeface="Calibri" panose="020F0502020204030204" pitchFamily="34" charset="0"/>
                <a:ea typeface="??"/>
                <a:cs typeface="Calibri" panose="020F0502020204030204" pitchFamily="34" charset="0"/>
              </a:rPr>
              <a:t>不等于</a:t>
            </a:r>
            <a:r>
              <a:rPr lang="en-US" altLang="zh-CN" sz="1800" dirty="0" err="1">
                <a:effectLst/>
                <a:latin typeface="Calibri" panose="020F0502020204030204" pitchFamily="34" charset="0"/>
                <a:ea typeface="??"/>
                <a:cs typeface="Calibri" panose="020F0502020204030204" pitchFamily="34" charset="0"/>
              </a:rPr>
              <a:t>i</a:t>
            </a:r>
            <a:r>
              <a:rPr lang="zh-CN" altLang="en-US" sz="1800" dirty="0">
                <a:effectLst/>
                <a:latin typeface="Calibri" panose="020F0502020204030204" pitchFamily="34" charset="0"/>
                <a:ea typeface="??"/>
                <a:cs typeface="Calibri" panose="020F0502020204030204" pitchFamily="34" charset="0"/>
              </a:rPr>
              <a:t>成立，就是确认第</a:t>
            </a:r>
            <a:r>
              <a:rPr lang="en-US" altLang="zh-CN" sz="1800" dirty="0" err="1">
                <a:effectLst/>
                <a:latin typeface="Calibri" panose="020F0502020204030204" pitchFamily="34" charset="0"/>
                <a:ea typeface="??"/>
                <a:cs typeface="Calibri" panose="020F0502020204030204" pitchFamily="34" charset="0"/>
              </a:rPr>
              <a:t>i</a:t>
            </a:r>
            <a:r>
              <a:rPr lang="zh-CN" altLang="en-US" sz="1800" dirty="0">
                <a:effectLst/>
                <a:latin typeface="Calibri" panose="020F0502020204030204" pitchFamily="34" charset="0"/>
                <a:ea typeface="??"/>
                <a:cs typeface="Calibri" panose="020F0502020204030204" pitchFamily="34" charset="0"/>
              </a:rPr>
              <a:t>记录</a:t>
            </a:r>
            <a:r>
              <a:rPr lang="en-US" altLang="zh-CN" sz="1800" dirty="0">
                <a:effectLst/>
                <a:latin typeface="Calibri" panose="020F0502020204030204" pitchFamily="34" charset="0"/>
                <a:ea typeface="??"/>
                <a:cs typeface="Calibri" panose="020F0502020204030204" pitchFamily="34" charset="0"/>
              </a:rPr>
              <a:t>13</a:t>
            </a:r>
            <a:r>
              <a:rPr lang="zh-CN" altLang="en-US" sz="1800" dirty="0">
                <a:effectLst/>
                <a:latin typeface="Calibri" panose="020F0502020204030204" pitchFamily="34" charset="0"/>
                <a:ea typeface="??"/>
                <a:cs typeface="Calibri" panose="020F0502020204030204" pitchFamily="34" charset="0"/>
              </a:rPr>
              <a:t>确实还不在位。</a:t>
            </a:r>
            <a:r>
              <a:rPr lang="zh-CN" altLang="zh-CN" sz="1800" dirty="0">
                <a:effectLst/>
                <a:latin typeface="Calibri" panose="020F0502020204030204" pitchFamily="34" charset="0"/>
                <a:ea typeface="宋体" panose="02010600030101010101" pitchFamily="2" charset="-122"/>
                <a:cs typeface="宋体" panose="02010600030101010101" pitchFamily="2" charset="-122"/>
              </a:rPr>
              <a:t>现在，我们就需要将下标为</a:t>
            </a:r>
            <a:r>
              <a:rPr lang="en-US" altLang="zh-CN" sz="1800" dirty="0">
                <a:effectLst/>
                <a:latin typeface="Calibri" panose="020F0502020204030204" pitchFamily="34" charset="0"/>
                <a:ea typeface="宋体" panose="02010600030101010101" pitchFamily="2" charset="-122"/>
                <a:cs typeface="宋体" panose="02010600030101010101" pitchFamily="2" charset="-122"/>
              </a:rPr>
              <a:t>1</a:t>
            </a:r>
            <a:r>
              <a:rPr lang="zh-CN" altLang="zh-CN" sz="1800" dirty="0">
                <a:effectLst/>
                <a:latin typeface="Calibri" panose="020F0502020204030204" pitchFamily="34" charset="0"/>
                <a:ea typeface="宋体" panose="02010600030101010101" pitchFamily="2" charset="-122"/>
                <a:cs typeface="宋体" panose="02010600030101010101" pitchFamily="2" charset="-122"/>
              </a:rPr>
              <a:t>和</a:t>
            </a:r>
            <a:r>
              <a:rPr lang="en-US" altLang="zh-CN" sz="1800" dirty="0">
                <a:effectLst/>
                <a:latin typeface="Calibri" panose="020F0502020204030204" pitchFamily="34" charset="0"/>
                <a:ea typeface="宋体" panose="02010600030101010101" pitchFamily="2" charset="-122"/>
                <a:cs typeface="宋体" panose="02010600030101010101" pitchFamily="2" charset="-122"/>
              </a:rPr>
              <a:t>6</a:t>
            </a:r>
            <a:r>
              <a:rPr lang="zh-CN" altLang="zh-CN" sz="1800" dirty="0">
                <a:effectLst/>
                <a:latin typeface="Calibri" panose="020F0502020204030204" pitchFamily="34" charset="0"/>
                <a:ea typeface="宋体" panose="02010600030101010101" pitchFamily="2" charset="-122"/>
                <a:cs typeface="宋体" panose="02010600030101010101" pitchFamily="2" charset="-122"/>
              </a:rPr>
              <a:t>的这一对记录和指针进行互换，</a:t>
            </a:r>
            <a:br>
              <a:rPr lang="en-US" altLang="zh-CN" sz="1800" dirty="0">
                <a:effectLst/>
                <a:latin typeface="Calibri" panose="020F0502020204030204" pitchFamily="34" charset="0"/>
                <a:ea typeface="??"/>
                <a:cs typeface="Calibri" panose="020F0502020204030204" pitchFamily="34" charset="0"/>
              </a:rPr>
            </a:br>
            <a:r>
              <a:rPr lang="zh-CN" altLang="en-US" sz="1800" dirty="0">
                <a:effectLst/>
                <a:latin typeface="Calibri" panose="020F0502020204030204" pitchFamily="34" charset="0"/>
                <a:ea typeface="??"/>
                <a:cs typeface="Calibri" panose="020F0502020204030204" pitchFamily="34" charset="0"/>
              </a:rPr>
              <a:t>（</a:t>
            </a:r>
            <a:r>
              <a:rPr lang="en-US" altLang="zh-CN" sz="1800" dirty="0">
                <a:effectLst/>
                <a:latin typeface="Calibri" panose="020F0502020204030204" pitchFamily="34" charset="0"/>
                <a:ea typeface="??"/>
                <a:cs typeface="Calibri" panose="020F0502020204030204" pitchFamily="34" charset="0"/>
              </a:rPr>
              <a:t>14</a:t>
            </a:r>
            <a:r>
              <a:rPr lang="zh-CN" altLang="en-US" sz="1800" dirty="0">
                <a:effectLst/>
                <a:latin typeface="Calibri" panose="020F0502020204030204" pitchFamily="34" charset="0"/>
                <a:ea typeface="??"/>
                <a:cs typeface="Calibri" panose="020F0502020204030204" pitchFamily="34" charset="0"/>
              </a:rPr>
              <a:t>）</a:t>
            </a:r>
            <a:r>
              <a:rPr lang="zh-CN" altLang="zh-CN" sz="1800" dirty="0">
                <a:effectLst/>
                <a:latin typeface="Calibri" panose="020F0502020204030204" pitchFamily="34" charset="0"/>
                <a:ea typeface="宋体" panose="02010600030101010101" pitchFamily="2" charset="-122"/>
                <a:cs typeface="宋体" panose="02010600030101010101" pitchFamily="2" charset="-122"/>
              </a:rPr>
              <a:t>就使得关键字为</a:t>
            </a:r>
            <a:r>
              <a:rPr lang="en-US" altLang="zh-CN" sz="1800" dirty="0">
                <a:effectLst/>
                <a:latin typeface="Calibri" panose="020F0502020204030204" pitchFamily="34" charset="0"/>
                <a:ea typeface="宋体" panose="02010600030101010101" pitchFamily="2" charset="-122"/>
                <a:cs typeface="宋体" panose="02010600030101010101" pitchFamily="2" charset="-122"/>
              </a:rPr>
              <a:t>13</a:t>
            </a:r>
            <a:r>
              <a:rPr lang="zh-CN" altLang="zh-CN" sz="1800" dirty="0">
                <a:effectLst/>
                <a:latin typeface="Calibri" panose="020F0502020204030204" pitchFamily="34" charset="0"/>
                <a:ea typeface="宋体" panose="02010600030101010101" pitchFamily="2" charset="-122"/>
                <a:cs typeface="宋体" panose="02010600030101010101" pitchFamily="2" charset="-122"/>
              </a:rPr>
              <a:t>的记录归位到了正确的位置上。</a:t>
            </a:r>
            <a:r>
              <a:rPr lang="zh-CN" altLang="en-US" sz="1800" dirty="0">
                <a:effectLst/>
                <a:latin typeface="Calibri" panose="020F0502020204030204" pitchFamily="34" charset="0"/>
                <a:ea typeface="宋体" panose="02010600030101010101" pitchFamily="2" charset="-122"/>
                <a:cs typeface="宋体" panose="02010600030101010101" pitchFamily="2" charset="-122"/>
              </a:rPr>
              <a:t>我们也看到，链表的逻辑形态也发生了改变。</a:t>
            </a:r>
            <a:br>
              <a:rPr lang="en-US" altLang="zh-CN" sz="1800" dirty="0">
                <a:effectLst/>
                <a:latin typeface="Calibri" panose="020F0502020204030204" pitchFamily="34" charset="0"/>
                <a:ea typeface="??"/>
                <a:cs typeface="Calibri" panose="020F0502020204030204" pitchFamily="34" charset="0"/>
              </a:rPr>
            </a:br>
            <a:r>
              <a:rPr lang="zh-CN" altLang="en-US" sz="1800" dirty="0">
                <a:effectLst/>
                <a:latin typeface="Calibri" panose="020F0502020204030204" pitchFamily="34" charset="0"/>
                <a:ea typeface="??"/>
                <a:cs typeface="Calibri" panose="020F0502020204030204" pitchFamily="34" charset="0"/>
              </a:rPr>
              <a:t>（</a:t>
            </a:r>
            <a:r>
              <a:rPr lang="en-US" altLang="zh-CN" sz="1800" dirty="0">
                <a:effectLst/>
                <a:latin typeface="Calibri" panose="020F0502020204030204" pitchFamily="34" charset="0"/>
                <a:ea typeface="??"/>
                <a:cs typeface="Calibri" panose="020F0502020204030204" pitchFamily="34" charset="0"/>
              </a:rPr>
              <a:t>15</a:t>
            </a:r>
            <a:r>
              <a:rPr lang="zh-CN" altLang="en-US" sz="1800" dirty="0">
                <a:effectLst/>
                <a:latin typeface="Calibri" panose="020F0502020204030204" pitchFamily="34" charset="0"/>
                <a:ea typeface="??"/>
                <a:cs typeface="Calibri" panose="020F0502020204030204" pitchFamily="34" charset="0"/>
              </a:rPr>
              <a:t>）</a:t>
            </a:r>
            <a:r>
              <a:rPr lang="zh-CN" altLang="zh-CN" sz="1800" dirty="0">
                <a:effectLst/>
                <a:latin typeface="Calibri" panose="020F0502020204030204" pitchFamily="34" charset="0"/>
                <a:ea typeface="宋体" panose="02010600030101010101" pitchFamily="2" charset="-122"/>
                <a:cs typeface="宋体" panose="02010600030101010101" pitchFamily="2" charset="-122"/>
              </a:rPr>
              <a:t>但是，当将关键字为</a:t>
            </a:r>
            <a:r>
              <a:rPr lang="en-US" altLang="zh-CN" sz="1800" dirty="0">
                <a:effectLst/>
                <a:latin typeface="Calibri" panose="020F0502020204030204" pitchFamily="34" charset="0"/>
                <a:ea typeface="宋体" panose="02010600030101010101" pitchFamily="2" charset="-122"/>
                <a:cs typeface="宋体" panose="02010600030101010101" pitchFamily="2" charset="-122"/>
              </a:rPr>
              <a:t>49</a:t>
            </a:r>
            <a:r>
              <a:rPr lang="zh-CN" altLang="zh-CN" sz="1800" dirty="0">
                <a:effectLst/>
                <a:latin typeface="Calibri" panose="020F0502020204030204" pitchFamily="34" charset="0"/>
                <a:ea typeface="宋体" panose="02010600030101010101" pitchFamily="2" charset="-122"/>
                <a:cs typeface="宋体" panose="02010600030101010101" pitchFamily="2" charset="-122"/>
              </a:rPr>
              <a:t>的记录移到</a:t>
            </a:r>
            <a:r>
              <a:rPr lang="en-US" altLang="zh-CN" sz="1800" dirty="0">
                <a:effectLst/>
                <a:latin typeface="Calibri" panose="020F0502020204030204" pitchFamily="34" charset="0"/>
                <a:ea typeface="宋体" panose="02010600030101010101" pitchFamily="2" charset="-122"/>
                <a:cs typeface="宋体" panose="02010600030101010101" pitchFamily="2" charset="-122"/>
              </a:rPr>
              <a:t>6</a:t>
            </a:r>
            <a:r>
              <a:rPr lang="zh-CN" altLang="zh-CN" sz="1800" dirty="0">
                <a:effectLst/>
                <a:latin typeface="Calibri" panose="020F0502020204030204" pitchFamily="34" charset="0"/>
                <a:ea typeface="宋体" panose="02010600030101010101" pitchFamily="2" charset="-122"/>
                <a:cs typeface="宋体" panose="02010600030101010101" pitchFamily="2" charset="-122"/>
              </a:rPr>
              <a:t>的位置上以后，就出现了一个新的问题，它破坏了有序链表的链接关系。因为对于关键字为</a:t>
            </a:r>
            <a:r>
              <a:rPr lang="en-US" altLang="zh-CN" sz="1800" dirty="0">
                <a:effectLst/>
                <a:latin typeface="Calibri" panose="020F0502020204030204" pitchFamily="34" charset="0"/>
                <a:ea typeface="宋体" panose="02010600030101010101" pitchFamily="2" charset="-122"/>
                <a:cs typeface="宋体" panose="02010600030101010101" pitchFamily="2" charset="-122"/>
              </a:rPr>
              <a:t>38</a:t>
            </a:r>
            <a:r>
              <a:rPr lang="zh-CN" altLang="zh-CN" sz="1800" dirty="0">
                <a:effectLst/>
                <a:latin typeface="Calibri" panose="020F0502020204030204" pitchFamily="34" charset="0"/>
                <a:ea typeface="宋体" panose="02010600030101010101" pitchFamily="2" charset="-122"/>
                <a:cs typeface="宋体" panose="02010600030101010101" pitchFamily="2" charset="-122"/>
              </a:rPr>
              <a:t>的记录，就没有办法再由它的指针值等于</a:t>
            </a:r>
            <a:r>
              <a:rPr lang="en-US" altLang="zh-CN" sz="1800" dirty="0">
                <a:effectLst/>
                <a:latin typeface="Calibri" panose="020F0502020204030204" pitchFamily="34" charset="0"/>
                <a:ea typeface="宋体" panose="02010600030101010101" pitchFamily="2" charset="-122"/>
                <a:cs typeface="宋体" panose="02010600030101010101" pitchFamily="2" charset="-122"/>
              </a:rPr>
              <a:t>1</a:t>
            </a:r>
            <a:r>
              <a:rPr lang="zh-CN" altLang="zh-CN" sz="1800" dirty="0">
                <a:effectLst/>
                <a:latin typeface="Calibri" panose="020F0502020204030204" pitchFamily="34" charset="0"/>
                <a:ea typeface="宋体" panose="02010600030101010101" pitchFamily="2" charset="-122"/>
                <a:cs typeface="宋体" panose="02010600030101010101" pitchFamily="2" charset="-122"/>
              </a:rPr>
              <a:t>来找到它的后继</a:t>
            </a:r>
            <a:r>
              <a:rPr lang="zh-CN" altLang="en-US" sz="1800" dirty="0">
                <a:effectLst/>
                <a:latin typeface="Calibri" panose="020F0502020204030204" pitchFamily="34" charset="0"/>
                <a:ea typeface="宋体" panose="02010600030101010101" pitchFamily="2" charset="-122"/>
                <a:cs typeface="宋体" panose="02010600030101010101" pitchFamily="2" charset="-122"/>
              </a:rPr>
              <a:t>，</a:t>
            </a:r>
            <a:r>
              <a:rPr lang="zh-CN" altLang="zh-CN" sz="1800" dirty="0">
                <a:effectLst/>
                <a:latin typeface="Calibri" panose="020F0502020204030204" pitchFamily="34" charset="0"/>
                <a:ea typeface="宋体" panose="02010600030101010101" pitchFamily="2" charset="-122"/>
                <a:cs typeface="宋体" panose="02010600030101010101" pitchFamily="2" charset="-122"/>
              </a:rPr>
              <a:t>关键字为</a:t>
            </a:r>
            <a:r>
              <a:rPr lang="en-US" altLang="zh-CN" sz="1800" dirty="0">
                <a:effectLst/>
                <a:latin typeface="Calibri" panose="020F0502020204030204" pitchFamily="34" charset="0"/>
                <a:ea typeface="宋体" panose="02010600030101010101" pitchFamily="2" charset="-122"/>
                <a:cs typeface="宋体" panose="02010600030101010101" pitchFamily="2" charset="-122"/>
              </a:rPr>
              <a:t>49</a:t>
            </a:r>
            <a:r>
              <a:rPr lang="zh-CN" altLang="zh-CN" sz="1800" dirty="0">
                <a:effectLst/>
                <a:latin typeface="Calibri" panose="020F0502020204030204" pitchFamily="34" charset="0"/>
                <a:ea typeface="宋体" panose="02010600030101010101" pitchFamily="2" charset="-122"/>
                <a:cs typeface="宋体" panose="02010600030101010101" pitchFamily="2" charset="-122"/>
              </a:rPr>
              <a:t>的记录。我们想一个补救的办法，就是将</a:t>
            </a:r>
            <a:r>
              <a:rPr lang="en-US" altLang="zh-CN" sz="1800" dirty="0">
                <a:effectLst/>
                <a:latin typeface="Calibri" panose="020F0502020204030204" pitchFamily="34" charset="0"/>
                <a:ea typeface="宋体" panose="02010600030101010101" pitchFamily="2" charset="-122"/>
                <a:cs typeface="宋体" panose="02010600030101010101" pitchFamily="2" charset="-122"/>
              </a:rPr>
              <a:t>49</a:t>
            </a:r>
            <a:r>
              <a:rPr lang="zh-CN" altLang="en-US" sz="1800" dirty="0">
                <a:effectLst/>
                <a:latin typeface="Calibri" panose="020F0502020204030204" pitchFamily="34" charset="0"/>
                <a:ea typeface="宋体" panose="02010600030101010101" pitchFamily="2" charset="-122"/>
                <a:cs typeface="宋体" panose="02010600030101010101" pitchFamily="2" charset="-122"/>
              </a:rPr>
              <a:t>原来位置，也就是</a:t>
            </a:r>
            <a:r>
              <a:rPr lang="en-US" altLang="zh-CN" sz="1800" dirty="0">
                <a:effectLst/>
                <a:latin typeface="Calibri" panose="020F0502020204030204" pitchFamily="34" charset="0"/>
                <a:ea typeface="宋体" panose="02010600030101010101" pitchFamily="2" charset="-122"/>
                <a:cs typeface="宋体" panose="02010600030101010101" pitchFamily="2" charset="-122"/>
              </a:rPr>
              <a:t>1</a:t>
            </a:r>
            <a:r>
              <a:rPr lang="zh-CN" altLang="en-US" sz="1800" dirty="0">
                <a:effectLst/>
                <a:latin typeface="Calibri" panose="020F0502020204030204" pitchFamily="34" charset="0"/>
                <a:ea typeface="宋体" panose="02010600030101010101" pitchFamily="2" charset="-122"/>
                <a:cs typeface="宋体" panose="02010600030101010101" pitchFamily="2" charset="-122"/>
              </a:rPr>
              <a:t>号位置</a:t>
            </a:r>
            <a:r>
              <a:rPr lang="zh-CN" altLang="zh-CN" sz="1800" dirty="0">
                <a:effectLst/>
                <a:latin typeface="Calibri" panose="020F0502020204030204" pitchFamily="34" charset="0"/>
                <a:ea typeface="宋体" panose="02010600030101010101" pitchFamily="2" charset="-122"/>
                <a:cs typeface="宋体" panose="02010600030101010101" pitchFamily="2" charset="-122"/>
              </a:rPr>
              <a:t>的指针</a:t>
            </a:r>
            <a:r>
              <a:rPr lang="zh-CN" altLang="en-US" sz="1800" dirty="0">
                <a:effectLst/>
                <a:latin typeface="Calibri" panose="020F0502020204030204" pitchFamily="34" charset="0"/>
                <a:ea typeface="宋体" panose="02010600030101010101" pitchFamily="2" charset="-122"/>
                <a:cs typeface="宋体" panose="02010600030101010101" pitchFamily="2" charset="-122"/>
              </a:rPr>
              <a:t>值</a:t>
            </a:r>
            <a:r>
              <a:rPr lang="zh-CN" altLang="zh-CN" sz="1800" dirty="0">
                <a:effectLst/>
                <a:latin typeface="Calibri" panose="020F0502020204030204" pitchFamily="34" charset="0"/>
                <a:ea typeface="宋体" panose="02010600030101010101" pitchFamily="2" charset="-122"/>
                <a:cs typeface="宋体" panose="02010600030101010101" pitchFamily="2" charset="-122"/>
              </a:rPr>
              <a:t>改为</a:t>
            </a:r>
            <a:r>
              <a:rPr lang="en-US" altLang="zh-CN" sz="1800" dirty="0">
                <a:effectLst/>
                <a:latin typeface="Calibri" panose="020F0502020204030204" pitchFamily="34" charset="0"/>
                <a:ea typeface="宋体" panose="02010600030101010101" pitchFamily="2" charset="-122"/>
                <a:cs typeface="宋体" panose="02010600030101010101" pitchFamily="2" charset="-122"/>
              </a:rPr>
              <a:t>6</a:t>
            </a:r>
            <a:r>
              <a:rPr lang="zh-CN" altLang="zh-CN" sz="1800" dirty="0">
                <a:effectLst/>
                <a:latin typeface="Calibri" panose="020F0502020204030204" pitchFamily="34" charset="0"/>
                <a:ea typeface="宋体" panose="02010600030101010101" pitchFamily="2" charset="-122"/>
                <a:cs typeface="宋体" panose="02010600030101010101" pitchFamily="2" charset="-122"/>
              </a:rPr>
              <a:t>，</a:t>
            </a:r>
            <a:r>
              <a:rPr lang="zh-CN" altLang="en-US" sz="1800" dirty="0">
                <a:effectLst/>
                <a:latin typeface="Calibri" panose="020F0502020204030204" pitchFamily="34" charset="0"/>
                <a:ea typeface="宋体" panose="02010600030101010101" pitchFamily="2" charset="-122"/>
                <a:cs typeface="宋体" panose="02010600030101010101" pitchFamily="2" charset="-122"/>
              </a:rPr>
              <a:t>加上括号是与正常指针作区分。</a:t>
            </a:r>
            <a:r>
              <a:rPr lang="zh-CN" altLang="zh-CN" sz="1800" dirty="0">
                <a:effectLst/>
                <a:latin typeface="Calibri" panose="020F0502020204030204" pitchFamily="34" charset="0"/>
                <a:ea typeface="宋体" panose="02010600030101010101" pitchFamily="2" charset="-122"/>
                <a:cs typeface="宋体" panose="02010600030101010101" pitchFamily="2" charset="-122"/>
              </a:rPr>
              <a:t>这就好比关键字为</a:t>
            </a:r>
            <a:r>
              <a:rPr lang="en-US" altLang="zh-CN" sz="1800" dirty="0">
                <a:effectLst/>
                <a:latin typeface="Calibri" panose="020F0502020204030204" pitchFamily="34" charset="0"/>
                <a:ea typeface="宋体" panose="02010600030101010101" pitchFamily="2" charset="-122"/>
                <a:cs typeface="宋体" panose="02010600030101010101" pitchFamily="2" charset="-122"/>
              </a:rPr>
              <a:t>69</a:t>
            </a:r>
            <a:r>
              <a:rPr lang="zh-CN" altLang="zh-CN" sz="1800" dirty="0">
                <a:effectLst/>
                <a:latin typeface="Calibri" panose="020F0502020204030204" pitchFamily="34" charset="0"/>
                <a:ea typeface="宋体" panose="02010600030101010101" pitchFamily="2" charset="-122"/>
                <a:cs typeface="宋体" panose="02010600030101010101" pitchFamily="2" charset="-122"/>
              </a:rPr>
              <a:t>的记录原来住在</a:t>
            </a:r>
            <a:r>
              <a:rPr lang="en-US" altLang="zh-CN" sz="1800" dirty="0">
                <a:effectLst/>
                <a:latin typeface="Calibri" panose="020F0502020204030204" pitchFamily="34" charset="0"/>
                <a:ea typeface="宋体" panose="02010600030101010101" pitchFamily="2" charset="-122"/>
                <a:cs typeface="宋体" panose="02010600030101010101" pitchFamily="2" charset="-122"/>
              </a:rPr>
              <a:t>1</a:t>
            </a:r>
            <a:r>
              <a:rPr lang="zh-CN" altLang="zh-CN" sz="1800" dirty="0">
                <a:effectLst/>
                <a:latin typeface="Calibri" panose="020F0502020204030204" pitchFamily="34" charset="0"/>
                <a:ea typeface="宋体" panose="02010600030101010101" pitchFamily="2" charset="-122"/>
                <a:cs typeface="宋体" panose="02010600030101010101" pitchFamily="2" charset="-122"/>
              </a:rPr>
              <a:t>号房间，现在它搬家搬走了，搬到</a:t>
            </a:r>
            <a:r>
              <a:rPr lang="en-US" altLang="zh-CN" sz="1800" dirty="0">
                <a:effectLst/>
                <a:latin typeface="Calibri" panose="020F0502020204030204" pitchFamily="34" charset="0"/>
                <a:ea typeface="宋体" panose="02010600030101010101" pitchFamily="2" charset="-122"/>
                <a:cs typeface="宋体" panose="02010600030101010101" pitchFamily="2" charset="-122"/>
              </a:rPr>
              <a:t>6</a:t>
            </a:r>
            <a:r>
              <a:rPr lang="zh-CN" altLang="zh-CN" sz="1800" dirty="0">
                <a:effectLst/>
                <a:latin typeface="Calibri" panose="020F0502020204030204" pitchFamily="34" charset="0"/>
                <a:ea typeface="宋体" panose="02010600030101010101" pitchFamily="2" charset="-122"/>
                <a:cs typeface="宋体" panose="02010600030101010101" pitchFamily="2" charset="-122"/>
              </a:rPr>
              <a:t>号房间。那么，我们就在</a:t>
            </a:r>
            <a:r>
              <a:rPr lang="en-US" altLang="zh-CN" sz="1800" dirty="0">
                <a:effectLst/>
                <a:latin typeface="Calibri" panose="020F0502020204030204" pitchFamily="34" charset="0"/>
                <a:ea typeface="宋体" panose="02010600030101010101" pitchFamily="2" charset="-122"/>
                <a:cs typeface="宋体" panose="02010600030101010101" pitchFamily="2" charset="-122"/>
              </a:rPr>
              <a:t>1</a:t>
            </a:r>
            <a:r>
              <a:rPr lang="zh-CN" altLang="zh-CN" sz="1800" dirty="0">
                <a:effectLst/>
                <a:latin typeface="Calibri" panose="020F0502020204030204" pitchFamily="34" charset="0"/>
                <a:ea typeface="宋体" panose="02010600030101010101" pitchFamily="2" charset="-122"/>
                <a:cs typeface="宋体" panose="02010600030101010101" pitchFamily="2" charset="-122"/>
              </a:rPr>
              <a:t>号房间的门口留一个条，说明它已经搬到</a:t>
            </a:r>
            <a:r>
              <a:rPr lang="en-US" altLang="zh-CN" sz="1800" dirty="0">
                <a:effectLst/>
                <a:latin typeface="Calibri" panose="020F0502020204030204" pitchFamily="34" charset="0"/>
                <a:ea typeface="宋体" panose="02010600030101010101" pitchFamily="2" charset="-122"/>
                <a:cs typeface="宋体" panose="02010600030101010101" pitchFamily="2" charset="-122"/>
              </a:rPr>
              <a:t>6</a:t>
            </a:r>
            <a:r>
              <a:rPr lang="zh-CN" altLang="zh-CN" sz="1800" dirty="0">
                <a:effectLst/>
                <a:latin typeface="Calibri" panose="020F0502020204030204" pitchFamily="34" charset="0"/>
                <a:ea typeface="宋体" panose="02010600030101010101" pitchFamily="2" charset="-122"/>
                <a:cs typeface="宋体" panose="02010600030101010101" pitchFamily="2" charset="-122"/>
              </a:rPr>
              <a:t>号房间了。由于在记录调整的过程中，</a:t>
            </a:r>
            <a:r>
              <a:rPr lang="en-US" altLang="zh-CN" sz="1800" dirty="0" err="1">
                <a:effectLst/>
                <a:latin typeface="Calibri" panose="020F0502020204030204" pitchFamily="34" charset="0"/>
                <a:ea typeface="??"/>
                <a:cs typeface="Calibri" panose="020F0502020204030204" pitchFamily="34" charset="0"/>
              </a:rPr>
              <a:t>i</a:t>
            </a:r>
            <a:r>
              <a:rPr lang="zh-CN" altLang="zh-CN" sz="1800" dirty="0">
                <a:effectLst/>
                <a:latin typeface="Calibri" panose="020F0502020204030204" pitchFamily="34" charset="0"/>
                <a:ea typeface="宋体" panose="02010600030101010101" pitchFamily="2" charset="-122"/>
                <a:cs typeface="宋体" panose="02010600030101010101" pitchFamily="2" charset="-122"/>
              </a:rPr>
              <a:t>值是从小到大变化的，因此，第</a:t>
            </a:r>
            <a:r>
              <a:rPr lang="en-US" altLang="zh-CN" sz="1800" dirty="0" err="1">
                <a:effectLst/>
                <a:latin typeface="Calibri" panose="020F0502020204030204" pitchFamily="34" charset="0"/>
                <a:ea typeface="??"/>
                <a:cs typeface="Calibri" panose="020F0502020204030204" pitchFamily="34" charset="0"/>
              </a:rPr>
              <a:t>i</a:t>
            </a:r>
            <a:r>
              <a:rPr lang="zh-CN" altLang="zh-CN" sz="1800" dirty="0">
                <a:effectLst/>
                <a:latin typeface="Calibri" panose="020F0502020204030204" pitchFamily="34" charset="0"/>
                <a:ea typeface="宋体" panose="02010600030101010101" pitchFamily="2" charset="-122"/>
                <a:cs typeface="宋体" panose="02010600030101010101" pitchFamily="2" charset="-122"/>
              </a:rPr>
              <a:t>个记录当前所在的原始位置</a:t>
            </a:r>
            <a:r>
              <a:rPr lang="en-US" altLang="zh-CN" sz="1800" dirty="0">
                <a:effectLst/>
                <a:latin typeface="Calibri" panose="020F0502020204030204" pitchFamily="34" charset="0"/>
                <a:ea typeface="??"/>
                <a:cs typeface="Calibri" panose="020F0502020204030204" pitchFamily="34" charset="0"/>
              </a:rPr>
              <a:t>p</a:t>
            </a:r>
            <a:r>
              <a:rPr lang="zh-CN" altLang="zh-CN" sz="1800" dirty="0">
                <a:effectLst/>
                <a:latin typeface="Calibri" panose="020F0502020204030204" pitchFamily="34" charset="0"/>
                <a:ea typeface="宋体" panose="02010600030101010101" pitchFamily="2" charset="-122"/>
                <a:cs typeface="宋体" panose="02010600030101010101" pitchFamily="2" charset="-122"/>
              </a:rPr>
              <a:t>一定是</a:t>
            </a:r>
            <a:r>
              <a:rPr lang="zh-CN" altLang="en-US" sz="1800" dirty="0">
                <a:effectLst/>
                <a:latin typeface="Calibri" panose="020F0502020204030204" pitchFamily="34" charset="0"/>
                <a:ea typeface="宋体" panose="02010600030101010101" pitchFamily="2" charset="-122"/>
                <a:cs typeface="宋体" panose="02010600030101010101" pitchFamily="2" charset="-122"/>
              </a:rPr>
              <a:t>不小</a:t>
            </a:r>
            <a:r>
              <a:rPr lang="zh-CN" altLang="zh-CN" sz="1800" dirty="0">
                <a:effectLst/>
                <a:latin typeface="Calibri" panose="020F0502020204030204" pitchFamily="34" charset="0"/>
                <a:ea typeface="宋体" panose="02010600030101010101" pitchFamily="2" charset="-122"/>
                <a:cs typeface="宋体" panose="02010600030101010101" pitchFamily="2" charset="-122"/>
              </a:rPr>
              <a:t>于</a:t>
            </a:r>
            <a:r>
              <a:rPr lang="en-US" altLang="zh-CN" sz="1800" dirty="0" err="1">
                <a:effectLst/>
                <a:latin typeface="Calibri" panose="020F0502020204030204" pitchFamily="34" charset="0"/>
                <a:ea typeface="??"/>
                <a:cs typeface="Calibri" panose="020F0502020204030204" pitchFamily="34" charset="0"/>
              </a:rPr>
              <a:t>i</a:t>
            </a:r>
            <a:r>
              <a:rPr lang="zh-CN" altLang="zh-CN" sz="1800" dirty="0">
                <a:effectLst/>
                <a:latin typeface="Calibri" panose="020F0502020204030204" pitchFamily="34" charset="0"/>
                <a:ea typeface="宋体" panose="02010600030101010101" pitchFamily="2" charset="-122"/>
                <a:cs typeface="宋体" panose="02010600030101010101" pitchFamily="2" charset="-122"/>
              </a:rPr>
              <a:t>。如果这个时候的</a:t>
            </a:r>
            <a:r>
              <a:rPr lang="en-US" altLang="zh-CN" sz="1800" dirty="0">
                <a:effectLst/>
                <a:latin typeface="Calibri" panose="020F0502020204030204" pitchFamily="34" charset="0"/>
                <a:ea typeface="??"/>
                <a:cs typeface="Calibri" panose="020F0502020204030204" pitchFamily="34" charset="0"/>
              </a:rPr>
              <a:t>p</a:t>
            </a:r>
            <a:r>
              <a:rPr lang="zh-CN" altLang="zh-CN" sz="1800" dirty="0">
                <a:effectLst/>
                <a:latin typeface="Calibri" panose="020F0502020204030204" pitchFamily="34" charset="0"/>
                <a:ea typeface="宋体" panose="02010600030101010101" pitchFamily="2" charset="-122"/>
                <a:cs typeface="宋体" panose="02010600030101010101" pitchFamily="2" charset="-122"/>
              </a:rPr>
              <a:t>的值是比</a:t>
            </a:r>
            <a:r>
              <a:rPr lang="en-US" altLang="zh-CN" sz="1800" dirty="0" err="1">
                <a:effectLst/>
                <a:latin typeface="Calibri" panose="020F0502020204030204" pitchFamily="34" charset="0"/>
                <a:ea typeface="??"/>
                <a:cs typeface="Calibri" panose="020F0502020204030204" pitchFamily="34" charset="0"/>
              </a:rPr>
              <a:t>i</a:t>
            </a:r>
            <a:r>
              <a:rPr lang="zh-CN" altLang="zh-CN" sz="1800" dirty="0">
                <a:effectLst/>
                <a:latin typeface="Calibri" panose="020F0502020204030204" pitchFamily="34" charset="0"/>
                <a:ea typeface="宋体" panose="02010600030101010101" pitchFamily="2" charset="-122"/>
                <a:cs typeface="宋体" panose="02010600030101010101" pitchFamily="2" charset="-122"/>
              </a:rPr>
              <a:t>小，说明这个位置的记录已经被移走了。当</a:t>
            </a:r>
            <a:r>
              <a:rPr lang="en-US" altLang="zh-CN" sz="1800" dirty="0" err="1">
                <a:effectLst/>
                <a:latin typeface="Calibri" panose="020F0502020204030204" pitchFamily="34" charset="0"/>
                <a:ea typeface="??"/>
                <a:cs typeface="Calibri" panose="020F0502020204030204" pitchFamily="34" charset="0"/>
              </a:rPr>
              <a:t>i</a:t>
            </a:r>
            <a:r>
              <a:rPr lang="zh-CN" altLang="zh-CN" sz="1800" dirty="0">
                <a:effectLst/>
                <a:latin typeface="Calibri" panose="020F0502020204030204" pitchFamily="34" charset="0"/>
                <a:ea typeface="宋体" panose="02010600030101010101" pitchFamily="2" charset="-122"/>
                <a:cs typeface="宋体" panose="02010600030101010101" pitchFamily="2" charset="-122"/>
              </a:rPr>
              <a:t>等于</a:t>
            </a:r>
            <a:r>
              <a:rPr lang="en-US" altLang="zh-CN" sz="1800" dirty="0">
                <a:effectLst/>
                <a:latin typeface="Calibri" panose="020F0502020204030204" pitchFamily="34" charset="0"/>
                <a:ea typeface="??"/>
                <a:cs typeface="Calibri" panose="020F0502020204030204" pitchFamily="34" charset="0"/>
              </a:rPr>
              <a:t>p</a:t>
            </a:r>
            <a:r>
              <a:rPr lang="zh-CN" altLang="zh-CN" sz="1800" dirty="0">
                <a:effectLst/>
                <a:latin typeface="Calibri" panose="020F0502020204030204" pitchFamily="34" charset="0"/>
                <a:ea typeface="宋体" panose="02010600030101010101" pitchFamily="2" charset="-122"/>
                <a:cs typeface="宋体" panose="02010600030101010101" pitchFamily="2" charset="-122"/>
              </a:rPr>
              <a:t>的时候，说明这个记录已经在它的正确位置，当然，也就不需要进行交换了。</a:t>
            </a:r>
            <a:endParaRPr lang="en-US" altLang="zh-CN" sz="1800" dirty="0">
              <a:effectLst/>
              <a:latin typeface="Calibri" panose="020F0502020204030204" pitchFamily="34" charset="0"/>
              <a:ea typeface="宋体" panose="02010600030101010101" pitchFamily="2" charset="-122"/>
              <a:cs typeface="宋体" panose="02010600030101010101" pitchFamily="2" charset="-122"/>
            </a:endParaRPr>
          </a:p>
          <a:p>
            <a:pPr>
              <a:lnSpc>
                <a:spcPct val="115000"/>
              </a:lnSpc>
            </a:pPr>
            <a:r>
              <a:rPr lang="zh-CN" altLang="en-US" sz="1800" dirty="0">
                <a:effectLst/>
                <a:latin typeface="Calibri" panose="020F0502020204030204" pitchFamily="34" charset="0"/>
                <a:ea typeface="宋体" panose="02010600030101010101" pitchFamily="2" charset="-122"/>
                <a:cs typeface="Calibri" panose="020F0502020204030204" pitchFamily="34" charset="0"/>
              </a:rPr>
              <a:t>（</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16</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）我们继续看算法对示例的处理。将</a:t>
            </a:r>
            <a:r>
              <a:rPr lang="en-US" altLang="zh-CN" sz="1800" dirty="0" err="1">
                <a:effectLst/>
                <a:latin typeface="Calibri" panose="020F0502020204030204" pitchFamily="34" charset="0"/>
                <a:ea typeface="宋体" panose="02010600030101010101" pitchFamily="2" charset="-122"/>
                <a:cs typeface="Calibri" panose="020F0502020204030204" pitchFamily="34" charset="0"/>
              </a:rPr>
              <a:t>qz</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值赋给</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p</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，就是让</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p</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指向下一个要调整到位的记录</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27</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a:t>
            </a:r>
            <a:endParaRPr lang="en-US" altLang="zh-CN" sz="1800" dirty="0">
              <a:effectLst/>
              <a:latin typeface="Calibri" panose="020F0502020204030204" pitchFamily="34" charset="0"/>
              <a:ea typeface="宋体" panose="02010600030101010101" pitchFamily="2" charset="-122"/>
              <a:cs typeface="Calibri" panose="020F0502020204030204" pitchFamily="34" charset="0"/>
            </a:endParaRPr>
          </a:p>
          <a:p>
            <a:pPr>
              <a:lnSpc>
                <a:spcPct val="115000"/>
              </a:lnSpc>
            </a:pPr>
            <a:r>
              <a:rPr lang="zh-CN" altLang="en-US" sz="1800" dirty="0">
                <a:effectLst/>
                <a:latin typeface="Calibri" panose="020F0502020204030204" pitchFamily="34" charset="0"/>
                <a:ea typeface="宋体" panose="02010600030101010101" pitchFamily="2" charset="-122"/>
                <a:cs typeface="Calibri" panose="020F0502020204030204" pitchFamily="34" charset="0"/>
              </a:rPr>
              <a:t>（</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17</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a:t>
            </a:r>
            <a:r>
              <a:rPr lang="en-US" altLang="zh-CN" sz="1800" dirty="0" err="1">
                <a:effectLst/>
                <a:latin typeface="Calibri" panose="020F0502020204030204" pitchFamily="34" charset="0"/>
                <a:ea typeface="宋体" panose="02010600030101010101" pitchFamily="2" charset="-122"/>
                <a:cs typeface="Calibri" panose="020F0502020204030204" pitchFamily="34" charset="0"/>
              </a:rPr>
              <a:t>i</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=2</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，就是</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27</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该要移到的位置。</a:t>
            </a:r>
            <a:endParaRPr lang="en-US" altLang="zh-CN" sz="1800" dirty="0">
              <a:effectLst/>
              <a:latin typeface="Calibri" panose="020F0502020204030204" pitchFamily="34" charset="0"/>
              <a:ea typeface="宋体" panose="02010600030101010101" pitchFamily="2" charset="-122"/>
              <a:cs typeface="Calibri" panose="020F0502020204030204" pitchFamily="34" charset="0"/>
            </a:endParaRPr>
          </a:p>
          <a:p>
            <a:pPr>
              <a:lnSpc>
                <a:spcPct val="115000"/>
              </a:lnSpc>
            </a:pPr>
            <a:r>
              <a:rPr lang="zh-CN" altLang="en-US" sz="1800" dirty="0">
                <a:effectLst/>
                <a:latin typeface="Calibri" panose="020F0502020204030204" pitchFamily="34" charset="0"/>
                <a:ea typeface="宋体" panose="02010600030101010101" pitchFamily="2" charset="-122"/>
                <a:cs typeface="Calibri" panose="020F0502020204030204" pitchFamily="34" charset="0"/>
              </a:rPr>
              <a:t>（</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18</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p</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不小于</a:t>
            </a:r>
            <a:r>
              <a:rPr lang="en-US" altLang="zh-CN" sz="1800" dirty="0" err="1">
                <a:effectLst/>
                <a:latin typeface="Calibri" panose="020F0502020204030204" pitchFamily="34" charset="0"/>
                <a:ea typeface="宋体" panose="02010600030101010101" pitchFamily="2" charset="-122"/>
                <a:cs typeface="Calibri" panose="020F0502020204030204" pitchFamily="34" charset="0"/>
              </a:rPr>
              <a:t>i</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，也就是</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p</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指示的</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27</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的位置没有移动过，确实就是要换到</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2</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号位置的记录。</a:t>
            </a:r>
            <a:endParaRPr lang="en-US" altLang="zh-CN" sz="1800" dirty="0">
              <a:effectLst/>
              <a:latin typeface="Calibri" panose="020F0502020204030204" pitchFamily="34" charset="0"/>
              <a:ea typeface="宋体" panose="02010600030101010101" pitchFamily="2" charset="-122"/>
              <a:cs typeface="Calibri" panose="020F0502020204030204" pitchFamily="34" charset="0"/>
            </a:endParaRPr>
          </a:p>
          <a:p>
            <a:pPr>
              <a:lnSpc>
                <a:spcPct val="115000"/>
              </a:lnSpc>
            </a:pPr>
            <a:r>
              <a:rPr lang="zh-CN" altLang="en-US" sz="1800" dirty="0">
                <a:effectLst/>
                <a:latin typeface="Calibri" panose="020F0502020204030204" pitchFamily="34" charset="0"/>
                <a:ea typeface="宋体" panose="02010600030101010101" pitchFamily="2" charset="-122"/>
                <a:cs typeface="Calibri" panose="020F0502020204030204" pitchFamily="34" charset="0"/>
              </a:rPr>
              <a:t>（</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19</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q</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指向</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27</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的后继</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38</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a:t>
            </a:r>
            <a:endParaRPr lang="en-US" altLang="zh-CN" sz="1800" dirty="0">
              <a:effectLst/>
              <a:latin typeface="Calibri" panose="020F0502020204030204" pitchFamily="34" charset="0"/>
              <a:ea typeface="宋体" panose="02010600030101010101" pitchFamily="2" charset="-122"/>
              <a:cs typeface="Calibri" panose="020F0502020204030204" pitchFamily="34" charset="0"/>
            </a:endParaRPr>
          </a:p>
          <a:p>
            <a:pPr>
              <a:lnSpc>
                <a:spcPct val="115000"/>
              </a:lnSpc>
            </a:pPr>
            <a:r>
              <a:rPr lang="zh-CN" altLang="en-US" sz="1800" dirty="0">
                <a:effectLst/>
                <a:latin typeface="Calibri" panose="020F0502020204030204" pitchFamily="34" charset="0"/>
                <a:ea typeface="宋体" panose="02010600030101010101" pitchFamily="2" charset="-122"/>
                <a:cs typeface="Calibri" panose="020F0502020204030204" pitchFamily="34" charset="0"/>
              </a:rPr>
              <a:t>（</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20</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p</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不等于</a:t>
            </a:r>
            <a:r>
              <a:rPr lang="en-US" altLang="zh-CN" sz="1800" dirty="0" err="1">
                <a:effectLst/>
                <a:latin typeface="Calibri" panose="020F0502020204030204" pitchFamily="34" charset="0"/>
                <a:ea typeface="宋体" panose="02010600030101010101" pitchFamily="2" charset="-122"/>
                <a:cs typeface="Calibri" panose="020F0502020204030204" pitchFamily="34" charset="0"/>
              </a:rPr>
              <a:t>i</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，确实要将</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27</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和</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38</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互换位置。</a:t>
            </a:r>
            <a:endParaRPr lang="en-US" altLang="zh-CN" sz="1800" dirty="0">
              <a:effectLst/>
              <a:latin typeface="Calibri" panose="020F0502020204030204" pitchFamily="34" charset="0"/>
              <a:ea typeface="宋体" panose="02010600030101010101" pitchFamily="2" charset="-122"/>
              <a:cs typeface="Calibri" panose="020F0502020204030204" pitchFamily="34" charset="0"/>
            </a:endParaRPr>
          </a:p>
          <a:p>
            <a:pPr>
              <a:lnSpc>
                <a:spcPct val="115000"/>
              </a:lnSpc>
            </a:pPr>
            <a:r>
              <a:rPr lang="zh-CN" altLang="en-US" sz="1800" dirty="0">
                <a:effectLst/>
                <a:latin typeface="Calibri" panose="020F0502020204030204" pitchFamily="34" charset="0"/>
                <a:ea typeface="宋体" panose="02010600030101010101" pitchFamily="2" charset="-122"/>
                <a:cs typeface="Calibri" panose="020F0502020204030204" pitchFamily="34" charset="0"/>
              </a:rPr>
              <a:t>（</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21</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）观察两个记录的位置互换，以及链表逻辑形态的变化。</a:t>
            </a:r>
            <a:endParaRPr lang="en-US" altLang="zh-CN" sz="1800" dirty="0">
              <a:effectLst/>
              <a:latin typeface="Calibri" panose="020F0502020204030204" pitchFamily="34" charset="0"/>
              <a:ea typeface="宋体" panose="02010600030101010101" pitchFamily="2" charset="-122"/>
              <a:cs typeface="Calibri" panose="020F0502020204030204" pitchFamily="34" charset="0"/>
            </a:endParaRPr>
          </a:p>
          <a:p>
            <a:pPr>
              <a:lnSpc>
                <a:spcPct val="115000"/>
              </a:lnSpc>
            </a:pPr>
            <a:r>
              <a:rPr lang="zh-CN" altLang="en-US" sz="1800" dirty="0">
                <a:effectLst/>
                <a:latin typeface="Calibri" panose="020F0502020204030204" pitchFamily="34" charset="0"/>
                <a:ea typeface="宋体" panose="02010600030101010101" pitchFamily="2" charset="-122"/>
                <a:cs typeface="Calibri" panose="020F0502020204030204" pitchFamily="34" charset="0"/>
              </a:rPr>
              <a:t>（</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22</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）记住</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38</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的去向。</a:t>
            </a:r>
            <a:endParaRPr lang="en-US" altLang="zh-CN" sz="1800" dirty="0">
              <a:effectLst/>
              <a:latin typeface="Calibri" panose="020F0502020204030204" pitchFamily="34" charset="0"/>
              <a:ea typeface="宋体" panose="02010600030101010101" pitchFamily="2" charset="-122"/>
              <a:cs typeface="Calibri" panose="020F0502020204030204" pitchFamily="34" charset="0"/>
            </a:endParaRPr>
          </a:p>
          <a:p>
            <a:pPr>
              <a:lnSpc>
                <a:spcPct val="115000"/>
              </a:lnSpc>
            </a:pPr>
            <a:r>
              <a:rPr lang="zh-CN" altLang="en-US" sz="1800" dirty="0">
                <a:effectLst/>
                <a:latin typeface="Calibri" panose="020F0502020204030204" pitchFamily="34" charset="0"/>
                <a:ea typeface="宋体" panose="02010600030101010101" pitchFamily="2" charset="-122"/>
                <a:cs typeface="Calibri" panose="020F0502020204030204" pitchFamily="34" charset="0"/>
              </a:rPr>
              <a:t>（</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23</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p</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从</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q</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获得的是下一个记录</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38</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原来的位置</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2</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a:t>
            </a:r>
            <a:endParaRPr lang="en-US" altLang="zh-CN" sz="1800" dirty="0">
              <a:effectLst/>
              <a:latin typeface="Calibri" panose="020F0502020204030204" pitchFamily="34" charset="0"/>
              <a:ea typeface="宋体" panose="02010600030101010101" pitchFamily="2" charset="-122"/>
              <a:cs typeface="Calibri" panose="020F0502020204030204" pitchFamily="34" charset="0"/>
            </a:endParaRPr>
          </a:p>
          <a:p>
            <a:pPr>
              <a:lnSpc>
                <a:spcPct val="115000"/>
              </a:lnSpc>
            </a:pPr>
            <a:r>
              <a:rPr lang="zh-CN" altLang="en-US" sz="1800" dirty="0">
                <a:effectLst/>
                <a:latin typeface="Calibri" panose="020F0502020204030204" pitchFamily="34" charset="0"/>
                <a:ea typeface="宋体" panose="02010600030101010101" pitchFamily="2" charset="-122"/>
                <a:cs typeface="Calibri" panose="020F0502020204030204" pitchFamily="34" charset="0"/>
              </a:rPr>
              <a:t>（</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24</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a:t>
            </a:r>
            <a:r>
              <a:rPr lang="en-US" altLang="zh-CN" sz="1800" dirty="0" err="1">
                <a:effectLst/>
                <a:latin typeface="Calibri" panose="020F0502020204030204" pitchFamily="34" charset="0"/>
                <a:ea typeface="宋体" panose="02010600030101010101" pitchFamily="2" charset="-122"/>
                <a:cs typeface="Calibri" panose="020F0502020204030204" pitchFamily="34" charset="0"/>
              </a:rPr>
              <a:t>i</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=3,</a:t>
            </a:r>
          </a:p>
          <a:p>
            <a:pPr>
              <a:lnSpc>
                <a:spcPct val="115000"/>
              </a:lnSpc>
            </a:pPr>
            <a:r>
              <a:rPr lang="zh-CN" altLang="en-US" sz="1800" dirty="0">
                <a:effectLst/>
                <a:latin typeface="Calibri" panose="020F0502020204030204" pitchFamily="34" charset="0"/>
                <a:ea typeface="宋体" panose="02010600030101010101" pitchFamily="2" charset="-122"/>
                <a:cs typeface="Calibri" panose="020F0502020204030204" pitchFamily="34" charset="0"/>
              </a:rPr>
              <a:t>（</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25</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while</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循环根据</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p</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为</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2</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小于</a:t>
            </a:r>
            <a:r>
              <a:rPr lang="en-US" altLang="zh-CN" sz="1800" dirty="0" err="1">
                <a:effectLst/>
                <a:latin typeface="Calibri" panose="020F0502020204030204" pitchFamily="34" charset="0"/>
                <a:ea typeface="宋体" panose="02010600030101010101" pitchFamily="2" charset="-122"/>
                <a:cs typeface="Calibri" panose="020F0502020204030204" pitchFamily="34" charset="0"/>
              </a:rPr>
              <a:t>i</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的</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3</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，确定记录搬走了，由</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2</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号位置的指针值</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7</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，找到</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38</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现在的位置。</a:t>
            </a:r>
            <a:endParaRPr lang="en-US" altLang="zh-CN" sz="1800" dirty="0">
              <a:effectLst/>
              <a:latin typeface="Calibri" panose="020F0502020204030204" pitchFamily="34" charset="0"/>
              <a:ea typeface="宋体" panose="02010600030101010101" pitchFamily="2" charset="-122"/>
              <a:cs typeface="Calibri" panose="020F0502020204030204" pitchFamily="34" charset="0"/>
            </a:endParaRPr>
          </a:p>
          <a:p>
            <a:pPr>
              <a:lnSpc>
                <a:spcPct val="115000"/>
              </a:lnSpc>
            </a:pPr>
            <a:r>
              <a:rPr lang="zh-CN" altLang="en-US" sz="1800" dirty="0">
                <a:effectLst/>
                <a:latin typeface="Calibri" panose="020F0502020204030204" pitchFamily="34" charset="0"/>
                <a:ea typeface="宋体" panose="02010600030101010101" pitchFamily="2" charset="-122"/>
                <a:cs typeface="Calibri" panose="020F0502020204030204" pitchFamily="34" charset="0"/>
              </a:rPr>
              <a:t>（</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26</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q</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记住</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38</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的后继位置。</a:t>
            </a:r>
            <a:endParaRPr lang="en-US" altLang="zh-CN" sz="1800" dirty="0">
              <a:effectLst/>
              <a:latin typeface="Calibri" panose="020F0502020204030204" pitchFamily="34" charset="0"/>
              <a:ea typeface="宋体" panose="02010600030101010101" pitchFamily="2" charset="-122"/>
              <a:cs typeface="Calibri" panose="020F0502020204030204" pitchFamily="34" charset="0"/>
            </a:endParaRPr>
          </a:p>
          <a:p>
            <a:pPr>
              <a:lnSpc>
                <a:spcPct val="115000"/>
              </a:lnSpc>
            </a:pPr>
            <a:r>
              <a:rPr lang="zh-CN" altLang="en-US" sz="1800" dirty="0">
                <a:effectLst/>
                <a:latin typeface="Calibri" panose="020F0502020204030204" pitchFamily="34" charset="0"/>
                <a:ea typeface="??"/>
                <a:cs typeface="Calibri" panose="020F0502020204030204" pitchFamily="34" charset="0"/>
              </a:rPr>
              <a:t>（</a:t>
            </a:r>
            <a:r>
              <a:rPr lang="en-US" altLang="zh-CN" sz="1800" dirty="0">
                <a:effectLst/>
                <a:latin typeface="Calibri" panose="020F0502020204030204" pitchFamily="34" charset="0"/>
                <a:ea typeface="??"/>
                <a:cs typeface="Calibri" panose="020F0502020204030204" pitchFamily="34" charset="0"/>
              </a:rPr>
              <a:t>27</a:t>
            </a:r>
            <a:r>
              <a:rPr lang="zh-CN" altLang="en-US" sz="1800" dirty="0">
                <a:effectLst/>
                <a:latin typeface="Calibri" panose="020F0502020204030204" pitchFamily="34" charset="0"/>
                <a:ea typeface="??"/>
                <a:cs typeface="Calibri" panose="020F0502020204030204" pitchFamily="34" charset="0"/>
              </a:rPr>
              <a:t>）接下来就是调整</a:t>
            </a:r>
            <a:r>
              <a:rPr lang="en-US" altLang="zh-CN" sz="1800" dirty="0">
                <a:effectLst/>
                <a:latin typeface="Calibri" panose="020F0502020204030204" pitchFamily="34" charset="0"/>
                <a:ea typeface="??"/>
                <a:cs typeface="Calibri" panose="020F0502020204030204" pitchFamily="34" charset="0"/>
              </a:rPr>
              <a:t>38</a:t>
            </a:r>
            <a:r>
              <a:rPr lang="zh-CN" altLang="en-US" sz="1800" dirty="0">
                <a:effectLst/>
                <a:latin typeface="Calibri" panose="020F0502020204030204" pitchFamily="34" charset="0"/>
                <a:ea typeface="??"/>
                <a:cs typeface="Calibri" panose="020F0502020204030204" pitchFamily="34" charset="0"/>
              </a:rPr>
              <a:t>的位置的一系列操作。</a:t>
            </a:r>
            <a:endParaRPr lang="en-US" altLang="zh-CN" sz="1800" dirty="0">
              <a:effectLst/>
              <a:latin typeface="Calibri" panose="020F0502020204030204" pitchFamily="34" charset="0"/>
              <a:ea typeface="??"/>
              <a:cs typeface="Calibri" panose="020F0502020204030204" pitchFamily="34" charset="0"/>
            </a:endParaRPr>
          </a:p>
          <a:p>
            <a:pPr>
              <a:lnSpc>
                <a:spcPct val="115000"/>
              </a:lnSpc>
            </a:pPr>
            <a:r>
              <a:rPr lang="zh-CN" altLang="en-US" sz="1800" dirty="0">
                <a:effectLst/>
                <a:latin typeface="Calibri" panose="020F0502020204030204" pitchFamily="34" charset="0"/>
                <a:ea typeface="??"/>
                <a:cs typeface="Calibri" panose="020F0502020204030204" pitchFamily="34" charset="0"/>
              </a:rPr>
              <a:t>（</a:t>
            </a:r>
            <a:r>
              <a:rPr lang="en-US" altLang="zh-CN" sz="1800" dirty="0">
                <a:effectLst/>
                <a:latin typeface="Calibri" panose="020F0502020204030204" pitchFamily="34" charset="0"/>
                <a:ea typeface="??"/>
                <a:cs typeface="Calibri" panose="020F0502020204030204" pitchFamily="34" charset="0"/>
              </a:rPr>
              <a:t>28</a:t>
            </a:r>
            <a:r>
              <a:rPr lang="zh-CN" altLang="en-US" sz="1800" dirty="0">
                <a:effectLst/>
                <a:latin typeface="Calibri" panose="020F0502020204030204" pitchFamily="34" charset="0"/>
                <a:ea typeface="??"/>
                <a:cs typeface="Calibri" panose="020F0502020204030204" pitchFamily="34" charset="0"/>
              </a:rPr>
              <a:t>）</a:t>
            </a:r>
            <a:r>
              <a:rPr lang="en-US" altLang="zh-CN" sz="1800" dirty="0">
                <a:effectLst/>
                <a:latin typeface="Calibri" panose="020F0502020204030204" pitchFamily="34" charset="0"/>
                <a:ea typeface="??"/>
                <a:cs typeface="Calibri" panose="020F0502020204030204" pitchFamily="34" charset="0"/>
              </a:rPr>
              <a:t>p</a:t>
            </a:r>
            <a:r>
              <a:rPr lang="zh-CN" altLang="en-US" sz="1800" dirty="0">
                <a:effectLst/>
                <a:latin typeface="Calibri" panose="020F0502020204030204" pitchFamily="34" charset="0"/>
                <a:ea typeface="??"/>
                <a:cs typeface="Calibri" panose="020F0502020204030204" pitchFamily="34" charset="0"/>
              </a:rPr>
              <a:t>指向下一个记录</a:t>
            </a:r>
            <a:r>
              <a:rPr lang="en-US" altLang="zh-CN" sz="1800" dirty="0">
                <a:effectLst/>
                <a:latin typeface="Calibri" panose="020F0502020204030204" pitchFamily="34" charset="0"/>
                <a:ea typeface="??"/>
                <a:cs typeface="Calibri" panose="020F0502020204030204" pitchFamily="34" charset="0"/>
              </a:rPr>
              <a:t>49</a:t>
            </a:r>
            <a:r>
              <a:rPr lang="zh-CN" altLang="en-US" sz="1800" dirty="0">
                <a:effectLst/>
                <a:latin typeface="Calibri" panose="020F0502020204030204" pitchFamily="34" charset="0"/>
                <a:ea typeface="??"/>
                <a:cs typeface="Calibri" panose="020F0502020204030204" pitchFamily="34" charset="0"/>
              </a:rPr>
              <a:t>原来位置。</a:t>
            </a:r>
            <a:endParaRPr lang="en-US" altLang="zh-CN" sz="1800" dirty="0">
              <a:effectLst/>
              <a:latin typeface="Calibri" panose="020F0502020204030204" pitchFamily="34" charset="0"/>
              <a:ea typeface="??"/>
              <a:cs typeface="Calibri" panose="020F0502020204030204" pitchFamily="34" charset="0"/>
            </a:endParaRPr>
          </a:p>
          <a:p>
            <a:pPr>
              <a:lnSpc>
                <a:spcPct val="115000"/>
              </a:lnSpc>
            </a:pPr>
            <a:r>
              <a:rPr lang="zh-CN" altLang="en-US" sz="1800" dirty="0">
                <a:effectLst/>
                <a:latin typeface="Calibri" panose="020F0502020204030204" pitchFamily="34" charset="0"/>
                <a:ea typeface="??"/>
                <a:cs typeface="Calibri" panose="020F0502020204030204" pitchFamily="34" charset="0"/>
              </a:rPr>
              <a:t>（</a:t>
            </a:r>
            <a:r>
              <a:rPr lang="en-US" altLang="zh-CN" sz="1800" dirty="0">
                <a:effectLst/>
                <a:latin typeface="Calibri" panose="020F0502020204030204" pitchFamily="34" charset="0"/>
                <a:ea typeface="??"/>
                <a:cs typeface="Calibri" panose="020F0502020204030204" pitchFamily="34" charset="0"/>
              </a:rPr>
              <a:t>29</a:t>
            </a:r>
            <a:r>
              <a:rPr lang="zh-CN" altLang="en-US" sz="1800" dirty="0">
                <a:effectLst/>
                <a:latin typeface="Calibri" panose="020F0502020204030204" pitchFamily="34" charset="0"/>
                <a:ea typeface="??"/>
                <a:cs typeface="Calibri" panose="020F0502020204030204" pitchFamily="34" charset="0"/>
              </a:rPr>
              <a:t>）</a:t>
            </a:r>
            <a:r>
              <a:rPr lang="en-US" altLang="zh-CN" sz="1800" dirty="0" err="1">
                <a:effectLst/>
                <a:latin typeface="Calibri" panose="020F0502020204030204" pitchFamily="34" charset="0"/>
                <a:ea typeface="??"/>
                <a:cs typeface="Calibri" panose="020F0502020204030204" pitchFamily="34" charset="0"/>
              </a:rPr>
              <a:t>i</a:t>
            </a:r>
            <a:r>
              <a:rPr lang="en-US" altLang="zh-CN" sz="1800" dirty="0">
                <a:effectLst/>
                <a:latin typeface="Calibri" panose="020F0502020204030204" pitchFamily="34" charset="0"/>
                <a:ea typeface="??"/>
                <a:cs typeface="Calibri" panose="020F0502020204030204" pitchFamily="34" charset="0"/>
              </a:rPr>
              <a:t>=4</a:t>
            </a:r>
            <a:r>
              <a:rPr lang="zh-CN" altLang="en-US" sz="1800" dirty="0">
                <a:effectLst/>
                <a:latin typeface="Calibri" panose="020F0502020204030204" pitchFamily="34" charset="0"/>
                <a:ea typeface="??"/>
                <a:cs typeface="Calibri" panose="020F0502020204030204" pitchFamily="34" charset="0"/>
              </a:rPr>
              <a:t>，但</a:t>
            </a:r>
            <a:r>
              <a:rPr lang="en-US" altLang="zh-CN" sz="1800" dirty="0">
                <a:effectLst/>
                <a:latin typeface="Calibri" panose="020F0502020204030204" pitchFamily="34" charset="0"/>
                <a:ea typeface="??"/>
                <a:cs typeface="Calibri" panose="020F0502020204030204" pitchFamily="34" charset="0"/>
              </a:rPr>
              <a:t>p=1</a:t>
            </a:r>
            <a:r>
              <a:rPr lang="zh-CN" altLang="en-US" sz="1800" dirty="0">
                <a:effectLst/>
                <a:latin typeface="Calibri" panose="020F0502020204030204" pitchFamily="34" charset="0"/>
                <a:ea typeface="??"/>
                <a:cs typeface="Calibri" panose="020F0502020204030204" pitchFamily="34" charset="0"/>
              </a:rPr>
              <a:t>。</a:t>
            </a:r>
            <a:endParaRPr lang="en-US" altLang="zh-CN" sz="1800" dirty="0">
              <a:effectLst/>
              <a:latin typeface="Calibri" panose="020F0502020204030204" pitchFamily="34" charset="0"/>
              <a:ea typeface="??"/>
              <a:cs typeface="Calibri" panose="020F0502020204030204" pitchFamily="34" charset="0"/>
            </a:endParaRPr>
          </a:p>
          <a:p>
            <a:pPr>
              <a:lnSpc>
                <a:spcPct val="115000"/>
              </a:lnSpc>
            </a:pPr>
            <a:r>
              <a:rPr lang="zh-CN" altLang="en-US" sz="1800" dirty="0">
                <a:effectLst/>
                <a:latin typeface="Calibri" panose="020F0502020204030204" pitchFamily="34" charset="0"/>
                <a:ea typeface="??"/>
                <a:cs typeface="Calibri" panose="020F0502020204030204" pitchFamily="34" charset="0"/>
              </a:rPr>
              <a:t>（</a:t>
            </a:r>
            <a:r>
              <a:rPr lang="en-US" altLang="zh-CN" sz="1800" dirty="0">
                <a:effectLst/>
                <a:latin typeface="Calibri" panose="020F0502020204030204" pitchFamily="34" charset="0"/>
                <a:ea typeface="??"/>
                <a:cs typeface="Calibri" panose="020F0502020204030204" pitchFamily="34" charset="0"/>
              </a:rPr>
              <a:t>30</a:t>
            </a:r>
            <a:r>
              <a:rPr lang="zh-CN" altLang="en-US" sz="1800" dirty="0">
                <a:effectLst/>
                <a:latin typeface="Calibri" panose="020F0502020204030204" pitchFamily="34" charset="0"/>
                <a:ea typeface="??"/>
                <a:cs typeface="Calibri" panose="020F0502020204030204" pitchFamily="34" charset="0"/>
              </a:rPr>
              <a:t>）</a:t>
            </a:r>
            <a:r>
              <a:rPr lang="en-US" altLang="zh-CN" sz="1800" dirty="0">
                <a:effectLst/>
                <a:latin typeface="Calibri" panose="020F0502020204030204" pitchFamily="34" charset="0"/>
                <a:ea typeface="??"/>
                <a:cs typeface="Calibri" panose="020F0502020204030204" pitchFamily="34" charset="0"/>
              </a:rPr>
              <a:t>while</a:t>
            </a:r>
            <a:r>
              <a:rPr lang="zh-CN" altLang="en-US" sz="1800" dirty="0">
                <a:effectLst/>
                <a:latin typeface="Calibri" panose="020F0502020204030204" pitchFamily="34" charset="0"/>
                <a:ea typeface="??"/>
                <a:cs typeface="Calibri" panose="020F0502020204030204" pitchFamily="34" charset="0"/>
              </a:rPr>
              <a:t>循环凭借留在</a:t>
            </a:r>
            <a:r>
              <a:rPr lang="en-US" altLang="zh-CN" sz="1800" dirty="0">
                <a:effectLst/>
                <a:latin typeface="Calibri" panose="020F0502020204030204" pitchFamily="34" charset="0"/>
                <a:ea typeface="??"/>
                <a:cs typeface="Calibri" panose="020F0502020204030204" pitchFamily="34" charset="0"/>
              </a:rPr>
              <a:t>1</a:t>
            </a:r>
            <a:r>
              <a:rPr lang="zh-CN" altLang="en-US" sz="1800" dirty="0">
                <a:effectLst/>
                <a:latin typeface="Calibri" panose="020F0502020204030204" pitchFamily="34" charset="0"/>
                <a:ea typeface="??"/>
                <a:cs typeface="Calibri" panose="020F0502020204030204" pitchFamily="34" charset="0"/>
              </a:rPr>
              <a:t>号位置关于</a:t>
            </a:r>
            <a:r>
              <a:rPr lang="en-US" altLang="zh-CN" sz="1800" dirty="0">
                <a:effectLst/>
                <a:latin typeface="Calibri" panose="020F0502020204030204" pitchFamily="34" charset="0"/>
                <a:ea typeface="??"/>
                <a:cs typeface="Calibri" panose="020F0502020204030204" pitchFamily="34" charset="0"/>
              </a:rPr>
              <a:t>49</a:t>
            </a:r>
            <a:r>
              <a:rPr lang="zh-CN" altLang="en-US" sz="1800" dirty="0">
                <a:effectLst/>
                <a:latin typeface="Calibri" panose="020F0502020204030204" pitchFamily="34" charset="0"/>
                <a:ea typeface="??"/>
                <a:cs typeface="Calibri" panose="020F0502020204030204" pitchFamily="34" charset="0"/>
              </a:rPr>
              <a:t>去向的条，在位置</a:t>
            </a:r>
            <a:r>
              <a:rPr lang="en-US" altLang="zh-CN" sz="1800" dirty="0">
                <a:effectLst/>
                <a:latin typeface="Calibri" panose="020F0502020204030204" pitchFamily="34" charset="0"/>
                <a:ea typeface="??"/>
                <a:cs typeface="Calibri" panose="020F0502020204030204" pitchFamily="34" charset="0"/>
              </a:rPr>
              <a:t>6</a:t>
            </a:r>
            <a:r>
              <a:rPr lang="zh-CN" altLang="en-US" sz="1800" dirty="0">
                <a:effectLst/>
                <a:latin typeface="Calibri" panose="020F0502020204030204" pitchFamily="34" charset="0"/>
                <a:ea typeface="??"/>
                <a:cs typeface="Calibri" panose="020F0502020204030204" pitchFamily="34" charset="0"/>
              </a:rPr>
              <a:t>找到</a:t>
            </a:r>
            <a:r>
              <a:rPr lang="en-US" altLang="zh-CN" sz="1800" dirty="0">
                <a:effectLst/>
                <a:latin typeface="Calibri" panose="020F0502020204030204" pitchFamily="34" charset="0"/>
                <a:ea typeface="??"/>
                <a:cs typeface="Calibri" panose="020F0502020204030204" pitchFamily="34" charset="0"/>
              </a:rPr>
              <a:t>49</a:t>
            </a:r>
            <a:r>
              <a:rPr lang="zh-CN" altLang="en-US" sz="1800" dirty="0">
                <a:effectLst/>
                <a:latin typeface="Calibri" panose="020F0502020204030204" pitchFamily="34" charset="0"/>
                <a:ea typeface="??"/>
                <a:cs typeface="Calibri" panose="020F0502020204030204" pitchFamily="34" charset="0"/>
              </a:rPr>
              <a:t>。</a:t>
            </a:r>
            <a:endParaRPr lang="en-US" altLang="zh-CN" sz="1800" dirty="0">
              <a:effectLst/>
              <a:latin typeface="Calibri" panose="020F0502020204030204" pitchFamily="34" charset="0"/>
              <a:ea typeface="??"/>
              <a:cs typeface="Calibri" panose="020F0502020204030204" pitchFamily="34" charset="0"/>
            </a:endParaRPr>
          </a:p>
          <a:p>
            <a:pPr>
              <a:lnSpc>
                <a:spcPct val="115000"/>
              </a:lnSpc>
            </a:pPr>
            <a:r>
              <a:rPr lang="zh-CN" altLang="en-US" sz="1800" dirty="0">
                <a:effectLst/>
                <a:latin typeface="Calibri" panose="020F0502020204030204" pitchFamily="34" charset="0"/>
                <a:ea typeface="宋体" panose="02010600030101010101" pitchFamily="2" charset="-122"/>
                <a:cs typeface="Calibri" panose="020F0502020204030204" pitchFamily="34" charset="0"/>
              </a:rPr>
              <a:t>（</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31</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q</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记住</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49</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的后继。</a:t>
            </a:r>
            <a:endParaRPr lang="en-US" altLang="zh-CN" sz="1800" dirty="0">
              <a:effectLst/>
              <a:latin typeface="Calibri" panose="020F0502020204030204" pitchFamily="34" charset="0"/>
              <a:ea typeface="宋体" panose="02010600030101010101" pitchFamily="2" charset="-122"/>
              <a:cs typeface="Calibri" panose="020F0502020204030204" pitchFamily="34" charset="0"/>
            </a:endParaRPr>
          </a:p>
          <a:p>
            <a:pPr>
              <a:lnSpc>
                <a:spcPct val="115000"/>
              </a:lnSpc>
            </a:pPr>
            <a:r>
              <a:rPr lang="zh-CN" altLang="en-US" sz="1800" dirty="0">
                <a:effectLst/>
                <a:latin typeface="Calibri" panose="020F0502020204030204" pitchFamily="34" charset="0"/>
                <a:ea typeface="宋体" panose="02010600030101010101" pitchFamily="2" charset="-122"/>
                <a:cs typeface="Calibri" panose="020F0502020204030204" pitchFamily="34" charset="0"/>
              </a:rPr>
              <a:t>（</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32</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）然后就是将</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49</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调整到位的操作。</a:t>
            </a:r>
            <a:endParaRPr lang="en-US" altLang="zh-CN" sz="1800" dirty="0">
              <a:effectLst/>
              <a:latin typeface="Calibri" panose="020F0502020204030204" pitchFamily="34" charset="0"/>
              <a:ea typeface="宋体" panose="02010600030101010101" pitchFamily="2" charset="-122"/>
              <a:cs typeface="Calibri" panose="020F0502020204030204" pitchFamily="34" charset="0"/>
            </a:endParaRPr>
          </a:p>
          <a:p>
            <a:pPr>
              <a:lnSpc>
                <a:spcPct val="115000"/>
              </a:lnSpc>
            </a:pPr>
            <a:r>
              <a:rPr lang="zh-CN" altLang="en-US" sz="1800" dirty="0">
                <a:effectLst/>
                <a:latin typeface="Calibri" panose="020F0502020204030204" pitchFamily="34" charset="0"/>
                <a:ea typeface="宋体" panose="02010600030101010101" pitchFamily="2" charset="-122"/>
                <a:cs typeface="Calibri" panose="020F0502020204030204" pitchFamily="34" charset="0"/>
              </a:rPr>
              <a:t>（</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33</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p</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来到记录加下划线的</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49</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的位置</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8</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a:t>
            </a:r>
            <a:endParaRPr lang="en-US" altLang="zh-CN" sz="1800" dirty="0">
              <a:effectLst/>
              <a:latin typeface="Calibri" panose="020F0502020204030204" pitchFamily="34" charset="0"/>
              <a:ea typeface="宋体" panose="02010600030101010101" pitchFamily="2" charset="-122"/>
              <a:cs typeface="Calibri" panose="020F0502020204030204" pitchFamily="34" charset="0"/>
            </a:endParaRPr>
          </a:p>
          <a:p>
            <a:pPr>
              <a:lnSpc>
                <a:spcPct val="115000"/>
              </a:lnSpc>
            </a:pPr>
            <a:r>
              <a:rPr lang="zh-CN" altLang="en-US" sz="1800" dirty="0">
                <a:effectLst/>
                <a:latin typeface="Calibri" panose="020F0502020204030204" pitchFamily="34" charset="0"/>
                <a:ea typeface="宋体" panose="02010600030101010101" pitchFamily="2" charset="-122"/>
                <a:cs typeface="Calibri" panose="020F0502020204030204" pitchFamily="34" charset="0"/>
              </a:rPr>
              <a:t>（</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34</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a:t>
            </a:r>
            <a:r>
              <a:rPr lang="en-US" altLang="zh-CN" sz="1800" dirty="0" err="1">
                <a:effectLst/>
                <a:latin typeface="Calibri" panose="020F0502020204030204" pitchFamily="34" charset="0"/>
                <a:ea typeface="宋体" panose="02010600030101010101" pitchFamily="2" charset="-122"/>
                <a:cs typeface="Calibri" panose="020F0502020204030204" pitchFamily="34" charset="0"/>
              </a:rPr>
              <a:t>i</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=5</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a:t>
            </a:r>
            <a:endParaRPr lang="en-US" altLang="zh-CN" sz="1800" dirty="0">
              <a:effectLst/>
              <a:latin typeface="Calibri" panose="020F0502020204030204" pitchFamily="34" charset="0"/>
              <a:ea typeface="宋体" panose="02010600030101010101" pitchFamily="2" charset="-122"/>
              <a:cs typeface="Calibri" panose="020F0502020204030204" pitchFamily="34" charset="0"/>
            </a:endParaRPr>
          </a:p>
          <a:p>
            <a:pPr>
              <a:lnSpc>
                <a:spcPct val="115000"/>
              </a:lnSpc>
            </a:pPr>
            <a:r>
              <a:rPr lang="zh-CN" altLang="en-US" sz="1800" dirty="0">
                <a:effectLst/>
                <a:latin typeface="Calibri" panose="020F0502020204030204" pitchFamily="34" charset="0"/>
                <a:ea typeface="宋体" panose="02010600030101010101" pitchFamily="2" charset="-122"/>
                <a:cs typeface="Calibri" panose="020F0502020204030204" pitchFamily="34" charset="0"/>
              </a:rPr>
              <a:t>（</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35</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q</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记住这个</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49</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的后继位置，接着就是把它调整到位。</a:t>
            </a:r>
            <a:endParaRPr lang="en-US" altLang="zh-CN" sz="1800" dirty="0">
              <a:effectLst/>
              <a:latin typeface="Calibri" panose="020F0502020204030204" pitchFamily="34" charset="0"/>
              <a:ea typeface="宋体" panose="02010600030101010101" pitchFamily="2" charset="-122"/>
              <a:cs typeface="Calibri" panose="020F0502020204030204" pitchFamily="34" charset="0"/>
            </a:endParaRPr>
          </a:p>
          <a:p>
            <a:pPr>
              <a:lnSpc>
                <a:spcPct val="115000"/>
              </a:lnSpc>
            </a:pPr>
            <a:r>
              <a:rPr lang="zh-CN" altLang="en-US" sz="1800" dirty="0">
                <a:effectLst/>
                <a:latin typeface="Calibri" panose="020F0502020204030204" pitchFamily="34" charset="0"/>
                <a:ea typeface="宋体" panose="02010600030101010101" pitchFamily="2" charset="-122"/>
                <a:cs typeface="Calibri" panose="020F0502020204030204" pitchFamily="34" charset="0"/>
              </a:rPr>
              <a:t>（</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36</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p</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指向</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65</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的原来位置</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3</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a:t>
            </a:r>
            <a:endParaRPr lang="en-US" altLang="zh-CN" sz="1800" dirty="0">
              <a:effectLst/>
              <a:latin typeface="Calibri" panose="020F0502020204030204" pitchFamily="34" charset="0"/>
              <a:ea typeface="宋体" panose="02010600030101010101" pitchFamily="2" charset="-122"/>
              <a:cs typeface="Calibri" panose="020F0502020204030204" pitchFamily="34" charset="0"/>
            </a:endParaRPr>
          </a:p>
          <a:p>
            <a:pPr>
              <a:lnSpc>
                <a:spcPct val="115000"/>
              </a:lnSpc>
            </a:pPr>
            <a:r>
              <a:rPr lang="zh-CN" altLang="en-US" sz="1800" dirty="0">
                <a:effectLst/>
                <a:latin typeface="Calibri" panose="020F0502020204030204" pitchFamily="34" charset="0"/>
                <a:ea typeface="宋体" panose="02010600030101010101" pitchFamily="2" charset="-122"/>
                <a:cs typeface="Calibri" panose="020F0502020204030204" pitchFamily="34" charset="0"/>
              </a:rPr>
              <a:t>（</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37</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a:t>
            </a:r>
            <a:r>
              <a:rPr lang="en-US" altLang="zh-CN" sz="1800" dirty="0" err="1">
                <a:effectLst/>
                <a:latin typeface="Calibri" panose="020F0502020204030204" pitchFamily="34" charset="0"/>
                <a:ea typeface="宋体" panose="02010600030101010101" pitchFamily="2" charset="-122"/>
                <a:cs typeface="Calibri" panose="020F0502020204030204" pitchFamily="34" charset="0"/>
              </a:rPr>
              <a:t>i</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=6</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a:t>
            </a:r>
            <a:endParaRPr lang="en-US" altLang="zh-CN" sz="1800" dirty="0">
              <a:effectLst/>
              <a:latin typeface="Calibri" panose="020F0502020204030204" pitchFamily="34" charset="0"/>
              <a:ea typeface="宋体" panose="02010600030101010101" pitchFamily="2" charset="-122"/>
              <a:cs typeface="Calibri" panose="020F0502020204030204" pitchFamily="34" charset="0"/>
            </a:endParaRPr>
          </a:p>
          <a:p>
            <a:pPr>
              <a:lnSpc>
                <a:spcPct val="115000"/>
              </a:lnSpc>
            </a:pPr>
            <a:r>
              <a:rPr lang="zh-CN" altLang="en-US" sz="1800" dirty="0">
                <a:effectLst/>
                <a:latin typeface="Calibri" panose="020F0502020204030204" pitchFamily="34" charset="0"/>
                <a:ea typeface="宋体" panose="02010600030101010101" pitchFamily="2" charset="-122"/>
                <a:cs typeface="Calibri" panose="020F0502020204030204" pitchFamily="34" charset="0"/>
              </a:rPr>
              <a:t>（</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38</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while</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循环找到</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65</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现在的位置</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7</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a:t>
            </a:r>
            <a:endParaRPr lang="en-US" altLang="zh-CN" sz="1800" dirty="0">
              <a:effectLst/>
              <a:latin typeface="Calibri" panose="020F0502020204030204" pitchFamily="34" charset="0"/>
              <a:ea typeface="宋体" panose="02010600030101010101" pitchFamily="2" charset="-122"/>
              <a:cs typeface="Calibri" panose="020F0502020204030204" pitchFamily="34" charset="0"/>
            </a:endParaRPr>
          </a:p>
          <a:p>
            <a:pPr>
              <a:lnSpc>
                <a:spcPct val="115000"/>
              </a:lnSpc>
            </a:pPr>
            <a:r>
              <a:rPr lang="zh-CN" altLang="en-US" sz="1800" dirty="0">
                <a:effectLst/>
                <a:latin typeface="Calibri" panose="020F0502020204030204" pitchFamily="34" charset="0"/>
                <a:ea typeface="宋体" panose="02010600030101010101" pitchFamily="2" charset="-122"/>
                <a:cs typeface="Calibri" panose="020F0502020204030204" pitchFamily="34" charset="0"/>
              </a:rPr>
              <a:t>（</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39</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）将</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65</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调整到位。</a:t>
            </a:r>
            <a:endParaRPr lang="en-US" altLang="zh-CN" sz="1800" dirty="0">
              <a:effectLst/>
              <a:latin typeface="Calibri" panose="020F0502020204030204" pitchFamily="34" charset="0"/>
              <a:ea typeface="宋体" panose="02010600030101010101" pitchFamily="2" charset="-122"/>
              <a:cs typeface="Calibri" panose="020F0502020204030204" pitchFamily="34" charset="0"/>
            </a:endParaRPr>
          </a:p>
          <a:p>
            <a:pPr>
              <a:lnSpc>
                <a:spcPct val="115000"/>
              </a:lnSpc>
            </a:pPr>
            <a:r>
              <a:rPr lang="zh-CN" altLang="en-US" sz="1800" dirty="0">
                <a:effectLst/>
                <a:latin typeface="Calibri" panose="020F0502020204030204" pitchFamily="34" charset="0"/>
                <a:ea typeface="宋体" panose="02010600030101010101" pitchFamily="2" charset="-122"/>
                <a:cs typeface="Calibri" panose="020F0502020204030204" pitchFamily="34" charset="0"/>
              </a:rPr>
              <a:t>（</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40</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）现在</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p</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指示</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76</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的原来位置</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5</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a:t>
            </a:r>
            <a:endParaRPr lang="en-US" altLang="zh-CN" sz="1800" dirty="0">
              <a:effectLst/>
              <a:latin typeface="Calibri" panose="020F0502020204030204" pitchFamily="34" charset="0"/>
              <a:ea typeface="宋体" panose="02010600030101010101" pitchFamily="2" charset="-122"/>
              <a:cs typeface="Calibri" panose="020F0502020204030204" pitchFamily="34" charset="0"/>
            </a:endParaRPr>
          </a:p>
          <a:p>
            <a:pPr>
              <a:lnSpc>
                <a:spcPct val="115000"/>
              </a:lnSpc>
            </a:pPr>
            <a:r>
              <a:rPr lang="zh-CN" altLang="en-US" sz="1800" dirty="0">
                <a:effectLst/>
                <a:latin typeface="Calibri" panose="020F0502020204030204" pitchFamily="34" charset="0"/>
                <a:ea typeface="宋体" panose="02010600030101010101" pitchFamily="2" charset="-122"/>
                <a:cs typeface="Calibri" panose="020F0502020204030204" pitchFamily="34" charset="0"/>
              </a:rPr>
              <a:t>（</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41</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a:t>
            </a:r>
            <a:r>
              <a:rPr lang="en-US" altLang="zh-CN" sz="1800" dirty="0" err="1">
                <a:effectLst/>
                <a:latin typeface="Calibri" panose="020F0502020204030204" pitchFamily="34" charset="0"/>
                <a:ea typeface="宋体" panose="02010600030101010101" pitchFamily="2" charset="-122"/>
                <a:cs typeface="Calibri" panose="020F0502020204030204" pitchFamily="34" charset="0"/>
              </a:rPr>
              <a:t>i</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=7</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a:t>
            </a:r>
            <a:endParaRPr lang="en-US" altLang="zh-CN" sz="1800" dirty="0">
              <a:effectLst/>
              <a:latin typeface="Calibri" panose="020F0502020204030204" pitchFamily="34" charset="0"/>
              <a:ea typeface="宋体" panose="02010600030101010101" pitchFamily="2" charset="-122"/>
              <a:cs typeface="Calibri" panose="020F0502020204030204" pitchFamily="34" charset="0"/>
            </a:endParaRPr>
          </a:p>
          <a:p>
            <a:pPr>
              <a:lnSpc>
                <a:spcPct val="115000"/>
              </a:lnSpc>
            </a:pPr>
            <a:r>
              <a:rPr lang="zh-CN" altLang="en-US" sz="1800" dirty="0">
                <a:effectLst/>
                <a:latin typeface="Calibri" panose="020F0502020204030204" pitchFamily="34" charset="0"/>
                <a:ea typeface="宋体" panose="02010600030101010101" pitchFamily="2" charset="-122"/>
                <a:cs typeface="Calibri" panose="020F0502020204030204" pitchFamily="34" charset="0"/>
              </a:rPr>
              <a:t>（</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42</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）将</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76</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调整到位置</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7</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a:t>
            </a:r>
            <a:endParaRPr lang="en-US" altLang="zh-CN" sz="1800" dirty="0">
              <a:effectLst/>
              <a:latin typeface="Calibri" panose="020F0502020204030204" pitchFamily="34" charset="0"/>
              <a:ea typeface="宋体" panose="02010600030101010101" pitchFamily="2" charset="-122"/>
              <a:cs typeface="Calibri" panose="020F0502020204030204" pitchFamily="34" charset="0"/>
            </a:endParaRPr>
          </a:p>
          <a:p>
            <a:pPr>
              <a:lnSpc>
                <a:spcPct val="115000"/>
              </a:lnSpc>
            </a:pPr>
            <a:r>
              <a:rPr lang="zh-CN" altLang="en-US" sz="1800" dirty="0">
                <a:effectLst/>
                <a:latin typeface="Calibri" panose="020F0502020204030204" pitchFamily="34" charset="0"/>
                <a:ea typeface="宋体" panose="02010600030101010101" pitchFamily="2" charset="-122"/>
                <a:cs typeface="Calibri" panose="020F0502020204030204" pitchFamily="34" charset="0"/>
              </a:rPr>
              <a:t>（</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43</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p</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指向</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97</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原来的位置</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4</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a:t>
            </a:r>
            <a:endParaRPr lang="en-US" altLang="zh-CN" sz="1800" dirty="0">
              <a:effectLst/>
              <a:latin typeface="Calibri" panose="020F0502020204030204" pitchFamily="34" charset="0"/>
              <a:ea typeface="宋体" panose="02010600030101010101" pitchFamily="2" charset="-122"/>
              <a:cs typeface="Calibri" panose="020F0502020204030204" pitchFamily="34" charset="0"/>
            </a:endParaRPr>
          </a:p>
          <a:p>
            <a:pPr>
              <a:lnSpc>
                <a:spcPct val="115000"/>
              </a:lnSpc>
            </a:pPr>
            <a:r>
              <a:rPr lang="zh-CN" altLang="en-US" sz="1800" dirty="0">
                <a:effectLst/>
                <a:latin typeface="Calibri" panose="020F0502020204030204" pitchFamily="34" charset="0"/>
                <a:ea typeface="宋体" panose="02010600030101010101" pitchFamily="2" charset="-122"/>
                <a:cs typeface="Calibri" panose="020F0502020204030204" pitchFamily="34" charset="0"/>
              </a:rPr>
              <a:t>（</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44</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）此时</a:t>
            </a:r>
            <a:r>
              <a:rPr lang="en-US" altLang="zh-CN" sz="1800" dirty="0" err="1">
                <a:effectLst/>
                <a:latin typeface="Calibri" panose="020F0502020204030204" pitchFamily="34" charset="0"/>
                <a:ea typeface="宋体" panose="02010600030101010101" pitchFamily="2" charset="-122"/>
                <a:cs typeface="Calibri" panose="020F0502020204030204" pitchFamily="34" charset="0"/>
              </a:rPr>
              <a:t>i</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=8</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，已不小于表的长度，最后一个记录</a:t>
            </a:r>
            <a:r>
              <a:rPr lang="en-US" altLang="zh-CN" sz="1800" dirty="0">
                <a:effectLst/>
                <a:latin typeface="Calibri" panose="020F0502020204030204" pitchFamily="34" charset="0"/>
                <a:ea typeface="宋体" panose="02010600030101010101" pitchFamily="2" charset="-122"/>
                <a:cs typeface="Calibri" panose="020F0502020204030204" pitchFamily="34" charset="0"/>
              </a:rPr>
              <a:t>97</a:t>
            </a:r>
            <a:r>
              <a:rPr lang="zh-CN" altLang="en-US" sz="1800" dirty="0">
                <a:effectLst/>
                <a:latin typeface="Calibri" panose="020F0502020204030204" pitchFamily="34" charset="0"/>
                <a:ea typeface="宋体" panose="02010600030101010101" pitchFamily="2" charset="-122"/>
                <a:cs typeface="Calibri" panose="020F0502020204030204" pitchFamily="34" charset="0"/>
              </a:rPr>
              <a:t>实际上已调整到位，记录重排结束。</a:t>
            </a:r>
            <a:endParaRPr lang="en-US" altLang="zh-CN" sz="1800" dirty="0">
              <a:effectLst/>
              <a:latin typeface="Calibri" panose="020F0502020204030204" pitchFamily="34" charset="0"/>
              <a:ea typeface="宋体" panose="02010600030101010101" pitchFamily="2" charset="-122"/>
              <a:cs typeface="Calibri" panose="020F0502020204030204" pitchFamily="34" charset="0"/>
            </a:endParaRPr>
          </a:p>
          <a:p>
            <a:pPr>
              <a:lnSpc>
                <a:spcPct val="115000"/>
              </a:lnSpc>
            </a:pPr>
            <a:r>
              <a:rPr lang="zh-CN" altLang="en-US" sz="1800" dirty="0">
                <a:effectLst/>
                <a:latin typeface="Calibri" panose="020F0502020204030204" pitchFamily="34" charset="0"/>
                <a:ea typeface="宋体" panose="02010600030101010101" pitchFamily="2" charset="-122"/>
                <a:cs typeface="宋体" panose="02010600030101010101" pitchFamily="2" charset="-122"/>
              </a:rPr>
              <a:t>（</a:t>
            </a:r>
            <a:r>
              <a:rPr lang="en-US" altLang="zh-CN" sz="1800" dirty="0">
                <a:effectLst/>
                <a:latin typeface="Calibri" panose="020F0502020204030204" pitchFamily="34" charset="0"/>
                <a:ea typeface="宋体" panose="02010600030101010101" pitchFamily="2" charset="-122"/>
                <a:cs typeface="宋体" panose="02010600030101010101" pitchFamily="2" charset="-122"/>
              </a:rPr>
              <a:t>45</a:t>
            </a:r>
            <a:r>
              <a:rPr lang="zh-CN" altLang="en-US" sz="1800" dirty="0">
                <a:effectLst/>
                <a:latin typeface="Calibri" panose="020F0502020204030204" pitchFamily="34" charset="0"/>
                <a:ea typeface="宋体" panose="02010600030101010101" pitchFamily="2" charset="-122"/>
                <a:cs typeface="宋体" panose="02010600030101010101" pitchFamily="2" charset="-122"/>
              </a:rPr>
              <a:t>）</a:t>
            </a:r>
            <a:r>
              <a:rPr lang="zh-CN" altLang="zh-CN" sz="1800" dirty="0">
                <a:effectLst/>
                <a:latin typeface="Calibri" panose="020F0502020204030204" pitchFamily="34" charset="0"/>
                <a:ea typeface="宋体" panose="02010600030101010101" pitchFamily="2" charset="-122"/>
                <a:cs typeface="宋体" panose="02010600030101010101" pitchFamily="2" charset="-122"/>
              </a:rPr>
              <a:t>从算</a:t>
            </a:r>
            <a:r>
              <a:rPr lang="zh-CN" altLang="en-US" sz="1800" dirty="0">
                <a:effectLst/>
                <a:latin typeface="Calibri" panose="020F0502020204030204" pitchFamily="34" charset="0"/>
                <a:ea typeface="宋体" panose="02010600030101010101" pitchFamily="2" charset="-122"/>
                <a:cs typeface="宋体" panose="02010600030101010101" pitchFamily="2" charset="-122"/>
              </a:rPr>
              <a:t>法</a:t>
            </a:r>
            <a:r>
              <a:rPr lang="en-US" altLang="zh-CN" sz="1800" dirty="0">
                <a:effectLst/>
                <a:latin typeface="Calibri" panose="020F0502020204030204" pitchFamily="34" charset="0"/>
                <a:ea typeface="宋体" panose="02010600030101010101" pitchFamily="2" charset="-122"/>
                <a:cs typeface="宋体" panose="02010600030101010101" pitchFamily="2" charset="-122"/>
              </a:rPr>
              <a:t>10.3</a:t>
            </a:r>
            <a:r>
              <a:rPr lang="zh-CN" altLang="zh-CN" sz="1800" dirty="0">
                <a:effectLst/>
                <a:latin typeface="Calibri" panose="020F0502020204030204" pitchFamily="34" charset="0"/>
                <a:ea typeface="宋体" panose="02010600030101010101" pitchFamily="2" charset="-122"/>
                <a:cs typeface="宋体" panose="02010600030101010101" pitchFamily="2" charset="-122"/>
              </a:rPr>
              <a:t>可以看出，在重新调整记录物理位置的过程中，记录的移动次数至多为</a:t>
            </a:r>
            <a:r>
              <a:rPr lang="en-US" altLang="zh-CN" sz="1800" dirty="0">
                <a:effectLst/>
                <a:latin typeface="Calibri" panose="020F0502020204030204" pitchFamily="34" charset="0"/>
                <a:ea typeface="宋体" panose="02010600030101010101" pitchFamily="2" charset="-122"/>
                <a:cs typeface="宋体" panose="02010600030101010101" pitchFamily="2" charset="-122"/>
              </a:rPr>
              <a:t>3(</a:t>
            </a:r>
            <a:r>
              <a:rPr lang="en-US" altLang="zh-CN" sz="1800" dirty="0">
                <a:effectLst/>
                <a:latin typeface="Calibri" panose="020F0502020204030204" pitchFamily="34" charset="0"/>
                <a:ea typeface="??"/>
                <a:cs typeface="Calibri" panose="020F0502020204030204" pitchFamily="34" charset="0"/>
              </a:rPr>
              <a:t>n-1)</a:t>
            </a:r>
            <a:r>
              <a:rPr lang="zh-CN" altLang="zh-CN" sz="1800" dirty="0">
                <a:effectLst/>
                <a:latin typeface="Calibri" panose="020F0502020204030204" pitchFamily="34" charset="0"/>
                <a:ea typeface="宋体" panose="02010600030101010101" pitchFamily="2" charset="-122"/>
                <a:cs typeface="宋体" panose="02010600030101010101" pitchFamily="2" charset="-122"/>
              </a:rPr>
              <a:t>。</a:t>
            </a:r>
            <a:br>
              <a:rPr lang="en-US" altLang="zh-CN" sz="1800" dirty="0">
                <a:effectLst/>
                <a:latin typeface="Calibri" panose="020F0502020204030204" pitchFamily="34" charset="0"/>
                <a:ea typeface="??"/>
                <a:cs typeface="Calibri" panose="020F0502020204030204" pitchFamily="34" charset="0"/>
              </a:rPr>
            </a:br>
            <a:r>
              <a:rPr lang="zh-CN" altLang="zh-CN" sz="1800" dirty="0">
                <a:effectLst/>
                <a:latin typeface="Calibri" panose="020F0502020204030204" pitchFamily="34" charset="0"/>
                <a:ea typeface="宋体" panose="02010600030101010101" pitchFamily="2" charset="-122"/>
                <a:cs typeface="宋体" panose="02010600030101010101" pitchFamily="2" charset="-122"/>
              </a:rPr>
              <a:t>但是，由于表插入排序过程中，生成有序链表的过程和前面的直接插入排序是相类似的，</a:t>
            </a:r>
            <a:br>
              <a:rPr lang="en-US" altLang="zh-CN" sz="1800" dirty="0">
                <a:effectLst/>
                <a:latin typeface="Calibri" panose="020F0502020204030204" pitchFamily="34" charset="0"/>
                <a:ea typeface="??"/>
                <a:cs typeface="Calibri" panose="020F0502020204030204" pitchFamily="34" charset="0"/>
              </a:rPr>
            </a:br>
            <a:r>
              <a:rPr lang="zh-CN" altLang="zh-CN" sz="1800" dirty="0">
                <a:effectLst/>
                <a:latin typeface="Calibri" panose="020F0502020204030204" pitchFamily="34" charset="0"/>
                <a:ea typeface="宋体" panose="02010600030101010101" pitchFamily="2" charset="-122"/>
                <a:cs typeface="宋体" panose="02010600030101010101" pitchFamily="2" charset="-122"/>
              </a:rPr>
              <a:t>因此，表插入排序过程中，进行的关键字之间的比较的次数，仍然是和</a:t>
            </a:r>
            <a:r>
              <a:rPr lang="en-US" altLang="zh-CN" sz="1800" dirty="0">
                <a:effectLst/>
                <a:latin typeface="Calibri" panose="020F0502020204030204" pitchFamily="34" charset="0"/>
                <a:ea typeface="??"/>
                <a:cs typeface="Calibri" panose="020F0502020204030204" pitchFamily="34" charset="0"/>
              </a:rPr>
              <a:t>n</a:t>
            </a:r>
            <a:r>
              <a:rPr lang="en-US" altLang="zh-CN" sz="1800" baseline="30000" dirty="0">
                <a:effectLst/>
                <a:latin typeface="Calibri" panose="020F0502020204030204" pitchFamily="34" charset="0"/>
                <a:ea typeface="??"/>
                <a:cs typeface="Calibri" panose="020F0502020204030204" pitchFamily="34" charset="0"/>
              </a:rPr>
              <a:t>2</a:t>
            </a:r>
            <a:r>
              <a:rPr lang="zh-CN" altLang="zh-CN" sz="1800" dirty="0">
                <a:effectLst/>
                <a:latin typeface="Calibri" panose="020F0502020204030204" pitchFamily="34" charset="0"/>
                <a:ea typeface="宋体" panose="02010600030101010101" pitchFamily="2" charset="-122"/>
                <a:cs typeface="宋体" panose="02010600030101010101" pitchFamily="2" charset="-122"/>
              </a:rPr>
              <a:t>平方成正比的。</a:t>
            </a:r>
            <a:br>
              <a:rPr lang="en-US" altLang="zh-CN" sz="1800" dirty="0">
                <a:effectLst/>
                <a:latin typeface="Calibri" panose="020F0502020204030204" pitchFamily="34" charset="0"/>
                <a:ea typeface="??"/>
                <a:cs typeface="Calibri" panose="020F0502020204030204" pitchFamily="34" charset="0"/>
              </a:rPr>
            </a:br>
            <a:r>
              <a:rPr lang="zh-CN" altLang="zh-CN" sz="1800" dirty="0">
                <a:effectLst/>
                <a:latin typeface="Calibri" panose="020F0502020204030204" pitchFamily="34" charset="0"/>
                <a:ea typeface="宋体" panose="02010600030101010101" pitchFamily="2" charset="-122"/>
                <a:cs typeface="宋体" panose="02010600030101010101" pitchFamily="2" charset="-122"/>
              </a:rPr>
              <a:t>因此，表插入排序的时间复杂度仍然是和</a:t>
            </a:r>
            <a:r>
              <a:rPr lang="en-US" altLang="zh-CN" sz="1800" dirty="0">
                <a:effectLst/>
                <a:latin typeface="Calibri" panose="020F0502020204030204" pitchFamily="34" charset="0"/>
                <a:ea typeface="??"/>
                <a:cs typeface="Calibri" panose="020F0502020204030204" pitchFamily="34" charset="0"/>
              </a:rPr>
              <a:t>n</a:t>
            </a:r>
            <a:r>
              <a:rPr lang="en-US" altLang="zh-CN" sz="1800" baseline="30000" dirty="0">
                <a:effectLst/>
                <a:latin typeface="Calibri" panose="020F0502020204030204" pitchFamily="34" charset="0"/>
                <a:ea typeface="??"/>
                <a:cs typeface="Calibri" panose="020F0502020204030204" pitchFamily="34" charset="0"/>
              </a:rPr>
              <a:t>2</a:t>
            </a:r>
            <a:r>
              <a:rPr lang="zh-CN" altLang="zh-CN" sz="1800" dirty="0">
                <a:effectLst/>
                <a:latin typeface="Calibri" panose="020F0502020204030204" pitchFamily="34" charset="0"/>
                <a:ea typeface="宋体" panose="02010600030101010101" pitchFamily="2" charset="-122"/>
                <a:cs typeface="宋体" panose="02010600030101010101" pitchFamily="2" charset="-122"/>
              </a:rPr>
              <a:t>等数量级的。</a:t>
            </a:r>
            <a:endParaRPr lang="zh-CN" altLang="zh-CN" sz="1800" dirty="0">
              <a:effectLst/>
              <a:latin typeface="Calibri" panose="020F0502020204030204" pitchFamily="34" charset="0"/>
              <a:ea typeface="??"/>
              <a:cs typeface="Calibri" panose="020F0502020204030204" pitchFamily="34" charset="0"/>
            </a:endParaRPr>
          </a:p>
          <a:p>
            <a:endParaRPr lang="zh-CN" altLang="en-US" dirty="0"/>
          </a:p>
        </p:txBody>
      </p:sp>
      <p:sp>
        <p:nvSpPr>
          <p:cNvPr id="4" name="灯片编号占位符 3"/>
          <p:cNvSpPr>
            <a:spLocks noGrp="1"/>
          </p:cNvSpPr>
          <p:nvPr>
            <p:ph type="sldNum" sz="quarter" idx="5"/>
          </p:nvPr>
        </p:nvSpPr>
        <p:spPr/>
        <p:txBody>
          <a:bodyPr/>
          <a:lstStyle/>
          <a:p>
            <a:fld id="{78A397FD-FDFD-480D-98F1-7B9EC0227E94}" type="slidenum">
              <a:rPr lang="zh-CN" altLang="en-US" smtClean="0"/>
              <a:t>6</a:t>
            </a:fld>
            <a:endParaRPr lang="zh-CN" altLang="en-US"/>
          </a:p>
        </p:txBody>
      </p:sp>
    </p:spTree>
    <p:extLst>
      <p:ext uri="{BB962C8B-B14F-4D97-AF65-F5344CB8AC3E}">
        <p14:creationId xmlns:p14="http://schemas.microsoft.com/office/powerpoint/2010/main" val="29689621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30000"/>
              </a:lnSpc>
            </a:pPr>
            <a:r>
              <a:rPr lang="zh-CN" altLang="en-US" b="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b="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b="0" dirty="0">
                <a:latin typeface="Times New Roman" panose="02020603050405020304" pitchFamily="18" charset="0"/>
                <a:ea typeface="宋体" panose="02010600030101010101" pitchFamily="2" charset="-122"/>
                <a:cs typeface="Times New Roman" panose="02020603050405020304" pitchFamily="18" charset="0"/>
              </a:rPr>
              <a:t>）回顾</a:t>
            </a:r>
            <a:r>
              <a:rPr lang="zh-CN" altLang="en-US" b="0" dirty="0">
                <a:latin typeface="+mn-ea"/>
                <a:cs typeface="Times New Roman" panose="02020603050405020304" pitchFamily="18" charset="0"/>
              </a:rPr>
              <a:t>直接插入排序</a:t>
            </a:r>
            <a:r>
              <a:rPr lang="zh-CN" altLang="en-US" b="0" dirty="0">
                <a:latin typeface="Times New Roman" panose="02020603050405020304" pitchFamily="18" charset="0"/>
                <a:ea typeface="宋体" panose="02010600030101010101" pitchFamily="2" charset="-122"/>
                <a:cs typeface="Times New Roman" panose="02020603050405020304" pitchFamily="18" charset="0"/>
              </a:rPr>
              <a:t>，其算法时间复杂度为</a:t>
            </a:r>
            <a:r>
              <a:rPr lang="en-US" altLang="zh-CN" b="0" i="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O</a:t>
            </a:r>
            <a:r>
              <a:rPr lang="en-US" altLang="zh-CN" b="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b="0" i="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n</a:t>
            </a:r>
            <a:r>
              <a:rPr lang="en-US" altLang="zh-CN" b="0" baseline="300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2</a:t>
            </a:r>
            <a:r>
              <a:rPr lang="en-US" altLang="zh-CN" b="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b="0" dirty="0">
                <a:latin typeface="Times New Roman" panose="02020603050405020304" pitchFamily="18" charset="0"/>
                <a:ea typeface="宋体" panose="02010600030101010101" pitchFamily="2" charset="-122"/>
                <a:cs typeface="Times New Roman" panose="02020603050405020304" pitchFamily="18" charset="0"/>
              </a:rPr>
              <a:t>，主要原因是记录的每次移动都只后移</a:t>
            </a:r>
            <a:r>
              <a:rPr lang="en-US" altLang="zh-CN" b="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b="0" dirty="0">
                <a:latin typeface="Times New Roman" panose="02020603050405020304" pitchFamily="18" charset="0"/>
                <a:ea typeface="宋体" panose="02010600030101010101" pitchFamily="2" charset="-122"/>
                <a:cs typeface="Times New Roman" panose="02020603050405020304" pitchFamily="18" charset="0"/>
              </a:rPr>
              <a:t>位，移动频繁，但效率低下。</a:t>
            </a:r>
            <a:endParaRPr lang="en-US" altLang="zh-CN" b="0" dirty="0">
              <a:latin typeface="Times New Roman" panose="02020603050405020304" pitchFamily="18" charset="0"/>
              <a:ea typeface="宋体" panose="02010600030101010101" pitchFamily="2" charset="-122"/>
              <a:cs typeface="Times New Roman" panose="02020603050405020304" pitchFamily="18" charset="0"/>
            </a:endParaRPr>
          </a:p>
          <a:p>
            <a:pPr>
              <a:lnSpc>
                <a:spcPct val="130000"/>
              </a:lnSpc>
            </a:pPr>
            <a:r>
              <a:rPr lang="zh-CN" altLang="en-US" b="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b="0"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b="0" dirty="0">
                <a:latin typeface="Times New Roman" panose="02020603050405020304" pitchFamily="18" charset="0"/>
                <a:ea typeface="宋体" panose="02010600030101010101" pitchFamily="2" charset="-122"/>
                <a:cs typeface="Times New Roman" panose="02020603050405020304" pitchFamily="18" charset="0"/>
              </a:rPr>
              <a:t>）如果待排序的记录序列已接近有序，时间复杂度则趋向</a:t>
            </a:r>
            <a:r>
              <a:rPr lang="en-US" altLang="zh-CN" b="0" i="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O(n)</a:t>
            </a:r>
            <a:r>
              <a:rPr lang="zh-CN" altLang="en-US" b="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b="0" dirty="0">
              <a:latin typeface="Times New Roman" panose="02020603050405020304" pitchFamily="18" charset="0"/>
              <a:ea typeface="宋体" panose="02010600030101010101" pitchFamily="2" charset="-122"/>
              <a:cs typeface="Times New Roman" panose="02020603050405020304" pitchFamily="18" charset="0"/>
            </a:endParaRPr>
          </a:p>
          <a:p>
            <a:pPr>
              <a:lnSpc>
                <a:spcPct val="130000"/>
              </a:lnSpc>
            </a:pPr>
            <a:r>
              <a:rPr lang="zh-CN" altLang="en-US" b="0" dirty="0">
                <a:latin typeface="+mn-ea"/>
                <a:cs typeface="Times New Roman" panose="02020603050405020304" pitchFamily="18" charset="0"/>
              </a:rPr>
              <a:t>（</a:t>
            </a:r>
            <a:r>
              <a:rPr lang="en-US" altLang="zh-CN" b="0" dirty="0">
                <a:latin typeface="+mn-ea"/>
                <a:cs typeface="Times New Roman" panose="02020603050405020304" pitchFamily="18" charset="0"/>
              </a:rPr>
              <a:t>3</a:t>
            </a:r>
            <a:r>
              <a:rPr lang="zh-CN" altLang="en-US" b="0" dirty="0">
                <a:latin typeface="+mn-ea"/>
                <a:cs typeface="Times New Roman" panose="02020603050405020304" pitchFamily="18" charset="0"/>
              </a:rPr>
              <a:t>）改进思路</a:t>
            </a:r>
            <a:r>
              <a:rPr lang="zh-CN" altLang="en-US" b="0" dirty="0">
                <a:latin typeface="Times New Roman" panose="02020603050405020304" pitchFamily="18" charset="0"/>
                <a:ea typeface="宋体" panose="02010600030101010101" pitchFamily="2" charset="-122"/>
                <a:cs typeface="Times New Roman" panose="02020603050405020304" pitchFamily="18" charset="0"/>
              </a:rPr>
              <a:t>：让记录的每次移动可后移多个位置，更接近它的排序最终位置。</a:t>
            </a:r>
            <a:endParaRPr lang="en-US" altLang="zh-CN" b="0" dirty="0">
              <a:latin typeface="Times New Roman" panose="02020603050405020304" pitchFamily="18" charset="0"/>
              <a:ea typeface="宋体" panose="02010600030101010101" pitchFamily="2" charset="-122"/>
              <a:cs typeface="Times New Roman" panose="02020603050405020304" pitchFamily="18" charset="0"/>
            </a:endParaRPr>
          </a:p>
          <a:p>
            <a:pPr>
              <a:lnSpc>
                <a:spcPct val="130000"/>
              </a:lnSpc>
            </a:pPr>
            <a:r>
              <a:rPr lang="zh-CN" altLang="en-US" b="0" dirty="0">
                <a:latin typeface="+mn-ea"/>
                <a:cs typeface="Times New Roman" panose="02020603050405020304" pitchFamily="18" charset="0"/>
              </a:rPr>
              <a:t>（</a:t>
            </a:r>
            <a:r>
              <a:rPr lang="en-US" altLang="zh-CN" b="0" dirty="0">
                <a:latin typeface="+mn-ea"/>
                <a:cs typeface="Times New Roman" panose="02020603050405020304" pitchFamily="18" charset="0"/>
              </a:rPr>
              <a:t>4</a:t>
            </a:r>
            <a:r>
              <a:rPr lang="zh-CN" altLang="en-US" b="0" dirty="0">
                <a:latin typeface="+mn-ea"/>
                <a:cs typeface="Times New Roman" panose="02020603050405020304" pitchFamily="18" charset="0"/>
              </a:rPr>
              <a:t>）实现措施</a:t>
            </a:r>
            <a:r>
              <a:rPr lang="zh-CN" altLang="en-US" b="0"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endParaRPr lang="en-US" altLang="zh-CN" b="0"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endParaRPr>
          </a:p>
          <a:p>
            <a:pPr>
              <a:lnSpc>
                <a:spcPct val="130000"/>
              </a:lnSpc>
            </a:pPr>
            <a:r>
              <a:rPr lang="zh-CN" altLang="en-US" b="0"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lang="en-US" altLang="zh-CN" b="0"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5</a:t>
            </a:r>
            <a:r>
              <a:rPr lang="zh-CN" altLang="en-US" b="0"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lang="en-US" altLang="zh-CN" b="0"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1</a:t>
            </a:r>
            <a:r>
              <a:rPr lang="zh-CN" altLang="en-US" b="0" dirty="0">
                <a:latin typeface="Times New Roman" panose="02020603050405020304" pitchFamily="18" charset="0"/>
                <a:ea typeface="宋体" panose="02010600030101010101" pitchFamily="2" charset="-122"/>
                <a:cs typeface="Times New Roman" panose="02020603050405020304" pitchFamily="18" charset="0"/>
              </a:rPr>
              <a:t>）把记录序列</a:t>
            </a:r>
            <a:r>
              <a:rPr lang="en-US" altLang="zh-CN" b="0" dirty="0">
                <a:latin typeface="Times New Roman" panose="02020603050405020304" pitchFamily="18" charset="0"/>
                <a:ea typeface="宋体" panose="02010600030101010101" pitchFamily="2" charset="-122"/>
                <a:cs typeface="Times New Roman" panose="02020603050405020304" pitchFamily="18" charset="0"/>
              </a:rPr>
              <a:t>{R</a:t>
            </a:r>
            <a:r>
              <a:rPr lang="en-US" altLang="zh-CN" b="0" baseline="-25000" dirty="0">
                <a:latin typeface="Times New Roman" panose="02020603050405020304" pitchFamily="18" charset="0"/>
                <a:ea typeface="宋体" panose="02010600030101010101" pitchFamily="2" charset="-122"/>
                <a:cs typeface="Times New Roman" panose="02020603050405020304" pitchFamily="18" charset="0"/>
              </a:rPr>
              <a:t>1</a:t>
            </a:r>
            <a:r>
              <a:rPr lang="en-US" altLang="zh-CN" b="0" dirty="0">
                <a:latin typeface="Times New Roman" panose="02020603050405020304" pitchFamily="18" charset="0"/>
                <a:ea typeface="宋体" panose="02010600030101010101" pitchFamily="2" charset="-122"/>
                <a:cs typeface="Times New Roman" panose="02020603050405020304" pitchFamily="18" charset="0"/>
              </a:rPr>
              <a:t>,R</a:t>
            </a:r>
            <a:r>
              <a:rPr lang="en-US" altLang="zh-CN" b="0" baseline="-25000" dirty="0">
                <a:latin typeface="Times New Roman" panose="02020603050405020304" pitchFamily="18" charset="0"/>
                <a:ea typeface="宋体" panose="02010600030101010101" pitchFamily="2" charset="-122"/>
                <a:cs typeface="Times New Roman" panose="02020603050405020304" pitchFamily="18" charset="0"/>
              </a:rPr>
              <a:t>2</a:t>
            </a:r>
            <a:r>
              <a:rPr lang="en-US" altLang="zh-CN" b="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b="0" dirty="0">
                <a:latin typeface="等线" panose="02010600030101010101" pitchFamily="2" charset="-122"/>
                <a:ea typeface="等线" panose="02010600030101010101" pitchFamily="2" charset="-122"/>
                <a:cs typeface="Times New Roman" panose="02020603050405020304" pitchFamily="18" charset="0"/>
              </a:rPr>
              <a:t>…R</a:t>
            </a:r>
            <a:r>
              <a:rPr lang="en-US" altLang="zh-CN" b="0" i="1" baseline="-25000" dirty="0">
                <a:latin typeface="Times New Roman" panose="02020603050405020304" pitchFamily="18" charset="0"/>
                <a:ea typeface="宋体" panose="02010600030101010101" pitchFamily="2" charset="-122"/>
                <a:cs typeface="Times New Roman" panose="02020603050405020304" pitchFamily="18" charset="0"/>
              </a:rPr>
              <a:t>i</a:t>
            </a:r>
            <a:r>
              <a:rPr lang="en-US" altLang="zh-CN" b="0" dirty="0">
                <a:latin typeface="等线" panose="02010600030101010101" pitchFamily="2" charset="-122"/>
                <a:ea typeface="等线" panose="02010600030101010101" pitchFamily="2" charset="-122"/>
                <a:cs typeface="Times New Roman" panose="02020603050405020304" pitchFamily="18" charset="0"/>
              </a:rPr>
              <a:t>…R</a:t>
            </a:r>
            <a:r>
              <a:rPr lang="en-US" altLang="zh-CN" b="0" i="1" baseline="-25000"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b="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b="0" dirty="0">
                <a:latin typeface="Times New Roman" panose="02020603050405020304" pitchFamily="18" charset="0"/>
                <a:ea typeface="宋体" panose="02010600030101010101" pitchFamily="2" charset="-122"/>
                <a:cs typeface="Times New Roman" panose="02020603050405020304" pitchFamily="18" charset="0"/>
              </a:rPr>
              <a:t>划分为</a:t>
            </a:r>
            <a:r>
              <a:rPr lang="en-US" altLang="zh-CN" b="0" i="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dk</a:t>
            </a:r>
            <a:r>
              <a:rPr lang="zh-CN" altLang="en-US" b="0" dirty="0">
                <a:latin typeface="Times New Roman" panose="02020603050405020304" pitchFamily="18" charset="0"/>
                <a:ea typeface="宋体" panose="02010600030101010101" pitchFamily="2" charset="-122"/>
                <a:cs typeface="Times New Roman" panose="02020603050405020304" pitchFamily="18" charset="0"/>
              </a:rPr>
              <a:t>个子序列 </a:t>
            </a:r>
            <a:endParaRPr lang="en-US" altLang="zh-CN" b="0" dirty="0">
              <a:latin typeface="Times New Roman" panose="02020603050405020304" pitchFamily="18" charset="0"/>
              <a:ea typeface="宋体" panose="02010600030101010101" pitchFamily="2" charset="-122"/>
              <a:cs typeface="Times New Roman" panose="02020603050405020304" pitchFamily="18" charset="0"/>
            </a:endParaRPr>
          </a:p>
          <a:p>
            <a:pPr>
              <a:lnSpc>
                <a:spcPct val="130000"/>
              </a:lnSpc>
            </a:pPr>
            <a:r>
              <a:rPr lang="zh-CN" altLang="en-US" b="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b="0" dirty="0">
                <a:latin typeface="Times New Roman" panose="02020603050405020304" pitchFamily="18" charset="0"/>
                <a:ea typeface="宋体" panose="02010600030101010101" pitchFamily="2" charset="-122"/>
                <a:cs typeface="Times New Roman" panose="02020603050405020304" pitchFamily="18" charset="0"/>
              </a:rPr>
              <a:t>{R</a:t>
            </a:r>
            <a:r>
              <a:rPr lang="en-US" altLang="zh-CN" b="0" baseline="-25000" dirty="0">
                <a:latin typeface="Times New Roman" panose="02020603050405020304" pitchFamily="18" charset="0"/>
                <a:ea typeface="宋体" panose="02010600030101010101" pitchFamily="2" charset="-122"/>
                <a:cs typeface="Times New Roman" panose="02020603050405020304" pitchFamily="18" charset="0"/>
              </a:rPr>
              <a:t>1</a:t>
            </a:r>
            <a:r>
              <a:rPr lang="en-US" altLang="zh-CN" b="0" dirty="0">
                <a:latin typeface="等线" panose="02010600030101010101" pitchFamily="2" charset="-122"/>
                <a:ea typeface="等线" panose="02010600030101010101" pitchFamily="2" charset="-122"/>
                <a:cs typeface="Times New Roman" panose="02020603050405020304" pitchFamily="18" charset="0"/>
              </a:rPr>
              <a:t>,R</a:t>
            </a:r>
            <a:r>
              <a:rPr lang="en-US" altLang="zh-CN" b="0" baseline="-25000" dirty="0">
                <a:latin typeface="Times New Roman" panose="02020603050405020304" pitchFamily="18" charset="0"/>
                <a:ea typeface="宋体" panose="02010600030101010101" pitchFamily="2" charset="-122"/>
                <a:cs typeface="Times New Roman" panose="02020603050405020304" pitchFamily="18" charset="0"/>
              </a:rPr>
              <a:t>1+d</a:t>
            </a:r>
            <a:r>
              <a:rPr lang="en-US" altLang="zh-CN" b="0" i="1" baseline="-25000" dirty="0">
                <a:latin typeface="Times New Roman" panose="02020603050405020304" pitchFamily="18" charset="0"/>
                <a:ea typeface="宋体" panose="02010600030101010101" pitchFamily="2" charset="-122"/>
                <a:cs typeface="Times New Roman" panose="02020603050405020304" pitchFamily="18" charset="0"/>
              </a:rPr>
              <a:t>k</a:t>
            </a:r>
            <a:r>
              <a:rPr lang="en-US" altLang="zh-CN" b="0" dirty="0">
                <a:latin typeface="等线" panose="02010600030101010101" pitchFamily="2" charset="-122"/>
                <a:cs typeface="Times New Roman" panose="02020603050405020304" pitchFamily="18" charset="0"/>
              </a:rPr>
              <a:t>,</a:t>
            </a:r>
            <a:r>
              <a:rPr lang="en-US" altLang="zh-CN" b="0" dirty="0">
                <a:latin typeface="等线" panose="02010600030101010101" pitchFamily="2" charset="-122"/>
                <a:ea typeface="等线" panose="02010600030101010101" pitchFamily="2" charset="-122"/>
                <a:cs typeface="Times New Roman" panose="02020603050405020304" pitchFamily="18" charset="0"/>
              </a:rPr>
              <a:t>R</a:t>
            </a:r>
            <a:r>
              <a:rPr lang="en-US" altLang="zh-CN" b="0" baseline="-25000" dirty="0">
                <a:latin typeface="Times New Roman" panose="02020603050405020304" pitchFamily="18" charset="0"/>
                <a:ea typeface="宋体" panose="02010600030101010101" pitchFamily="2" charset="-122"/>
                <a:cs typeface="Times New Roman" panose="02020603050405020304" pitchFamily="18" charset="0"/>
              </a:rPr>
              <a:t>1+2</a:t>
            </a:r>
            <a:r>
              <a:rPr lang="en-US" altLang="zh-CN" b="0" i="1" baseline="-25000" dirty="0">
                <a:latin typeface="Times New Roman" panose="02020603050405020304" pitchFamily="18" charset="0"/>
                <a:ea typeface="宋体" panose="02010600030101010101" pitchFamily="2" charset="-122"/>
                <a:cs typeface="Times New Roman" panose="02020603050405020304" pitchFamily="18" charset="0"/>
              </a:rPr>
              <a:t>dk</a:t>
            </a:r>
            <a:r>
              <a:rPr lang="en-US" altLang="zh-CN" b="0" dirty="0">
                <a:latin typeface="等线" panose="02010600030101010101" pitchFamily="2" charset="-122"/>
                <a:cs typeface="Times New Roman" panose="02020603050405020304" pitchFamily="18" charset="0"/>
              </a:rPr>
              <a:t>,…</a:t>
            </a:r>
            <a:r>
              <a:rPr lang="en-US" altLang="zh-CN" b="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b="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b="0" dirty="0">
                <a:latin typeface="Times New Roman" panose="02020603050405020304" pitchFamily="18" charset="0"/>
                <a:ea typeface="宋体" panose="02010600030101010101" pitchFamily="2" charset="-122"/>
                <a:cs typeface="Times New Roman" panose="02020603050405020304" pitchFamily="18" charset="0"/>
              </a:rPr>
              <a:t>{R</a:t>
            </a:r>
            <a:r>
              <a:rPr lang="en-US" altLang="zh-CN" b="0" baseline="-25000" dirty="0">
                <a:latin typeface="Times New Roman" panose="02020603050405020304" pitchFamily="18" charset="0"/>
                <a:ea typeface="宋体" panose="02010600030101010101" pitchFamily="2" charset="-122"/>
                <a:cs typeface="Times New Roman" panose="02020603050405020304" pitchFamily="18" charset="0"/>
              </a:rPr>
              <a:t>2</a:t>
            </a:r>
            <a:r>
              <a:rPr lang="en-US" altLang="zh-CN" b="0" dirty="0">
                <a:latin typeface="等线" panose="02010600030101010101" pitchFamily="2" charset="-122"/>
                <a:ea typeface="等线" panose="02010600030101010101" pitchFamily="2" charset="-122"/>
                <a:cs typeface="Times New Roman" panose="02020603050405020304" pitchFamily="18" charset="0"/>
              </a:rPr>
              <a:t>,R</a:t>
            </a:r>
            <a:r>
              <a:rPr lang="en-US" altLang="zh-CN" b="0" baseline="-25000" dirty="0">
                <a:latin typeface="Times New Roman" panose="02020603050405020304" pitchFamily="18" charset="0"/>
                <a:ea typeface="宋体" panose="02010600030101010101" pitchFamily="2" charset="-122"/>
                <a:cs typeface="Times New Roman" panose="02020603050405020304" pitchFamily="18" charset="0"/>
              </a:rPr>
              <a:t>2+</a:t>
            </a:r>
            <a:r>
              <a:rPr lang="en-US" altLang="zh-CN" b="0" i="1" baseline="-25000" dirty="0">
                <a:latin typeface="Times New Roman" panose="02020603050405020304" pitchFamily="18" charset="0"/>
                <a:ea typeface="宋体" panose="02010600030101010101" pitchFamily="2" charset="-122"/>
                <a:cs typeface="Times New Roman" panose="02020603050405020304" pitchFamily="18" charset="0"/>
              </a:rPr>
              <a:t>dk</a:t>
            </a:r>
            <a:r>
              <a:rPr lang="en-US" altLang="zh-CN" b="0" dirty="0">
                <a:latin typeface="等线" panose="02010600030101010101" pitchFamily="2" charset="-122"/>
                <a:cs typeface="Times New Roman" panose="02020603050405020304" pitchFamily="18" charset="0"/>
              </a:rPr>
              <a:t>,</a:t>
            </a:r>
            <a:r>
              <a:rPr lang="en-US" altLang="zh-CN" b="0" dirty="0">
                <a:latin typeface="等线" panose="02010600030101010101" pitchFamily="2" charset="-122"/>
                <a:ea typeface="等线" panose="02010600030101010101" pitchFamily="2" charset="-122"/>
                <a:cs typeface="Times New Roman" panose="02020603050405020304" pitchFamily="18" charset="0"/>
              </a:rPr>
              <a:t>R</a:t>
            </a:r>
            <a:r>
              <a:rPr lang="en-US" altLang="zh-CN" b="0" baseline="-25000" dirty="0">
                <a:latin typeface="Times New Roman" panose="02020603050405020304" pitchFamily="18" charset="0"/>
                <a:ea typeface="宋体" panose="02010600030101010101" pitchFamily="2" charset="-122"/>
                <a:cs typeface="Times New Roman" panose="02020603050405020304" pitchFamily="18" charset="0"/>
              </a:rPr>
              <a:t>2+2</a:t>
            </a:r>
            <a:r>
              <a:rPr lang="en-US" altLang="zh-CN" b="0" i="1" baseline="-25000" dirty="0">
                <a:latin typeface="Times New Roman" panose="02020603050405020304" pitchFamily="18" charset="0"/>
                <a:ea typeface="宋体" panose="02010600030101010101" pitchFamily="2" charset="-122"/>
                <a:cs typeface="Times New Roman" panose="02020603050405020304" pitchFamily="18" charset="0"/>
              </a:rPr>
              <a:t>dk</a:t>
            </a:r>
            <a:r>
              <a:rPr lang="en-US" altLang="zh-CN" b="0" dirty="0">
                <a:latin typeface="等线" panose="02010600030101010101" pitchFamily="2" charset="-122"/>
                <a:cs typeface="Times New Roman" panose="02020603050405020304" pitchFamily="18" charset="0"/>
              </a:rPr>
              <a:t>,…</a:t>
            </a:r>
            <a:r>
              <a:rPr lang="en-US" altLang="zh-CN" b="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b="0" dirty="0">
                <a:latin typeface="等线" panose="02010600030101010101" pitchFamily="2" charset="-122"/>
                <a:cs typeface="Times New Roman" panose="02020603050405020304" pitchFamily="18" charset="0"/>
              </a:rPr>
              <a:t> …,</a:t>
            </a:r>
            <a:r>
              <a:rPr lang="en-US" altLang="zh-CN" b="0" dirty="0">
                <a:latin typeface="Times New Roman" panose="02020603050405020304" pitchFamily="18" charset="0"/>
                <a:ea typeface="宋体" panose="02010600030101010101" pitchFamily="2" charset="-122"/>
                <a:cs typeface="Times New Roman" panose="02020603050405020304" pitchFamily="18" charset="0"/>
              </a:rPr>
              <a:t> {R</a:t>
            </a:r>
            <a:r>
              <a:rPr lang="en-US" altLang="zh-CN" b="0" i="1" baseline="-25000" dirty="0">
                <a:latin typeface="Times New Roman" panose="02020603050405020304" pitchFamily="18" charset="0"/>
                <a:ea typeface="宋体" panose="02010600030101010101" pitchFamily="2" charset="-122"/>
                <a:cs typeface="Times New Roman" panose="02020603050405020304" pitchFamily="18" charset="0"/>
              </a:rPr>
              <a:t>dk</a:t>
            </a:r>
            <a:r>
              <a:rPr lang="en-US" altLang="zh-CN" b="0" dirty="0">
                <a:latin typeface="等线" panose="02010600030101010101" pitchFamily="2" charset="-122"/>
                <a:ea typeface="等线" panose="02010600030101010101" pitchFamily="2" charset="-122"/>
                <a:cs typeface="Times New Roman" panose="02020603050405020304" pitchFamily="18" charset="0"/>
              </a:rPr>
              <a:t>,R</a:t>
            </a:r>
            <a:r>
              <a:rPr lang="en-US" altLang="zh-CN" b="0" i="1" baseline="-25000" dirty="0">
                <a:latin typeface="Times New Roman" panose="02020603050405020304" pitchFamily="18" charset="0"/>
                <a:ea typeface="宋体" panose="02010600030101010101" pitchFamily="2" charset="-122"/>
                <a:cs typeface="Times New Roman" panose="02020603050405020304" pitchFamily="18" charset="0"/>
              </a:rPr>
              <a:t>dk</a:t>
            </a:r>
            <a:r>
              <a:rPr lang="en-US" altLang="zh-CN" b="0" baseline="-25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b="0" i="1" baseline="-25000" dirty="0">
                <a:latin typeface="Times New Roman" panose="02020603050405020304" pitchFamily="18" charset="0"/>
                <a:ea typeface="宋体" panose="02010600030101010101" pitchFamily="2" charset="-122"/>
                <a:cs typeface="Times New Roman" panose="02020603050405020304" pitchFamily="18" charset="0"/>
              </a:rPr>
              <a:t>dk</a:t>
            </a:r>
            <a:r>
              <a:rPr lang="en-US" altLang="zh-CN" b="0" dirty="0">
                <a:latin typeface="等线" panose="02010600030101010101" pitchFamily="2" charset="-122"/>
                <a:cs typeface="Times New Roman" panose="02020603050405020304" pitchFamily="18" charset="0"/>
              </a:rPr>
              <a:t>,</a:t>
            </a:r>
            <a:r>
              <a:rPr lang="en-US" altLang="zh-CN" b="0" dirty="0">
                <a:latin typeface="等线" panose="02010600030101010101" pitchFamily="2" charset="-122"/>
                <a:ea typeface="等线" panose="02010600030101010101" pitchFamily="2" charset="-122"/>
                <a:cs typeface="Times New Roman" panose="02020603050405020304" pitchFamily="18" charset="0"/>
              </a:rPr>
              <a:t>R</a:t>
            </a:r>
            <a:r>
              <a:rPr lang="en-US" altLang="zh-CN" b="0" i="1" baseline="-25000" dirty="0">
                <a:latin typeface="Times New Roman" panose="02020603050405020304" pitchFamily="18" charset="0"/>
                <a:ea typeface="宋体" panose="02010600030101010101" pitchFamily="2" charset="-122"/>
                <a:cs typeface="Times New Roman" panose="02020603050405020304" pitchFamily="18" charset="0"/>
              </a:rPr>
              <a:t>dk</a:t>
            </a:r>
            <a:r>
              <a:rPr lang="en-US" altLang="zh-CN" b="0" baseline="-25000" dirty="0">
                <a:latin typeface="Times New Roman" panose="02020603050405020304" pitchFamily="18" charset="0"/>
                <a:ea typeface="宋体" panose="02010600030101010101" pitchFamily="2" charset="-122"/>
                <a:cs typeface="Times New Roman" panose="02020603050405020304" pitchFamily="18" charset="0"/>
              </a:rPr>
              <a:t>+2</a:t>
            </a:r>
            <a:r>
              <a:rPr lang="en-US" altLang="zh-CN" b="0" i="1" baseline="-25000" dirty="0">
                <a:latin typeface="Times New Roman" panose="02020603050405020304" pitchFamily="18" charset="0"/>
                <a:ea typeface="宋体" panose="02010600030101010101" pitchFamily="2" charset="-122"/>
                <a:cs typeface="Times New Roman" panose="02020603050405020304" pitchFamily="18" charset="0"/>
              </a:rPr>
              <a:t>dk</a:t>
            </a:r>
            <a:r>
              <a:rPr lang="en-US" altLang="zh-CN" b="0" dirty="0">
                <a:latin typeface="等线" panose="02010600030101010101" pitchFamily="2" charset="-122"/>
                <a:cs typeface="Times New Roman" panose="02020603050405020304" pitchFamily="18" charset="0"/>
              </a:rPr>
              <a:t>,…</a:t>
            </a:r>
            <a:r>
              <a:rPr lang="en-US" altLang="zh-CN" b="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b="0" dirty="0">
                <a:latin typeface="等线" panose="02010600030101010101" pitchFamily="2" charset="-122"/>
                <a:cs typeface="Times New Roman" panose="02020603050405020304" pitchFamily="18" charset="0"/>
              </a:rPr>
              <a:t> </a:t>
            </a:r>
          </a:p>
          <a:p>
            <a:pPr>
              <a:lnSpc>
                <a:spcPct val="120000"/>
              </a:lnSpc>
            </a:pPr>
            <a:r>
              <a:rPr lang="zh-CN" altLang="en-US" b="0" dirty="0">
                <a:solidFill>
                  <a:srgbClr val="0006EE"/>
                </a:solidFill>
              </a:rPr>
              <a:t>（</a:t>
            </a:r>
            <a:r>
              <a:rPr lang="en-US" altLang="zh-CN" b="0" dirty="0">
                <a:solidFill>
                  <a:srgbClr val="0006EE"/>
                </a:solidFill>
              </a:rPr>
              <a:t>6</a:t>
            </a:r>
            <a:r>
              <a:rPr lang="zh-CN" altLang="en-US" b="0" dirty="0">
                <a:solidFill>
                  <a:srgbClr val="0006EE"/>
                </a:solidFill>
              </a:rPr>
              <a:t>）例如，</a:t>
            </a:r>
            <a:r>
              <a:rPr lang="en-US" altLang="zh-CN" b="0" dirty="0">
                <a:solidFill>
                  <a:srgbClr val="C00000"/>
                </a:solidFill>
              </a:rPr>
              <a:t>10</a:t>
            </a:r>
            <a:r>
              <a:rPr lang="zh-CN" altLang="en-US" b="0" dirty="0">
                <a:solidFill>
                  <a:srgbClr val="0006EE"/>
                </a:solidFill>
              </a:rPr>
              <a:t>个记录的序列，</a:t>
            </a:r>
            <a:endParaRPr lang="en-US" altLang="zh-CN" b="0" dirty="0">
              <a:solidFill>
                <a:srgbClr val="0006EE"/>
              </a:solidFill>
            </a:endParaRPr>
          </a:p>
          <a:p>
            <a:pPr>
              <a:lnSpc>
                <a:spcPct val="120000"/>
              </a:lnSpc>
            </a:pPr>
            <a:r>
              <a:rPr lang="zh-CN" altLang="en-US" b="0" i="0" dirty="0">
                <a:solidFill>
                  <a:srgbClr val="C00000"/>
                </a:solidFill>
              </a:rPr>
              <a:t>（</a:t>
            </a:r>
            <a:r>
              <a:rPr lang="en-US" altLang="zh-CN" b="0" i="0" dirty="0">
                <a:solidFill>
                  <a:srgbClr val="C00000"/>
                </a:solidFill>
              </a:rPr>
              <a:t>7</a:t>
            </a:r>
            <a:r>
              <a:rPr lang="zh-CN" altLang="en-US" b="0" i="0" dirty="0">
                <a:solidFill>
                  <a:srgbClr val="C00000"/>
                </a:solidFill>
              </a:rPr>
              <a:t>）</a:t>
            </a:r>
            <a:r>
              <a:rPr lang="en-US" altLang="zh-CN" b="0" i="1" dirty="0">
                <a:solidFill>
                  <a:srgbClr val="C00000"/>
                </a:solidFill>
              </a:rPr>
              <a:t>dk</a:t>
            </a:r>
            <a:r>
              <a:rPr lang="en-US" altLang="zh-CN" b="0" dirty="0">
                <a:solidFill>
                  <a:srgbClr val="C00000"/>
                </a:solidFill>
              </a:rPr>
              <a:t>=5</a:t>
            </a:r>
            <a:r>
              <a:rPr lang="zh-CN" altLang="en-US" b="0" dirty="0">
                <a:solidFill>
                  <a:srgbClr val="0006EE"/>
                </a:solidFill>
              </a:rPr>
              <a:t>，划分为</a:t>
            </a:r>
            <a:r>
              <a:rPr lang="en-US" altLang="zh-CN" b="0" dirty="0">
                <a:solidFill>
                  <a:srgbClr val="C00000"/>
                </a:solidFill>
              </a:rPr>
              <a:t>5</a:t>
            </a:r>
            <a:r>
              <a:rPr lang="zh-CN" altLang="en-US" b="0" dirty="0">
                <a:solidFill>
                  <a:srgbClr val="0006EE"/>
                </a:solidFill>
              </a:rPr>
              <a:t>个子序列。用颜色区分。</a:t>
            </a:r>
          </a:p>
          <a:p>
            <a:pPr>
              <a:lnSpc>
                <a:spcPct val="130000"/>
              </a:lnSpc>
            </a:pPr>
            <a:r>
              <a:rPr lang="zh-CN" altLang="en-US" b="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b="0" dirty="0">
                <a:latin typeface="Times New Roman" panose="02020603050405020304" pitchFamily="18" charset="0"/>
                <a:ea typeface="宋体" panose="02010600030101010101" pitchFamily="2" charset="-122"/>
                <a:cs typeface="Times New Roman" panose="02020603050405020304" pitchFamily="18" charset="0"/>
              </a:rPr>
              <a:t>8</a:t>
            </a:r>
            <a:r>
              <a:rPr lang="zh-CN" altLang="en-US" b="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b="0"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b="0" dirty="0">
                <a:latin typeface="Times New Roman" panose="02020603050405020304" pitchFamily="18" charset="0"/>
                <a:ea typeface="宋体" panose="02010600030101010101" pitchFamily="2" charset="-122"/>
                <a:cs typeface="Times New Roman" panose="02020603050405020304" pitchFamily="18" charset="0"/>
              </a:rPr>
              <a:t>）对每个子序列分别进行直接插入排序；</a:t>
            </a:r>
            <a:endParaRPr lang="en-US" altLang="zh-CN" b="0" dirty="0">
              <a:latin typeface="Times New Roman" panose="02020603050405020304" pitchFamily="18" charset="0"/>
              <a:ea typeface="宋体" panose="02010600030101010101" pitchFamily="2" charset="-122"/>
              <a:cs typeface="Times New Roman" panose="02020603050405020304" pitchFamily="18" charset="0"/>
            </a:endParaRPr>
          </a:p>
          <a:p>
            <a:pPr>
              <a:lnSpc>
                <a:spcPct val="120000"/>
              </a:lnSpc>
            </a:pPr>
            <a:r>
              <a:rPr lang="zh-CN" altLang="en-US" b="0" dirty="0">
                <a:solidFill>
                  <a:srgbClr val="0006EE"/>
                </a:solidFill>
              </a:rPr>
              <a:t>（</a:t>
            </a:r>
            <a:r>
              <a:rPr lang="en-US" altLang="zh-CN" b="0" dirty="0">
                <a:solidFill>
                  <a:srgbClr val="0006EE"/>
                </a:solidFill>
              </a:rPr>
              <a:t>9</a:t>
            </a:r>
            <a:r>
              <a:rPr lang="zh-CN" altLang="en-US" b="0" dirty="0">
                <a:solidFill>
                  <a:srgbClr val="0006EE"/>
                </a:solidFill>
              </a:rPr>
              <a:t>）</a:t>
            </a:r>
            <a:r>
              <a:rPr lang="en-US" altLang="zh-CN" b="0" dirty="0">
                <a:solidFill>
                  <a:srgbClr val="0006EE"/>
                </a:solidFill>
              </a:rPr>
              <a:t>13&lt;49</a:t>
            </a:r>
            <a:r>
              <a:rPr lang="zh-CN" altLang="en-US" b="0" dirty="0">
                <a:solidFill>
                  <a:srgbClr val="0006EE"/>
                </a:solidFill>
              </a:rPr>
              <a:t>，</a:t>
            </a:r>
            <a:r>
              <a:rPr lang="en-US" altLang="zh-CN" b="0" dirty="0">
                <a:solidFill>
                  <a:srgbClr val="0006EE"/>
                </a:solidFill>
              </a:rPr>
              <a:t>13</a:t>
            </a:r>
            <a:r>
              <a:rPr lang="zh-CN" altLang="en-US" b="0" dirty="0">
                <a:solidFill>
                  <a:srgbClr val="0006EE"/>
                </a:solidFill>
              </a:rPr>
              <a:t>移到</a:t>
            </a:r>
            <a:r>
              <a:rPr lang="en-US" altLang="zh-CN" b="0" dirty="0">
                <a:solidFill>
                  <a:srgbClr val="0006EE"/>
                </a:solidFill>
              </a:rPr>
              <a:t>0</a:t>
            </a:r>
            <a:r>
              <a:rPr lang="zh-CN" altLang="en-US" b="0" dirty="0">
                <a:solidFill>
                  <a:srgbClr val="0006EE"/>
                </a:solidFill>
              </a:rPr>
              <a:t>号单元，</a:t>
            </a:r>
            <a:endParaRPr lang="en-US" altLang="zh-CN" b="0" dirty="0">
              <a:solidFill>
                <a:srgbClr val="0006EE"/>
              </a:solidFill>
            </a:endParaRPr>
          </a:p>
          <a:p>
            <a:pPr>
              <a:lnSpc>
                <a:spcPct val="120000"/>
              </a:lnSpc>
            </a:pPr>
            <a:r>
              <a:rPr lang="zh-CN" altLang="en-US" b="0" dirty="0">
                <a:solidFill>
                  <a:srgbClr val="0006EE"/>
                </a:solidFill>
              </a:rPr>
              <a:t>（</a:t>
            </a:r>
            <a:r>
              <a:rPr lang="en-US" altLang="zh-CN" b="0" dirty="0">
                <a:solidFill>
                  <a:srgbClr val="0006EE"/>
                </a:solidFill>
              </a:rPr>
              <a:t>10</a:t>
            </a:r>
            <a:r>
              <a:rPr lang="zh-CN" altLang="en-US" b="0" dirty="0">
                <a:solidFill>
                  <a:srgbClr val="0006EE"/>
                </a:solidFill>
              </a:rPr>
              <a:t>）</a:t>
            </a:r>
            <a:r>
              <a:rPr lang="en-US" altLang="zh-CN" b="0" dirty="0">
                <a:solidFill>
                  <a:srgbClr val="0006EE"/>
                </a:solidFill>
              </a:rPr>
              <a:t>49</a:t>
            </a:r>
            <a:r>
              <a:rPr lang="zh-CN" altLang="en-US" b="0" dirty="0">
                <a:solidFill>
                  <a:srgbClr val="0006EE"/>
                </a:solidFill>
              </a:rPr>
              <a:t>后移到</a:t>
            </a:r>
            <a:r>
              <a:rPr lang="en-US" altLang="zh-CN" b="0" dirty="0">
                <a:solidFill>
                  <a:srgbClr val="0006EE"/>
                </a:solidFill>
              </a:rPr>
              <a:t>13</a:t>
            </a:r>
            <a:r>
              <a:rPr lang="zh-CN" altLang="en-US" b="0" dirty="0">
                <a:solidFill>
                  <a:srgbClr val="0006EE"/>
                </a:solidFill>
              </a:rPr>
              <a:t>的位置，</a:t>
            </a:r>
            <a:endParaRPr lang="en-US" altLang="zh-CN" b="0" dirty="0">
              <a:solidFill>
                <a:srgbClr val="0006EE"/>
              </a:solidFill>
            </a:endParaRPr>
          </a:p>
          <a:p>
            <a:pPr>
              <a:lnSpc>
                <a:spcPct val="120000"/>
              </a:lnSpc>
            </a:pPr>
            <a:r>
              <a:rPr lang="zh-CN" altLang="en-US" b="0" dirty="0">
                <a:solidFill>
                  <a:srgbClr val="0006EE"/>
                </a:solidFill>
              </a:rPr>
              <a:t>（</a:t>
            </a:r>
            <a:r>
              <a:rPr lang="en-US" altLang="zh-CN" b="0" dirty="0">
                <a:solidFill>
                  <a:srgbClr val="0006EE"/>
                </a:solidFill>
              </a:rPr>
              <a:t>11</a:t>
            </a:r>
            <a:r>
              <a:rPr lang="zh-CN" altLang="en-US" b="0" dirty="0">
                <a:solidFill>
                  <a:srgbClr val="0006EE"/>
                </a:solidFill>
              </a:rPr>
              <a:t>）再把</a:t>
            </a:r>
            <a:r>
              <a:rPr lang="en-US" altLang="zh-CN" b="0" dirty="0">
                <a:solidFill>
                  <a:srgbClr val="0006EE"/>
                </a:solidFill>
              </a:rPr>
              <a:t>13</a:t>
            </a:r>
            <a:r>
              <a:rPr lang="zh-CN" altLang="en-US" b="0" dirty="0">
                <a:solidFill>
                  <a:srgbClr val="0006EE"/>
                </a:solidFill>
              </a:rPr>
              <a:t>插入到</a:t>
            </a:r>
            <a:r>
              <a:rPr lang="en-US" altLang="zh-CN" b="0" dirty="0">
                <a:solidFill>
                  <a:srgbClr val="0006EE"/>
                </a:solidFill>
              </a:rPr>
              <a:t>49</a:t>
            </a:r>
            <a:r>
              <a:rPr lang="zh-CN" altLang="en-US" b="0" dirty="0">
                <a:solidFill>
                  <a:srgbClr val="0006EE"/>
                </a:solidFill>
              </a:rPr>
              <a:t>原来位置。</a:t>
            </a:r>
            <a:endParaRPr lang="en-US" altLang="zh-CN" b="0" dirty="0">
              <a:solidFill>
                <a:srgbClr val="0006EE"/>
              </a:solidFill>
            </a:endParaRPr>
          </a:p>
          <a:p>
            <a:pPr>
              <a:lnSpc>
                <a:spcPct val="120000"/>
              </a:lnSpc>
            </a:pPr>
            <a:r>
              <a:rPr lang="zh-CN" altLang="en-US" b="0" dirty="0">
                <a:solidFill>
                  <a:srgbClr val="0006EE"/>
                </a:solidFill>
              </a:rPr>
              <a:t>（</a:t>
            </a:r>
            <a:r>
              <a:rPr lang="en-US" altLang="zh-CN" b="0" dirty="0">
                <a:solidFill>
                  <a:srgbClr val="0006EE"/>
                </a:solidFill>
              </a:rPr>
              <a:t>12</a:t>
            </a:r>
            <a:r>
              <a:rPr lang="zh-CN" altLang="en-US" b="0" dirty="0">
                <a:solidFill>
                  <a:srgbClr val="0006EE"/>
                </a:solidFill>
              </a:rPr>
              <a:t>）可见，</a:t>
            </a:r>
            <a:r>
              <a:rPr lang="en-US" altLang="zh-CN" b="0" dirty="0">
                <a:solidFill>
                  <a:srgbClr val="0006EE"/>
                </a:solidFill>
              </a:rPr>
              <a:t>49</a:t>
            </a:r>
            <a:r>
              <a:rPr lang="zh-CN" altLang="en-US" b="0" dirty="0">
                <a:solidFill>
                  <a:srgbClr val="0006EE"/>
                </a:solidFill>
              </a:rPr>
              <a:t>一次就后移了</a:t>
            </a:r>
            <a:r>
              <a:rPr lang="en-US" altLang="zh-CN" b="0" dirty="0">
                <a:solidFill>
                  <a:srgbClr val="0006EE"/>
                </a:solidFill>
              </a:rPr>
              <a:t>5</a:t>
            </a:r>
            <a:r>
              <a:rPr lang="zh-CN" altLang="en-US" b="0" dirty="0">
                <a:solidFill>
                  <a:srgbClr val="0006EE"/>
                </a:solidFill>
              </a:rPr>
              <a:t>个位置。</a:t>
            </a:r>
            <a:endParaRPr lang="en-US" altLang="zh-CN" b="0" dirty="0">
              <a:solidFill>
                <a:srgbClr val="0006EE"/>
              </a:solidFill>
            </a:endParaRPr>
          </a:p>
          <a:p>
            <a:pPr>
              <a:lnSpc>
                <a:spcPct val="120000"/>
              </a:lnSpc>
            </a:pPr>
            <a:r>
              <a:rPr lang="zh-CN" altLang="en-US" b="0" dirty="0">
                <a:solidFill>
                  <a:srgbClr val="0006EE"/>
                </a:solidFill>
              </a:rPr>
              <a:t>（</a:t>
            </a:r>
            <a:r>
              <a:rPr lang="en-US" altLang="zh-CN" b="0" dirty="0">
                <a:solidFill>
                  <a:srgbClr val="0006EE"/>
                </a:solidFill>
              </a:rPr>
              <a:t>13</a:t>
            </a:r>
            <a:r>
              <a:rPr lang="zh-CN" altLang="en-US" b="0" dirty="0">
                <a:solidFill>
                  <a:srgbClr val="0006EE"/>
                </a:solidFill>
              </a:rPr>
              <a:t>）同样，其他子序列，只要有记录后移，每次都后移</a:t>
            </a:r>
            <a:r>
              <a:rPr lang="en-US" altLang="zh-CN" b="0" dirty="0">
                <a:solidFill>
                  <a:srgbClr val="0006EE"/>
                </a:solidFill>
              </a:rPr>
              <a:t>k</a:t>
            </a:r>
            <a:r>
              <a:rPr lang="zh-CN" altLang="en-US" b="0" dirty="0">
                <a:solidFill>
                  <a:srgbClr val="0006EE"/>
                </a:solidFill>
              </a:rPr>
              <a:t>个位置。</a:t>
            </a:r>
          </a:p>
          <a:p>
            <a:pPr>
              <a:lnSpc>
                <a:spcPct val="130000"/>
              </a:lnSpc>
            </a:pPr>
            <a:r>
              <a:rPr lang="zh-CN" altLang="en-US" b="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b="0" dirty="0">
                <a:latin typeface="Times New Roman" panose="02020603050405020304" pitchFamily="18" charset="0"/>
                <a:ea typeface="宋体" panose="02010600030101010101" pitchFamily="2" charset="-122"/>
                <a:cs typeface="Times New Roman" panose="02020603050405020304" pitchFamily="18" charset="0"/>
              </a:rPr>
              <a:t>15</a:t>
            </a:r>
            <a:r>
              <a:rPr lang="zh-CN" altLang="en-US" b="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b="0" dirty="0">
                <a:latin typeface="Times New Roman" panose="02020603050405020304" pitchFamily="18" charset="0"/>
                <a:ea typeface="宋体" panose="02010600030101010101" pitchFamily="2" charset="-122"/>
                <a:cs typeface="Times New Roman" panose="02020603050405020304" pitchFamily="18" charset="0"/>
              </a:rPr>
              <a:t>3</a:t>
            </a:r>
            <a:r>
              <a:rPr lang="zh-CN" altLang="en-US" b="0" dirty="0">
                <a:latin typeface="Times New Roman" panose="02020603050405020304" pitchFamily="18" charset="0"/>
                <a:ea typeface="宋体" panose="02010600030101010101" pitchFamily="2" charset="-122"/>
                <a:cs typeface="Times New Roman" panose="02020603050405020304" pitchFamily="18" charset="0"/>
              </a:rPr>
              <a:t>）减小</a:t>
            </a:r>
            <a:r>
              <a:rPr lang="en-US" altLang="zh-CN" b="0" i="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dk</a:t>
            </a:r>
            <a:r>
              <a:rPr lang="zh-CN" altLang="en-US" b="0" dirty="0">
                <a:latin typeface="Times New Roman" panose="02020603050405020304" pitchFamily="18" charset="0"/>
                <a:ea typeface="宋体" panose="02010600030101010101" pitchFamily="2" charset="-122"/>
                <a:cs typeface="Times New Roman" panose="02020603050405020304" pitchFamily="18" charset="0"/>
              </a:rPr>
              <a:t>，重复（</a:t>
            </a:r>
            <a:r>
              <a:rPr lang="en-US" altLang="zh-CN" b="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b="0" dirty="0">
                <a:latin typeface="Times New Roman" panose="02020603050405020304" pitchFamily="18" charset="0"/>
                <a:ea typeface="宋体" panose="02010600030101010101" pitchFamily="2" charset="-122"/>
                <a:cs typeface="Times New Roman" panose="02020603050405020304" pitchFamily="18" charset="0"/>
              </a:rPr>
              <a:t>）和（</a:t>
            </a:r>
            <a:r>
              <a:rPr lang="en-US" altLang="zh-CN" b="0"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b="0" dirty="0">
                <a:latin typeface="Times New Roman" panose="02020603050405020304" pitchFamily="18" charset="0"/>
                <a:ea typeface="宋体" panose="02010600030101010101" pitchFamily="2" charset="-122"/>
                <a:cs typeface="Times New Roman" panose="02020603050405020304" pitchFamily="18" charset="0"/>
              </a:rPr>
              <a:t>）步（称为一趟），直到最后完成一次</a:t>
            </a:r>
            <a:r>
              <a:rPr lang="en-US" altLang="zh-CN" b="0" i="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dk=</a:t>
            </a:r>
            <a:r>
              <a:rPr lang="en-US" altLang="zh-CN" b="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1</a:t>
            </a:r>
            <a:r>
              <a:rPr lang="zh-CN" altLang="en-US" b="0" dirty="0">
                <a:latin typeface="Times New Roman" panose="02020603050405020304" pitchFamily="18" charset="0"/>
                <a:ea typeface="宋体" panose="02010600030101010101" pitchFamily="2" charset="-122"/>
                <a:cs typeface="Times New Roman" panose="02020603050405020304" pitchFamily="18" charset="0"/>
              </a:rPr>
              <a:t>，也就是对整个记录序列的直接插入排序。</a:t>
            </a:r>
            <a:endParaRPr lang="en-US" altLang="zh-CN" b="0" dirty="0">
              <a:latin typeface="Times New Roman" panose="02020603050405020304" pitchFamily="18" charset="0"/>
              <a:ea typeface="宋体" panose="02010600030101010101" pitchFamily="2" charset="-122"/>
              <a:cs typeface="Times New Roman" panose="02020603050405020304" pitchFamily="18" charset="0"/>
            </a:endParaRPr>
          </a:p>
          <a:p>
            <a:pPr>
              <a:lnSpc>
                <a:spcPct val="130000"/>
              </a:lnSpc>
            </a:pPr>
            <a:r>
              <a:rPr lang="zh-CN" altLang="en-US" b="0" i="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b="0" i="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16</a:t>
            </a:r>
            <a:r>
              <a:rPr lang="zh-CN" altLang="en-US" b="0" i="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b="0" i="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dk</a:t>
            </a:r>
            <a:r>
              <a:rPr lang="zh-CN" altLang="en-US" b="0" dirty="0">
                <a:latin typeface="Times New Roman" panose="02020603050405020304" pitchFamily="18" charset="0"/>
                <a:ea typeface="宋体" panose="02010600030101010101" pitchFamily="2" charset="-122"/>
                <a:cs typeface="Times New Roman" panose="02020603050405020304" pitchFamily="18" charset="0"/>
              </a:rPr>
              <a:t>既是子序列数，也是子序列中元素的“</a:t>
            </a:r>
            <a:r>
              <a:rPr lang="zh-CN" altLang="en-US" b="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距离</a:t>
            </a:r>
            <a:r>
              <a:rPr lang="zh-CN" altLang="en-US" b="0" dirty="0">
                <a:latin typeface="Times New Roman" panose="02020603050405020304" pitchFamily="18" charset="0"/>
                <a:ea typeface="宋体" panose="02010600030101010101" pitchFamily="2" charset="-122"/>
                <a:cs typeface="Times New Roman" panose="02020603050405020304" pitchFamily="18" charset="0"/>
              </a:rPr>
              <a:t>”，或称“</a:t>
            </a:r>
            <a:r>
              <a:rPr lang="zh-CN" altLang="en-US" b="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增量</a:t>
            </a:r>
            <a:r>
              <a:rPr lang="zh-CN" altLang="en-US" b="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b="0" dirty="0">
              <a:latin typeface="Times New Roman" panose="02020603050405020304" pitchFamily="18" charset="0"/>
              <a:ea typeface="宋体" panose="02010600030101010101" pitchFamily="2" charset="-122"/>
              <a:cs typeface="Times New Roman" panose="02020603050405020304" pitchFamily="18" charset="0"/>
            </a:endParaRPr>
          </a:p>
          <a:p>
            <a:pPr>
              <a:lnSpc>
                <a:spcPct val="130000"/>
              </a:lnSpc>
            </a:pPr>
            <a:r>
              <a:rPr lang="zh-CN" altLang="en-US" b="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b="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17</a:t>
            </a:r>
            <a:r>
              <a:rPr lang="zh-CN" altLang="en-US" b="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b="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t</a:t>
            </a:r>
            <a:r>
              <a:rPr lang="zh-CN" altLang="en-US" b="0" dirty="0">
                <a:latin typeface="Times New Roman" panose="02020603050405020304" pitchFamily="18" charset="0"/>
                <a:ea typeface="宋体" panose="02010600030101010101" pitchFamily="2" charset="-122"/>
                <a:cs typeface="Times New Roman" panose="02020603050405020304" pitchFamily="18" charset="0"/>
              </a:rPr>
              <a:t>趟的</a:t>
            </a:r>
            <a:r>
              <a:rPr lang="en-US" altLang="zh-CN" b="0" i="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dk</a:t>
            </a:r>
            <a:r>
              <a:rPr lang="zh-CN" altLang="en-US" b="0" dirty="0">
                <a:latin typeface="Times New Roman" panose="02020603050405020304" pitchFamily="18" charset="0"/>
                <a:ea typeface="宋体" panose="02010600030101010101" pitchFamily="2" charset="-122"/>
                <a:cs typeface="Times New Roman" panose="02020603050405020304" pitchFamily="18" charset="0"/>
              </a:rPr>
              <a:t>值构成一个递减到</a:t>
            </a:r>
            <a:r>
              <a:rPr lang="en-US" altLang="zh-CN" b="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1</a:t>
            </a:r>
            <a:r>
              <a:rPr lang="zh-CN" altLang="en-US" b="0" dirty="0">
                <a:latin typeface="Times New Roman" panose="02020603050405020304" pitchFamily="18" charset="0"/>
                <a:ea typeface="宋体" panose="02010600030101010101" pitchFamily="2" charset="-122"/>
                <a:cs typeface="Times New Roman" panose="02020603050405020304" pitchFamily="18" charset="0"/>
              </a:rPr>
              <a:t>的序列。可存入</a:t>
            </a:r>
            <a:r>
              <a:rPr lang="zh-CN" altLang="en-US" b="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数组</a:t>
            </a:r>
            <a:r>
              <a:rPr lang="en-US" altLang="zh-CN" b="0" dirty="0" err="1">
                <a:solidFill>
                  <a:srgbClr val="C00000"/>
                </a:solidFill>
                <a:latin typeface="Times New Roman" panose="02020603050405020304" pitchFamily="18" charset="0"/>
                <a:ea typeface="宋体" panose="02010600030101010101" pitchFamily="2" charset="-122"/>
                <a:cs typeface="Times New Roman" panose="02020603050405020304" pitchFamily="18" charset="0"/>
              </a:rPr>
              <a:t>dlta</a:t>
            </a:r>
            <a:r>
              <a:rPr lang="en-US" altLang="zh-CN" b="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[0..t-1]</a:t>
            </a:r>
            <a:r>
              <a:rPr lang="zh-CN" altLang="en-US" b="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b="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endParaRPr lang="en-US" altLang="zh-CN" b="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a:lnSpc>
                <a:spcPct val="130000"/>
              </a:lnSpc>
            </a:pPr>
            <a:r>
              <a:rPr lang="en-US" altLang="zh-CN" b="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b="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b="0" dirty="0" err="1">
                <a:solidFill>
                  <a:srgbClr val="C00000"/>
                </a:solidFill>
                <a:latin typeface="Times New Roman" panose="02020603050405020304" pitchFamily="18" charset="0"/>
                <a:ea typeface="宋体" panose="02010600030101010101" pitchFamily="2" charset="-122"/>
                <a:cs typeface="Times New Roman" panose="02020603050405020304" pitchFamily="18" charset="0"/>
              </a:rPr>
              <a:t>dlta</a:t>
            </a:r>
            <a:r>
              <a:rPr lang="en-US" altLang="zh-CN" b="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[0]&gt;</a:t>
            </a:r>
            <a:r>
              <a:rPr lang="en-US" altLang="zh-CN" b="0" dirty="0" err="1">
                <a:solidFill>
                  <a:srgbClr val="C00000"/>
                </a:solidFill>
                <a:latin typeface="Times New Roman" panose="02020603050405020304" pitchFamily="18" charset="0"/>
                <a:ea typeface="宋体" panose="02010600030101010101" pitchFamily="2" charset="-122"/>
                <a:cs typeface="Times New Roman" panose="02020603050405020304" pitchFamily="18" charset="0"/>
              </a:rPr>
              <a:t>dlta</a:t>
            </a:r>
            <a:r>
              <a:rPr lang="en-US" altLang="zh-CN" b="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[1]&gt; … &gt;</a:t>
            </a:r>
            <a:r>
              <a:rPr lang="en-US" altLang="zh-CN" b="0" dirty="0" err="1">
                <a:solidFill>
                  <a:srgbClr val="C00000"/>
                </a:solidFill>
                <a:latin typeface="Times New Roman" panose="02020603050405020304" pitchFamily="18" charset="0"/>
                <a:ea typeface="宋体" panose="02010600030101010101" pitchFamily="2" charset="-122"/>
                <a:cs typeface="Times New Roman" panose="02020603050405020304" pitchFamily="18" charset="0"/>
              </a:rPr>
              <a:t>dlta</a:t>
            </a:r>
            <a:r>
              <a:rPr lang="en-US" altLang="zh-CN" b="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[t-1]=1</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a:t>
            </a:r>
            <a:r>
              <a:rPr lang="en-US" altLang="zh-CN" dirty="0"/>
              <a:t>18</a:t>
            </a:r>
            <a:r>
              <a:rPr lang="zh-CN" altLang="en-US" dirty="0"/>
              <a:t>）</a:t>
            </a:r>
            <a:r>
              <a:rPr lang="zh-CN" altLang="en-US" b="0" dirty="0">
                <a:latin typeface="+mn-ea"/>
                <a:cs typeface="Times New Roman" panose="02020603050405020304" pitchFamily="18" charset="0"/>
              </a:rPr>
              <a:t>这种改进的插入排序方法称为</a:t>
            </a:r>
            <a:r>
              <a:rPr lang="zh-CN" altLang="en-US" b="0" dirty="0">
                <a:solidFill>
                  <a:srgbClr val="C00000"/>
                </a:solidFill>
                <a:effectLst>
                  <a:outerShdw blurRad="38100" dist="38100" dir="2700000" algn="tl">
                    <a:srgbClr val="000000">
                      <a:alpha val="43137"/>
                    </a:srgbClr>
                  </a:outerShdw>
                </a:effectLst>
                <a:latin typeface="+mn-ea"/>
                <a:cs typeface="Times New Roman" panose="02020603050405020304" pitchFamily="18" charset="0"/>
              </a:rPr>
              <a:t>希尔排序</a:t>
            </a:r>
            <a:r>
              <a:rPr lang="zh-CN" altLang="en-US" b="0" dirty="0">
                <a:latin typeface="+mn-ea"/>
                <a:cs typeface="Times New Roman" panose="02020603050405020304" pitchFamily="18" charset="0"/>
              </a:rPr>
              <a:t>，也称为</a:t>
            </a:r>
            <a:r>
              <a:rPr lang="zh-CN" altLang="en-US" b="0" dirty="0">
                <a:solidFill>
                  <a:srgbClr val="C00000"/>
                </a:solidFill>
                <a:latin typeface="+mn-ea"/>
                <a:cs typeface="Times New Roman" panose="02020603050405020304" pitchFamily="18" charset="0"/>
              </a:rPr>
              <a:t>“</a:t>
            </a:r>
            <a:r>
              <a:rPr lang="zh-CN" altLang="en-US" b="0" dirty="0">
                <a:solidFill>
                  <a:srgbClr val="C00000"/>
                </a:solidFill>
                <a:effectLst>
                  <a:outerShdw blurRad="38100" dist="38100" dir="2700000" algn="tl">
                    <a:srgbClr val="000000">
                      <a:alpha val="43137"/>
                    </a:srgbClr>
                  </a:outerShdw>
                </a:effectLst>
                <a:latin typeface="+mn-ea"/>
                <a:cs typeface="Times New Roman" panose="02020603050405020304" pitchFamily="18" charset="0"/>
              </a:rPr>
              <a:t>缩小增量插入排序</a:t>
            </a:r>
            <a:r>
              <a:rPr lang="zh-CN" altLang="en-US" b="0" dirty="0">
                <a:solidFill>
                  <a:srgbClr val="C00000"/>
                </a:solidFill>
                <a:latin typeface="+mn-ea"/>
                <a:cs typeface="Times New Roman" panose="02020603050405020304" pitchFamily="18" charset="0"/>
              </a:rPr>
              <a:t>”</a:t>
            </a:r>
            <a:r>
              <a:rPr lang="zh-CN" altLang="en-US" b="0" dirty="0">
                <a:latin typeface="+mn-ea"/>
                <a:cs typeface="Times New Roman" panose="02020603050405020304" pitchFamily="18" charset="0"/>
              </a:rPr>
              <a:t>。</a:t>
            </a:r>
            <a:endParaRPr lang="en-US" altLang="zh-CN" b="0" dirty="0">
              <a:latin typeface="+mn-ea"/>
              <a:cs typeface="Times New Roman" panose="02020603050405020304" pitchFamily="18" charset="0"/>
            </a:endParaRPr>
          </a:p>
          <a:p>
            <a:r>
              <a:rPr lang="zh-CN" altLang="en-US" b="0" dirty="0">
                <a:latin typeface="+mn-ea"/>
                <a:cs typeface="Times New Roman" panose="02020603050405020304" pitchFamily="18" charset="0"/>
              </a:rPr>
              <a:t>（</a:t>
            </a:r>
            <a:r>
              <a:rPr lang="en-US" altLang="zh-CN" b="0" dirty="0">
                <a:latin typeface="+mn-ea"/>
                <a:cs typeface="Times New Roman" panose="02020603050405020304" pitchFamily="18" charset="0"/>
              </a:rPr>
              <a:t>19</a:t>
            </a:r>
            <a:r>
              <a:rPr lang="zh-CN" altLang="en-US" b="0" dirty="0">
                <a:latin typeface="+mn-ea"/>
                <a:cs typeface="Times New Roman" panose="02020603050405020304" pitchFamily="18" charset="0"/>
              </a:rPr>
              <a:t>）或许可能有疑问</a:t>
            </a:r>
            <a:r>
              <a:rPr lang="zh-CN" altLang="en-US" b="0" dirty="0">
                <a:latin typeface="Times New Roman" panose="02020603050405020304" pitchFamily="18" charset="0"/>
                <a:ea typeface="宋体" panose="02010600030101010101" pitchFamily="2" charset="-122"/>
                <a:cs typeface="Times New Roman" panose="02020603050405020304" pitchFamily="18" charset="0"/>
              </a:rPr>
              <a:t>：既然最后一次就是对整个记录序列的直接插入排序，前面的多次划分子序列以及分别插入排序，不是花费更多的时间吗？    </a:t>
            </a:r>
            <a:endParaRPr lang="en-US" altLang="zh-CN" b="0" dirty="0">
              <a:latin typeface="Times New Roman" panose="02020603050405020304" pitchFamily="18" charset="0"/>
              <a:ea typeface="宋体" panose="02010600030101010101" pitchFamily="2" charset="-122"/>
              <a:cs typeface="Times New Roman" panose="02020603050405020304" pitchFamily="18" charset="0"/>
            </a:endParaRPr>
          </a:p>
          <a:p>
            <a:r>
              <a:rPr lang="zh-CN" altLang="en-US" b="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b="0" dirty="0">
                <a:latin typeface="Times New Roman" panose="02020603050405020304" pitchFamily="18" charset="0"/>
                <a:ea typeface="宋体" panose="02010600030101010101" pitchFamily="2" charset="-122"/>
                <a:cs typeface="Times New Roman" panose="02020603050405020304" pitchFamily="18" charset="0"/>
              </a:rPr>
              <a:t>20</a:t>
            </a:r>
            <a:r>
              <a:rPr lang="zh-CN" altLang="en-US" b="0" dirty="0">
                <a:latin typeface="Times New Roman" panose="02020603050405020304" pitchFamily="18" charset="0"/>
                <a:ea typeface="宋体" panose="02010600030101010101" pitchFamily="2" charset="-122"/>
                <a:cs typeface="Times New Roman" panose="02020603050405020304" pitchFamily="18" charset="0"/>
              </a:rPr>
              <a:t>）经过多趟增量递减的插入排序，在</a:t>
            </a:r>
            <a:r>
              <a:rPr lang="zh-CN" altLang="en-US" b="0" dirty="0">
                <a:solidFill>
                  <a:srgbClr val="C00000"/>
                </a:solidFill>
                <a:latin typeface="Times New Roman" panose="02020603050405020304" pitchFamily="18" charset="0"/>
                <a:cs typeface="Times New Roman" panose="02020603050405020304" pitchFamily="18" charset="0"/>
              </a:rPr>
              <a:t>最后一趟之前，序列已被调整为“接近”有序。可参见课本对增量序列</a:t>
            </a:r>
            <a:r>
              <a:rPr lang="zh-CN" altLang="en-US" b="0" dirty="0">
                <a:solidFill>
                  <a:srgbClr val="C00000"/>
                </a:solidFill>
                <a:latin typeface="Courier New" panose="02070309020205020404" pitchFamily="49" charset="0"/>
                <a:cs typeface="Courier New" panose="02070309020205020404" pitchFamily="49" charset="0"/>
              </a:rPr>
              <a:t>的分析</a:t>
            </a:r>
            <a:r>
              <a:rPr lang="zh-CN" altLang="en-US" b="0" dirty="0">
                <a:solidFill>
                  <a:srgbClr val="C00000"/>
                </a:solidFill>
                <a:latin typeface="Times New Roman" panose="02020603050405020304" pitchFamily="18" charset="0"/>
                <a:cs typeface="Times New Roman" panose="02020603050405020304" pitchFamily="18" charset="0"/>
              </a:rPr>
              <a:t>，希尔排序</a:t>
            </a:r>
            <a:r>
              <a:rPr lang="zh-CN" altLang="en-US" b="0" dirty="0">
                <a:solidFill>
                  <a:srgbClr val="C00000"/>
                </a:solidFill>
                <a:latin typeface="Courier New" panose="02070309020205020404" pitchFamily="49" charset="0"/>
                <a:cs typeface="Courier New" panose="02070309020205020404" pitchFamily="49" charset="0"/>
              </a:rPr>
              <a:t>时间复杂度可以降低到</a:t>
            </a:r>
            <a:r>
              <a:rPr lang="en-US" altLang="zh-CN" b="0" i="1" dirty="0">
                <a:solidFill>
                  <a:srgbClr val="0006EE"/>
                </a:solidFill>
                <a:latin typeface="Times New Roman" panose="02020603050405020304" pitchFamily="18" charset="0"/>
                <a:cs typeface="Times New Roman" panose="02020603050405020304" pitchFamily="18" charset="0"/>
              </a:rPr>
              <a:t>O</a:t>
            </a:r>
            <a:r>
              <a:rPr lang="en-US" altLang="zh-CN" b="0" dirty="0">
                <a:solidFill>
                  <a:srgbClr val="0006EE"/>
                </a:solidFill>
                <a:latin typeface="Times New Roman" panose="02020603050405020304" pitchFamily="18" charset="0"/>
                <a:cs typeface="Times New Roman" panose="02020603050405020304" pitchFamily="18" charset="0"/>
              </a:rPr>
              <a:t>(</a:t>
            </a:r>
            <a:r>
              <a:rPr lang="en-US" altLang="zh-CN" b="0" i="1" dirty="0">
                <a:solidFill>
                  <a:srgbClr val="0006EE"/>
                </a:solidFill>
                <a:latin typeface="Times New Roman" panose="02020603050405020304" pitchFamily="18" charset="0"/>
                <a:cs typeface="Times New Roman" panose="02020603050405020304" pitchFamily="18" charset="0"/>
              </a:rPr>
              <a:t>n</a:t>
            </a:r>
            <a:r>
              <a:rPr lang="en-US" altLang="zh-CN" b="0" baseline="30000" dirty="0">
                <a:solidFill>
                  <a:srgbClr val="0006EE"/>
                </a:solidFill>
                <a:latin typeface="Times New Roman" panose="02020603050405020304" pitchFamily="18" charset="0"/>
                <a:cs typeface="Times New Roman" panose="02020603050405020304" pitchFamily="18" charset="0"/>
              </a:rPr>
              <a:t>3/2</a:t>
            </a:r>
            <a:r>
              <a:rPr lang="en-US" altLang="zh-CN" b="0" dirty="0">
                <a:solidFill>
                  <a:srgbClr val="0006EE"/>
                </a:solidFill>
                <a:latin typeface="Times New Roman" panose="02020603050405020304" pitchFamily="18" charset="0"/>
                <a:cs typeface="Times New Roman" panose="02020603050405020304" pitchFamily="18" charset="0"/>
              </a:rPr>
              <a:t>)</a:t>
            </a:r>
            <a:r>
              <a:rPr lang="zh-CN" altLang="en-US" b="0" dirty="0">
                <a:solidFill>
                  <a:srgbClr val="0006EE"/>
                </a:solidFill>
                <a:latin typeface="Times New Roman" panose="02020603050405020304" pitchFamily="18" charset="0"/>
                <a:cs typeface="Times New Roman" panose="02020603050405020304" pitchFamily="18" charset="0"/>
              </a:rPr>
              <a:t>。</a:t>
            </a:r>
            <a:endParaRPr lang="en-US" altLang="zh-CN" b="0" dirty="0">
              <a:solidFill>
                <a:srgbClr val="0006EE"/>
              </a:solidFill>
              <a:latin typeface="Times New Roman" panose="02020603050405020304" pitchFamily="18" charset="0"/>
              <a:cs typeface="Times New Roman" panose="02020603050405020304" pitchFamily="18" charset="0"/>
            </a:endParaRPr>
          </a:p>
          <a:p>
            <a:endParaRPr lang="zh-CN" altLang="en-US" b="0" dirty="0">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dirty="0">
              <a:latin typeface="+mn-ea"/>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fld id="{47B976AF-EE02-43DF-B70F-EF23E0DFD645}" type="slidenum">
              <a:rPr lang="zh-CN" altLang="en-US" smtClean="0"/>
              <a:t>7</a:t>
            </a:fld>
            <a:endParaRPr lang="zh-CN" altLang="en-US"/>
          </a:p>
        </p:txBody>
      </p:sp>
    </p:spTree>
    <p:extLst>
      <p:ext uri="{BB962C8B-B14F-4D97-AF65-F5344CB8AC3E}">
        <p14:creationId xmlns:p14="http://schemas.microsoft.com/office/powerpoint/2010/main" val="1712697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1</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）算法</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10.4</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 </a:t>
            </a:r>
            <a:r>
              <a:rPr lang="zh-CN" altLang="en-US" b="0" dirty="0">
                <a:latin typeface="宋体" panose="02010600030101010101" pitchFamily="2" charset="-122"/>
                <a:ea typeface="宋体" panose="02010600030101010101" pitchFamily="2" charset="-122"/>
              </a:rPr>
              <a:t>是增量为</a:t>
            </a:r>
            <a:r>
              <a:rPr lang="en-US" altLang="zh-CN" b="0" dirty="0">
                <a:solidFill>
                  <a:srgbClr val="C00000"/>
                </a:solidFill>
                <a:latin typeface="宋体" panose="02010600030101010101" pitchFamily="2" charset="-122"/>
                <a:ea typeface="宋体" panose="02010600030101010101" pitchFamily="2" charset="-122"/>
              </a:rPr>
              <a:t>dk</a:t>
            </a:r>
            <a:r>
              <a:rPr lang="zh-CN" altLang="en-US" b="0" dirty="0">
                <a:latin typeface="宋体" panose="02010600030101010101" pitchFamily="2" charset="-122"/>
                <a:ea typeface="宋体" panose="02010600030101010101" pitchFamily="2" charset="-122"/>
              </a:rPr>
              <a:t>的一趟希尔排序。该趟将记录划分为</a:t>
            </a:r>
            <a:r>
              <a:rPr lang="en-US" altLang="zh-CN" b="0" dirty="0">
                <a:solidFill>
                  <a:srgbClr val="C00000"/>
                </a:solidFill>
                <a:latin typeface="宋体" panose="02010600030101010101" pitchFamily="2" charset="-122"/>
                <a:ea typeface="宋体" panose="02010600030101010101" pitchFamily="2" charset="-122"/>
              </a:rPr>
              <a:t>dk</a:t>
            </a:r>
            <a:r>
              <a:rPr lang="zh-CN" altLang="en-US" b="0" dirty="0">
                <a:latin typeface="宋体" panose="02010600030101010101" pitchFamily="2" charset="-122"/>
                <a:ea typeface="宋体" panose="02010600030101010101" pitchFamily="2" charset="-122"/>
              </a:rPr>
              <a:t>个子序列。</a:t>
            </a:r>
            <a:endParaRPr lang="en-US" altLang="zh-CN" b="0" dirty="0">
              <a:latin typeface="宋体" panose="02010600030101010101" pitchFamily="2" charset="-122"/>
              <a:ea typeface="宋体" panose="02010600030101010101" pitchFamily="2" charset="-122"/>
            </a:endParaRPr>
          </a:p>
          <a:p>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2</a:t>
            </a:r>
            <a:r>
              <a:rPr lang="zh-CN" altLang="en-US" b="0" dirty="0">
                <a:latin typeface="宋体" panose="02010600030101010101" pitchFamily="2" charset="-122"/>
                <a:ea typeface="宋体" panose="02010600030101010101" pitchFamily="2" charset="-122"/>
              </a:rPr>
              <a:t>）可与</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算法</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10.1</a:t>
            </a:r>
            <a:r>
              <a:rPr lang="zh-CN" altLang="en-US" b="0" dirty="0">
                <a:latin typeface="宋体" panose="02010600030101010101" pitchFamily="2" charset="-122"/>
                <a:ea typeface="宋体" panose="02010600030101010101" pitchFamily="2" charset="-122"/>
              </a:rPr>
              <a:t>作对比，如果说直接插入排序是增量</a:t>
            </a:r>
            <a:r>
              <a:rPr lang="en-US" altLang="zh-CN" b="0" dirty="0">
                <a:solidFill>
                  <a:srgbClr val="C00000"/>
                </a:solidFill>
                <a:latin typeface="宋体" panose="02010600030101010101" pitchFamily="2" charset="-122"/>
                <a:ea typeface="宋体" panose="02010600030101010101" pitchFamily="2" charset="-122"/>
              </a:rPr>
              <a:t>dk=1</a:t>
            </a:r>
            <a:r>
              <a:rPr lang="zh-CN" altLang="en-US" b="0" dirty="0">
                <a:latin typeface="宋体" panose="02010600030101010101" pitchFamily="2" charset="-122"/>
                <a:ea typeface="宋体" panose="02010600030101010101" pitchFamily="2" charset="-122"/>
              </a:rPr>
              <a:t>的，那么算法</a:t>
            </a:r>
            <a:r>
              <a:rPr lang="en-US" altLang="zh-CN" b="0" dirty="0">
                <a:latin typeface="宋体" panose="02010600030101010101" pitchFamily="2" charset="-122"/>
                <a:ea typeface="宋体" panose="02010600030101010101" pitchFamily="2" charset="-122"/>
              </a:rPr>
              <a:t>10.4</a:t>
            </a:r>
            <a:r>
              <a:rPr lang="zh-CN" altLang="en-US" b="0" dirty="0">
                <a:latin typeface="宋体" panose="02010600030101010101" pitchFamily="2" charset="-122"/>
                <a:ea typeface="宋体" panose="02010600030101010101" pitchFamily="2" charset="-122"/>
              </a:rPr>
              <a:t>就是用</a:t>
            </a:r>
            <a:r>
              <a:rPr lang="en-US" altLang="zh-CN" b="0" dirty="0">
                <a:solidFill>
                  <a:srgbClr val="C00000"/>
                </a:solidFill>
                <a:latin typeface="宋体" panose="02010600030101010101" pitchFamily="2" charset="-122"/>
                <a:ea typeface="宋体" panose="02010600030101010101" pitchFamily="2" charset="-122"/>
              </a:rPr>
              <a:t>dk</a:t>
            </a:r>
            <a:r>
              <a:rPr lang="zh-CN" altLang="en-US" b="0" dirty="0">
                <a:latin typeface="宋体" panose="02010600030101010101" pitchFamily="2" charset="-122"/>
                <a:ea typeface="宋体" panose="02010600030101010101" pitchFamily="2" charset="-122"/>
              </a:rPr>
              <a:t>替换</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算法</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10.1</a:t>
            </a:r>
            <a:r>
              <a:rPr lang="zh-CN" altLang="en-US" b="0" dirty="0">
                <a:latin typeface="宋体" panose="02010600030101010101" pitchFamily="2" charset="-122"/>
                <a:ea typeface="宋体" panose="02010600030101010101" pitchFamily="2" charset="-122"/>
              </a:rPr>
              <a:t>中这相应的</a:t>
            </a:r>
            <a:r>
              <a:rPr lang="en-US" altLang="zh-CN" b="0" dirty="0">
                <a:solidFill>
                  <a:srgbClr val="C00000"/>
                </a:solidFill>
                <a:latin typeface="宋体" panose="02010600030101010101" pitchFamily="2" charset="-122"/>
                <a:ea typeface="宋体" panose="02010600030101010101" pitchFamily="2" charset="-122"/>
              </a:rPr>
              <a:t>1</a:t>
            </a:r>
            <a:r>
              <a:rPr lang="zh-CN" altLang="en-US" b="0" dirty="0">
                <a:latin typeface="宋体" panose="02010600030101010101" pitchFamily="2" charset="-122"/>
                <a:ea typeface="宋体" panose="02010600030101010101" pitchFamily="2" charset="-122"/>
              </a:rPr>
              <a:t>而得到的。增加</a:t>
            </a:r>
            <a:r>
              <a:rPr lang="en-US" altLang="zh-CN" b="0" dirty="0">
                <a:latin typeface="宋体" panose="02010600030101010101" pitchFamily="2" charset="-122"/>
                <a:ea typeface="宋体" panose="02010600030101010101" pitchFamily="2" charset="-122"/>
              </a:rPr>
              <a:t>dk</a:t>
            </a:r>
            <a:r>
              <a:rPr lang="zh-CN" altLang="en-US" b="0" dirty="0">
                <a:latin typeface="宋体" panose="02010600030101010101" pitchFamily="2" charset="-122"/>
                <a:ea typeface="宋体" panose="02010600030101010101" pitchFamily="2" charset="-122"/>
              </a:rPr>
              <a:t>为参数，算法内用</a:t>
            </a:r>
            <a:r>
              <a:rPr lang="en-US" altLang="zh-CN" b="0" dirty="0">
                <a:latin typeface="宋体" panose="02010600030101010101" pitchFamily="2" charset="-122"/>
                <a:ea typeface="宋体" panose="02010600030101010101" pitchFamily="2" charset="-122"/>
              </a:rPr>
              <a:t>dk</a:t>
            </a:r>
            <a:r>
              <a:rPr lang="zh-CN" altLang="en-US" b="0" dirty="0">
                <a:latin typeface="宋体" panose="02010600030101010101" pitchFamily="2" charset="-122"/>
                <a:ea typeface="宋体" panose="02010600030101010101" pitchFamily="2" charset="-122"/>
              </a:rPr>
              <a:t>替换了</a:t>
            </a:r>
            <a:r>
              <a:rPr lang="en-US" altLang="zh-CN" b="0" dirty="0">
                <a:latin typeface="宋体" panose="02010600030101010101" pitchFamily="2" charset="-122"/>
                <a:ea typeface="宋体" panose="02010600030101010101" pitchFamily="2" charset="-122"/>
              </a:rPr>
              <a:t>7</a:t>
            </a:r>
            <a:r>
              <a:rPr lang="zh-CN" altLang="en-US" b="0" dirty="0">
                <a:latin typeface="宋体" panose="02010600030101010101" pitchFamily="2" charset="-122"/>
                <a:ea typeface="宋体" panose="02010600030101010101" pitchFamily="2" charset="-122"/>
              </a:rPr>
              <a:t>处的</a:t>
            </a:r>
            <a:r>
              <a:rPr lang="en-US" altLang="zh-CN" b="0" dirty="0">
                <a:latin typeface="宋体" panose="02010600030101010101" pitchFamily="2" charset="-122"/>
                <a:ea typeface="宋体" panose="02010600030101010101" pitchFamily="2" charset="-122"/>
              </a:rPr>
              <a:t>1</a:t>
            </a:r>
            <a:r>
              <a:rPr lang="zh-CN" altLang="en-US" b="0" dirty="0">
                <a:latin typeface="宋体" panose="02010600030101010101" pitchFamily="2" charset="-122"/>
                <a:ea typeface="宋体" panose="02010600030101010101" pitchFamily="2" charset="-122"/>
              </a:rPr>
              <a:t>。</a:t>
            </a:r>
            <a:endParaRPr lang="en-US" altLang="zh-CN" b="0" dirty="0">
              <a:latin typeface="宋体" panose="02010600030101010101" pitchFamily="2" charset="-122"/>
              <a:ea typeface="宋体" panose="02010600030101010101" pitchFamily="2" charset="-122"/>
            </a:endParaRPr>
          </a:p>
          <a:p>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3</a:t>
            </a:r>
            <a:r>
              <a:rPr lang="zh-CN" altLang="en-US" b="0" dirty="0">
                <a:latin typeface="宋体" panose="02010600030101010101" pitchFamily="2" charset="-122"/>
                <a:ea typeface="宋体" panose="02010600030101010101" pitchFamily="2" charset="-122"/>
              </a:rPr>
              <a:t>）要理解一趟的希尔排序，关键在于看清楚：对</a:t>
            </a:r>
            <a:r>
              <a:rPr lang="en-US" altLang="zh-CN" b="0" dirty="0">
                <a:latin typeface="宋体" panose="02010600030101010101" pitchFamily="2" charset="-122"/>
                <a:ea typeface="宋体" panose="02010600030101010101" pitchFamily="2" charset="-122"/>
              </a:rPr>
              <a:t>dk</a:t>
            </a:r>
            <a:r>
              <a:rPr lang="zh-CN" altLang="en-US" b="0" dirty="0">
                <a:latin typeface="宋体" panose="02010600030101010101" pitchFamily="2" charset="-122"/>
                <a:ea typeface="宋体" panose="02010600030101010101" pitchFamily="2" charset="-122"/>
              </a:rPr>
              <a:t>个子序列是如何同时进行直接插入排序的。注意：是同时，而不是分开逐个进行。</a:t>
            </a:r>
            <a:endParaRPr lang="en-US" altLang="zh-CN" b="0" dirty="0">
              <a:latin typeface="宋体" panose="02010600030101010101" pitchFamily="2" charset="-122"/>
              <a:ea typeface="宋体" panose="02010600030101010101" pitchFamily="2" charset="-122"/>
            </a:endParaRPr>
          </a:p>
          <a:p>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4</a:t>
            </a:r>
            <a:r>
              <a:rPr lang="zh-CN" altLang="en-US" b="0" dirty="0">
                <a:latin typeface="宋体" panose="02010600030101010101" pitchFamily="2" charset="-122"/>
                <a:ea typeface="宋体" panose="02010600030101010101" pitchFamily="2" charset="-122"/>
              </a:rPr>
              <a:t>）假定要对这长度为</a:t>
            </a:r>
            <a:r>
              <a:rPr lang="en-US" altLang="zh-CN" b="0" dirty="0">
                <a:latin typeface="宋体" panose="02010600030101010101" pitchFamily="2" charset="-122"/>
                <a:ea typeface="宋体" panose="02010600030101010101" pitchFamily="2" charset="-122"/>
              </a:rPr>
              <a:t>10</a:t>
            </a:r>
            <a:r>
              <a:rPr lang="zh-CN" altLang="en-US" b="0" dirty="0">
                <a:latin typeface="宋体" panose="02010600030101010101" pitchFamily="2" charset="-122"/>
                <a:ea typeface="宋体" panose="02010600030101010101" pitchFamily="2" charset="-122"/>
              </a:rPr>
              <a:t>的记录序列进行三趟希尔排序，增量分别为</a:t>
            </a:r>
            <a:r>
              <a:rPr lang="en-US" altLang="zh-CN" b="0" dirty="0">
                <a:latin typeface="宋体" panose="02010600030101010101" pitchFamily="2" charset="-122"/>
                <a:ea typeface="宋体" panose="02010600030101010101" pitchFamily="2" charset="-122"/>
              </a:rPr>
              <a:t>5,3,1</a:t>
            </a:r>
            <a:r>
              <a:rPr lang="zh-CN" altLang="en-US" b="0" dirty="0">
                <a:latin typeface="宋体" panose="02010600030101010101" pitchFamily="2" charset="-122"/>
                <a:ea typeface="宋体" panose="02010600030101010101" pitchFamily="2" charset="-122"/>
              </a:rPr>
              <a:t>。</a:t>
            </a:r>
            <a:endParaRPr lang="en-US" altLang="zh-CN" b="0" dirty="0">
              <a:latin typeface="宋体" panose="02010600030101010101" pitchFamily="2" charset="-122"/>
              <a:ea typeface="宋体" panose="02010600030101010101" pitchFamily="2" charset="-122"/>
            </a:endParaRPr>
          </a:p>
          <a:p>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5</a:t>
            </a:r>
            <a:r>
              <a:rPr lang="zh-CN" altLang="en-US" b="0" dirty="0">
                <a:latin typeface="宋体" panose="02010600030101010101" pitchFamily="2" charset="-122"/>
                <a:ea typeface="宋体" panose="02010600030101010101" pitchFamily="2" charset="-122"/>
              </a:rPr>
              <a:t>）先看第一趟。增量</a:t>
            </a:r>
            <a:r>
              <a:rPr lang="en-US" altLang="zh-CN" b="0" dirty="0">
                <a:latin typeface="宋体" panose="02010600030101010101" pitchFamily="2" charset="-122"/>
                <a:ea typeface="宋体" panose="02010600030101010101" pitchFamily="2" charset="-122"/>
              </a:rPr>
              <a:t>dk</a:t>
            </a:r>
            <a:r>
              <a:rPr lang="zh-CN" altLang="en-US" b="0" dirty="0">
                <a:latin typeface="宋体" panose="02010600030101010101" pitchFamily="2" charset="-122"/>
                <a:ea typeface="宋体" panose="02010600030101010101" pitchFamily="2" charset="-122"/>
              </a:rPr>
              <a:t>值为</a:t>
            </a:r>
            <a:r>
              <a:rPr lang="en-US" altLang="zh-CN" b="0" dirty="0">
                <a:latin typeface="宋体" panose="02010600030101010101" pitchFamily="2" charset="-122"/>
                <a:ea typeface="宋体" panose="02010600030101010101" pitchFamily="2" charset="-122"/>
              </a:rPr>
              <a:t>5</a:t>
            </a:r>
            <a:r>
              <a:rPr lang="zh-CN" altLang="en-US" b="0" dirty="0">
                <a:latin typeface="宋体" panose="02010600030101010101" pitchFamily="2" charset="-122"/>
                <a:ea typeface="宋体" panose="02010600030101010101" pitchFamily="2" charset="-122"/>
              </a:rPr>
              <a:t>。我们用</a:t>
            </a:r>
            <a:r>
              <a:rPr lang="en-US" altLang="zh-CN" b="0" dirty="0">
                <a:latin typeface="宋体" panose="02010600030101010101" pitchFamily="2" charset="-122"/>
                <a:ea typeface="宋体" panose="02010600030101010101" pitchFamily="2" charset="-122"/>
              </a:rPr>
              <a:t>5</a:t>
            </a:r>
            <a:r>
              <a:rPr lang="zh-CN" altLang="en-US" b="0" dirty="0">
                <a:latin typeface="宋体" panose="02010600030101010101" pitchFamily="2" charset="-122"/>
                <a:ea typeface="宋体" panose="02010600030101010101" pitchFamily="2" charset="-122"/>
              </a:rPr>
              <a:t>种颜色区分</a:t>
            </a:r>
            <a:r>
              <a:rPr lang="en-US" altLang="zh-CN" b="0" dirty="0">
                <a:latin typeface="宋体" panose="02010600030101010101" pitchFamily="2" charset="-122"/>
                <a:ea typeface="宋体" panose="02010600030101010101" pitchFamily="2" charset="-122"/>
              </a:rPr>
              <a:t>5</a:t>
            </a:r>
            <a:r>
              <a:rPr lang="zh-CN" altLang="en-US" b="0" dirty="0">
                <a:latin typeface="宋体" panose="02010600030101010101" pitchFamily="2" charset="-122"/>
                <a:ea typeface="宋体" panose="02010600030101010101" pitchFamily="2" charset="-122"/>
              </a:rPr>
              <a:t>个子序列的记录。</a:t>
            </a:r>
            <a:endParaRPr lang="en-US" altLang="zh-CN" b="0" dirty="0">
              <a:latin typeface="宋体" panose="02010600030101010101" pitchFamily="2" charset="-122"/>
              <a:ea typeface="宋体" panose="02010600030101010101" pitchFamily="2" charset="-122"/>
            </a:endParaRPr>
          </a:p>
          <a:p>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6</a:t>
            </a:r>
            <a:r>
              <a:rPr lang="zh-CN" altLang="en-US" b="0" dirty="0">
                <a:latin typeface="宋体" panose="02010600030101010101" pitchFamily="2" charset="-122"/>
                <a:ea typeface="宋体" panose="02010600030101010101" pitchFamily="2" charset="-122"/>
              </a:rPr>
              <a:t>）因为初始每个子序列的第</a:t>
            </a:r>
            <a:r>
              <a:rPr lang="en-US" altLang="zh-CN" b="0" dirty="0">
                <a:latin typeface="宋体" panose="02010600030101010101" pitchFamily="2" charset="-122"/>
                <a:ea typeface="宋体" panose="02010600030101010101" pitchFamily="2" charset="-122"/>
              </a:rPr>
              <a:t>1</a:t>
            </a:r>
            <a:r>
              <a:rPr lang="zh-CN" altLang="en-US" b="0" dirty="0">
                <a:latin typeface="宋体" panose="02010600030101010101" pitchFamily="2" charset="-122"/>
                <a:ea typeface="宋体" panose="02010600030101010101" pitchFamily="2" charset="-122"/>
              </a:rPr>
              <a:t>个元素分别构成自己的有序子序列，所以循环变量</a:t>
            </a:r>
            <a:r>
              <a:rPr lang="en-US" altLang="zh-CN" b="0" dirty="0" err="1">
                <a:latin typeface="宋体" panose="02010600030101010101" pitchFamily="2" charset="-122"/>
                <a:ea typeface="宋体" panose="02010600030101010101" pitchFamily="2" charset="-122"/>
              </a:rPr>
              <a:t>i</a:t>
            </a:r>
            <a:r>
              <a:rPr lang="zh-CN" altLang="en-US" b="0" dirty="0">
                <a:latin typeface="宋体" panose="02010600030101010101" pitchFamily="2" charset="-122"/>
                <a:ea typeface="宋体" panose="02010600030101010101" pitchFamily="2" charset="-122"/>
              </a:rPr>
              <a:t>从第一个子序列的第</a:t>
            </a:r>
            <a:r>
              <a:rPr lang="en-US" altLang="zh-CN" b="0" dirty="0">
                <a:latin typeface="宋体" panose="02010600030101010101" pitchFamily="2" charset="-122"/>
                <a:ea typeface="宋体" panose="02010600030101010101" pitchFamily="2" charset="-122"/>
              </a:rPr>
              <a:t>2</a:t>
            </a:r>
            <a:r>
              <a:rPr lang="zh-CN" altLang="en-US" b="0" dirty="0">
                <a:latin typeface="宋体" panose="02010600030101010101" pitchFamily="2" charset="-122"/>
                <a:ea typeface="宋体" panose="02010600030101010101" pitchFamily="2" charset="-122"/>
              </a:rPr>
              <a:t>个元素起，每次加</a:t>
            </a:r>
            <a:r>
              <a:rPr lang="en-US" altLang="zh-CN" b="0" dirty="0">
                <a:latin typeface="宋体" panose="02010600030101010101" pitchFamily="2" charset="-122"/>
                <a:ea typeface="宋体" panose="02010600030101010101" pitchFamily="2" charset="-122"/>
              </a:rPr>
              <a:t>1</a:t>
            </a:r>
            <a:r>
              <a:rPr lang="zh-CN" altLang="en-US" b="0" dirty="0">
                <a:latin typeface="宋体" panose="02010600030101010101" pitchFamily="2" charset="-122"/>
                <a:ea typeface="宋体" panose="02010600030101010101" pitchFamily="2" charset="-122"/>
              </a:rPr>
              <a:t>。</a:t>
            </a:r>
            <a:r>
              <a:rPr lang="en-US" altLang="zh-CN" b="0" dirty="0" err="1">
                <a:latin typeface="宋体" panose="02010600030101010101" pitchFamily="2" charset="-122"/>
                <a:ea typeface="宋体" panose="02010600030101010101" pitchFamily="2" charset="-122"/>
              </a:rPr>
              <a:t>i</a:t>
            </a:r>
            <a:r>
              <a:rPr lang="zh-CN" altLang="en-US" b="0" dirty="0">
                <a:latin typeface="宋体" panose="02010600030101010101" pitchFamily="2" charset="-122"/>
                <a:ea typeface="宋体" panose="02010600030101010101" pitchFamily="2" charset="-122"/>
              </a:rPr>
              <a:t>值就是表示当前要处理第</a:t>
            </a:r>
            <a:r>
              <a:rPr lang="en-US" altLang="zh-CN" b="0" dirty="0" err="1">
                <a:latin typeface="宋体" panose="02010600030101010101" pitchFamily="2" charset="-122"/>
                <a:ea typeface="宋体" panose="02010600030101010101" pitchFamily="2" charset="-122"/>
              </a:rPr>
              <a:t>i</a:t>
            </a:r>
            <a:r>
              <a:rPr lang="zh-CN" altLang="en-US" b="0" dirty="0">
                <a:latin typeface="宋体" panose="02010600030101010101" pitchFamily="2" charset="-122"/>
                <a:ea typeface="宋体" panose="02010600030101010101" pitchFamily="2" charset="-122"/>
              </a:rPr>
              <a:t>个记录在其子序列的插入。</a:t>
            </a:r>
          </a:p>
          <a:p>
            <a:r>
              <a:rPr lang="zh-CN" altLang="en-US" dirty="0"/>
              <a:t>（</a:t>
            </a:r>
            <a:r>
              <a:rPr lang="en-US" altLang="zh-CN" dirty="0"/>
              <a:t>7</a:t>
            </a:r>
            <a:r>
              <a:rPr lang="zh-CN" altLang="en-US" dirty="0"/>
              <a:t>）在处理第</a:t>
            </a:r>
            <a:r>
              <a:rPr lang="en-US" altLang="zh-CN" dirty="0" err="1"/>
              <a:t>i</a:t>
            </a:r>
            <a:r>
              <a:rPr lang="zh-CN" altLang="en-US" dirty="0"/>
              <a:t>个记录的插入过程中，只要留意这个子序列中相邻记录的距离增量是</a:t>
            </a:r>
            <a:r>
              <a:rPr lang="en-US" altLang="zh-CN" dirty="0"/>
              <a:t>dk</a:t>
            </a:r>
            <a:r>
              <a:rPr lang="zh-CN" altLang="en-US" dirty="0"/>
              <a:t>，而不是</a:t>
            </a:r>
            <a:r>
              <a:rPr lang="en-US" altLang="zh-CN" dirty="0"/>
              <a:t>1</a:t>
            </a:r>
            <a:r>
              <a:rPr lang="zh-CN" altLang="en-US" dirty="0"/>
              <a:t>，其他就和直接插入算法时一样的。</a:t>
            </a:r>
            <a:endParaRPr lang="en-US" altLang="zh-CN" dirty="0"/>
          </a:p>
          <a:p>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8</a:t>
            </a:r>
            <a:r>
              <a:rPr lang="zh-CN" altLang="en-US" b="0" dirty="0">
                <a:latin typeface="宋体" panose="02010600030101010101" pitchFamily="2" charset="-122"/>
                <a:ea typeface="宋体" panose="02010600030101010101" pitchFamily="2" charset="-122"/>
              </a:rPr>
              <a:t>）第</a:t>
            </a:r>
            <a:r>
              <a:rPr lang="en-US" altLang="zh-CN" b="0" dirty="0" err="1">
                <a:latin typeface="宋体" panose="02010600030101010101" pitchFamily="2" charset="-122"/>
                <a:ea typeface="宋体" panose="02010600030101010101" pitchFamily="2" charset="-122"/>
              </a:rPr>
              <a:t>i</a:t>
            </a:r>
            <a:r>
              <a:rPr lang="zh-CN" altLang="en-US" b="0" dirty="0">
                <a:latin typeface="宋体" panose="02010600030101010101" pitchFamily="2" charset="-122"/>
                <a:ea typeface="宋体" panose="02010600030101010101" pitchFamily="2" charset="-122"/>
              </a:rPr>
              <a:t>个记录与第</a:t>
            </a:r>
            <a:r>
              <a:rPr lang="en-US" altLang="zh-CN" b="0" dirty="0" err="1">
                <a:latin typeface="宋体" panose="02010600030101010101" pitchFamily="2" charset="-122"/>
                <a:ea typeface="宋体" panose="02010600030101010101" pitchFamily="2" charset="-122"/>
              </a:rPr>
              <a:t>i</a:t>
            </a:r>
            <a:r>
              <a:rPr lang="en-US" altLang="zh-CN" b="0" dirty="0">
                <a:latin typeface="宋体" panose="02010600030101010101" pitchFamily="2" charset="-122"/>
                <a:ea typeface="宋体" panose="02010600030101010101" pitchFamily="2" charset="-122"/>
              </a:rPr>
              <a:t>-dk</a:t>
            </a:r>
            <a:r>
              <a:rPr lang="zh-CN" altLang="en-US" b="0" dirty="0">
                <a:latin typeface="宋体" panose="02010600030101010101" pitchFamily="2" charset="-122"/>
                <a:ea typeface="宋体" panose="02010600030101010101" pitchFamily="2" charset="-122"/>
              </a:rPr>
              <a:t>个记录比较，若较大，则它比有序子表的所有记录都大，就留在原位，</a:t>
            </a:r>
            <a:r>
              <a:rPr lang="zh-CN" altLang="zh-CN" sz="1800" dirty="0">
                <a:effectLst/>
                <a:ea typeface="等线" panose="02010600030101010101" pitchFamily="2" charset="-122"/>
                <a:cs typeface="Times New Roman" panose="02020603050405020304" pitchFamily="18" charset="0"/>
              </a:rPr>
              <a:t>对第</a:t>
            </a:r>
            <a:r>
              <a:rPr lang="en-US" altLang="zh-CN" sz="1800" dirty="0" err="1">
                <a:effectLst/>
                <a:ea typeface="等线" panose="02010600030101010101" pitchFamily="2" charset="-122"/>
                <a:cs typeface="Times New Roman" panose="02020603050405020304" pitchFamily="18" charset="0"/>
              </a:rPr>
              <a:t>i</a:t>
            </a:r>
            <a:r>
              <a:rPr lang="zh-CN" altLang="zh-CN" sz="1800" dirty="0">
                <a:effectLst/>
                <a:ea typeface="等线" panose="02010600030101010101" pitchFamily="2" charset="-122"/>
                <a:cs typeface="Times New Roman" panose="02020603050405020304" pitchFamily="18" charset="0"/>
              </a:rPr>
              <a:t>个记录的操作结束</a:t>
            </a:r>
            <a:r>
              <a:rPr lang="zh-CN" altLang="en-US" sz="1800" dirty="0">
                <a:effectLst/>
                <a:ea typeface="等线" panose="02010600030101010101" pitchFamily="2" charset="-122"/>
                <a:cs typeface="Times New Roman" panose="02020603050405020304" pitchFamily="18" charset="0"/>
              </a:rPr>
              <a:t>。</a:t>
            </a:r>
            <a:endParaRPr lang="en-US" altLang="zh-CN" sz="1800" dirty="0">
              <a:effectLst/>
              <a:ea typeface="等线" panose="02010600030101010101" pitchFamily="2" charset="-122"/>
              <a:cs typeface="Times New Roman" panose="02020603050405020304" pitchFamily="18" charset="0"/>
            </a:endParaRPr>
          </a:p>
          <a:p>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9</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）现在是</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13</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，比</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49</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小，移入</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0</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号单元</a:t>
            </a:r>
            <a:r>
              <a:rPr lang="zh-CN" altLang="en-US" sz="1200" kern="100" dirty="0">
                <a:effectLst/>
                <a:latin typeface="等线" panose="02010600030101010101" pitchFamily="2" charset="-122"/>
                <a:ea typeface="等线" panose="02010600030101010101" pitchFamily="2" charset="-122"/>
                <a:cs typeface="Times New Roman" panose="02020603050405020304" pitchFamily="18" charset="0"/>
              </a:rPr>
              <a:t>。注意，在希尔排序中，</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0</a:t>
            </a:r>
            <a:r>
              <a:rPr lang="zh-CN" altLang="en-US" sz="1200" kern="100" dirty="0">
                <a:effectLst/>
                <a:latin typeface="等线" panose="02010600030101010101" pitchFamily="2" charset="-122"/>
                <a:ea typeface="等线" panose="02010600030101010101" pitchFamily="2" charset="-122"/>
                <a:cs typeface="Times New Roman" panose="02020603050405020304" pitchFamily="18" charset="0"/>
              </a:rPr>
              <a:t>号单元只用于暂存第</a:t>
            </a:r>
            <a:r>
              <a:rPr lang="en-US" altLang="zh-CN" sz="1200" kern="100" dirty="0" err="1">
                <a:effectLst/>
                <a:latin typeface="等线" panose="02010600030101010101" pitchFamily="2" charset="-122"/>
                <a:ea typeface="等线" panose="02010600030101010101" pitchFamily="2" charset="-122"/>
                <a:cs typeface="Times New Roman" panose="02020603050405020304" pitchFamily="18" charset="0"/>
              </a:rPr>
              <a:t>i</a:t>
            </a:r>
            <a:r>
              <a:rPr lang="zh-CN" altLang="en-US" sz="1200" kern="100" dirty="0">
                <a:effectLst/>
                <a:latin typeface="等线" panose="02010600030101010101" pitchFamily="2" charset="-122"/>
                <a:ea typeface="等线" panose="02010600030101010101" pitchFamily="2" charset="-122"/>
                <a:cs typeface="Times New Roman" panose="02020603050405020304" pitchFamily="18" charset="0"/>
              </a:rPr>
              <a:t>记录，不能作为哨兵使用，在内层的</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for</a:t>
            </a:r>
            <a:r>
              <a:rPr lang="zh-CN" altLang="en-US" sz="1200" kern="100" dirty="0">
                <a:effectLst/>
                <a:latin typeface="等线" panose="02010600030101010101" pitchFamily="2" charset="-122"/>
                <a:ea typeface="等线" panose="02010600030101010101" pitchFamily="2" charset="-122"/>
                <a:cs typeface="Times New Roman" panose="02020603050405020304" pitchFamily="18" charset="0"/>
              </a:rPr>
              <a:t>循环中，增加了判断“</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j&gt;0</a:t>
            </a:r>
            <a:r>
              <a:rPr lang="zh-CN" altLang="en-US" sz="1200" kern="100" dirty="0">
                <a:effectLst/>
                <a:latin typeface="等线" panose="02010600030101010101" pitchFamily="2" charset="-122"/>
                <a:ea typeface="等线" panose="02010600030101010101" pitchFamily="2" charset="-122"/>
                <a:cs typeface="Times New Roman" panose="02020603050405020304" pitchFamily="18" charset="0"/>
              </a:rPr>
              <a:t>”的循环条件。</a:t>
            </a:r>
            <a:endPar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10</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）第</a:t>
            </a:r>
            <a:r>
              <a:rPr lang="en-US" altLang="zh-CN" sz="1200" kern="100" dirty="0" err="1">
                <a:effectLst/>
                <a:latin typeface="等线" panose="02010600030101010101" pitchFamily="2" charset="-122"/>
                <a:ea typeface="等线" panose="02010600030101010101" pitchFamily="2" charset="-122"/>
                <a:cs typeface="Times New Roman" panose="02020603050405020304" pitchFamily="18" charset="0"/>
              </a:rPr>
              <a:t>i</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-dk</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记录后移一位，也就是</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49</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后移</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5</a:t>
            </a:r>
            <a:r>
              <a:rPr lang="zh-CN" altLang="en-US" sz="1200" kern="100" dirty="0">
                <a:effectLst/>
                <a:latin typeface="等线" panose="02010600030101010101" pitchFamily="2" charset="-122"/>
                <a:ea typeface="等线" panose="02010600030101010101" pitchFamily="2" charset="-122"/>
                <a:cs typeface="Times New Roman" panose="02020603050405020304" pitchFamily="18" charset="0"/>
              </a:rPr>
              <a:t>位</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a:t>
            </a:r>
          </a:p>
          <a:p>
            <a:pPr algn="just"/>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11</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）接下来以</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j</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为循环变量，从后往前，</a:t>
            </a:r>
            <a:r>
              <a:rPr lang="zh-CN" altLang="en-US" sz="1200" kern="100" dirty="0">
                <a:effectLst/>
                <a:latin typeface="等线" panose="02010600030101010101" pitchFamily="2" charset="-122"/>
                <a:ea typeface="等线" panose="02010600030101010101" pitchFamily="2" charset="-122"/>
                <a:cs typeface="Times New Roman" panose="02020603050405020304" pitchFamily="18" charset="0"/>
              </a:rPr>
              <a:t>暂存在</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0</a:t>
            </a:r>
            <a:r>
              <a:rPr lang="zh-CN" altLang="en-US" sz="1200" kern="100" dirty="0">
                <a:effectLst/>
                <a:latin typeface="等线" panose="02010600030101010101" pitchFamily="2" charset="-122"/>
                <a:ea typeface="等线" panose="02010600030101010101" pitchFamily="2" charset="-122"/>
                <a:cs typeface="Times New Roman" panose="02020603050405020304" pitchFamily="18" charset="0"/>
              </a:rPr>
              <a:t>号单元的待插入</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记录依次与有序子表的记录比较，</a:t>
            </a:r>
          </a:p>
          <a:p>
            <a:pPr algn="just"/>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12</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）若“较小”，则对应记录后移，</a:t>
            </a:r>
          </a:p>
          <a:p>
            <a:pPr algn="just"/>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13</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）现在遇到了</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j&gt;0</a:t>
            </a:r>
            <a:r>
              <a:rPr lang="zh-CN" altLang="en-US" sz="1200" kern="100" dirty="0">
                <a:effectLst/>
                <a:latin typeface="等线" panose="02010600030101010101" pitchFamily="2" charset="-122"/>
                <a:ea typeface="等线" panose="02010600030101010101" pitchFamily="2" charset="-122"/>
                <a:cs typeface="Times New Roman" panose="02020603050405020304" pitchFamily="18" charset="0"/>
              </a:rPr>
              <a:t>不成立</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，也就是已找到并腾空了插入位置</a:t>
            </a:r>
            <a:r>
              <a:rPr lang="en-US" altLang="zh-CN" sz="1200" kern="100" dirty="0" err="1">
                <a:effectLst/>
                <a:latin typeface="等线" panose="02010600030101010101" pitchFamily="2" charset="-122"/>
                <a:ea typeface="等线" panose="02010600030101010101" pitchFamily="2" charset="-122"/>
                <a:cs typeface="Times New Roman" panose="02020603050405020304" pitchFamily="18" charset="0"/>
              </a:rPr>
              <a:t>j+dk</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，将记录</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13</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插入，</a:t>
            </a:r>
            <a:r>
              <a:rPr lang="zh-CN" altLang="en-US" sz="1200" kern="100" dirty="0">
                <a:effectLst/>
                <a:latin typeface="等线" panose="02010600030101010101" pitchFamily="2" charset="-122"/>
                <a:ea typeface="等线" panose="02010600030101010101" pitchFamily="2" charset="-122"/>
                <a:cs typeface="Times New Roman" panose="02020603050405020304" pitchFamily="18" charset="0"/>
              </a:rPr>
              <a:t>回到外循环首部</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a:t>
            </a:r>
          </a:p>
          <a:p>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14</a:t>
            </a:r>
            <a:r>
              <a:rPr lang="zh-CN" altLang="en-US" b="0" dirty="0">
                <a:latin typeface="宋体" panose="02010600030101010101" pitchFamily="2" charset="-122"/>
                <a:ea typeface="宋体" panose="02010600030101010101" pitchFamily="2" charset="-122"/>
              </a:rPr>
              <a:t>）新的一趟，</a:t>
            </a:r>
            <a:r>
              <a:rPr lang="en-US" altLang="zh-CN" b="0" dirty="0" err="1">
                <a:latin typeface="宋体" panose="02010600030101010101" pitchFamily="2" charset="-122"/>
                <a:ea typeface="宋体" panose="02010600030101010101" pitchFamily="2" charset="-122"/>
              </a:rPr>
              <a:t>i</a:t>
            </a:r>
            <a:r>
              <a:rPr lang="zh-CN" altLang="en-US" b="0" dirty="0">
                <a:latin typeface="宋体" panose="02010600030101010101" pitchFamily="2" charset="-122"/>
                <a:ea typeface="宋体" panose="02010600030101010101" pitchFamily="2" charset="-122"/>
              </a:rPr>
              <a:t>加</a:t>
            </a:r>
            <a:r>
              <a:rPr lang="en-US" altLang="zh-CN" b="0" dirty="0">
                <a:latin typeface="宋体" panose="02010600030101010101" pitchFamily="2" charset="-122"/>
                <a:ea typeface="宋体" panose="02010600030101010101" pitchFamily="2" charset="-122"/>
              </a:rPr>
              <a:t>1</a:t>
            </a:r>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27</a:t>
            </a:r>
            <a:r>
              <a:rPr lang="zh-CN" altLang="en-US" b="0" dirty="0">
                <a:latin typeface="宋体" panose="02010600030101010101" pitchFamily="2" charset="-122"/>
                <a:ea typeface="宋体" panose="02010600030101010101" pitchFamily="2" charset="-122"/>
              </a:rPr>
              <a:t>比本子序列前面的</a:t>
            </a:r>
            <a:r>
              <a:rPr lang="en-US" altLang="zh-CN" b="0" dirty="0">
                <a:latin typeface="宋体" panose="02010600030101010101" pitchFamily="2" charset="-122"/>
                <a:ea typeface="宋体" panose="02010600030101010101" pitchFamily="2" charset="-122"/>
              </a:rPr>
              <a:t>38</a:t>
            </a:r>
            <a:r>
              <a:rPr lang="zh-CN" altLang="en-US" b="0" dirty="0">
                <a:latin typeface="宋体" panose="02010600030101010101" pitchFamily="2" charset="-122"/>
                <a:ea typeface="宋体" panose="02010600030101010101" pitchFamily="2" charset="-122"/>
              </a:rPr>
              <a:t>小，</a:t>
            </a:r>
            <a:endParaRPr lang="en-US" altLang="zh-CN" b="0" dirty="0">
              <a:latin typeface="宋体" panose="02010600030101010101" pitchFamily="2" charset="-122"/>
              <a:ea typeface="宋体" panose="02010600030101010101" pitchFamily="2" charset="-122"/>
            </a:endParaRPr>
          </a:p>
          <a:p>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15</a:t>
            </a:r>
            <a:r>
              <a:rPr lang="zh-CN" altLang="en-US" b="0" dirty="0">
                <a:latin typeface="宋体" panose="02010600030101010101" pitchFamily="2" charset="-122"/>
                <a:ea typeface="宋体" panose="02010600030101010101" pitchFamily="2" charset="-122"/>
              </a:rPr>
              <a:t>）把</a:t>
            </a:r>
            <a:r>
              <a:rPr lang="en-US" altLang="zh-CN" b="0" dirty="0">
                <a:latin typeface="宋体" panose="02010600030101010101" pitchFamily="2" charset="-122"/>
                <a:ea typeface="宋体" panose="02010600030101010101" pitchFamily="2" charset="-122"/>
              </a:rPr>
              <a:t>27</a:t>
            </a:r>
            <a:r>
              <a:rPr lang="zh-CN" altLang="en-US" b="0" dirty="0">
                <a:latin typeface="宋体" panose="02010600030101010101" pitchFamily="2" charset="-122"/>
                <a:ea typeface="宋体" panose="02010600030101010101" pitchFamily="2" charset="-122"/>
              </a:rPr>
              <a:t>移到</a:t>
            </a:r>
            <a:r>
              <a:rPr lang="en-US" altLang="zh-CN" b="0" dirty="0">
                <a:latin typeface="宋体" panose="02010600030101010101" pitchFamily="2" charset="-122"/>
                <a:ea typeface="宋体" panose="02010600030101010101" pitchFamily="2" charset="-122"/>
              </a:rPr>
              <a:t>0</a:t>
            </a:r>
            <a:r>
              <a:rPr lang="zh-CN" altLang="en-US" b="0" dirty="0">
                <a:latin typeface="宋体" panose="02010600030101010101" pitchFamily="2" charset="-122"/>
                <a:ea typeface="宋体" panose="02010600030101010101" pitchFamily="2" charset="-122"/>
              </a:rPr>
              <a:t>号单元，</a:t>
            </a:r>
            <a:endParaRPr lang="en-US" altLang="zh-CN" b="0" dirty="0">
              <a:latin typeface="宋体" panose="02010600030101010101" pitchFamily="2" charset="-122"/>
              <a:ea typeface="宋体" panose="02010600030101010101" pitchFamily="2" charset="-122"/>
            </a:endParaRPr>
          </a:p>
          <a:p>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16</a:t>
            </a:r>
            <a:r>
              <a:rPr lang="zh-CN" altLang="en-US" b="0" dirty="0">
                <a:latin typeface="宋体" panose="02010600030101010101" pitchFamily="2" charset="-122"/>
                <a:ea typeface="宋体" panose="02010600030101010101" pitchFamily="2" charset="-122"/>
              </a:rPr>
              <a:t>）再把</a:t>
            </a:r>
            <a:r>
              <a:rPr lang="en-US" altLang="zh-CN" b="0" dirty="0">
                <a:latin typeface="宋体" panose="02010600030101010101" pitchFamily="2" charset="-122"/>
                <a:ea typeface="宋体" panose="02010600030101010101" pitchFamily="2" charset="-122"/>
              </a:rPr>
              <a:t>38</a:t>
            </a:r>
            <a:r>
              <a:rPr lang="zh-CN" altLang="en-US" b="0" dirty="0">
                <a:latin typeface="宋体" panose="02010600030101010101" pitchFamily="2" charset="-122"/>
                <a:ea typeface="宋体" panose="02010600030101010101" pitchFamily="2" charset="-122"/>
              </a:rPr>
              <a:t>后移</a:t>
            </a:r>
            <a:r>
              <a:rPr lang="en-US" altLang="zh-CN" b="0" dirty="0">
                <a:latin typeface="宋体" panose="02010600030101010101" pitchFamily="2" charset="-122"/>
                <a:ea typeface="宋体" panose="02010600030101010101" pitchFamily="2" charset="-122"/>
              </a:rPr>
              <a:t>5</a:t>
            </a:r>
            <a:r>
              <a:rPr lang="zh-CN" altLang="en-US" b="0" dirty="0">
                <a:latin typeface="宋体" panose="02010600030101010101" pitchFamily="2" charset="-122"/>
                <a:ea typeface="宋体" panose="02010600030101010101" pitchFamily="2" charset="-122"/>
              </a:rPr>
              <a:t>位到</a:t>
            </a:r>
            <a:r>
              <a:rPr lang="en-US" altLang="zh-CN" b="0" dirty="0">
                <a:latin typeface="宋体" panose="02010600030101010101" pitchFamily="2" charset="-122"/>
                <a:ea typeface="宋体" panose="02010600030101010101" pitchFamily="2" charset="-122"/>
              </a:rPr>
              <a:t>27</a:t>
            </a:r>
            <a:r>
              <a:rPr lang="zh-CN" altLang="en-US" b="0" dirty="0">
                <a:latin typeface="宋体" panose="02010600030101010101" pitchFamily="2" charset="-122"/>
                <a:ea typeface="宋体" panose="02010600030101010101" pitchFamily="2" charset="-122"/>
              </a:rPr>
              <a:t>原来位置，</a:t>
            </a:r>
            <a:endParaRPr lang="en-US" altLang="zh-CN" b="0" dirty="0">
              <a:latin typeface="宋体" panose="02010600030101010101" pitchFamily="2" charset="-122"/>
              <a:ea typeface="宋体" panose="02010600030101010101" pitchFamily="2" charset="-122"/>
            </a:endParaRPr>
          </a:p>
          <a:p>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17</a:t>
            </a:r>
            <a:r>
              <a:rPr lang="zh-CN" altLang="en-US" b="0" dirty="0">
                <a:latin typeface="宋体" panose="02010600030101010101" pitchFamily="2" charset="-122"/>
                <a:ea typeface="宋体" panose="02010600030101010101" pitchFamily="2" charset="-122"/>
              </a:rPr>
              <a:t>）进入循环，循环变量</a:t>
            </a:r>
            <a:r>
              <a:rPr lang="en-US" altLang="zh-CN" b="0" dirty="0">
                <a:latin typeface="宋体" panose="02010600030101010101" pitchFamily="2" charset="-122"/>
                <a:ea typeface="宋体" panose="02010600030101010101" pitchFamily="2" charset="-122"/>
              </a:rPr>
              <a:t>j</a:t>
            </a:r>
            <a:r>
              <a:rPr lang="zh-CN" altLang="en-US" b="0" dirty="0">
                <a:latin typeface="宋体" panose="02010600030101010101" pitchFamily="2" charset="-122"/>
                <a:ea typeface="宋体" panose="02010600030101010101" pitchFamily="2" charset="-122"/>
              </a:rPr>
              <a:t>赋初值后，</a:t>
            </a:r>
            <a:r>
              <a:rPr lang="en-US" altLang="zh-CN" b="0" dirty="0">
                <a:latin typeface="宋体" panose="02010600030101010101" pitchFamily="2" charset="-122"/>
                <a:ea typeface="宋体" panose="02010600030101010101" pitchFamily="2" charset="-122"/>
              </a:rPr>
              <a:t>j</a:t>
            </a:r>
            <a:r>
              <a:rPr lang="zh-CN" altLang="en-US" b="0" dirty="0">
                <a:latin typeface="宋体" panose="02010600030101010101" pitchFamily="2" charset="-122"/>
                <a:ea typeface="宋体" panose="02010600030101010101" pitchFamily="2" charset="-122"/>
              </a:rPr>
              <a:t>不大于</a:t>
            </a:r>
            <a:r>
              <a:rPr lang="en-US" altLang="zh-CN" b="0" dirty="0">
                <a:latin typeface="宋体" panose="02010600030101010101" pitchFamily="2" charset="-122"/>
                <a:ea typeface="宋体" panose="02010600030101010101" pitchFamily="2" charset="-122"/>
              </a:rPr>
              <a:t>0</a:t>
            </a:r>
            <a:r>
              <a:rPr lang="zh-CN" altLang="en-US" b="0" dirty="0">
                <a:latin typeface="宋体" panose="02010600030101010101" pitchFamily="2" charset="-122"/>
                <a:ea typeface="宋体" panose="02010600030101010101" pitchFamily="2" charset="-122"/>
              </a:rPr>
              <a:t>，循环结束。</a:t>
            </a:r>
            <a:endParaRPr lang="en-US" altLang="zh-CN" b="0" dirty="0">
              <a:latin typeface="宋体" panose="02010600030101010101" pitchFamily="2" charset="-122"/>
              <a:ea typeface="宋体" panose="02010600030101010101" pitchFamily="2" charset="-122"/>
            </a:endParaRPr>
          </a:p>
          <a:p>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18</a:t>
            </a:r>
            <a:r>
              <a:rPr lang="zh-CN" altLang="en-US" b="0" dirty="0">
                <a:latin typeface="宋体" panose="02010600030101010101" pitchFamily="2" charset="-122"/>
                <a:ea typeface="宋体" panose="02010600030101010101" pitchFamily="2" charset="-122"/>
              </a:rPr>
              <a:t>）将</a:t>
            </a:r>
            <a:r>
              <a:rPr lang="en-US" altLang="zh-CN" b="0" dirty="0">
                <a:latin typeface="宋体" panose="02010600030101010101" pitchFamily="2" charset="-122"/>
                <a:ea typeface="宋体" panose="02010600030101010101" pitchFamily="2" charset="-122"/>
              </a:rPr>
              <a:t>27</a:t>
            </a:r>
            <a:r>
              <a:rPr lang="zh-CN" altLang="en-US" b="0" dirty="0">
                <a:latin typeface="宋体" panose="02010600030101010101" pitchFamily="2" charset="-122"/>
                <a:ea typeface="宋体" panose="02010600030101010101" pitchFamily="2" charset="-122"/>
              </a:rPr>
              <a:t>插入到位，</a:t>
            </a:r>
            <a:r>
              <a:rPr lang="zh-CN" altLang="en-US" sz="1200" kern="100" dirty="0">
                <a:effectLst/>
                <a:latin typeface="等线" panose="02010600030101010101" pitchFamily="2" charset="-122"/>
                <a:ea typeface="等线" panose="02010600030101010101" pitchFamily="2" charset="-122"/>
                <a:cs typeface="Times New Roman" panose="02020603050405020304" pitchFamily="18" charset="0"/>
              </a:rPr>
              <a:t>回到外循环首部</a:t>
            </a:r>
            <a:r>
              <a:rPr lang="zh-CN" altLang="en-US" b="0" dirty="0">
                <a:latin typeface="宋体" panose="02010600030101010101" pitchFamily="2" charset="-122"/>
                <a:ea typeface="宋体" panose="02010600030101010101" pitchFamily="2" charset="-122"/>
              </a:rPr>
              <a:t>。</a:t>
            </a:r>
            <a:endParaRPr lang="en-US" altLang="zh-CN" b="0" dirty="0">
              <a:latin typeface="宋体" panose="02010600030101010101" pitchFamily="2" charset="-122"/>
              <a:ea typeface="宋体" panose="02010600030101010101" pitchFamily="2" charset="-122"/>
            </a:endParaRPr>
          </a:p>
          <a:p>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19</a:t>
            </a:r>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i+1</a:t>
            </a:r>
            <a:r>
              <a:rPr lang="zh-CN" altLang="en-US" b="0" dirty="0">
                <a:latin typeface="宋体" panose="02010600030101010101" pitchFamily="2" charset="-122"/>
                <a:ea typeface="宋体" panose="02010600030101010101" pitchFamily="2" charset="-122"/>
              </a:rPr>
              <a:t>，又是新的一趟，</a:t>
            </a:r>
            <a:endParaRPr lang="en-US" altLang="zh-CN" b="0" dirty="0">
              <a:latin typeface="宋体" panose="02010600030101010101" pitchFamily="2" charset="-122"/>
              <a:ea typeface="宋体" panose="02010600030101010101" pitchFamily="2" charset="-122"/>
            </a:endParaRPr>
          </a:p>
          <a:p>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20</a:t>
            </a:r>
            <a:r>
              <a:rPr lang="zh-CN" altLang="en-US" b="0" dirty="0">
                <a:latin typeface="宋体" panose="02010600030101010101" pitchFamily="2" charset="-122"/>
                <a:ea typeface="宋体" panose="02010600030101010101" pitchFamily="2" charset="-122"/>
              </a:rPr>
              <a:t>）加横杠的</a:t>
            </a:r>
            <a:r>
              <a:rPr lang="en-US" altLang="zh-CN" b="0" dirty="0">
                <a:latin typeface="宋体" panose="02010600030101010101" pitchFamily="2" charset="-122"/>
                <a:ea typeface="宋体" panose="02010600030101010101" pitchFamily="2" charset="-122"/>
              </a:rPr>
              <a:t>49</a:t>
            </a:r>
            <a:r>
              <a:rPr lang="zh-CN" altLang="en-US" b="0" dirty="0">
                <a:latin typeface="宋体" panose="02010600030101010101" pitchFamily="2" charset="-122"/>
                <a:ea typeface="宋体" panose="02010600030101010101" pitchFamily="2" charset="-122"/>
              </a:rPr>
              <a:t>小于</a:t>
            </a:r>
            <a:r>
              <a:rPr lang="en-US" altLang="zh-CN" b="0" dirty="0">
                <a:latin typeface="宋体" panose="02010600030101010101" pitchFamily="2" charset="-122"/>
                <a:ea typeface="宋体" panose="02010600030101010101" pitchFamily="2" charset="-122"/>
              </a:rPr>
              <a:t>65</a:t>
            </a:r>
            <a:r>
              <a:rPr lang="zh-CN" altLang="en-US" b="0" dirty="0">
                <a:latin typeface="宋体" panose="02010600030101010101" pitchFamily="2" charset="-122"/>
                <a:ea typeface="宋体" panose="02010600030101010101" pitchFamily="2" charset="-122"/>
              </a:rPr>
              <a:t>，</a:t>
            </a:r>
            <a:endParaRPr lang="en-US" altLang="zh-CN" b="0" dirty="0">
              <a:latin typeface="宋体" panose="02010600030101010101" pitchFamily="2" charset="-122"/>
              <a:ea typeface="宋体" panose="02010600030101010101" pitchFamily="2" charset="-122"/>
            </a:endParaRPr>
          </a:p>
          <a:p>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21</a:t>
            </a:r>
            <a:r>
              <a:rPr lang="zh-CN" altLang="en-US" b="0" dirty="0">
                <a:latin typeface="宋体" panose="02010600030101010101" pitchFamily="2" charset="-122"/>
                <a:ea typeface="宋体" panose="02010600030101010101" pitchFamily="2" charset="-122"/>
              </a:rPr>
              <a:t>）加杠</a:t>
            </a:r>
            <a:r>
              <a:rPr lang="en-US" altLang="zh-CN" b="0" dirty="0">
                <a:latin typeface="宋体" panose="02010600030101010101" pitchFamily="2" charset="-122"/>
                <a:ea typeface="宋体" panose="02010600030101010101" pitchFamily="2" charset="-122"/>
              </a:rPr>
              <a:t>49</a:t>
            </a:r>
            <a:r>
              <a:rPr lang="zh-CN" altLang="en-US" b="0" dirty="0">
                <a:latin typeface="宋体" panose="02010600030101010101" pitchFamily="2" charset="-122"/>
                <a:ea typeface="宋体" panose="02010600030101010101" pitchFamily="2" charset="-122"/>
              </a:rPr>
              <a:t>移到暂存位置，</a:t>
            </a:r>
            <a:endParaRPr lang="en-US" altLang="zh-CN" b="0" dirty="0">
              <a:latin typeface="宋体" panose="02010600030101010101" pitchFamily="2" charset="-122"/>
              <a:ea typeface="宋体" panose="02010600030101010101" pitchFamily="2" charset="-122"/>
            </a:endParaRPr>
          </a:p>
          <a:p>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22</a:t>
            </a:r>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65</a:t>
            </a:r>
            <a:r>
              <a:rPr lang="zh-CN" altLang="en-US" b="0" dirty="0">
                <a:latin typeface="宋体" panose="02010600030101010101" pitchFamily="2" charset="-122"/>
                <a:ea typeface="宋体" panose="02010600030101010101" pitchFamily="2" charset="-122"/>
              </a:rPr>
              <a:t>后移</a:t>
            </a:r>
            <a:r>
              <a:rPr lang="en-US" altLang="zh-CN" b="0" dirty="0">
                <a:latin typeface="宋体" panose="02010600030101010101" pitchFamily="2" charset="-122"/>
                <a:ea typeface="宋体" panose="02010600030101010101" pitchFamily="2" charset="-122"/>
              </a:rPr>
              <a:t>5</a:t>
            </a:r>
            <a:r>
              <a:rPr lang="zh-CN" altLang="en-US" b="0" dirty="0">
                <a:latin typeface="宋体" panose="02010600030101010101" pitchFamily="2" charset="-122"/>
                <a:ea typeface="宋体" panose="02010600030101010101" pitchFamily="2" charset="-122"/>
              </a:rPr>
              <a:t>位。</a:t>
            </a:r>
            <a:endParaRPr lang="en-US" altLang="zh-CN" b="0" dirty="0">
              <a:latin typeface="宋体" panose="02010600030101010101" pitchFamily="2" charset="-122"/>
              <a:ea typeface="宋体" panose="02010600030101010101" pitchFamily="2" charset="-122"/>
            </a:endParaRPr>
          </a:p>
          <a:p>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23</a:t>
            </a:r>
            <a:r>
              <a:rPr lang="zh-CN" altLang="en-US" b="0" dirty="0">
                <a:latin typeface="宋体" panose="02010600030101010101" pitchFamily="2" charset="-122"/>
                <a:ea typeface="宋体" panose="02010600030101010101" pitchFamily="2" charset="-122"/>
              </a:rPr>
              <a:t>）进入循环，又是</a:t>
            </a:r>
            <a:r>
              <a:rPr lang="en-US" altLang="zh-CN" b="0" dirty="0">
                <a:latin typeface="宋体" panose="02010600030101010101" pitchFamily="2" charset="-122"/>
                <a:ea typeface="宋体" panose="02010600030101010101" pitchFamily="2" charset="-122"/>
              </a:rPr>
              <a:t>j&gt;0</a:t>
            </a:r>
            <a:r>
              <a:rPr lang="zh-CN" altLang="en-US" b="0" dirty="0">
                <a:latin typeface="宋体" panose="02010600030101010101" pitchFamily="2" charset="-122"/>
                <a:ea typeface="宋体" panose="02010600030101010101" pitchFamily="2" charset="-122"/>
              </a:rPr>
              <a:t>不成立，</a:t>
            </a:r>
            <a:endParaRPr lang="en-US" altLang="zh-CN" b="0" dirty="0">
              <a:latin typeface="宋体" panose="02010600030101010101" pitchFamily="2" charset="-122"/>
              <a:ea typeface="宋体" panose="02010600030101010101" pitchFamily="2" charset="-122"/>
            </a:endParaRPr>
          </a:p>
          <a:p>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24</a:t>
            </a:r>
            <a:r>
              <a:rPr lang="zh-CN" altLang="en-US" b="0" dirty="0">
                <a:latin typeface="宋体" panose="02010600030101010101" pitchFamily="2" charset="-122"/>
                <a:ea typeface="宋体" panose="02010600030101010101" pitchFamily="2" charset="-122"/>
              </a:rPr>
              <a:t>）加杠</a:t>
            </a:r>
            <a:r>
              <a:rPr lang="en-US" altLang="zh-CN" b="0" dirty="0">
                <a:latin typeface="宋体" panose="02010600030101010101" pitchFamily="2" charset="-122"/>
                <a:ea typeface="宋体" panose="02010600030101010101" pitchFamily="2" charset="-122"/>
              </a:rPr>
              <a:t>49</a:t>
            </a:r>
            <a:r>
              <a:rPr lang="zh-CN" altLang="en-US" b="0" dirty="0">
                <a:latin typeface="宋体" panose="02010600030101010101" pitchFamily="2" charset="-122"/>
                <a:ea typeface="宋体" panose="02010600030101010101" pitchFamily="2" charset="-122"/>
              </a:rPr>
              <a:t>插入。重</a:t>
            </a:r>
            <a:r>
              <a:rPr lang="zh-CN" altLang="en-US" sz="1200" kern="100" dirty="0">
                <a:effectLst/>
                <a:latin typeface="等线" panose="02010600030101010101" pitchFamily="2" charset="-122"/>
                <a:ea typeface="等线" panose="02010600030101010101" pitchFamily="2" charset="-122"/>
                <a:cs typeface="Times New Roman" panose="02020603050405020304" pitchFamily="18" charset="0"/>
              </a:rPr>
              <a:t>回外循环首部</a:t>
            </a:r>
            <a:r>
              <a:rPr lang="zh-CN" altLang="en-US" b="0" dirty="0">
                <a:latin typeface="宋体" panose="02010600030101010101" pitchFamily="2" charset="-122"/>
                <a:ea typeface="宋体" panose="02010600030101010101" pitchFamily="2" charset="-122"/>
              </a:rPr>
              <a:t>。</a:t>
            </a:r>
            <a:endParaRPr lang="en-US" altLang="zh-CN" b="0" dirty="0">
              <a:latin typeface="宋体" panose="02010600030101010101" pitchFamily="2" charset="-122"/>
              <a:ea typeface="宋体" panose="02010600030101010101" pitchFamily="2" charset="-122"/>
            </a:endParaRPr>
          </a:p>
          <a:p>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25</a:t>
            </a:r>
            <a:r>
              <a:rPr lang="zh-CN" altLang="en-US" b="0" dirty="0">
                <a:latin typeface="宋体" panose="02010600030101010101" pitchFamily="2" charset="-122"/>
                <a:ea typeface="宋体" panose="02010600030101010101" pitchFamily="2" charset="-122"/>
              </a:rPr>
              <a:t>）</a:t>
            </a:r>
            <a:r>
              <a:rPr lang="en-US" altLang="zh-CN" b="0" dirty="0" err="1">
                <a:latin typeface="宋体" panose="02010600030101010101" pitchFamily="2" charset="-122"/>
                <a:ea typeface="宋体" panose="02010600030101010101" pitchFamily="2" charset="-122"/>
              </a:rPr>
              <a:t>i</a:t>
            </a:r>
            <a:r>
              <a:rPr lang="zh-CN" altLang="en-US" b="0" dirty="0">
                <a:latin typeface="宋体" panose="02010600030101010101" pitchFamily="2" charset="-122"/>
                <a:ea typeface="宋体" panose="02010600030101010101" pitchFamily="2" charset="-122"/>
              </a:rPr>
              <a:t>加</a:t>
            </a:r>
            <a:r>
              <a:rPr lang="en-US" altLang="zh-CN" b="0" dirty="0">
                <a:latin typeface="宋体" panose="02010600030101010101" pitchFamily="2" charset="-122"/>
                <a:ea typeface="宋体" panose="02010600030101010101" pitchFamily="2" charset="-122"/>
              </a:rPr>
              <a:t>1</a:t>
            </a:r>
            <a:r>
              <a:rPr lang="zh-CN" altLang="en-US" b="0" dirty="0">
                <a:latin typeface="宋体" panose="02010600030101010101" pitchFamily="2" charset="-122"/>
                <a:ea typeface="宋体" panose="02010600030101010101" pitchFamily="2" charset="-122"/>
              </a:rPr>
              <a:t>后，指向了记录</a:t>
            </a:r>
            <a:r>
              <a:rPr lang="en-US" altLang="zh-CN" b="0" dirty="0">
                <a:latin typeface="宋体" panose="02010600030101010101" pitchFamily="2" charset="-122"/>
                <a:ea typeface="宋体" panose="02010600030101010101" pitchFamily="2" charset="-122"/>
              </a:rPr>
              <a:t>55</a:t>
            </a:r>
            <a:r>
              <a:rPr lang="zh-CN" altLang="en-US" b="0" dirty="0">
                <a:latin typeface="宋体" panose="02010600030101010101" pitchFamily="2" charset="-122"/>
                <a:ea typeface="宋体" panose="02010600030101010101" pitchFamily="2" charset="-122"/>
              </a:rPr>
              <a:t>，</a:t>
            </a:r>
            <a:endParaRPr lang="en-US" altLang="zh-CN" b="0" dirty="0">
              <a:latin typeface="宋体" panose="02010600030101010101" pitchFamily="2" charset="-122"/>
              <a:ea typeface="宋体" panose="02010600030101010101" pitchFamily="2" charset="-122"/>
            </a:endParaRPr>
          </a:p>
          <a:p>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26</a:t>
            </a:r>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55</a:t>
            </a:r>
            <a:r>
              <a:rPr lang="zh-CN" altLang="en-US" b="0" dirty="0">
                <a:latin typeface="宋体" panose="02010600030101010101" pitchFamily="2" charset="-122"/>
                <a:ea typeface="宋体" panose="02010600030101010101" pitchFamily="2" charset="-122"/>
              </a:rPr>
              <a:t>小于</a:t>
            </a:r>
            <a:r>
              <a:rPr lang="en-US" altLang="zh-CN" b="0" dirty="0">
                <a:latin typeface="宋体" panose="02010600030101010101" pitchFamily="2" charset="-122"/>
                <a:ea typeface="宋体" panose="02010600030101010101" pitchFamily="2" charset="-122"/>
              </a:rPr>
              <a:t>97</a:t>
            </a:r>
            <a:r>
              <a:rPr lang="zh-CN" altLang="en-US" b="0" dirty="0">
                <a:latin typeface="宋体" panose="02010600030101010101" pitchFamily="2" charset="-122"/>
                <a:ea typeface="宋体" panose="02010600030101010101" pitchFamily="2" charset="-122"/>
              </a:rPr>
              <a:t>，</a:t>
            </a:r>
            <a:endParaRPr lang="en-US" altLang="zh-CN" b="0" dirty="0">
              <a:latin typeface="宋体" panose="02010600030101010101" pitchFamily="2" charset="-122"/>
              <a:ea typeface="宋体" panose="02010600030101010101" pitchFamily="2" charset="-122"/>
            </a:endParaRPr>
          </a:p>
          <a:p>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27</a:t>
            </a:r>
            <a:r>
              <a:rPr lang="zh-CN" altLang="en-US" b="0" dirty="0">
                <a:latin typeface="宋体" panose="02010600030101010101" pitchFamily="2" charset="-122"/>
                <a:ea typeface="宋体" panose="02010600030101010101" pitchFamily="2" charset="-122"/>
              </a:rPr>
              <a:t>）把</a:t>
            </a:r>
            <a:r>
              <a:rPr lang="en-US" altLang="zh-CN" b="0" dirty="0">
                <a:latin typeface="宋体" panose="02010600030101010101" pitchFamily="2" charset="-122"/>
                <a:ea typeface="宋体" panose="02010600030101010101" pitchFamily="2" charset="-122"/>
              </a:rPr>
              <a:t>55</a:t>
            </a:r>
            <a:r>
              <a:rPr lang="zh-CN" altLang="en-US" b="0" dirty="0">
                <a:latin typeface="宋体" panose="02010600030101010101" pitchFamily="2" charset="-122"/>
                <a:ea typeface="宋体" panose="02010600030101010101" pitchFamily="2" charset="-122"/>
              </a:rPr>
              <a:t>暂存</a:t>
            </a:r>
            <a:endParaRPr lang="en-US" altLang="zh-CN" b="0" dirty="0">
              <a:latin typeface="宋体" panose="02010600030101010101" pitchFamily="2" charset="-122"/>
              <a:ea typeface="宋体" panose="02010600030101010101" pitchFamily="2" charset="-122"/>
            </a:endParaRPr>
          </a:p>
          <a:p>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28</a:t>
            </a:r>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97</a:t>
            </a:r>
            <a:r>
              <a:rPr lang="zh-CN" altLang="en-US" b="0" dirty="0">
                <a:latin typeface="宋体" panose="02010600030101010101" pitchFamily="2" charset="-122"/>
                <a:ea typeface="宋体" panose="02010600030101010101" pitchFamily="2" charset="-122"/>
              </a:rPr>
              <a:t>后移</a:t>
            </a:r>
            <a:r>
              <a:rPr lang="en-US" altLang="zh-CN" b="0" dirty="0">
                <a:latin typeface="宋体" panose="02010600030101010101" pitchFamily="2" charset="-122"/>
                <a:ea typeface="宋体" panose="02010600030101010101" pitchFamily="2" charset="-122"/>
              </a:rPr>
              <a:t>5</a:t>
            </a:r>
            <a:r>
              <a:rPr lang="zh-CN" altLang="en-US" b="0" dirty="0">
                <a:latin typeface="宋体" panose="02010600030101010101" pitchFamily="2" charset="-122"/>
                <a:ea typeface="宋体" panose="02010600030101010101" pitchFamily="2" charset="-122"/>
              </a:rPr>
              <a:t>位。</a:t>
            </a:r>
            <a:endParaRPr lang="en-US" altLang="zh-CN" b="0" dirty="0">
              <a:latin typeface="宋体" panose="02010600030101010101" pitchFamily="2" charset="-122"/>
              <a:ea typeface="宋体" panose="02010600030101010101" pitchFamily="2" charset="-122"/>
            </a:endParaRPr>
          </a:p>
          <a:p>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29</a:t>
            </a:r>
            <a:r>
              <a:rPr lang="zh-CN" altLang="en-US" b="0" dirty="0">
                <a:latin typeface="宋体" panose="02010600030101010101" pitchFamily="2" charset="-122"/>
                <a:ea typeface="宋体" panose="02010600030101010101" pitchFamily="2" charset="-122"/>
              </a:rPr>
              <a:t>）内层</a:t>
            </a:r>
            <a:r>
              <a:rPr lang="en-US" altLang="zh-CN" b="0" dirty="0">
                <a:latin typeface="宋体" panose="02010600030101010101" pitchFamily="2" charset="-122"/>
                <a:ea typeface="宋体" panose="02010600030101010101" pitchFamily="2" charset="-122"/>
              </a:rPr>
              <a:t>for</a:t>
            </a:r>
            <a:r>
              <a:rPr lang="zh-CN" altLang="en-US" b="0" dirty="0">
                <a:latin typeface="宋体" panose="02010600030101010101" pitchFamily="2" charset="-122"/>
                <a:ea typeface="宋体" panose="02010600030101010101" pitchFamily="2" charset="-122"/>
              </a:rPr>
              <a:t>循环又是一进即出</a:t>
            </a:r>
            <a:endParaRPr lang="en-US" altLang="zh-CN" b="0" dirty="0">
              <a:latin typeface="宋体" panose="02010600030101010101" pitchFamily="2" charset="-122"/>
              <a:ea typeface="宋体" panose="02010600030101010101" pitchFamily="2" charset="-122"/>
            </a:endParaRPr>
          </a:p>
          <a:p>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30</a:t>
            </a:r>
            <a:r>
              <a:rPr lang="zh-CN" altLang="en-US" b="0" dirty="0">
                <a:latin typeface="宋体" panose="02010600030101010101" pitchFamily="2" charset="-122"/>
                <a:ea typeface="宋体" panose="02010600030101010101" pitchFamily="2" charset="-122"/>
              </a:rPr>
              <a:t>）把</a:t>
            </a:r>
            <a:r>
              <a:rPr lang="en-US" altLang="zh-CN" b="0" dirty="0">
                <a:latin typeface="宋体" panose="02010600030101010101" pitchFamily="2" charset="-122"/>
                <a:ea typeface="宋体" panose="02010600030101010101" pitchFamily="2" charset="-122"/>
              </a:rPr>
              <a:t>55</a:t>
            </a:r>
            <a:r>
              <a:rPr lang="zh-CN" altLang="en-US" b="0" dirty="0">
                <a:latin typeface="宋体" panose="02010600030101010101" pitchFamily="2" charset="-122"/>
                <a:ea typeface="宋体" panose="02010600030101010101" pitchFamily="2" charset="-122"/>
              </a:rPr>
              <a:t>插入。</a:t>
            </a:r>
            <a:r>
              <a:rPr lang="zh-CN" altLang="en-US" sz="1200" kern="100" dirty="0">
                <a:effectLst/>
                <a:latin typeface="等线" panose="02010600030101010101" pitchFamily="2" charset="-122"/>
                <a:ea typeface="等线" panose="02010600030101010101" pitchFamily="2" charset="-122"/>
                <a:cs typeface="Times New Roman" panose="02020603050405020304" pitchFamily="18" charset="0"/>
              </a:rPr>
              <a:t>到回外循环首部</a:t>
            </a:r>
            <a:r>
              <a:rPr lang="zh-CN" altLang="en-US" b="0" dirty="0">
                <a:latin typeface="宋体" panose="02010600030101010101" pitchFamily="2" charset="-122"/>
                <a:ea typeface="宋体" panose="02010600030101010101" pitchFamily="2" charset="-122"/>
              </a:rPr>
              <a:t>。</a:t>
            </a:r>
            <a:endParaRPr lang="en-US" altLang="zh-CN" b="0" dirty="0">
              <a:latin typeface="宋体" panose="02010600030101010101" pitchFamily="2" charset="-122"/>
              <a:ea typeface="宋体" panose="02010600030101010101" pitchFamily="2" charset="-122"/>
            </a:endParaRPr>
          </a:p>
          <a:p>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31</a:t>
            </a:r>
            <a:r>
              <a:rPr lang="zh-CN" altLang="en-US" b="0" dirty="0">
                <a:latin typeface="宋体" panose="02010600030101010101" pitchFamily="2" charset="-122"/>
                <a:ea typeface="宋体" panose="02010600030101010101" pitchFamily="2" charset="-122"/>
              </a:rPr>
              <a:t>）循环应该是最后一次了</a:t>
            </a:r>
            <a:endParaRPr lang="en-US" altLang="zh-CN" b="0" dirty="0">
              <a:latin typeface="宋体" panose="02010600030101010101" pitchFamily="2" charset="-122"/>
              <a:ea typeface="宋体" panose="02010600030101010101" pitchFamily="2" charset="-122"/>
            </a:endParaRPr>
          </a:p>
          <a:p>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32</a:t>
            </a:r>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04</a:t>
            </a:r>
            <a:r>
              <a:rPr lang="zh-CN" altLang="en-US" b="0" dirty="0">
                <a:latin typeface="宋体" panose="02010600030101010101" pitchFamily="2" charset="-122"/>
                <a:ea typeface="宋体" panose="02010600030101010101" pitchFamily="2" charset="-122"/>
              </a:rPr>
              <a:t>比</a:t>
            </a:r>
            <a:r>
              <a:rPr lang="en-US" altLang="zh-CN" b="0" dirty="0">
                <a:latin typeface="宋体" panose="02010600030101010101" pitchFamily="2" charset="-122"/>
                <a:ea typeface="宋体" panose="02010600030101010101" pitchFamily="2" charset="-122"/>
              </a:rPr>
              <a:t>76</a:t>
            </a:r>
            <a:r>
              <a:rPr lang="zh-CN" altLang="en-US" b="0" dirty="0">
                <a:latin typeface="宋体" panose="02010600030101010101" pitchFamily="2" charset="-122"/>
                <a:ea typeface="宋体" panose="02010600030101010101" pitchFamily="2" charset="-122"/>
              </a:rPr>
              <a:t>小</a:t>
            </a:r>
            <a:endParaRPr lang="en-US" altLang="zh-CN" b="0" dirty="0">
              <a:latin typeface="宋体" panose="02010600030101010101" pitchFamily="2" charset="-122"/>
              <a:ea typeface="宋体" panose="02010600030101010101" pitchFamily="2" charset="-122"/>
            </a:endParaRPr>
          </a:p>
          <a:p>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33</a:t>
            </a:r>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04</a:t>
            </a:r>
            <a:r>
              <a:rPr lang="zh-CN" altLang="en-US" b="0" dirty="0">
                <a:latin typeface="宋体" panose="02010600030101010101" pitchFamily="2" charset="-122"/>
                <a:ea typeface="宋体" panose="02010600030101010101" pitchFamily="2" charset="-122"/>
              </a:rPr>
              <a:t>暂存</a:t>
            </a:r>
            <a:endParaRPr lang="en-US" altLang="zh-CN" b="0" dirty="0">
              <a:latin typeface="宋体" panose="02010600030101010101" pitchFamily="2" charset="-122"/>
              <a:ea typeface="宋体" panose="02010600030101010101" pitchFamily="2" charset="-122"/>
            </a:endParaRPr>
          </a:p>
          <a:p>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34</a:t>
            </a:r>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76</a:t>
            </a:r>
            <a:r>
              <a:rPr lang="zh-CN" altLang="en-US" b="0" dirty="0">
                <a:latin typeface="宋体" panose="02010600030101010101" pitchFamily="2" charset="-122"/>
                <a:ea typeface="宋体" panose="02010600030101010101" pitchFamily="2" charset="-122"/>
              </a:rPr>
              <a:t>后移。</a:t>
            </a:r>
            <a:endParaRPr lang="en-US" altLang="zh-CN" b="0" dirty="0">
              <a:latin typeface="宋体" panose="02010600030101010101" pitchFamily="2" charset="-122"/>
              <a:ea typeface="宋体" panose="02010600030101010101" pitchFamily="2" charset="-122"/>
            </a:endParaRPr>
          </a:p>
          <a:p>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35</a:t>
            </a:r>
            <a:r>
              <a:rPr lang="zh-CN" altLang="en-US" b="0" dirty="0">
                <a:latin typeface="宋体" panose="02010600030101010101" pitchFamily="2" charset="-122"/>
                <a:ea typeface="宋体" panose="02010600030101010101" pitchFamily="2" charset="-122"/>
              </a:rPr>
              <a:t>）已到插入位置了</a:t>
            </a:r>
            <a:endParaRPr lang="en-US" altLang="zh-CN" b="0" dirty="0">
              <a:latin typeface="宋体" panose="02010600030101010101" pitchFamily="2" charset="-122"/>
              <a:ea typeface="宋体" panose="02010600030101010101" pitchFamily="2" charset="-122"/>
            </a:endParaRPr>
          </a:p>
          <a:p>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36</a:t>
            </a:r>
            <a:r>
              <a:rPr lang="zh-CN" altLang="en-US" b="0" dirty="0">
                <a:latin typeface="宋体" panose="02010600030101010101" pitchFamily="2" charset="-122"/>
                <a:ea typeface="宋体" panose="02010600030101010101" pitchFamily="2" charset="-122"/>
              </a:rPr>
              <a:t>）把</a:t>
            </a:r>
            <a:r>
              <a:rPr lang="en-US" altLang="zh-CN" b="0" dirty="0">
                <a:latin typeface="宋体" panose="02010600030101010101" pitchFamily="2" charset="-122"/>
                <a:ea typeface="宋体" panose="02010600030101010101" pitchFamily="2" charset="-122"/>
              </a:rPr>
              <a:t>04</a:t>
            </a:r>
            <a:r>
              <a:rPr lang="zh-CN" altLang="en-US" b="0" dirty="0">
                <a:latin typeface="宋体" panose="02010600030101010101" pitchFamily="2" charset="-122"/>
                <a:ea typeface="宋体" panose="02010600030101010101" pitchFamily="2" charset="-122"/>
              </a:rPr>
              <a:t>插入。</a:t>
            </a:r>
            <a:endParaRPr lang="en-US" altLang="zh-CN" b="0" dirty="0">
              <a:latin typeface="宋体" panose="02010600030101010101" pitchFamily="2" charset="-122"/>
              <a:ea typeface="宋体" panose="02010600030101010101" pitchFamily="2" charset="-122"/>
            </a:endParaRPr>
          </a:p>
          <a:p>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37</a:t>
            </a:r>
            <a:r>
              <a:rPr lang="zh-CN" altLang="en-US" b="0" dirty="0">
                <a:latin typeface="宋体" panose="02010600030101010101" pitchFamily="2" charset="-122"/>
                <a:ea typeface="宋体" panose="02010600030101010101" pitchFamily="2" charset="-122"/>
              </a:rPr>
              <a:t>）</a:t>
            </a:r>
            <a:r>
              <a:rPr lang="en-US" altLang="zh-CN" b="0" dirty="0" err="1">
                <a:latin typeface="宋体" panose="02010600030101010101" pitchFamily="2" charset="-122"/>
                <a:ea typeface="宋体" panose="02010600030101010101" pitchFamily="2" charset="-122"/>
              </a:rPr>
              <a:t>i</a:t>
            </a:r>
            <a:r>
              <a:rPr lang="zh-CN" altLang="en-US" b="0" dirty="0">
                <a:latin typeface="宋体" panose="02010600030101010101" pitchFamily="2" charset="-122"/>
                <a:ea typeface="宋体" panose="02010600030101010101" pitchFamily="2" charset="-122"/>
              </a:rPr>
              <a:t>再加</a:t>
            </a:r>
            <a:r>
              <a:rPr lang="en-US" altLang="zh-CN" b="0" dirty="0">
                <a:latin typeface="宋体" panose="02010600030101010101" pitchFamily="2" charset="-122"/>
                <a:ea typeface="宋体" panose="02010600030101010101" pitchFamily="2" charset="-122"/>
              </a:rPr>
              <a:t>1</a:t>
            </a:r>
            <a:r>
              <a:rPr lang="zh-CN" altLang="en-US" b="0" dirty="0">
                <a:latin typeface="宋体" panose="02010600030101010101" pitchFamily="2" charset="-122"/>
                <a:ea typeface="宋体" panose="02010600030101010101" pitchFamily="2" charset="-122"/>
              </a:rPr>
              <a:t>，已超出表尾，本趟希尔排序结束。</a:t>
            </a:r>
            <a:endParaRPr lang="en-US" altLang="zh-CN" b="0" dirty="0">
              <a:latin typeface="宋体" panose="02010600030101010101" pitchFamily="2" charset="-122"/>
              <a:ea typeface="宋体" panose="02010600030101010101" pitchFamily="2" charset="-122"/>
            </a:endParaRPr>
          </a:p>
          <a:p>
            <a:endParaRPr lang="zh-CN" altLang="en-US" dirty="0"/>
          </a:p>
        </p:txBody>
      </p:sp>
      <p:sp>
        <p:nvSpPr>
          <p:cNvPr id="4" name="灯片编号占位符 3"/>
          <p:cNvSpPr>
            <a:spLocks noGrp="1"/>
          </p:cNvSpPr>
          <p:nvPr>
            <p:ph type="sldNum" sz="quarter" idx="5"/>
          </p:nvPr>
        </p:nvSpPr>
        <p:spPr/>
        <p:txBody>
          <a:bodyPr/>
          <a:lstStyle/>
          <a:p>
            <a:fld id="{47B976AF-EE02-43DF-B70F-EF23E0DFD645}" type="slidenum">
              <a:rPr lang="zh-CN" altLang="en-US" smtClean="0"/>
              <a:t>8</a:t>
            </a:fld>
            <a:endParaRPr lang="zh-CN" altLang="en-US"/>
          </a:p>
        </p:txBody>
      </p:sp>
    </p:spTree>
    <p:extLst>
      <p:ext uri="{BB962C8B-B14F-4D97-AF65-F5344CB8AC3E}">
        <p14:creationId xmlns:p14="http://schemas.microsoft.com/office/powerpoint/2010/main" val="14693286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1</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）接着是增量为</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3</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的第</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2</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趟。这一趟，分</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3</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个子序列，每个子序列有</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3</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或</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4</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个记录。</a:t>
            </a:r>
            <a:endPar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2</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）有了对第一趟的详细跟踪，大家对算法操作流程有了具体了解，我们就不再逐行跟踪算法了。</a:t>
            </a:r>
            <a:endPar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3</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）首先是循环变量</a:t>
            </a:r>
            <a:r>
              <a:rPr lang="en-US" altLang="zh-CN" b="0" dirty="0" err="1">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i</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=3+1=4</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55</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不小于</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13</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，就留在原位不动。</a:t>
            </a:r>
            <a:endPar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4</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a:t>
            </a:r>
            <a:r>
              <a:rPr lang="en-US" altLang="zh-CN" b="0" dirty="0" err="1">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i</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=5</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04</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小于</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27</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，请观察</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27</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的后移</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3</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位和</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04</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的插入过程。</a:t>
            </a:r>
            <a:endPar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5</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a:t>
            </a:r>
            <a:r>
              <a:rPr lang="en-US" altLang="zh-CN" b="0" dirty="0" err="1">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i</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=6</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，比较的是两个</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49</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，不用移动。</a:t>
            </a:r>
            <a:endPar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6</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a:t>
            </a:r>
            <a:r>
              <a:rPr lang="en-US" altLang="zh-CN" b="0" dirty="0" err="1">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i</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=7</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38</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小于</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55</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55</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后移</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3</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位后，</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38</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并非马上插入空位，而是与</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13</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比较后，确认插入位置后，才插入的。</a:t>
            </a:r>
            <a:endPar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7</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a:t>
            </a:r>
            <a:r>
              <a:rPr lang="en-US" altLang="zh-CN" b="0" dirty="0" err="1">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i</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=8</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65</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不小于</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27</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，不移动。</a:t>
            </a:r>
            <a:endPar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8</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a:t>
            </a:r>
            <a:r>
              <a:rPr lang="en-US" altLang="zh-CN" b="0" dirty="0" err="1">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i</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=9</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97</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大于</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49</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，也不动。</a:t>
            </a:r>
            <a:endPar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9</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）最后，</a:t>
            </a:r>
            <a:r>
              <a:rPr lang="en-US" altLang="zh-CN" b="0" dirty="0" err="1">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i</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=10</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76</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大于</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55</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，也留在原位。</a:t>
            </a:r>
            <a:endParaRPr lang="zh-CN" altLang="en-US" b="0" dirty="0">
              <a:latin typeface="宋体" panose="02010600030101010101" pitchFamily="2" charset="-122"/>
              <a:ea typeface="宋体" panose="02010600030101010101" pitchFamily="2" charset="-122"/>
            </a:endParaRPr>
          </a:p>
          <a:p>
            <a:endParaRPr lang="zh-CN" altLang="en-US" dirty="0"/>
          </a:p>
        </p:txBody>
      </p:sp>
      <p:sp>
        <p:nvSpPr>
          <p:cNvPr id="4" name="灯片编号占位符 3"/>
          <p:cNvSpPr>
            <a:spLocks noGrp="1"/>
          </p:cNvSpPr>
          <p:nvPr>
            <p:ph type="sldNum" sz="quarter" idx="5"/>
          </p:nvPr>
        </p:nvSpPr>
        <p:spPr/>
        <p:txBody>
          <a:bodyPr/>
          <a:lstStyle/>
          <a:p>
            <a:fld id="{47B976AF-EE02-43DF-B70F-EF23E0DFD645}" type="slidenum">
              <a:rPr lang="zh-CN" altLang="en-US" smtClean="0"/>
              <a:t>9</a:t>
            </a:fld>
            <a:endParaRPr lang="zh-CN" altLang="en-US"/>
          </a:p>
        </p:txBody>
      </p:sp>
    </p:spTree>
    <p:extLst>
      <p:ext uri="{BB962C8B-B14F-4D97-AF65-F5344CB8AC3E}">
        <p14:creationId xmlns:p14="http://schemas.microsoft.com/office/powerpoint/2010/main" val="6098707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20000"/>
              </a:lnSpc>
            </a:pPr>
            <a:r>
              <a:rPr lang="zh-CN" altLang="en-US" sz="1200" b="0" dirty="0">
                <a:solidFill>
                  <a:srgbClr val="0006EE"/>
                </a:solidFill>
                <a:latin typeface="宋体" panose="02010600030101010101" pitchFamily="2" charset="-122"/>
                <a:ea typeface="宋体" panose="02010600030101010101" pitchFamily="2" charset="-122"/>
              </a:rPr>
              <a:t>（</a:t>
            </a:r>
            <a:r>
              <a:rPr lang="en-US" altLang="zh-CN" sz="1200" b="0" dirty="0">
                <a:solidFill>
                  <a:srgbClr val="0006EE"/>
                </a:solidFill>
                <a:latin typeface="宋体" panose="02010600030101010101" pitchFamily="2" charset="-122"/>
                <a:ea typeface="宋体" panose="02010600030101010101" pitchFamily="2" charset="-122"/>
              </a:rPr>
              <a:t>1</a:t>
            </a:r>
            <a:r>
              <a:rPr lang="zh-CN" altLang="en-US" sz="1200" b="0" dirty="0">
                <a:solidFill>
                  <a:srgbClr val="0006EE"/>
                </a:solidFill>
                <a:latin typeface="宋体" panose="02010600030101010101" pitchFamily="2" charset="-122"/>
                <a:ea typeface="宋体" panose="02010600030101010101" pitchFamily="2" charset="-122"/>
              </a:rPr>
              <a:t>）希尔排序的最后一趟的增量</a:t>
            </a:r>
            <a:r>
              <a:rPr lang="en-US" altLang="zh-CN" sz="1200" b="0" dirty="0">
                <a:solidFill>
                  <a:srgbClr val="C00000"/>
                </a:solidFill>
                <a:latin typeface="宋体" panose="02010600030101010101" pitchFamily="2" charset="-122"/>
                <a:ea typeface="宋体" panose="02010600030101010101" pitchFamily="2" charset="-122"/>
              </a:rPr>
              <a:t>dk</a:t>
            </a:r>
            <a:r>
              <a:rPr lang="zh-CN" altLang="en-US" sz="1200" b="0" dirty="0">
                <a:solidFill>
                  <a:srgbClr val="0006EE"/>
                </a:solidFill>
                <a:latin typeface="宋体" panose="02010600030101010101" pitchFamily="2" charset="-122"/>
                <a:ea typeface="宋体" panose="02010600030101010101" pitchFamily="2" charset="-122"/>
              </a:rPr>
              <a:t>必须为</a:t>
            </a:r>
            <a:r>
              <a:rPr lang="en-US" altLang="zh-CN" sz="1200" b="0" dirty="0">
                <a:solidFill>
                  <a:srgbClr val="C00000"/>
                </a:solidFill>
                <a:latin typeface="宋体" panose="02010600030101010101" pitchFamily="2" charset="-122"/>
                <a:ea typeface="宋体" panose="02010600030101010101" pitchFamily="2" charset="-122"/>
              </a:rPr>
              <a:t>1</a:t>
            </a:r>
            <a:r>
              <a:rPr lang="zh-CN" altLang="en-US" sz="1200" b="0" dirty="0">
                <a:solidFill>
                  <a:srgbClr val="0006EE"/>
                </a:solidFill>
                <a:latin typeface="宋体" panose="02010600030101010101" pitchFamily="2" charset="-122"/>
                <a:ea typeface="宋体" panose="02010600030101010101" pitchFamily="2" charset="-122"/>
              </a:rPr>
              <a:t>。</a:t>
            </a:r>
            <a:endParaRPr lang="en-US" altLang="zh-CN" sz="1200" b="0" dirty="0">
              <a:solidFill>
                <a:srgbClr val="0006EE"/>
              </a:solidFill>
              <a:latin typeface="宋体" panose="02010600030101010101" pitchFamily="2" charset="-122"/>
              <a:ea typeface="宋体" panose="02010600030101010101" pitchFamily="2" charset="-122"/>
            </a:endParaRPr>
          </a:p>
          <a:p>
            <a:pPr>
              <a:lnSpc>
                <a:spcPct val="120000"/>
              </a:lnSpc>
            </a:pPr>
            <a:r>
              <a:rPr lang="zh-CN" altLang="en-US" sz="1200" b="0" dirty="0">
                <a:solidFill>
                  <a:srgbClr val="0006EE"/>
                </a:solidFill>
                <a:latin typeface="宋体" panose="02010600030101010101" pitchFamily="2" charset="-122"/>
                <a:ea typeface="宋体" panose="02010600030101010101" pitchFamily="2" charset="-122"/>
              </a:rPr>
              <a:t>（</a:t>
            </a:r>
            <a:r>
              <a:rPr lang="en-US" altLang="zh-CN" sz="1200" b="0" dirty="0">
                <a:solidFill>
                  <a:srgbClr val="0006EE"/>
                </a:solidFill>
                <a:latin typeface="宋体" panose="02010600030101010101" pitchFamily="2" charset="-122"/>
                <a:ea typeface="宋体" panose="02010600030101010101" pitchFamily="2" charset="-122"/>
              </a:rPr>
              <a:t>2</a:t>
            </a:r>
            <a:r>
              <a:rPr lang="zh-CN" altLang="en-US" sz="1200" b="0" dirty="0">
                <a:solidFill>
                  <a:srgbClr val="0006EE"/>
                </a:solidFill>
                <a:latin typeface="宋体" panose="02010600030101010101" pitchFamily="2" charset="-122"/>
                <a:ea typeface="宋体" panose="02010600030101010101" pitchFamily="2" charset="-122"/>
              </a:rPr>
              <a:t>）如果把算法中的</a:t>
            </a:r>
            <a:r>
              <a:rPr lang="en-US" altLang="zh-CN" sz="1200" b="0" dirty="0">
                <a:solidFill>
                  <a:srgbClr val="C00000"/>
                </a:solidFill>
                <a:latin typeface="宋体" panose="02010600030101010101" pitchFamily="2" charset="-122"/>
                <a:ea typeface="宋体" panose="02010600030101010101" pitchFamily="2" charset="-122"/>
              </a:rPr>
              <a:t>dk</a:t>
            </a:r>
            <a:r>
              <a:rPr lang="zh-CN" altLang="en-US" sz="1200" b="0" dirty="0">
                <a:solidFill>
                  <a:srgbClr val="0006EE"/>
                </a:solidFill>
                <a:latin typeface="宋体" panose="02010600030101010101" pitchFamily="2" charset="-122"/>
                <a:ea typeface="宋体" panose="02010600030101010101" pitchFamily="2" charset="-122"/>
              </a:rPr>
              <a:t>全部换回</a:t>
            </a:r>
            <a:r>
              <a:rPr lang="en-US" altLang="zh-CN" sz="1200" b="0" dirty="0">
                <a:solidFill>
                  <a:srgbClr val="C00000"/>
                </a:solidFill>
                <a:latin typeface="宋体" panose="02010600030101010101" pitchFamily="2" charset="-122"/>
                <a:ea typeface="宋体" panose="02010600030101010101" pitchFamily="2" charset="-122"/>
              </a:rPr>
              <a:t>1</a:t>
            </a:r>
            <a:r>
              <a:rPr lang="zh-CN" altLang="en-US" sz="1200" b="0" dirty="0">
                <a:solidFill>
                  <a:srgbClr val="0006EE"/>
                </a:solidFill>
                <a:latin typeface="宋体" panose="02010600030101010101" pitchFamily="2" charset="-122"/>
                <a:ea typeface="宋体" panose="02010600030101010101" pitchFamily="2" charset="-122"/>
              </a:rPr>
              <a:t>，算法就还原回直接插入排序的</a:t>
            </a:r>
            <a:r>
              <a:rPr lang="zh-CN" altLang="en-US" sz="1200" b="0" dirty="0">
                <a:solidFill>
                  <a:srgbClr val="C00000"/>
                </a:solidFill>
                <a:latin typeface="宋体" panose="02010600030101010101" pitchFamily="2" charset="-122"/>
                <a:ea typeface="宋体" panose="02010600030101010101" pitchFamily="2" charset="-122"/>
              </a:rPr>
              <a:t>算法</a:t>
            </a:r>
            <a:r>
              <a:rPr lang="en-US" altLang="zh-CN" sz="1200" b="0" dirty="0">
                <a:solidFill>
                  <a:srgbClr val="C00000"/>
                </a:solidFill>
                <a:latin typeface="宋体" panose="02010600030101010101" pitchFamily="2" charset="-122"/>
                <a:ea typeface="宋体" panose="02010600030101010101" pitchFamily="2" charset="-122"/>
              </a:rPr>
              <a:t>10.1</a:t>
            </a:r>
            <a:r>
              <a:rPr lang="zh-CN" altLang="en-US" sz="1200" b="0" dirty="0">
                <a:solidFill>
                  <a:srgbClr val="0006EE"/>
                </a:solidFill>
                <a:latin typeface="宋体" panose="02010600030101010101" pitchFamily="2" charset="-122"/>
                <a:ea typeface="宋体" panose="02010600030101010101" pitchFamily="2" charset="-122"/>
              </a:rPr>
              <a:t>了。</a:t>
            </a:r>
            <a:endParaRPr lang="en-US" altLang="zh-CN" sz="1200" b="0" dirty="0">
              <a:solidFill>
                <a:srgbClr val="0006EE"/>
              </a:solidFill>
              <a:latin typeface="宋体" panose="02010600030101010101" pitchFamily="2" charset="-122"/>
              <a:ea typeface="宋体" panose="02010600030101010101" pitchFamily="2" charset="-122"/>
            </a:endParaRPr>
          </a:p>
          <a:p>
            <a:pPr>
              <a:lnSpc>
                <a:spcPct val="120000"/>
              </a:lnSpc>
            </a:pPr>
            <a:r>
              <a:rPr lang="zh-CN" altLang="en-US" sz="1200" b="0" dirty="0">
                <a:solidFill>
                  <a:srgbClr val="0006EE"/>
                </a:solidFill>
                <a:latin typeface="宋体" panose="02010600030101010101" pitchFamily="2" charset="-122"/>
                <a:ea typeface="宋体" panose="02010600030101010101" pitchFamily="2" charset="-122"/>
              </a:rPr>
              <a:t>（</a:t>
            </a:r>
            <a:r>
              <a:rPr lang="en-US" altLang="zh-CN" sz="1200" b="0" dirty="0">
                <a:solidFill>
                  <a:srgbClr val="0006EE"/>
                </a:solidFill>
                <a:latin typeface="宋体" panose="02010600030101010101" pitchFamily="2" charset="-122"/>
                <a:ea typeface="宋体" panose="02010600030101010101" pitchFamily="2" charset="-122"/>
              </a:rPr>
              <a:t>3</a:t>
            </a:r>
            <a:r>
              <a:rPr lang="zh-CN" altLang="en-US" sz="1200" b="0" dirty="0">
                <a:solidFill>
                  <a:srgbClr val="0006EE"/>
                </a:solidFill>
                <a:latin typeface="宋体" panose="02010600030101010101" pitchFamily="2" charset="-122"/>
                <a:ea typeface="宋体" panose="02010600030101010101" pitchFamily="2" charset="-122"/>
              </a:rPr>
              <a:t>）我们看增量</a:t>
            </a:r>
            <a:r>
              <a:rPr lang="en-US" altLang="zh-CN" sz="1200" b="0" dirty="0">
                <a:solidFill>
                  <a:srgbClr val="0006EE"/>
                </a:solidFill>
                <a:latin typeface="宋体" panose="02010600030101010101" pitchFamily="2" charset="-122"/>
                <a:ea typeface="宋体" panose="02010600030101010101" pitchFamily="2" charset="-122"/>
              </a:rPr>
              <a:t>dk</a:t>
            </a:r>
            <a:r>
              <a:rPr lang="zh-CN" altLang="en-US" sz="1200" b="0" dirty="0">
                <a:solidFill>
                  <a:srgbClr val="0006EE"/>
                </a:solidFill>
                <a:latin typeface="宋体" panose="02010600030101010101" pitchFamily="2" charset="-122"/>
                <a:ea typeface="宋体" panose="02010600030101010101" pitchFamily="2" charset="-122"/>
              </a:rPr>
              <a:t>为</a:t>
            </a:r>
            <a:r>
              <a:rPr lang="en-US" altLang="zh-CN" sz="1200" b="0" dirty="0">
                <a:solidFill>
                  <a:srgbClr val="0006EE"/>
                </a:solidFill>
                <a:latin typeface="宋体" panose="02010600030101010101" pitchFamily="2" charset="-122"/>
                <a:ea typeface="宋体" panose="02010600030101010101" pitchFamily="2" charset="-122"/>
              </a:rPr>
              <a:t>1</a:t>
            </a:r>
            <a:r>
              <a:rPr lang="zh-CN" altLang="en-US" sz="1200" b="0" dirty="0">
                <a:solidFill>
                  <a:srgbClr val="0006EE"/>
                </a:solidFill>
                <a:latin typeface="宋体" panose="02010600030101010101" pitchFamily="2" charset="-122"/>
                <a:ea typeface="宋体" panose="02010600030101010101" pitchFamily="2" charset="-122"/>
              </a:rPr>
              <a:t>的最后一趟。经过前面两趟，此时，表中的记录已接近有序，移动将不会很多。</a:t>
            </a:r>
            <a:endParaRPr lang="en-US" altLang="zh-CN" sz="1200" b="0" dirty="0">
              <a:solidFill>
                <a:srgbClr val="0006EE"/>
              </a:solidFill>
              <a:latin typeface="宋体" panose="02010600030101010101" pitchFamily="2" charset="-122"/>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4</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）从</a:t>
            </a:r>
            <a:r>
              <a:rPr lang="en-US" altLang="zh-CN" b="0" dirty="0" err="1">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i</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=2</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开始，</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04</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小于</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13</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，观察</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13</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后移和</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04</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插入的过程。</a:t>
            </a:r>
            <a:endPar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5</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a:t>
            </a:r>
            <a:r>
              <a:rPr lang="en-US" altLang="zh-CN" b="0" dirty="0" err="1">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i</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=3</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49</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较大，不动。</a:t>
            </a:r>
            <a:endPar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6</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a:t>
            </a:r>
            <a:r>
              <a:rPr lang="en-US" altLang="zh-CN" b="0" dirty="0" err="1">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i</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=4</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38</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小于</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49</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，暂存</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38</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后，</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49</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后移，</a:t>
            </a:r>
            <a:endPar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7</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38</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再和</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13</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比较后，</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38</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插入到位。</a:t>
            </a:r>
            <a:endPar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8</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a:t>
            </a:r>
            <a:r>
              <a:rPr lang="en-US" altLang="zh-CN" b="0" dirty="0" err="1">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i</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=5</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27</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小于</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49</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，请观察暂存</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27</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后，</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49</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和</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38</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的接连后移，</a:t>
            </a:r>
            <a:endPar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9</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）判断</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27</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不小于</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13</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后，把</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27</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插入到位。</a:t>
            </a:r>
            <a:endPar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10</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a:t>
            </a:r>
            <a:r>
              <a:rPr lang="en-US" altLang="zh-CN" b="0" dirty="0" err="1">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i</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=6</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49</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留在原位。</a:t>
            </a:r>
            <a:endPar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11</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a:t>
            </a:r>
            <a:r>
              <a:rPr lang="en-US" altLang="zh-CN" b="0" dirty="0" err="1">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i</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=7</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55</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也留在原位。</a:t>
            </a:r>
            <a:endPar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12</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a:t>
            </a:r>
            <a:r>
              <a:rPr lang="en-US" altLang="zh-CN" b="0" dirty="0" err="1">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i</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=8</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65</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也同样不动。这就是前两趟已让这几个较大的记录大步后移，基本到位了。</a:t>
            </a:r>
            <a:endPar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13</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a:t>
            </a:r>
            <a:r>
              <a:rPr lang="en-US" altLang="zh-CN" b="0" dirty="0" err="1">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i</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=9</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97</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大于</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65</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，也不动。</a:t>
            </a:r>
            <a:endPar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14</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）最后，</a:t>
            </a:r>
            <a:r>
              <a:rPr lang="en-US" altLang="zh-CN" b="0" dirty="0" err="1">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i</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=10</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76</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小于</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97</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97</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后移，判断</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76</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不小于</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65</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后，</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76</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也插入到位。虽然前两趟让</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76</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的位置有点儿“过后”了，但也只是一步只差，微调一下就到位，不牵动太多其他记录要移动。</a:t>
            </a:r>
            <a:endParaRPr lang="zh-CN" altLang="en-US" dirty="0"/>
          </a:p>
        </p:txBody>
      </p:sp>
      <p:sp>
        <p:nvSpPr>
          <p:cNvPr id="4" name="灯片编号占位符 3"/>
          <p:cNvSpPr>
            <a:spLocks noGrp="1"/>
          </p:cNvSpPr>
          <p:nvPr>
            <p:ph type="sldNum" sz="quarter" idx="5"/>
          </p:nvPr>
        </p:nvSpPr>
        <p:spPr/>
        <p:txBody>
          <a:bodyPr/>
          <a:lstStyle/>
          <a:p>
            <a:fld id="{47B976AF-EE02-43DF-B70F-EF23E0DFD645}" type="slidenum">
              <a:rPr lang="zh-CN" altLang="en-US" smtClean="0"/>
              <a:t>10</a:t>
            </a:fld>
            <a:endParaRPr lang="zh-CN" altLang="en-US"/>
          </a:p>
        </p:txBody>
      </p:sp>
    </p:spTree>
    <p:extLst>
      <p:ext uri="{BB962C8B-B14F-4D97-AF65-F5344CB8AC3E}">
        <p14:creationId xmlns:p14="http://schemas.microsoft.com/office/powerpoint/2010/main" val="17907363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20000"/>
              </a:lnSpc>
            </a:pPr>
            <a:r>
              <a:rPr lang="zh-CN" altLang="en-US" sz="1200" b="0" dirty="0">
                <a:solidFill>
                  <a:srgbClr val="0006EE"/>
                </a:solidFill>
                <a:latin typeface="宋体" panose="02010600030101010101" pitchFamily="2" charset="-122"/>
                <a:ea typeface="宋体" panose="02010600030101010101" pitchFamily="2" charset="-122"/>
              </a:rPr>
              <a:t>（</a:t>
            </a:r>
            <a:r>
              <a:rPr lang="en-US" altLang="zh-CN" sz="1200" b="0" dirty="0">
                <a:solidFill>
                  <a:srgbClr val="0006EE"/>
                </a:solidFill>
                <a:latin typeface="宋体" panose="02010600030101010101" pitchFamily="2" charset="-122"/>
                <a:ea typeface="宋体" panose="02010600030101010101" pitchFamily="2" charset="-122"/>
              </a:rPr>
              <a:t>1</a:t>
            </a:r>
            <a:r>
              <a:rPr lang="zh-CN" altLang="en-US" sz="1200" b="0" dirty="0">
                <a:solidFill>
                  <a:srgbClr val="0006EE"/>
                </a:solidFill>
                <a:latin typeface="宋体" panose="02010600030101010101" pitchFamily="2" charset="-122"/>
                <a:ea typeface="宋体" panose="02010600030101010101" pitchFamily="2" charset="-122"/>
              </a:rPr>
              <a:t>）前面的各趟希尔排序就是对</a:t>
            </a:r>
            <a:r>
              <a:rPr lang="zh-CN" altLang="en-US" sz="1200"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算法</a:t>
            </a:r>
            <a:r>
              <a:rPr lang="en-US" altLang="zh-CN" sz="1200"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10.4</a:t>
            </a:r>
            <a:r>
              <a:rPr lang="zh-CN" altLang="en-US" sz="1200" b="0" dirty="0">
                <a:solidFill>
                  <a:srgbClr val="0006EE"/>
                </a:solidFill>
                <a:latin typeface="宋体" panose="02010600030101010101" pitchFamily="2" charset="-122"/>
                <a:ea typeface="宋体" panose="02010600030101010101" pitchFamily="2" charset="-122"/>
              </a:rPr>
              <a:t>的三次调用，参数</a:t>
            </a:r>
            <a:r>
              <a:rPr lang="en-US" altLang="zh-CN" sz="1200" b="0" dirty="0">
                <a:solidFill>
                  <a:srgbClr val="C00000"/>
                </a:solidFill>
                <a:latin typeface="宋体" panose="02010600030101010101" pitchFamily="2" charset="-122"/>
                <a:ea typeface="宋体" panose="02010600030101010101" pitchFamily="2" charset="-122"/>
              </a:rPr>
              <a:t>dk</a:t>
            </a:r>
            <a:r>
              <a:rPr lang="zh-CN" altLang="en-US" sz="1200" b="0" dirty="0">
                <a:solidFill>
                  <a:srgbClr val="0006EE"/>
                </a:solidFill>
                <a:latin typeface="宋体" panose="02010600030101010101" pitchFamily="2" charset="-122"/>
                <a:ea typeface="宋体" panose="02010600030101010101" pitchFamily="2" charset="-122"/>
              </a:rPr>
              <a:t>的实参依次是</a:t>
            </a:r>
            <a:r>
              <a:rPr lang="en-US" altLang="zh-CN" sz="1200" b="0" dirty="0">
                <a:solidFill>
                  <a:srgbClr val="0006EE"/>
                </a:solidFill>
                <a:latin typeface="宋体" panose="02010600030101010101" pitchFamily="2" charset="-122"/>
                <a:ea typeface="宋体" panose="02010600030101010101" pitchFamily="2" charset="-122"/>
              </a:rPr>
              <a:t>5</a:t>
            </a:r>
            <a:r>
              <a:rPr lang="zh-CN" altLang="en-US" sz="1200" b="0" dirty="0">
                <a:solidFill>
                  <a:srgbClr val="0006EE"/>
                </a:solidFill>
                <a:latin typeface="宋体" panose="02010600030101010101" pitchFamily="2" charset="-122"/>
                <a:ea typeface="宋体" panose="02010600030101010101" pitchFamily="2" charset="-122"/>
              </a:rPr>
              <a:t>、</a:t>
            </a:r>
            <a:r>
              <a:rPr lang="en-US" altLang="zh-CN" sz="1200" b="0" dirty="0">
                <a:solidFill>
                  <a:srgbClr val="0006EE"/>
                </a:solidFill>
                <a:latin typeface="宋体" panose="02010600030101010101" pitchFamily="2" charset="-122"/>
                <a:ea typeface="宋体" panose="02010600030101010101" pitchFamily="2" charset="-122"/>
              </a:rPr>
              <a:t>3</a:t>
            </a:r>
            <a:r>
              <a:rPr lang="zh-CN" altLang="en-US" sz="1200" b="0" dirty="0">
                <a:solidFill>
                  <a:srgbClr val="0006EE"/>
                </a:solidFill>
                <a:latin typeface="宋体" panose="02010600030101010101" pitchFamily="2" charset="-122"/>
                <a:ea typeface="宋体" panose="02010600030101010101" pitchFamily="2" charset="-122"/>
              </a:rPr>
              <a:t>、</a:t>
            </a:r>
            <a:r>
              <a:rPr lang="en-US" altLang="zh-CN" sz="1200" b="0" dirty="0">
                <a:solidFill>
                  <a:srgbClr val="0006EE"/>
                </a:solidFill>
                <a:latin typeface="宋体" panose="02010600030101010101" pitchFamily="2" charset="-122"/>
                <a:ea typeface="宋体" panose="02010600030101010101" pitchFamily="2" charset="-122"/>
              </a:rPr>
              <a:t>1</a:t>
            </a:r>
            <a:r>
              <a:rPr lang="zh-CN" altLang="en-US" sz="1200" b="0" dirty="0">
                <a:solidFill>
                  <a:srgbClr val="0006EE"/>
                </a:solidFill>
                <a:latin typeface="宋体" panose="02010600030101010101" pitchFamily="2" charset="-122"/>
                <a:ea typeface="宋体" panose="02010600030101010101" pitchFamily="2" charset="-122"/>
              </a:rPr>
              <a:t>。</a:t>
            </a:r>
            <a:endParaRPr lang="en-US" altLang="zh-CN" sz="1200" b="0" dirty="0">
              <a:solidFill>
                <a:srgbClr val="0006EE"/>
              </a:solidFill>
              <a:latin typeface="宋体" panose="02010600030101010101" pitchFamily="2" charset="-122"/>
              <a:ea typeface="宋体" panose="02010600030101010101" pitchFamily="2" charset="-122"/>
            </a:endParaRPr>
          </a:p>
          <a:p>
            <a:pPr>
              <a:lnSpc>
                <a:spcPct val="120000"/>
              </a:lnSpc>
            </a:pPr>
            <a:r>
              <a:rPr lang="zh-CN" altLang="en-US" sz="1200"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a:t>
            </a:r>
            <a:r>
              <a:rPr lang="en-US" altLang="zh-CN" sz="1200"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2</a:t>
            </a:r>
            <a:r>
              <a:rPr lang="zh-CN" altLang="en-US" sz="1200"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）算法</a:t>
            </a:r>
            <a:r>
              <a:rPr lang="en-US" altLang="zh-CN" sz="1200"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10.5</a:t>
            </a:r>
            <a:r>
              <a:rPr lang="zh-CN" altLang="en-US" sz="1200" b="0" dirty="0">
                <a:solidFill>
                  <a:srgbClr val="0006EE"/>
                </a:solidFill>
                <a:latin typeface="宋体" panose="02010600030101010101" pitchFamily="2" charset="-122"/>
                <a:ea typeface="宋体" panose="02010600030101010101" pitchFamily="2" charset="-122"/>
              </a:rPr>
              <a:t>提供了一个</a:t>
            </a:r>
            <a:r>
              <a:rPr lang="en-US" altLang="zh-CN" sz="1200" b="0" dirty="0">
                <a:solidFill>
                  <a:srgbClr val="C00000"/>
                </a:solidFill>
                <a:latin typeface="宋体" panose="02010600030101010101" pitchFamily="2" charset="-122"/>
                <a:ea typeface="宋体" panose="02010600030101010101" pitchFamily="2" charset="-122"/>
              </a:rPr>
              <a:t>t</a:t>
            </a:r>
            <a:r>
              <a:rPr lang="zh-CN" altLang="en-US" sz="1200" b="0" dirty="0">
                <a:solidFill>
                  <a:srgbClr val="0006EE"/>
                </a:solidFill>
                <a:latin typeface="宋体" panose="02010600030101010101" pitchFamily="2" charset="-122"/>
                <a:ea typeface="宋体" panose="02010600030101010101" pitchFamily="2" charset="-122"/>
              </a:rPr>
              <a:t>趟希尔排序的接口。由参数</a:t>
            </a:r>
            <a:r>
              <a:rPr lang="en-US" altLang="zh-CN" sz="1200" b="0" dirty="0" err="1">
                <a:solidFill>
                  <a:srgbClr val="C00000"/>
                </a:solidFill>
                <a:latin typeface="宋体" panose="02010600030101010101" pitchFamily="2" charset="-122"/>
                <a:ea typeface="宋体" panose="02010600030101010101" pitchFamily="2" charset="-122"/>
              </a:rPr>
              <a:t>dlta</a:t>
            </a:r>
            <a:r>
              <a:rPr lang="en-US" altLang="zh-CN" sz="1200" b="0" dirty="0">
                <a:solidFill>
                  <a:srgbClr val="C00000"/>
                </a:solidFill>
                <a:latin typeface="宋体" panose="02010600030101010101" pitchFamily="2" charset="-122"/>
                <a:ea typeface="宋体" panose="02010600030101010101" pitchFamily="2" charset="-122"/>
              </a:rPr>
              <a:t>[]</a:t>
            </a:r>
            <a:r>
              <a:rPr lang="zh-CN" altLang="en-US" sz="1200" b="0" dirty="0">
                <a:solidFill>
                  <a:srgbClr val="0006EE"/>
                </a:solidFill>
                <a:latin typeface="宋体" panose="02010600030101010101" pitchFamily="2" charset="-122"/>
                <a:ea typeface="宋体" panose="02010600030101010101" pitchFamily="2" charset="-122"/>
              </a:rPr>
              <a:t>数组获得</a:t>
            </a:r>
            <a:r>
              <a:rPr lang="en-US" altLang="zh-CN" sz="1200" b="0" dirty="0">
                <a:solidFill>
                  <a:srgbClr val="C00000"/>
                </a:solidFill>
                <a:latin typeface="宋体" panose="02010600030101010101" pitchFamily="2" charset="-122"/>
                <a:ea typeface="宋体" panose="02010600030101010101" pitchFamily="2" charset="-122"/>
              </a:rPr>
              <a:t>t</a:t>
            </a:r>
            <a:r>
              <a:rPr lang="zh-CN" altLang="en-US" sz="1200" b="0" dirty="0">
                <a:solidFill>
                  <a:srgbClr val="0006EE"/>
                </a:solidFill>
                <a:latin typeface="宋体" panose="02010600030101010101" pitchFamily="2" charset="-122"/>
                <a:ea typeface="宋体" panose="02010600030101010101" pitchFamily="2" charset="-122"/>
              </a:rPr>
              <a:t>个降序的增量，并用以对</a:t>
            </a:r>
            <a:r>
              <a:rPr lang="zh-CN" altLang="en-US" sz="1200"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算法</a:t>
            </a:r>
            <a:r>
              <a:rPr lang="en-US" altLang="zh-CN" sz="1200"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10.4</a:t>
            </a:r>
            <a:r>
              <a:rPr lang="zh-CN" altLang="en-US" sz="1200" b="0" dirty="0">
                <a:solidFill>
                  <a:srgbClr val="0006EE"/>
                </a:solidFill>
                <a:latin typeface="宋体" panose="02010600030101010101" pitchFamily="2" charset="-122"/>
                <a:ea typeface="宋体" panose="02010600030101010101" pitchFamily="2" charset="-122"/>
              </a:rPr>
              <a:t>的</a:t>
            </a:r>
            <a:r>
              <a:rPr lang="en-US" altLang="zh-CN" sz="1200" b="0" dirty="0">
                <a:solidFill>
                  <a:srgbClr val="0006EE"/>
                </a:solidFill>
                <a:latin typeface="宋体" panose="02010600030101010101" pitchFamily="2" charset="-122"/>
                <a:ea typeface="宋体" panose="02010600030101010101" pitchFamily="2" charset="-122"/>
              </a:rPr>
              <a:t>t</a:t>
            </a:r>
            <a:r>
              <a:rPr lang="zh-CN" altLang="en-US" sz="1200" b="0" dirty="0">
                <a:solidFill>
                  <a:srgbClr val="0006EE"/>
                </a:solidFill>
                <a:latin typeface="宋体" panose="02010600030101010101" pitchFamily="2" charset="-122"/>
                <a:ea typeface="宋体" panose="02010600030101010101" pitchFamily="2" charset="-122"/>
              </a:rPr>
              <a:t>次调用。</a:t>
            </a:r>
            <a:endParaRPr lang="en-US" altLang="zh-CN" sz="1200" b="0" dirty="0">
              <a:solidFill>
                <a:srgbClr val="0006EE"/>
              </a:solidFill>
              <a:latin typeface="宋体" panose="02010600030101010101" pitchFamily="2" charset="-122"/>
              <a:ea typeface="宋体" panose="02010600030101010101" pitchFamily="2" charset="-122"/>
            </a:endParaRPr>
          </a:p>
          <a:p>
            <a:endParaRPr lang="zh-CN" altLang="en-US" dirty="0"/>
          </a:p>
        </p:txBody>
      </p:sp>
      <p:sp>
        <p:nvSpPr>
          <p:cNvPr id="4" name="灯片编号占位符 3"/>
          <p:cNvSpPr>
            <a:spLocks noGrp="1"/>
          </p:cNvSpPr>
          <p:nvPr>
            <p:ph type="sldNum" sz="quarter" idx="5"/>
          </p:nvPr>
        </p:nvSpPr>
        <p:spPr/>
        <p:txBody>
          <a:bodyPr/>
          <a:lstStyle/>
          <a:p>
            <a:fld id="{47B976AF-EE02-43DF-B70F-EF23E0DFD645}" type="slidenum">
              <a:rPr lang="zh-CN" altLang="en-US" smtClean="0"/>
              <a:t>11</a:t>
            </a:fld>
            <a:endParaRPr lang="zh-CN" altLang="en-US"/>
          </a:p>
        </p:txBody>
      </p:sp>
    </p:spTree>
    <p:extLst>
      <p:ext uri="{BB962C8B-B14F-4D97-AF65-F5344CB8AC3E}">
        <p14:creationId xmlns:p14="http://schemas.microsoft.com/office/powerpoint/2010/main" val="41897210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a:t>
            </a:r>
            <a:r>
              <a:rPr lang="en-US" altLang="zh-CN" dirty="0"/>
              <a:t>1</a:t>
            </a:r>
            <a:r>
              <a:rPr lang="zh-CN" altLang="en-US" dirty="0"/>
              <a:t>）在讨论快速排序之前，先回顾起泡排序。画面这个算法只是把</a:t>
            </a:r>
            <a:r>
              <a:rPr lang="en-US" altLang="zh-CN" dirty="0"/>
              <a:t>C</a:t>
            </a:r>
            <a:r>
              <a:rPr lang="zh-CN" altLang="en-US" dirty="0"/>
              <a:t>语言课程对数组的起泡排序对象改为顺序表。</a:t>
            </a:r>
            <a:endParaRPr lang="en-US" altLang="zh-CN" dirty="0"/>
          </a:p>
          <a:p>
            <a:r>
              <a:rPr lang="zh-CN" altLang="en-US" dirty="0"/>
              <a:t>（</a:t>
            </a:r>
            <a:r>
              <a:rPr lang="en-US" altLang="zh-CN" dirty="0"/>
              <a:t>2</a:t>
            </a:r>
            <a:r>
              <a:rPr lang="zh-CN" altLang="en-US" dirty="0"/>
              <a:t>）左边的顺序表是教材的一个排序典型用例。为了在排序过程中有起泡的效果，我们把顺序表竖着画。</a:t>
            </a:r>
            <a:endParaRPr lang="en-US" altLang="zh-CN" dirty="0"/>
          </a:p>
          <a:p>
            <a:r>
              <a:rPr lang="zh-CN" altLang="en-US" dirty="0"/>
              <a:t>（</a:t>
            </a:r>
            <a:r>
              <a:rPr lang="en-US" altLang="zh-CN" dirty="0"/>
              <a:t>3</a:t>
            </a:r>
            <a:r>
              <a:rPr lang="zh-CN" altLang="en-US" dirty="0"/>
              <a:t>）所谓起泡排序，就是可观察到小的元素，也可以说轻的元素如泡泡缓慢向上冒起。从相反的角度看，也可以说是大的或者说重的元素向下沉淀。</a:t>
            </a:r>
            <a:endParaRPr lang="en-US" altLang="zh-CN" dirty="0"/>
          </a:p>
          <a:p>
            <a:r>
              <a:rPr lang="zh-CN" altLang="en-US" dirty="0"/>
              <a:t>（</a:t>
            </a:r>
            <a:r>
              <a:rPr lang="en-US" altLang="zh-CN" dirty="0"/>
              <a:t>4</a:t>
            </a:r>
            <a:r>
              <a:rPr lang="zh-CN" altLang="en-US" dirty="0"/>
              <a:t>）每一趟，小元素都最多只上升一个位置，大的元素就相对下降，其中该趟排序区间内最大元素沉淀到位。</a:t>
            </a:r>
            <a:endParaRPr lang="en-US" altLang="zh-CN" dirty="0"/>
          </a:p>
          <a:p>
            <a:r>
              <a:rPr lang="zh-CN" altLang="en-US" dirty="0"/>
              <a:t>（</a:t>
            </a:r>
            <a:r>
              <a:rPr lang="en-US" altLang="zh-CN" dirty="0"/>
              <a:t>5</a:t>
            </a:r>
            <a:r>
              <a:rPr lang="zh-CN" altLang="en-US" dirty="0"/>
              <a:t>）算法中引入一个</a:t>
            </a:r>
            <a:r>
              <a:rPr lang="en-US" altLang="zh-CN" dirty="0"/>
              <a:t>change</a:t>
            </a:r>
            <a:r>
              <a:rPr lang="zh-CN" altLang="en-US" dirty="0"/>
              <a:t>变量，用以监测每趟是否发生“起泡”？到了第</a:t>
            </a:r>
            <a:r>
              <a:rPr lang="en-US" altLang="zh-CN" dirty="0"/>
              <a:t>6</a:t>
            </a:r>
            <a:r>
              <a:rPr lang="zh-CN" altLang="en-US" dirty="0"/>
              <a:t>趟，没有出现元素交换位置，也就是没有起泡，算法就结束了。</a:t>
            </a:r>
            <a:endParaRPr lang="en-US" altLang="zh-CN" dirty="0"/>
          </a:p>
          <a:p>
            <a:r>
              <a:rPr lang="zh-CN" altLang="en-US" dirty="0"/>
              <a:t>（</a:t>
            </a:r>
            <a:r>
              <a:rPr lang="en-US" altLang="zh-CN" dirty="0"/>
              <a:t>6</a:t>
            </a:r>
            <a:r>
              <a:rPr lang="zh-CN" altLang="en-US" dirty="0"/>
              <a:t>）虽然对起泡排序有过各种小改进，但它的时间复杂度是依然是</a:t>
            </a:r>
            <a:r>
              <a:rPr lang="en-US" altLang="zh-CN" b="1" i="1"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rPr>
              <a:t>O</a:t>
            </a:r>
            <a:r>
              <a:rPr lang="en-US" altLang="zh-CN" b="1"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rPr>
              <a:t>(</a:t>
            </a:r>
            <a:r>
              <a:rPr lang="en-US" altLang="zh-CN" b="1" i="1"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rPr>
              <a:t>n</a:t>
            </a:r>
            <a:r>
              <a:rPr lang="en-US" altLang="zh-CN" b="1" baseline="30000"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rPr>
              <a:t>2</a:t>
            </a:r>
            <a:r>
              <a:rPr lang="en-US" altLang="zh-CN" b="1"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b="0"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rPr>
              <a:t>的。根本原因就是要经历非常缓慢的起泡过程。</a:t>
            </a:r>
            <a:endParaRPr lang="en-US" altLang="zh-CN" b="0"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endParaRPr>
          </a:p>
          <a:p>
            <a:r>
              <a:rPr lang="zh-CN" altLang="en-US" b="0"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rPr>
              <a:t>（</a:t>
            </a:r>
            <a:r>
              <a:rPr lang="en-US" altLang="zh-CN" b="0"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rPr>
              <a:t>7</a:t>
            </a:r>
            <a:r>
              <a:rPr lang="zh-CN" altLang="en-US" b="0"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rPr>
              <a:t>）后来，人们终于发现下面这种根本性的改进的：这就是在排序的每一趟，让小元素都较大跨度上浮，大元素则较大跨度下沉，也让其中一个元素到位，称为枢轴，但最好是这个枢轴元素不大不小，比它小的都浮到它的上面，也就是低下标这边，不比它小的都沉到下面，即高下标那边。</a:t>
            </a:r>
            <a:endParaRPr lang="en-US" altLang="zh-CN" b="0"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endParaRPr>
          </a:p>
          <a:p>
            <a:r>
              <a:rPr lang="zh-CN" altLang="en-US" b="0"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rPr>
              <a:t>（</a:t>
            </a:r>
            <a:r>
              <a:rPr lang="en-US" altLang="zh-CN" b="0"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rPr>
              <a:t>8</a:t>
            </a:r>
            <a:r>
              <a:rPr lang="zh-CN" altLang="en-US" b="0"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rPr>
              <a:t>）把这样一个过程概括表达为一个算法，这就是算法</a:t>
            </a:r>
            <a:r>
              <a:rPr lang="en-US" altLang="zh-CN" b="0"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rPr>
              <a:t>10.6(b)</a:t>
            </a:r>
            <a:r>
              <a:rPr lang="zh-CN" altLang="en-US" b="0"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rPr>
              <a:t>。它的参数</a:t>
            </a:r>
            <a:r>
              <a:rPr lang="en-US" altLang="zh-CN" b="0"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rPr>
              <a:t>low</a:t>
            </a:r>
            <a:r>
              <a:rPr lang="zh-CN" altLang="en-US" b="0"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rPr>
              <a:t>和</a:t>
            </a:r>
            <a:r>
              <a:rPr lang="en-US" altLang="zh-CN" b="0"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rPr>
              <a:t>high</a:t>
            </a:r>
            <a:r>
              <a:rPr lang="zh-CN" altLang="en-US" b="0"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rPr>
              <a:t>是两个下标，分别指示顺序表</a:t>
            </a:r>
            <a:r>
              <a:rPr lang="en-US" altLang="zh-CN" b="0"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rPr>
              <a:t>L</a:t>
            </a:r>
            <a:r>
              <a:rPr lang="zh-CN" altLang="en-US" b="0"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rPr>
              <a:t>中要进行这趟排序的元素区间的低端和高端两头。</a:t>
            </a:r>
            <a:endParaRPr lang="en-US" altLang="zh-CN" b="0"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endParaRPr>
          </a:p>
          <a:p>
            <a:r>
              <a:rPr lang="zh-CN" altLang="en-US" b="0"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rPr>
              <a:t>（</a:t>
            </a:r>
            <a:r>
              <a:rPr lang="en-US" altLang="zh-CN" b="0"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rPr>
              <a:t>9</a:t>
            </a:r>
            <a:r>
              <a:rPr lang="zh-CN" altLang="en-US" b="0"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rPr>
              <a:t>）把低端元素作为枢轴元素。利用枢轴元素暂存到</a:t>
            </a:r>
            <a:r>
              <a:rPr lang="en-US" altLang="zh-CN" b="0"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rPr>
              <a:t>0</a:t>
            </a:r>
            <a:r>
              <a:rPr lang="zh-CN" altLang="en-US" b="0"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rPr>
              <a:t>号单元后留下的空位，用</a:t>
            </a:r>
            <a:r>
              <a:rPr lang="en-US" altLang="zh-CN" b="0"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rPr>
              <a:t>high</a:t>
            </a:r>
            <a:r>
              <a:rPr lang="zh-CN" altLang="en-US" b="0"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rPr>
              <a:t>和</a:t>
            </a:r>
            <a:r>
              <a:rPr lang="en-US" altLang="zh-CN" b="0"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rPr>
              <a:t>low</a:t>
            </a:r>
            <a:r>
              <a:rPr lang="zh-CN" altLang="en-US" b="0"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rPr>
              <a:t>从两头向中间扫描元素。</a:t>
            </a:r>
            <a:endParaRPr lang="en-US" altLang="zh-CN" b="0"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endParaRPr>
          </a:p>
          <a:p>
            <a:r>
              <a:rPr lang="zh-CN" altLang="en-US" b="0"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rPr>
              <a:t>（</a:t>
            </a:r>
            <a:r>
              <a:rPr lang="en-US" altLang="zh-CN" b="0"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rPr>
              <a:t>10</a:t>
            </a:r>
            <a:r>
              <a:rPr lang="zh-CN" altLang="en-US" b="0"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rPr>
              <a:t>）</a:t>
            </a:r>
            <a:r>
              <a:rPr lang="en-US" altLang="zh-CN" b="0"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rPr>
              <a:t>low</a:t>
            </a:r>
            <a:r>
              <a:rPr lang="zh-CN" altLang="en-US" b="0"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rPr>
              <a:t>指着空位，</a:t>
            </a:r>
            <a:r>
              <a:rPr lang="en-US" altLang="zh-CN" b="0"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rPr>
              <a:t>high</a:t>
            </a:r>
            <a:r>
              <a:rPr lang="zh-CN" altLang="en-US" b="0"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rPr>
              <a:t>就向低端方向扫描，所指元素与枢轴元素比较关键字，遇较小的，就移到</a:t>
            </a:r>
            <a:r>
              <a:rPr lang="en-US" altLang="zh-CN" b="0"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rPr>
              <a:t>low</a:t>
            </a:r>
            <a:r>
              <a:rPr lang="zh-CN" altLang="en-US" b="0"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rPr>
              <a:t>所指示的空位。</a:t>
            </a:r>
            <a:endParaRPr lang="en-US" altLang="zh-CN" b="0"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endParaRPr>
          </a:p>
          <a:p>
            <a:r>
              <a:rPr lang="zh-CN" altLang="en-US" b="0"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rPr>
              <a:t>（</a:t>
            </a:r>
            <a:r>
              <a:rPr lang="en-US" altLang="zh-CN" b="0"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rPr>
              <a:t>11</a:t>
            </a:r>
            <a:r>
              <a:rPr lang="zh-CN" altLang="en-US" b="0"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rPr>
              <a:t>）现在是</a:t>
            </a:r>
            <a:r>
              <a:rPr lang="en-US" altLang="zh-CN" b="0"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rPr>
              <a:t>high</a:t>
            </a:r>
            <a:r>
              <a:rPr lang="zh-CN" altLang="en-US" b="0"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rPr>
              <a:t>指着高端刚腾出来的空位，就反过来，</a:t>
            </a:r>
            <a:r>
              <a:rPr lang="en-US" altLang="zh-CN" b="0"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rPr>
              <a:t>low</a:t>
            </a:r>
            <a:r>
              <a:rPr lang="zh-CN" altLang="en-US" b="0"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rPr>
              <a:t>向着高端方向扫描，遇大于枢轴关键字的元素，就移到</a:t>
            </a:r>
            <a:r>
              <a:rPr lang="en-US" altLang="zh-CN" b="0"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rPr>
              <a:t>high</a:t>
            </a:r>
            <a:r>
              <a:rPr lang="zh-CN" altLang="en-US" b="0"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rPr>
              <a:t>指着的高端空位。这样就确保了每次移动元素，都把它直接送到该去那端。</a:t>
            </a:r>
            <a:endParaRPr lang="en-US" altLang="zh-CN" b="0"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endParaRPr>
          </a:p>
          <a:p>
            <a:r>
              <a:rPr lang="zh-CN" altLang="en-US" b="0"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rPr>
              <a:t>（</a:t>
            </a:r>
            <a:r>
              <a:rPr lang="en-US" altLang="zh-CN" b="0"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rPr>
              <a:t>12</a:t>
            </a:r>
            <a:r>
              <a:rPr lang="zh-CN" altLang="en-US" b="0"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rPr>
              <a:t>）如此交替进行两个方向的扫描，直到</a:t>
            </a:r>
            <a:r>
              <a:rPr lang="en-US" altLang="zh-CN" b="0"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rPr>
              <a:t>low</a:t>
            </a:r>
            <a:r>
              <a:rPr lang="zh-CN" altLang="en-US" b="0"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rPr>
              <a:t>和</a:t>
            </a:r>
            <a:r>
              <a:rPr lang="en-US" altLang="zh-CN" b="0"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rPr>
              <a:t>high</a:t>
            </a:r>
            <a:r>
              <a:rPr lang="zh-CN" altLang="en-US" b="0"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rPr>
              <a:t>相遇，它们共同指向的这个位置就是枢轴元素可直接到位的位置。</a:t>
            </a:r>
            <a:endParaRPr lang="en-US" altLang="zh-CN" b="0"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endParaRPr>
          </a:p>
          <a:p>
            <a:r>
              <a:rPr lang="zh-CN" altLang="en-US" b="0"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rPr>
              <a:t>（</a:t>
            </a:r>
            <a:r>
              <a:rPr lang="en-US" altLang="zh-CN" b="0"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rPr>
              <a:t>13</a:t>
            </a:r>
            <a:r>
              <a:rPr lang="zh-CN" altLang="en-US" b="0"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rPr>
              <a:t>）显然，只要枢轴元素不是最小或最大元素，如此改进的一趟就优于起泡的一趟，元素不动则已，要动就奔着与其大小相宜的方向较大跨度地移动。而且对排序区间的元素进行了一次划分，以到位的枢轴元素为界，把其他元素划分为大小两段，可分别称为小端和大端，也可称为低端和高端。这正好把对一个元素区间排序的问题分解为两个较小的子问题，分别对子区间进行排序。每个子问题仍可以用同样的排序方法，各自排序的结果组成了整个区间的排序结果。这种分而解之的策略以可递归实施，直到区间分段的长度为</a:t>
            </a:r>
            <a:r>
              <a:rPr lang="en-US" altLang="zh-CN" b="0"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rPr>
              <a:t>0</a:t>
            </a:r>
            <a:r>
              <a:rPr lang="zh-CN" altLang="en-US" b="0"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rPr>
              <a:t>或者</a:t>
            </a:r>
            <a:r>
              <a:rPr lang="en-US" altLang="zh-CN" b="0"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rPr>
              <a:t>1</a:t>
            </a:r>
            <a:r>
              <a:rPr lang="zh-CN" altLang="en-US" b="0"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rPr>
              <a:t>。为了支持对划分出的子区间进行排序，算法</a:t>
            </a:r>
            <a:r>
              <a:rPr lang="en-US" altLang="zh-CN" b="0"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rPr>
              <a:t>10.6</a:t>
            </a:r>
            <a:r>
              <a:rPr lang="zh-CN" altLang="en-US" b="0"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rPr>
              <a:t>把枢轴元素的位置下标作为函数值返回。</a:t>
            </a:r>
            <a:endParaRPr lang="en-US" altLang="zh-CN" b="0"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endParaRPr>
          </a:p>
          <a:p>
            <a:endParaRPr lang="zh-CN" altLang="en-US" b="0" dirty="0"/>
          </a:p>
        </p:txBody>
      </p:sp>
      <p:sp>
        <p:nvSpPr>
          <p:cNvPr id="4" name="灯片编号占位符 3"/>
          <p:cNvSpPr>
            <a:spLocks noGrp="1"/>
          </p:cNvSpPr>
          <p:nvPr>
            <p:ph type="sldNum" sz="quarter" idx="5"/>
          </p:nvPr>
        </p:nvSpPr>
        <p:spPr/>
        <p:txBody>
          <a:bodyPr/>
          <a:lstStyle/>
          <a:p>
            <a:fld id="{28F40F1E-CCE0-4EE4-B89D-0C6BF1C1245F}" type="slidenum">
              <a:rPr lang="zh-CN" altLang="en-US" smtClean="0"/>
              <a:t>12</a:t>
            </a:fld>
            <a:endParaRPr lang="zh-CN" altLang="en-US"/>
          </a:p>
        </p:txBody>
      </p:sp>
    </p:spTree>
    <p:extLst>
      <p:ext uri="{BB962C8B-B14F-4D97-AF65-F5344CB8AC3E}">
        <p14:creationId xmlns:p14="http://schemas.microsoft.com/office/powerpoint/2010/main" val="39288143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dirty="0">
                    <a:solidFill>
                      <a:srgbClr val="C00000"/>
                    </a:solidFill>
                    <a:effectLst>
                      <a:outerShdw blurRad="38100" dist="38100" dir="2700000" algn="tl">
                        <a:srgbClr val="000000">
                          <a:alpha val="43137"/>
                        </a:srgbClr>
                      </a:outerShdw>
                    </a:effectLst>
                  </a:rPr>
                  <a:t>（</a:t>
                </a:r>
                <a:r>
                  <a:rPr lang="en-US" altLang="zh-CN" b="0" dirty="0">
                    <a:solidFill>
                      <a:srgbClr val="C00000"/>
                    </a:solidFill>
                    <a:effectLst>
                      <a:outerShdw blurRad="38100" dist="38100" dir="2700000" algn="tl">
                        <a:srgbClr val="000000">
                          <a:alpha val="43137"/>
                        </a:srgbClr>
                      </a:outerShdw>
                    </a:effectLst>
                  </a:rPr>
                  <a:t>1</a:t>
                </a:r>
                <a:r>
                  <a:rPr lang="zh-CN" altLang="en-US" b="0" dirty="0">
                    <a:solidFill>
                      <a:srgbClr val="C00000"/>
                    </a:solidFill>
                    <a:effectLst>
                      <a:outerShdw blurRad="38100" dist="38100" dir="2700000" algn="tl">
                        <a:srgbClr val="000000">
                          <a:alpha val="43137"/>
                        </a:srgbClr>
                      </a:outerShdw>
                    </a:effectLst>
                  </a:rPr>
                  <a:t>）算法</a:t>
                </a:r>
                <a:r>
                  <a:rPr lang="en-US" altLang="zh-CN" b="0" dirty="0">
                    <a:solidFill>
                      <a:srgbClr val="C00000"/>
                    </a:solidFill>
                    <a:effectLst>
                      <a:outerShdw blurRad="38100" dist="38100" dir="2700000" algn="tl">
                        <a:srgbClr val="000000">
                          <a:alpha val="43137"/>
                        </a:srgbClr>
                      </a:outerShdw>
                    </a:effectLst>
                  </a:rPr>
                  <a:t>10.7</a:t>
                </a:r>
                <a:r>
                  <a:rPr lang="zh-CN" altLang="en-US" b="0" dirty="0">
                    <a:solidFill>
                      <a:srgbClr val="C00000"/>
                    </a:solidFill>
                    <a:effectLst>
                      <a:outerShdw blurRad="38100" dist="38100" dir="2700000" algn="tl">
                        <a:srgbClr val="000000">
                          <a:alpha val="43137"/>
                        </a:srgbClr>
                      </a:outerShdw>
                    </a:effectLst>
                  </a:rPr>
                  <a:t>非常简洁地</a:t>
                </a:r>
                <a:r>
                  <a:rPr lang="zh-CN" altLang="en-US" b="0" dirty="0"/>
                  <a:t>表达了上述基于划分递归分解分段排序。由于是较早提出的平均时间复杂度为</a:t>
                </a:r>
                <a14:m>
                  <m:oMath xmlns:m="http://schemas.openxmlformats.org/officeDocument/2006/math">
                    <m:func>
                      <m:funcPr>
                        <m:ctrlPr>
                          <a:rPr lang="en-US" altLang="zh-CN" b="0" i="1" smtClean="0">
                            <a:latin typeface="Cambria Math" panose="02040503050406030204" pitchFamily="18" charset="0"/>
                          </a:rPr>
                        </m:ctrlPr>
                      </m:funcPr>
                      <m:fName>
                        <m:r>
                          <a:rPr lang="en-US" altLang="zh-CN" b="0" i="1" smtClean="0">
                            <a:latin typeface="Cambria Math" panose="02040503050406030204" pitchFamily="18" charset="0"/>
                          </a:rPr>
                          <m:t>𝑛</m:t>
                        </m:r>
                        <m:r>
                          <m:rPr>
                            <m:sty m:val="p"/>
                          </m:rPr>
                          <a:rPr lang="en-US" altLang="zh-CN" b="0" i="0" smtClean="0">
                            <a:latin typeface="Cambria Math" panose="02040503050406030204" pitchFamily="18" charset="0"/>
                          </a:rPr>
                          <m:t>log</m:t>
                        </m:r>
                      </m:fName>
                      <m:e>
                        <m:r>
                          <a:rPr lang="en-US" altLang="zh-CN" b="0" i="1" smtClean="0">
                            <a:latin typeface="Cambria Math" panose="02040503050406030204" pitchFamily="18" charset="0"/>
                          </a:rPr>
                          <m:t>𝑛</m:t>
                        </m:r>
                      </m:e>
                    </m:func>
                    <m:r>
                      <a:rPr lang="zh-CN" altLang="en-US" b="0" i="1" smtClean="0">
                        <a:latin typeface="Cambria Math" panose="02040503050406030204" pitchFamily="18" charset="0"/>
                      </a:rPr>
                      <m:t>级别</m:t>
                    </m:r>
                  </m:oMath>
                </a14:m>
                <a:r>
                  <a:rPr lang="zh-CN" altLang="en-US" b="0" dirty="0"/>
                  <a:t>的排序方法，被称为“快速排序”。</a:t>
                </a:r>
                <a:endParaRPr lang="en-US" altLang="zh-CN" b="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dirty="0"/>
                  <a:t>（</a:t>
                </a:r>
                <a:r>
                  <a:rPr lang="en-US" altLang="zh-CN" b="0" dirty="0"/>
                  <a:t>2</a:t>
                </a:r>
                <a:r>
                  <a:rPr lang="zh-CN" altLang="en-US" b="0" dirty="0"/>
                  <a:t>）它对顺序表</a:t>
                </a:r>
                <a:r>
                  <a:rPr lang="en-US" altLang="zh-CN" b="0" dirty="0"/>
                  <a:t>L</a:t>
                </a:r>
                <a:r>
                  <a:rPr lang="zh-CN" altLang="en-US" b="0" dirty="0"/>
                  <a:t>中下标由</a:t>
                </a:r>
                <a:r>
                  <a:rPr lang="en-US" altLang="zh-CN" b="0" dirty="0"/>
                  <a:t>low</a:t>
                </a:r>
                <a:r>
                  <a:rPr lang="zh-CN" altLang="en-US" b="0" dirty="0"/>
                  <a:t>到</a:t>
                </a:r>
                <a:r>
                  <a:rPr lang="en-US" altLang="zh-CN" b="0" dirty="0"/>
                  <a:t>high</a:t>
                </a:r>
                <a:r>
                  <a:rPr lang="zh-CN" altLang="en-US" b="0" dirty="0"/>
                  <a:t>的一个区间进行快速排序，如果</a:t>
                </a:r>
                <a:r>
                  <a:rPr lang="en-US" altLang="zh-CN" b="0" dirty="0"/>
                  <a:t>low&lt;high</a:t>
                </a:r>
                <a:r>
                  <a:rPr lang="zh-CN" altLang="en-US" b="0" dirty="0"/>
                  <a:t>，也就是区间长度不大于</a:t>
                </a:r>
                <a:r>
                  <a:rPr lang="en-US" altLang="zh-CN" b="0" dirty="0"/>
                  <a:t>1</a:t>
                </a:r>
                <a:r>
                  <a:rPr lang="zh-CN" altLang="en-US" b="0" dirty="0"/>
                  <a:t>，这个区间是有序的。</a:t>
                </a:r>
                <a:endParaRPr lang="en-US" altLang="zh-CN" b="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dirty="0"/>
                  <a:t>（</a:t>
                </a:r>
                <a:r>
                  <a:rPr lang="en-US" altLang="zh-CN" b="0" dirty="0"/>
                  <a:t>3</a:t>
                </a:r>
                <a:r>
                  <a:rPr lang="zh-CN" altLang="en-US" b="0" dirty="0"/>
                  <a:t>）否则，调用算法</a:t>
                </a:r>
                <a:r>
                  <a:rPr lang="en-US" altLang="zh-CN" b="0" dirty="0"/>
                  <a:t>10.6</a:t>
                </a:r>
                <a:r>
                  <a:rPr lang="zh-CN" altLang="en-US" b="0" dirty="0"/>
                  <a:t>对这个区间进行一次划分，并获得到位的枢轴记录的下标。</a:t>
                </a:r>
                <a:endParaRPr lang="en-US" altLang="zh-CN" b="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dirty="0"/>
                  <a:t>（</a:t>
                </a:r>
                <a:r>
                  <a:rPr lang="en-US" altLang="zh-CN" b="0" dirty="0"/>
                  <a:t>4</a:t>
                </a:r>
                <a:r>
                  <a:rPr lang="zh-CN" altLang="en-US" b="0" dirty="0"/>
                  <a:t>）然后，分别对枢轴前后两个子区间递归地快速排序。</a:t>
                </a:r>
                <a:endParaRPr lang="en-US" altLang="zh-CN" b="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dirty="0"/>
                  <a:t>（</a:t>
                </a:r>
                <a:r>
                  <a:rPr lang="en-US" altLang="zh-CN" b="0" dirty="0"/>
                  <a:t>5</a:t>
                </a:r>
                <a:r>
                  <a:rPr lang="zh-CN" altLang="en-US" b="0" dirty="0"/>
                  <a:t>）要注意的是，枢轴已到位，不在这两个子区间内。</a:t>
                </a:r>
                <a:endParaRPr lang="en-US" altLang="zh-CN" b="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a:t>
                </a:r>
                <a:r>
                  <a:rPr lang="en-US" altLang="zh-CN" dirty="0"/>
                  <a:t>6</a:t>
                </a:r>
                <a:r>
                  <a:rPr lang="zh-CN" altLang="en-US" dirty="0"/>
                  <a:t>）下面对示例调用算法</a:t>
                </a:r>
                <a:r>
                  <a:rPr lang="en-US" altLang="zh-CN" dirty="0"/>
                  <a:t>10.7</a:t>
                </a:r>
                <a:r>
                  <a:rPr lang="zh-CN" altLang="en-US" dirty="0"/>
                  <a:t>，演示它的快速排序过程。第</a:t>
                </a:r>
                <a:r>
                  <a:rPr lang="en-US" altLang="zh-CN" dirty="0"/>
                  <a:t>1</a:t>
                </a:r>
                <a:r>
                  <a:rPr lang="zh-CN" altLang="en-US" dirty="0"/>
                  <a:t>趟的过程刚才已用竖排的形式演示过，现在是横向排列的演示。</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a:t>
                </a:r>
                <a:r>
                  <a:rPr lang="en-US" altLang="zh-CN" dirty="0"/>
                  <a:t>7</a:t>
                </a:r>
                <a:r>
                  <a:rPr lang="zh-CN" altLang="en-US" dirty="0"/>
                  <a:t>）要深入理解快速排序，首要是理解算法</a:t>
                </a:r>
                <a:r>
                  <a:rPr lang="en-US" altLang="zh-CN" dirty="0"/>
                  <a:t>10.6(b)</a:t>
                </a:r>
                <a:r>
                  <a:rPr lang="zh-CN" altLang="en-US" dirty="0"/>
                  <a:t>对排序区间的一次划分，其次是理解算法</a:t>
                </a:r>
                <a:r>
                  <a:rPr lang="en-US" altLang="zh-CN" dirty="0"/>
                  <a:t>10.7</a:t>
                </a:r>
                <a:r>
                  <a:rPr lang="zh-CN" altLang="en-US" dirty="0"/>
                  <a:t>典型的递归分解的求解方法。可与汉诺塔求解、广义表表头表尾递归复制等算法比较探讨。</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a:t>
                </a:r>
                <a:r>
                  <a:rPr lang="en-US" altLang="zh-CN" dirty="0"/>
                  <a:t>8</a:t>
                </a:r>
                <a:r>
                  <a:rPr lang="zh-CN" altLang="en-US" dirty="0"/>
                  <a:t>）一般应用是对整个顺序表排序，不需要指定区间。算法</a:t>
                </a:r>
                <a:r>
                  <a:rPr lang="en-US" altLang="zh-CN" dirty="0"/>
                  <a:t>10.7</a:t>
                </a:r>
                <a:r>
                  <a:rPr lang="zh-CN" altLang="en-US" dirty="0"/>
                  <a:t>给出了快速排序的应用接口函数</a:t>
                </a:r>
                <a:r>
                  <a:rPr lang="en-US" altLang="zh-CN" dirty="0" err="1"/>
                  <a:t>QuickSort</a:t>
                </a:r>
                <a:r>
                  <a:rPr lang="zh-CN" alt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mc:Choice>
        <mc:Fallback xmlns="">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dirty="0">
                    <a:solidFill>
                      <a:srgbClr val="C00000"/>
                    </a:solidFill>
                    <a:effectLst>
                      <a:outerShdw blurRad="38100" dist="38100" dir="2700000" algn="tl">
                        <a:srgbClr val="000000">
                          <a:alpha val="43137"/>
                        </a:srgbClr>
                      </a:outerShdw>
                    </a:effectLst>
                  </a:rPr>
                  <a:t>算法</a:t>
                </a:r>
                <a:r>
                  <a:rPr lang="en-US" altLang="zh-CN" b="0" dirty="0">
                    <a:solidFill>
                      <a:srgbClr val="C00000"/>
                    </a:solidFill>
                    <a:effectLst>
                      <a:outerShdw blurRad="38100" dist="38100" dir="2700000" algn="tl">
                        <a:srgbClr val="000000">
                          <a:alpha val="43137"/>
                        </a:srgbClr>
                      </a:outerShdw>
                    </a:effectLst>
                  </a:rPr>
                  <a:t>10.7</a:t>
                </a:r>
                <a:r>
                  <a:rPr lang="zh-CN" altLang="en-US" b="0" dirty="0">
                    <a:solidFill>
                      <a:srgbClr val="C00000"/>
                    </a:solidFill>
                    <a:effectLst>
                      <a:outerShdw blurRad="38100" dist="38100" dir="2700000" algn="tl">
                        <a:srgbClr val="000000">
                          <a:alpha val="43137"/>
                        </a:srgbClr>
                      </a:outerShdw>
                    </a:effectLst>
                  </a:rPr>
                  <a:t>非常简洁地</a:t>
                </a:r>
                <a:r>
                  <a:rPr lang="zh-CN" altLang="en-US" b="0" dirty="0"/>
                  <a:t>表达了上述基于划分递归分解分段排序。由于是较早提出的平均时间复杂度为</a:t>
                </a:r>
                <a:r>
                  <a:rPr lang="en-US" altLang="zh-CN" b="0" i="0">
                    <a:latin typeface="Cambria Math" panose="02040503050406030204" pitchFamily="18" charset="0"/>
                  </a:rPr>
                  <a:t>𝑛log⁡𝑛</a:t>
                </a:r>
                <a:r>
                  <a:rPr lang="zh-CN" altLang="en-US" b="0" i="0">
                    <a:latin typeface="Cambria Math" panose="02040503050406030204" pitchFamily="18" charset="0"/>
                  </a:rPr>
                  <a:t> 级别</a:t>
                </a:r>
                <a:r>
                  <a:rPr lang="zh-CN" altLang="en-US" b="0" dirty="0"/>
                  <a:t>的排序方法，被称为“快速排序”。</a:t>
                </a:r>
                <a:endParaRPr lang="en-US" altLang="zh-CN" b="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dirty="0"/>
                  <a:t>它对顺序表</a:t>
                </a:r>
                <a:r>
                  <a:rPr lang="en-US" altLang="zh-CN" b="0" dirty="0"/>
                  <a:t>L</a:t>
                </a:r>
                <a:r>
                  <a:rPr lang="zh-CN" altLang="en-US" b="0" dirty="0"/>
                  <a:t>中下标由</a:t>
                </a:r>
                <a:r>
                  <a:rPr lang="en-US" altLang="zh-CN" b="0" dirty="0"/>
                  <a:t>low</a:t>
                </a:r>
                <a:r>
                  <a:rPr lang="zh-CN" altLang="en-US" b="0" dirty="0"/>
                  <a:t>到</a:t>
                </a:r>
                <a:r>
                  <a:rPr lang="en-US" altLang="zh-CN" b="0" dirty="0"/>
                  <a:t>high</a:t>
                </a:r>
                <a:r>
                  <a:rPr lang="zh-CN" altLang="en-US" b="0" dirty="0"/>
                  <a:t>的一个区间进行快速排序，如果</a:t>
                </a:r>
                <a:r>
                  <a:rPr lang="en-US" altLang="zh-CN" b="0" dirty="0"/>
                  <a:t>low&lt;high</a:t>
                </a:r>
                <a:r>
                  <a:rPr lang="zh-CN" altLang="en-US" b="0" dirty="0"/>
                  <a:t>，也就是区间长度不大于</a:t>
                </a:r>
                <a:r>
                  <a:rPr lang="en-US" altLang="zh-CN" b="0" dirty="0"/>
                  <a:t>1</a:t>
                </a:r>
                <a:r>
                  <a:rPr lang="zh-CN" altLang="en-US" b="0" dirty="0"/>
                  <a:t>，这个区间是有序的。</a:t>
                </a:r>
                <a:endParaRPr lang="en-US" altLang="zh-CN" b="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dirty="0"/>
                  <a:t>否则，调用算法</a:t>
                </a:r>
                <a:r>
                  <a:rPr lang="en-US" altLang="zh-CN" b="0" dirty="0"/>
                  <a:t>10.6</a:t>
                </a:r>
                <a:r>
                  <a:rPr lang="zh-CN" altLang="en-US" b="0" dirty="0"/>
                  <a:t>对这个区间进行一次划分，并获得到位的枢轴记录的下标。</a:t>
                </a:r>
                <a:endParaRPr lang="en-US" altLang="zh-CN" b="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dirty="0"/>
                  <a:t>然后，分别对枢轴前后两个子区间递归地快速排序。</a:t>
                </a:r>
                <a:endParaRPr lang="en-US" altLang="zh-CN" b="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dirty="0"/>
                  <a:t>要注意的是，枢轴已到位，不在这两个子区间内。</a:t>
                </a:r>
                <a:endParaRPr lang="en-US" altLang="zh-CN" b="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下面对示例调用算法</a:t>
                </a:r>
                <a:r>
                  <a:rPr lang="en-US" altLang="zh-CN" dirty="0"/>
                  <a:t>10.7</a:t>
                </a:r>
                <a:r>
                  <a:rPr lang="zh-CN" altLang="en-US" dirty="0"/>
                  <a:t>，演示它的快速排序过程。</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一般应用是对整个顺序表排序，算法</a:t>
                </a:r>
                <a:r>
                  <a:rPr lang="en-US" altLang="zh-CN" dirty="0"/>
                  <a:t>10.8</a:t>
                </a:r>
                <a:r>
                  <a:rPr lang="zh-CN" altLang="en-US" dirty="0"/>
                  <a:t>给出了快速排序的应用接口。</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mc:Fallback>
      </mc:AlternateContent>
      <p:sp>
        <p:nvSpPr>
          <p:cNvPr id="4" name="灯片编号占位符 3"/>
          <p:cNvSpPr>
            <a:spLocks noGrp="1"/>
          </p:cNvSpPr>
          <p:nvPr>
            <p:ph type="sldNum" sz="quarter" idx="5"/>
          </p:nvPr>
        </p:nvSpPr>
        <p:spPr/>
        <p:txBody>
          <a:bodyPr/>
          <a:lstStyle/>
          <a:p>
            <a:fld id="{28F40F1E-CCE0-4EE4-B89D-0C6BF1C1245F}" type="slidenum">
              <a:rPr lang="zh-CN" altLang="en-US" smtClean="0"/>
              <a:t>13</a:t>
            </a:fld>
            <a:endParaRPr lang="zh-CN" altLang="en-US"/>
          </a:p>
        </p:txBody>
      </p:sp>
    </p:spTree>
    <p:extLst>
      <p:ext uri="{BB962C8B-B14F-4D97-AF65-F5344CB8AC3E}">
        <p14:creationId xmlns:p14="http://schemas.microsoft.com/office/powerpoint/2010/main" val="38252274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幻灯片图像占位符 1"/>
          <p:cNvSpPr>
            <a:spLocks noGrp="1" noRot="1" noChangeAspect="1" noTextEdit="1"/>
          </p:cNvSpPr>
          <p:nvPr>
            <p:ph type="sldImg"/>
          </p:nvPr>
        </p:nvSpPr>
        <p:spPr/>
      </p:sp>
      <p:sp>
        <p:nvSpPr>
          <p:cNvPr id="153603" name="备注占位符 2"/>
          <p:cNvSpPr>
            <a:spLocks noGrp="1"/>
          </p:cNvSpPr>
          <p:nvPr>
            <p:ph type="body" idx="1"/>
          </p:nvPr>
        </p:nvSpPr>
        <p:spPr/>
        <p:txBody>
          <a:bodyPr wrap="square" lIns="91440" tIns="45720" rIns="91440" bIns="45720" anchor="ctr" anchorCtr="0"/>
          <a:lstStyle/>
          <a:p>
            <a:pPr lvl="0"/>
            <a:r>
              <a:rPr lang="en-US" altLang="zh-CN" dirty="0"/>
              <a:t>0:</a:t>
            </a:r>
            <a:r>
              <a:rPr lang="zh-CN" altLang="zh-CN" dirty="0"/>
              <a:t>堆</a:t>
            </a:r>
            <a:r>
              <a:rPr lang="zh-CN" altLang="en-US" dirty="0"/>
              <a:t>排序</a:t>
            </a:r>
            <a:endParaRPr lang="zh-CN" altLang="zh-CN" dirty="0"/>
          </a:p>
          <a:p>
            <a:pPr lvl="0"/>
            <a:r>
              <a:rPr lang="zh-CN" altLang="en-US" dirty="0"/>
              <a:t>（</a:t>
            </a:r>
            <a:r>
              <a:rPr lang="en-US" altLang="zh-CN" dirty="0"/>
              <a:t>1</a:t>
            </a:r>
            <a:r>
              <a:rPr lang="zh-CN" altLang="en-US" dirty="0"/>
              <a:t>）</a:t>
            </a:r>
            <a:r>
              <a:rPr lang="zh-CN" altLang="zh-CN" dirty="0"/>
              <a:t>函数</a:t>
            </a:r>
            <a:r>
              <a:rPr lang="en-US" altLang="zh-CN" sz="1200" dirty="0" err="1">
                <a:sym typeface="+mn-ea"/>
              </a:rPr>
              <a:t>HeapSort</a:t>
            </a:r>
            <a:r>
              <a:rPr lang="zh-CN" altLang="zh-CN" dirty="0"/>
              <a:t>的功能是</a:t>
            </a:r>
            <a:r>
              <a:rPr lang="zh-CN" altLang="en-US" sz="1200" dirty="0">
                <a:solidFill>
                  <a:srgbClr val="CC3300"/>
                </a:solidFill>
                <a:ea typeface="楷体_GB2312" pitchFamily="49" charset="-122"/>
                <a:sym typeface="+mn-ea"/>
              </a:rPr>
              <a:t>对顺序表</a:t>
            </a:r>
            <a:r>
              <a:rPr lang="en-US" altLang="zh-CN" sz="1200" dirty="0">
                <a:solidFill>
                  <a:srgbClr val="CC3300"/>
                </a:solidFill>
                <a:ea typeface="楷体_GB2312" pitchFamily="49" charset="-122"/>
                <a:sym typeface="+mn-ea"/>
              </a:rPr>
              <a:t>H</a:t>
            </a:r>
            <a:r>
              <a:rPr lang="zh-CN" altLang="en-US" sz="1200" dirty="0">
                <a:solidFill>
                  <a:srgbClr val="CC3300"/>
                </a:solidFill>
                <a:ea typeface="楷体_GB2312" pitchFamily="49" charset="-122"/>
                <a:sym typeface="+mn-ea"/>
              </a:rPr>
              <a:t>进行堆排序</a:t>
            </a:r>
            <a:r>
              <a:rPr lang="zh-CN" altLang="en-US" dirty="0"/>
              <a:t>。</a:t>
            </a:r>
            <a:endParaRPr lang="zh-CN"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a:t>
            </a:r>
            <a:r>
              <a:rPr lang="en-US" altLang="zh-CN" dirty="0"/>
              <a:t>2</a:t>
            </a:r>
            <a:r>
              <a:rPr lang="zh-CN" altLang="en-US" dirty="0"/>
              <a:t>）假如顺序表</a:t>
            </a:r>
            <a:r>
              <a:rPr lang="en-US" altLang="zh-CN" dirty="0"/>
              <a:t>H</a:t>
            </a:r>
            <a:r>
              <a:rPr lang="zh-CN" altLang="en-US" dirty="0"/>
              <a:t>表示的完全二叉树如图所示</a:t>
            </a:r>
            <a:r>
              <a:rPr lang="zh-CN" altLang="zh-CN" dirty="0"/>
              <a:t>。</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a:t>
            </a:r>
            <a:r>
              <a:rPr lang="en-US" altLang="zh-CN" dirty="0"/>
              <a:t>3</a:t>
            </a:r>
            <a:r>
              <a:rPr lang="zh-CN" altLang="en-US" dirty="0"/>
              <a:t>）第一步建大顶堆，</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a:t>
            </a:r>
            <a:r>
              <a:rPr lang="en-US" altLang="zh-CN" dirty="0"/>
              <a:t>4</a:t>
            </a:r>
            <a:r>
              <a:rPr lang="zh-CN" altLang="en-US" dirty="0"/>
              <a:t>）</a:t>
            </a:r>
            <a:r>
              <a:rPr lang="zh-CN" altLang="en-US" sz="1200" dirty="0">
                <a:solidFill>
                  <a:srgbClr val="CC3300"/>
                </a:solidFill>
                <a:ea typeface="楷体_GB2312" pitchFamily="49" charset="-122"/>
                <a:sym typeface="+mn-ea"/>
              </a:rPr>
              <a:t>把</a:t>
            </a:r>
            <a:r>
              <a:rPr lang="en-US" altLang="zh-CN" sz="1200" dirty="0">
                <a:solidFill>
                  <a:srgbClr val="CC3300"/>
                </a:solidFill>
                <a:ea typeface="楷体_GB2312" pitchFamily="49" charset="-122"/>
                <a:sym typeface="+mn-ea"/>
              </a:rPr>
              <a:t>1</a:t>
            </a:r>
            <a:r>
              <a:rPr lang="zh-CN" altLang="en-US" sz="1200" dirty="0">
                <a:solidFill>
                  <a:srgbClr val="CC3300"/>
                </a:solidFill>
                <a:ea typeface="楷体_GB2312" pitchFamily="49" charset="-122"/>
                <a:sym typeface="+mn-ea"/>
              </a:rPr>
              <a:t>到</a:t>
            </a:r>
            <a:r>
              <a:rPr lang="en-US" altLang="zh-CN" sz="1200" dirty="0">
                <a:solidFill>
                  <a:srgbClr val="CC3300"/>
                </a:solidFill>
                <a:ea typeface="楷体_GB2312" pitchFamily="49" charset="-122"/>
                <a:sym typeface="+mn-ea"/>
              </a:rPr>
              <a:t>5</a:t>
            </a:r>
            <a:r>
              <a:rPr lang="zh-CN" altLang="en-US" sz="1200" dirty="0">
                <a:solidFill>
                  <a:srgbClr val="CC3300"/>
                </a:solidFill>
                <a:ea typeface="楷体_GB2312" pitchFamily="49" charset="-122"/>
                <a:sym typeface="+mn-ea"/>
              </a:rPr>
              <a:t>号结点建成大顶堆，</a:t>
            </a:r>
            <a:r>
              <a:rPr lang="en-US" altLang="zh-CN" sz="1200" dirty="0">
                <a:solidFill>
                  <a:srgbClr val="CC3300"/>
                </a:solidFill>
                <a:ea typeface="楷体_GB2312" pitchFamily="49" charset="-122"/>
                <a:sym typeface="+mn-ea"/>
              </a:rPr>
              <a:t>3</a:t>
            </a:r>
            <a:r>
              <a:rPr lang="en-US" altLang="zh-CN" dirty="0"/>
              <a:t>-5</a:t>
            </a:r>
            <a:r>
              <a:rPr lang="zh-CN" altLang="en-US" dirty="0"/>
              <a:t>号是叶子结点，满足堆特性。</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a:t>
            </a:r>
            <a:r>
              <a:rPr lang="en-US" altLang="zh-CN" dirty="0"/>
              <a:t>5</a:t>
            </a:r>
            <a:r>
              <a:rPr lang="zh-CN" altLang="en-US" dirty="0"/>
              <a:t>）</a:t>
            </a:r>
            <a:r>
              <a:rPr lang="en-US" altLang="zh-CN" dirty="0" err="1"/>
              <a:t>i</a:t>
            </a:r>
            <a:r>
              <a:rPr lang="zh-CN" altLang="en-US" dirty="0"/>
              <a:t>的初值是</a:t>
            </a:r>
            <a:r>
              <a:rPr lang="en-US" altLang="zh-CN" dirty="0"/>
              <a:t>2</a:t>
            </a:r>
            <a:r>
              <a:rPr lang="zh-CN" altLang="en-US" dirty="0"/>
              <a:t>，也就是编号最大的非叶子结点，对其调用筛选操作。</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a:t>
            </a:r>
            <a:r>
              <a:rPr lang="en-US" altLang="zh-CN" dirty="0"/>
              <a:t>6</a:t>
            </a:r>
            <a:r>
              <a:rPr lang="zh-CN" altLang="en-US" dirty="0"/>
              <a:t>）</a:t>
            </a:r>
            <a:r>
              <a:rPr lang="zh-CN" altLang="en-US" sz="1200" dirty="0">
                <a:latin typeface="Calibri" panose="020F0502020204030204" pitchFamily="34" charset="0"/>
                <a:ea typeface="宋体" panose="02010600030101010101" pitchFamily="2" charset="-122"/>
                <a:sym typeface="+mn-ea"/>
              </a:rPr>
              <a:t>将</a:t>
            </a:r>
            <a:r>
              <a:rPr lang="en-US" altLang="zh-CN" sz="1200" dirty="0">
                <a:latin typeface="Calibri" panose="020F0502020204030204" pitchFamily="34" charset="0"/>
                <a:ea typeface="宋体" panose="02010600030101010101" pitchFamily="2" charset="-122"/>
                <a:sym typeface="+mn-ea"/>
              </a:rPr>
              <a:t>2</a:t>
            </a:r>
            <a:r>
              <a:rPr lang="zh-CN" altLang="en-US" sz="1200" dirty="0">
                <a:latin typeface="Calibri" panose="020F0502020204030204" pitchFamily="34" charset="0"/>
                <a:ea typeface="宋体" panose="02010600030101010101" pitchFamily="2" charset="-122"/>
                <a:sym typeface="+mn-ea"/>
              </a:rPr>
              <a:t>号记录</a:t>
            </a:r>
            <a:r>
              <a:rPr lang="zh-CN" altLang="en-US" dirty="0"/>
              <a:t>移动到</a:t>
            </a:r>
            <a:r>
              <a:rPr lang="en-US" altLang="zh-CN" dirty="0" err="1"/>
              <a:t>rc</a:t>
            </a:r>
            <a:r>
              <a:rPr lang="zh-CN" altLang="en-US" dirty="0"/>
              <a:t>，</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a:t>
            </a:r>
            <a:r>
              <a:rPr lang="en-US" altLang="zh-CN" dirty="0"/>
              <a:t>7</a:t>
            </a:r>
            <a:r>
              <a:rPr lang="zh-CN" altLang="en-US" dirty="0"/>
              <a:t>）比较其左右孩子</a:t>
            </a:r>
            <a:r>
              <a:rPr lang="en-US" altLang="zh-CN" dirty="0"/>
              <a:t>4</a:t>
            </a:r>
            <a:r>
              <a:rPr lang="zh-CN" altLang="en-US" dirty="0"/>
              <a:t>和</a:t>
            </a:r>
            <a:r>
              <a:rPr lang="en-US" altLang="zh-CN" dirty="0"/>
              <a:t>5</a:t>
            </a:r>
            <a:r>
              <a:rPr lang="zh-CN" altLang="en-US" dirty="0"/>
              <a:t>号结点，</a:t>
            </a:r>
            <a:r>
              <a:rPr lang="en-US" altLang="zh-CN" dirty="0"/>
              <a:t>86</a:t>
            </a:r>
            <a:r>
              <a:rPr lang="zh-CN" altLang="en-US" dirty="0"/>
              <a:t>较大，</a:t>
            </a:r>
            <a:r>
              <a:rPr lang="en-US" altLang="zh-CN" dirty="0"/>
              <a:t>86</a:t>
            </a:r>
            <a:r>
              <a:rPr lang="zh-CN" altLang="en-US" dirty="0"/>
              <a:t>和</a:t>
            </a:r>
            <a:r>
              <a:rPr lang="en-US" altLang="zh-CN" dirty="0"/>
              <a:t>58</a:t>
            </a:r>
            <a:r>
              <a:rPr lang="zh-CN" altLang="en-US" dirty="0"/>
              <a:t>比较，</a:t>
            </a:r>
            <a:r>
              <a:rPr lang="en-US" altLang="zh-CN" dirty="0"/>
              <a:t>86</a:t>
            </a:r>
            <a:r>
              <a:rPr lang="zh-CN" altLang="en-US" dirty="0"/>
              <a:t>较大，则将</a:t>
            </a:r>
            <a:r>
              <a:rPr lang="en-US" altLang="zh-CN" dirty="0"/>
              <a:t>86</a:t>
            </a:r>
            <a:r>
              <a:rPr lang="zh-CN" altLang="en-US" dirty="0"/>
              <a:t>移动到</a:t>
            </a:r>
            <a:r>
              <a:rPr lang="en-US" altLang="zh-CN" dirty="0"/>
              <a:t>2</a:t>
            </a:r>
            <a:r>
              <a:rPr lang="zh-CN" altLang="en-US" dirty="0"/>
              <a:t>号位置</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a:t>
            </a:r>
            <a:r>
              <a:rPr lang="en-US" altLang="zh-CN" dirty="0"/>
              <a:t>8</a:t>
            </a:r>
            <a:r>
              <a:rPr lang="zh-CN" altLang="en-US" dirty="0"/>
              <a:t>）筛选已到叶子结点，将</a:t>
            </a:r>
            <a:r>
              <a:rPr lang="en-US" altLang="zh-CN" dirty="0"/>
              <a:t>58</a:t>
            </a:r>
            <a:r>
              <a:rPr lang="zh-CN" altLang="en-US" dirty="0"/>
              <a:t>移动到</a:t>
            </a:r>
            <a:r>
              <a:rPr lang="en-US" altLang="zh-CN" dirty="0"/>
              <a:t>5</a:t>
            </a:r>
            <a:r>
              <a:rPr lang="zh-CN" altLang="en-US" dirty="0"/>
              <a:t>号位置，筛选操作结束。</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a:t>
            </a:r>
            <a:r>
              <a:rPr lang="en-US" altLang="zh-CN" dirty="0"/>
              <a:t>9</a:t>
            </a:r>
            <a:r>
              <a:rPr lang="zh-CN" altLang="en-US" dirty="0"/>
              <a:t>）这时，</a:t>
            </a:r>
            <a:r>
              <a:rPr lang="en-US" altLang="zh-CN" dirty="0"/>
              <a:t>2</a:t>
            </a:r>
            <a:r>
              <a:rPr lang="zh-CN" altLang="en-US" dirty="0"/>
              <a:t>号和</a:t>
            </a:r>
            <a:r>
              <a:rPr lang="en-US" altLang="zh-CN" dirty="0"/>
              <a:t>3</a:t>
            </a:r>
            <a:r>
              <a:rPr lang="zh-CN" altLang="en-US" dirty="0"/>
              <a:t>号结点对应的子树均满足堆特性，对</a:t>
            </a:r>
            <a:r>
              <a:rPr lang="en-US" altLang="zh-CN" dirty="0"/>
              <a:t>1</a:t>
            </a:r>
            <a:r>
              <a:rPr lang="zh-CN" altLang="en-US" dirty="0"/>
              <a:t>号结点调用筛选操作。</a:t>
            </a:r>
            <a:endParaRPr lang="en-US" altLang="zh-CN" dirty="0"/>
          </a:p>
          <a:p>
            <a:pPr lvl="0"/>
            <a:r>
              <a:rPr lang="zh-CN" altLang="en-US" dirty="0"/>
              <a:t>（</a:t>
            </a:r>
            <a:r>
              <a:rPr lang="en-US" altLang="zh-CN" dirty="0"/>
              <a:t>10</a:t>
            </a:r>
            <a:r>
              <a:rPr lang="zh-CN" altLang="en-US" dirty="0"/>
              <a:t>）将</a:t>
            </a:r>
            <a:r>
              <a:rPr lang="en-US" altLang="zh-CN" dirty="0"/>
              <a:t>39</a:t>
            </a:r>
            <a:r>
              <a:rPr lang="zh-CN" altLang="en-US" dirty="0"/>
              <a:t>移动到</a:t>
            </a:r>
            <a:r>
              <a:rPr lang="en-US" altLang="zh-CN" dirty="0" err="1"/>
              <a:t>rc</a:t>
            </a:r>
            <a:r>
              <a:rPr lang="zh-CN" altLang="en-US" dirty="0"/>
              <a:t>；</a:t>
            </a:r>
            <a:endParaRPr lang="en-US" altLang="zh-CN" dirty="0"/>
          </a:p>
          <a:p>
            <a:pPr lvl="0"/>
            <a:r>
              <a:rPr lang="zh-CN" altLang="en-US" dirty="0"/>
              <a:t>（</a:t>
            </a:r>
            <a:r>
              <a:rPr lang="en-US" altLang="zh-CN" dirty="0"/>
              <a:t>11</a:t>
            </a:r>
            <a:r>
              <a:rPr lang="zh-CN" altLang="en-US" dirty="0"/>
              <a:t>）</a:t>
            </a:r>
            <a:r>
              <a:rPr lang="en-US" altLang="zh-CN" dirty="0"/>
              <a:t>86</a:t>
            </a:r>
            <a:r>
              <a:rPr lang="zh-CN" altLang="en-US" dirty="0"/>
              <a:t>和</a:t>
            </a:r>
            <a:r>
              <a:rPr lang="en-US" altLang="zh-CN" dirty="0"/>
              <a:t>68</a:t>
            </a:r>
            <a:r>
              <a:rPr lang="zh-CN" altLang="en-US" dirty="0"/>
              <a:t>比较，</a:t>
            </a:r>
            <a:r>
              <a:rPr lang="en-US" altLang="zh-CN" dirty="0"/>
              <a:t>86</a:t>
            </a:r>
            <a:r>
              <a:rPr lang="zh-CN" altLang="en-US" dirty="0"/>
              <a:t>较大；</a:t>
            </a:r>
            <a:r>
              <a:rPr lang="en-US" altLang="zh-CN" dirty="0"/>
              <a:t>86</a:t>
            </a:r>
            <a:r>
              <a:rPr lang="zh-CN" altLang="en-US" dirty="0"/>
              <a:t>和</a:t>
            </a:r>
            <a:r>
              <a:rPr lang="en-US" altLang="zh-CN" dirty="0"/>
              <a:t>39</a:t>
            </a:r>
            <a:r>
              <a:rPr lang="zh-CN" altLang="en-US" dirty="0"/>
              <a:t>比较，</a:t>
            </a:r>
            <a:r>
              <a:rPr lang="en-US" altLang="zh-CN" dirty="0"/>
              <a:t>86</a:t>
            </a:r>
            <a:r>
              <a:rPr lang="zh-CN" altLang="en-US" dirty="0"/>
              <a:t>较大，将</a:t>
            </a:r>
            <a:r>
              <a:rPr lang="en-US" altLang="zh-CN" dirty="0"/>
              <a:t>86</a:t>
            </a:r>
            <a:r>
              <a:rPr lang="zh-CN" altLang="en-US" dirty="0"/>
              <a:t>移动到</a:t>
            </a:r>
            <a:r>
              <a:rPr lang="en-US" altLang="zh-CN" dirty="0"/>
              <a:t>1</a:t>
            </a:r>
            <a:r>
              <a:rPr lang="zh-CN" altLang="en-US" dirty="0"/>
              <a:t>号位置。</a:t>
            </a:r>
            <a:endParaRPr lang="en-US" altLang="zh-CN" dirty="0"/>
          </a:p>
          <a:p>
            <a:pPr lvl="0"/>
            <a:r>
              <a:rPr lang="zh-CN" altLang="en-US" dirty="0"/>
              <a:t>（</a:t>
            </a:r>
            <a:r>
              <a:rPr lang="en-US" altLang="zh-CN" dirty="0"/>
              <a:t>12</a:t>
            </a:r>
            <a:r>
              <a:rPr lang="zh-CN" altLang="en-US" dirty="0"/>
              <a:t>）</a:t>
            </a:r>
            <a:r>
              <a:rPr lang="en-US" altLang="zh-CN" dirty="0"/>
              <a:t>42</a:t>
            </a:r>
            <a:r>
              <a:rPr lang="zh-CN" altLang="en-US" dirty="0"/>
              <a:t>和</a:t>
            </a:r>
            <a:r>
              <a:rPr lang="en-US" altLang="zh-CN" dirty="0"/>
              <a:t>58</a:t>
            </a:r>
            <a:r>
              <a:rPr lang="zh-CN" altLang="en-US" dirty="0"/>
              <a:t>比较，</a:t>
            </a:r>
            <a:r>
              <a:rPr lang="en-US" altLang="zh-CN" dirty="0"/>
              <a:t>58</a:t>
            </a:r>
            <a:r>
              <a:rPr lang="zh-CN" altLang="en-US" dirty="0"/>
              <a:t>较大；</a:t>
            </a:r>
            <a:r>
              <a:rPr lang="en-US" altLang="zh-CN" dirty="0"/>
              <a:t>58</a:t>
            </a:r>
            <a:r>
              <a:rPr lang="zh-CN" altLang="en-US" dirty="0"/>
              <a:t>和</a:t>
            </a:r>
            <a:r>
              <a:rPr lang="en-US" altLang="zh-CN" dirty="0"/>
              <a:t>39</a:t>
            </a:r>
            <a:r>
              <a:rPr lang="zh-CN" altLang="en-US" dirty="0"/>
              <a:t>比较，</a:t>
            </a:r>
            <a:r>
              <a:rPr lang="en-US" altLang="zh-CN" dirty="0"/>
              <a:t>58</a:t>
            </a:r>
            <a:r>
              <a:rPr lang="zh-CN" altLang="en-US" dirty="0"/>
              <a:t>较大，将</a:t>
            </a:r>
            <a:r>
              <a:rPr lang="en-US" altLang="zh-CN" dirty="0"/>
              <a:t>58</a:t>
            </a:r>
            <a:r>
              <a:rPr lang="zh-CN" altLang="en-US" dirty="0"/>
              <a:t>移动到</a:t>
            </a:r>
            <a:r>
              <a:rPr lang="en-US" altLang="zh-CN" dirty="0"/>
              <a:t>2</a:t>
            </a:r>
            <a:r>
              <a:rPr lang="zh-CN" altLang="en-US" dirty="0"/>
              <a:t>号位置，</a:t>
            </a:r>
            <a:endParaRPr lang="en-US" altLang="zh-CN" dirty="0"/>
          </a:p>
          <a:p>
            <a:pPr lvl="0"/>
            <a:r>
              <a:rPr lang="zh-CN" altLang="en-US" dirty="0"/>
              <a:t>（</a:t>
            </a:r>
            <a:r>
              <a:rPr lang="en-US" altLang="zh-CN" dirty="0"/>
              <a:t>13</a:t>
            </a:r>
            <a:r>
              <a:rPr lang="zh-CN" altLang="en-US" dirty="0"/>
              <a:t>）</a:t>
            </a:r>
            <a:r>
              <a:rPr lang="en-US" altLang="zh-CN" dirty="0"/>
              <a:t>5</a:t>
            </a:r>
            <a:r>
              <a:rPr lang="zh-CN" altLang="en-US" dirty="0"/>
              <a:t>号位置为叶子结点，将</a:t>
            </a:r>
            <a:r>
              <a:rPr lang="en-US" altLang="zh-CN" dirty="0"/>
              <a:t>39</a:t>
            </a:r>
            <a:r>
              <a:rPr lang="zh-CN" altLang="en-US" dirty="0"/>
              <a:t>移动到</a:t>
            </a:r>
            <a:r>
              <a:rPr lang="en-US" altLang="zh-CN" dirty="0"/>
              <a:t>5</a:t>
            </a:r>
            <a:r>
              <a:rPr lang="zh-CN" altLang="en-US" dirty="0"/>
              <a:t>号位置。对</a:t>
            </a:r>
            <a:r>
              <a:rPr lang="en-US" altLang="zh-CN" dirty="0"/>
              <a:t>1</a:t>
            </a:r>
            <a:r>
              <a:rPr lang="zh-CN" altLang="en-US" dirty="0"/>
              <a:t>号结点的筛选操作结束，整棵树就满足堆特性了。因此，建堆的过程就是按照非叶子结点编号的逆序，依次调用筛选操作，直到对</a:t>
            </a:r>
            <a:r>
              <a:rPr lang="en-US" altLang="zh-CN" dirty="0"/>
              <a:t>1</a:t>
            </a:r>
            <a:r>
              <a:rPr lang="zh-CN" altLang="en-US" dirty="0"/>
              <a:t>号结点调用筛选操作，完成建堆工作。</a:t>
            </a:r>
          </a:p>
        </p:txBody>
      </p:sp>
      <p:sp>
        <p:nvSpPr>
          <p:cNvPr id="153604" name="灯片编号占位符 3"/>
          <p:cNvSpPr txBox="1">
            <a:spLocks noGrp="1"/>
          </p:cNvSpPr>
          <p:nvPr>
            <p:ph type="sldNum" sz="quarter"/>
          </p:nvPr>
        </p:nvSpPr>
        <p:spPr>
          <a:xfrm>
            <a:off x="3883025" y="8685213"/>
            <a:ext cx="2973388" cy="457200"/>
          </a:xfrm>
          <a:prstGeom prst="rect">
            <a:avLst/>
          </a:prstGeom>
          <a:noFill/>
          <a:ln w="9525">
            <a:noFill/>
          </a:ln>
        </p:spPr>
        <p:txBody>
          <a:bodyPr anchor="b" anchorCtr="0"/>
          <a:lstStyle/>
          <a:p>
            <a:pPr lvl="0" algn="r" eaLnBrk="1" hangingPunct="1"/>
            <a:fld id="{9A0DB2DC-4C9A-4742-B13C-FB6460FD3503}" type="slidenum">
              <a:rPr lang="zh-CN" altLang="en-US" sz="1200" dirty="0"/>
              <a:t>14</a:t>
            </a:fld>
            <a:endParaRPr lang="zh-CN" altLang="en-US" sz="1200"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幻灯片图像占位符 1"/>
          <p:cNvSpPr>
            <a:spLocks noGrp="1" noRot="1" noChangeAspect="1" noTextEdit="1"/>
          </p:cNvSpPr>
          <p:nvPr>
            <p:ph type="sldImg"/>
          </p:nvPr>
        </p:nvSpPr>
        <p:spPr/>
      </p:sp>
      <p:sp>
        <p:nvSpPr>
          <p:cNvPr id="153603" name="备注占位符 2"/>
          <p:cNvSpPr>
            <a:spLocks noGrp="1"/>
          </p:cNvSpPr>
          <p:nvPr>
            <p:ph type="body" idx="1"/>
          </p:nvPr>
        </p:nvSpPr>
        <p:spPr/>
        <p:txBody>
          <a:bodyPr wrap="square" lIns="91440" tIns="45720" rIns="91440" bIns="45720" anchor="ctr" anchorCtr="0"/>
          <a:lstStyle/>
          <a:p>
            <a:pPr lvl="0"/>
            <a:r>
              <a:rPr lang="en-US" altLang="zh-CN" dirty="0"/>
              <a:t>0:</a:t>
            </a:r>
            <a:r>
              <a:rPr lang="zh-CN" altLang="zh-CN" dirty="0"/>
              <a:t>堆</a:t>
            </a:r>
            <a:r>
              <a:rPr lang="zh-CN" altLang="en-US" dirty="0"/>
              <a:t>排序</a:t>
            </a:r>
            <a:endParaRPr lang="zh-CN" altLang="zh-CN" dirty="0"/>
          </a:p>
          <a:p>
            <a:pPr lvl="0"/>
            <a:r>
              <a:rPr lang="zh-CN" altLang="en-US" dirty="0"/>
              <a:t>（</a:t>
            </a:r>
            <a:r>
              <a:rPr lang="en-US" altLang="zh-CN" dirty="0"/>
              <a:t>1</a:t>
            </a:r>
            <a:r>
              <a:rPr lang="zh-CN" altLang="en-US" dirty="0"/>
              <a:t>）</a:t>
            </a:r>
            <a:r>
              <a:rPr lang="zh-CN" altLang="zh-CN" dirty="0"/>
              <a:t>函数</a:t>
            </a:r>
            <a:r>
              <a:rPr lang="en-US" altLang="zh-CN" sz="1200" dirty="0" err="1">
                <a:sym typeface="+mn-ea"/>
              </a:rPr>
              <a:t>HeapSort</a:t>
            </a:r>
            <a:r>
              <a:rPr lang="zh-CN" altLang="zh-CN" dirty="0"/>
              <a:t>的功能是</a:t>
            </a:r>
            <a:r>
              <a:rPr lang="zh-CN" altLang="en-US" sz="1200" dirty="0">
                <a:solidFill>
                  <a:srgbClr val="CC3300"/>
                </a:solidFill>
                <a:ea typeface="楷体_GB2312" pitchFamily="49" charset="-122"/>
                <a:sym typeface="+mn-ea"/>
              </a:rPr>
              <a:t>对顺序表</a:t>
            </a:r>
            <a:r>
              <a:rPr lang="en-US" altLang="zh-CN" sz="1200" dirty="0">
                <a:solidFill>
                  <a:srgbClr val="CC3300"/>
                </a:solidFill>
                <a:ea typeface="楷体_GB2312" pitchFamily="49" charset="-122"/>
                <a:sym typeface="+mn-ea"/>
              </a:rPr>
              <a:t>H</a:t>
            </a:r>
            <a:r>
              <a:rPr lang="zh-CN" altLang="en-US" sz="1200" dirty="0">
                <a:solidFill>
                  <a:srgbClr val="CC3300"/>
                </a:solidFill>
                <a:ea typeface="楷体_GB2312" pitchFamily="49" charset="-122"/>
                <a:sym typeface="+mn-ea"/>
              </a:rPr>
              <a:t>进行堆排序</a:t>
            </a:r>
            <a:r>
              <a:rPr lang="zh-CN" altLang="en-US" dirty="0"/>
              <a:t>。</a:t>
            </a:r>
            <a:endParaRPr lang="zh-CN"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a:t>
            </a:r>
            <a:r>
              <a:rPr lang="en-US" altLang="zh-CN" dirty="0"/>
              <a:t>2</a:t>
            </a:r>
            <a:r>
              <a:rPr lang="zh-CN" altLang="en-US" dirty="0"/>
              <a:t>）假如顺序表</a:t>
            </a:r>
            <a:r>
              <a:rPr lang="en-US" altLang="zh-CN" dirty="0"/>
              <a:t>H</a:t>
            </a:r>
            <a:r>
              <a:rPr lang="zh-CN" altLang="en-US" dirty="0"/>
              <a:t>表示的完全二叉树如图所示</a:t>
            </a:r>
            <a:r>
              <a:rPr lang="zh-CN" altLang="zh-CN" dirty="0"/>
              <a:t>。</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a:t>
            </a:r>
            <a:r>
              <a:rPr lang="en-US" altLang="zh-CN" dirty="0"/>
              <a:t>3</a:t>
            </a:r>
            <a:r>
              <a:rPr lang="zh-CN" altLang="en-US" dirty="0"/>
              <a:t>）第一步建大顶堆，</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a:t>
            </a:r>
            <a:r>
              <a:rPr lang="en-US" altLang="zh-CN" dirty="0"/>
              <a:t>4</a:t>
            </a:r>
            <a:r>
              <a:rPr lang="zh-CN" altLang="en-US" dirty="0"/>
              <a:t>）</a:t>
            </a:r>
            <a:r>
              <a:rPr lang="zh-CN" altLang="en-US" sz="1200" dirty="0">
                <a:solidFill>
                  <a:srgbClr val="CC3300"/>
                </a:solidFill>
                <a:ea typeface="楷体_GB2312" pitchFamily="49" charset="-122"/>
                <a:sym typeface="+mn-ea"/>
              </a:rPr>
              <a:t>把</a:t>
            </a:r>
            <a:r>
              <a:rPr lang="en-US" altLang="zh-CN" sz="1200" dirty="0">
                <a:solidFill>
                  <a:srgbClr val="CC3300"/>
                </a:solidFill>
                <a:ea typeface="楷体_GB2312" pitchFamily="49" charset="-122"/>
                <a:sym typeface="+mn-ea"/>
              </a:rPr>
              <a:t>1</a:t>
            </a:r>
            <a:r>
              <a:rPr lang="zh-CN" altLang="en-US" sz="1200" dirty="0">
                <a:solidFill>
                  <a:srgbClr val="CC3300"/>
                </a:solidFill>
                <a:ea typeface="楷体_GB2312" pitchFamily="49" charset="-122"/>
                <a:sym typeface="+mn-ea"/>
              </a:rPr>
              <a:t>到</a:t>
            </a:r>
            <a:r>
              <a:rPr lang="en-US" altLang="zh-CN" sz="1200" dirty="0">
                <a:solidFill>
                  <a:srgbClr val="CC3300"/>
                </a:solidFill>
                <a:ea typeface="楷体_GB2312" pitchFamily="49" charset="-122"/>
                <a:sym typeface="+mn-ea"/>
              </a:rPr>
              <a:t>5</a:t>
            </a:r>
            <a:r>
              <a:rPr lang="zh-CN" altLang="en-US" sz="1200" dirty="0">
                <a:solidFill>
                  <a:srgbClr val="CC3300"/>
                </a:solidFill>
                <a:ea typeface="楷体_GB2312" pitchFamily="49" charset="-122"/>
                <a:sym typeface="+mn-ea"/>
              </a:rPr>
              <a:t>号结点建成大顶堆，</a:t>
            </a:r>
            <a:r>
              <a:rPr lang="en-US" altLang="zh-CN" sz="1200" dirty="0">
                <a:solidFill>
                  <a:srgbClr val="CC3300"/>
                </a:solidFill>
                <a:ea typeface="楷体_GB2312" pitchFamily="49" charset="-122"/>
                <a:sym typeface="+mn-ea"/>
              </a:rPr>
              <a:t>3</a:t>
            </a:r>
            <a:r>
              <a:rPr lang="en-US" altLang="zh-CN" dirty="0"/>
              <a:t>-5</a:t>
            </a:r>
            <a:r>
              <a:rPr lang="zh-CN" altLang="en-US" dirty="0"/>
              <a:t>号是叶子结点，满足堆特性。</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a:t>
            </a:r>
            <a:r>
              <a:rPr lang="en-US" altLang="zh-CN" dirty="0"/>
              <a:t>5</a:t>
            </a:r>
            <a:r>
              <a:rPr lang="zh-CN" altLang="en-US" dirty="0"/>
              <a:t>）</a:t>
            </a:r>
            <a:r>
              <a:rPr lang="en-US" altLang="zh-CN" dirty="0" err="1"/>
              <a:t>i</a:t>
            </a:r>
            <a:r>
              <a:rPr lang="zh-CN" altLang="en-US" dirty="0"/>
              <a:t>的初值是</a:t>
            </a:r>
            <a:r>
              <a:rPr lang="en-US" altLang="zh-CN" dirty="0"/>
              <a:t>2</a:t>
            </a:r>
            <a:r>
              <a:rPr lang="zh-CN" altLang="en-US" dirty="0"/>
              <a:t>，也就是编号最大的非叶子结点，对其调用筛选操作。</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a:t>
            </a:r>
            <a:r>
              <a:rPr lang="en-US" altLang="zh-CN" dirty="0"/>
              <a:t>6</a:t>
            </a:r>
            <a:r>
              <a:rPr lang="zh-CN" altLang="en-US" dirty="0"/>
              <a:t>）</a:t>
            </a:r>
            <a:r>
              <a:rPr lang="zh-CN" altLang="en-US" sz="1200" dirty="0">
                <a:latin typeface="Calibri" panose="020F0502020204030204" pitchFamily="34" charset="0"/>
                <a:ea typeface="宋体" panose="02010600030101010101" pitchFamily="2" charset="-122"/>
                <a:sym typeface="+mn-ea"/>
              </a:rPr>
              <a:t>将</a:t>
            </a:r>
            <a:r>
              <a:rPr lang="en-US" altLang="zh-CN" sz="1200" dirty="0">
                <a:latin typeface="Calibri" panose="020F0502020204030204" pitchFamily="34" charset="0"/>
                <a:ea typeface="宋体" panose="02010600030101010101" pitchFamily="2" charset="-122"/>
                <a:sym typeface="+mn-ea"/>
              </a:rPr>
              <a:t>2</a:t>
            </a:r>
            <a:r>
              <a:rPr lang="zh-CN" altLang="en-US" sz="1200" dirty="0">
                <a:latin typeface="Calibri" panose="020F0502020204030204" pitchFamily="34" charset="0"/>
                <a:ea typeface="宋体" panose="02010600030101010101" pitchFamily="2" charset="-122"/>
                <a:sym typeface="+mn-ea"/>
              </a:rPr>
              <a:t>号记录</a:t>
            </a:r>
            <a:r>
              <a:rPr lang="zh-CN" altLang="en-US" dirty="0"/>
              <a:t>移动到</a:t>
            </a:r>
            <a:r>
              <a:rPr lang="en-US" altLang="zh-CN" dirty="0" err="1"/>
              <a:t>rc</a:t>
            </a:r>
            <a:r>
              <a:rPr lang="zh-CN" altLang="en-US" dirty="0"/>
              <a:t>，</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a:t>
            </a:r>
            <a:r>
              <a:rPr lang="en-US" altLang="zh-CN" dirty="0"/>
              <a:t>7</a:t>
            </a:r>
            <a:r>
              <a:rPr lang="zh-CN" altLang="en-US" dirty="0"/>
              <a:t>）比较其左右孩子</a:t>
            </a:r>
            <a:r>
              <a:rPr lang="en-US" altLang="zh-CN" dirty="0"/>
              <a:t>4</a:t>
            </a:r>
            <a:r>
              <a:rPr lang="zh-CN" altLang="en-US" dirty="0"/>
              <a:t>和</a:t>
            </a:r>
            <a:r>
              <a:rPr lang="en-US" altLang="zh-CN" dirty="0"/>
              <a:t>5</a:t>
            </a:r>
            <a:r>
              <a:rPr lang="zh-CN" altLang="en-US" dirty="0"/>
              <a:t>号结点，</a:t>
            </a:r>
            <a:r>
              <a:rPr lang="en-US" altLang="zh-CN" dirty="0"/>
              <a:t>86</a:t>
            </a:r>
            <a:r>
              <a:rPr lang="zh-CN" altLang="en-US" dirty="0"/>
              <a:t>较大，</a:t>
            </a:r>
            <a:r>
              <a:rPr lang="en-US" altLang="zh-CN" dirty="0"/>
              <a:t>86</a:t>
            </a:r>
            <a:r>
              <a:rPr lang="zh-CN" altLang="en-US" dirty="0"/>
              <a:t>和</a:t>
            </a:r>
            <a:r>
              <a:rPr lang="en-US" altLang="zh-CN" dirty="0"/>
              <a:t>58</a:t>
            </a:r>
            <a:r>
              <a:rPr lang="zh-CN" altLang="en-US" dirty="0"/>
              <a:t>比较，</a:t>
            </a:r>
            <a:r>
              <a:rPr lang="en-US" altLang="zh-CN" dirty="0"/>
              <a:t>86</a:t>
            </a:r>
            <a:r>
              <a:rPr lang="zh-CN" altLang="en-US" dirty="0"/>
              <a:t>较大，则将</a:t>
            </a:r>
            <a:r>
              <a:rPr lang="en-US" altLang="zh-CN" dirty="0"/>
              <a:t>86</a:t>
            </a:r>
            <a:r>
              <a:rPr lang="zh-CN" altLang="en-US" dirty="0"/>
              <a:t>移动到</a:t>
            </a:r>
            <a:r>
              <a:rPr lang="en-US" altLang="zh-CN" dirty="0"/>
              <a:t>2</a:t>
            </a:r>
            <a:r>
              <a:rPr lang="zh-CN" altLang="en-US" dirty="0"/>
              <a:t>号位置</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a:t>
            </a:r>
            <a:r>
              <a:rPr lang="en-US" altLang="zh-CN" dirty="0"/>
              <a:t>8</a:t>
            </a:r>
            <a:r>
              <a:rPr lang="zh-CN" altLang="en-US" dirty="0"/>
              <a:t>）筛选已到叶子结点，将</a:t>
            </a:r>
            <a:r>
              <a:rPr lang="en-US" altLang="zh-CN" dirty="0"/>
              <a:t>58</a:t>
            </a:r>
            <a:r>
              <a:rPr lang="zh-CN" altLang="en-US" dirty="0"/>
              <a:t>移动到</a:t>
            </a:r>
            <a:r>
              <a:rPr lang="en-US" altLang="zh-CN" dirty="0"/>
              <a:t>5</a:t>
            </a:r>
            <a:r>
              <a:rPr lang="zh-CN" altLang="en-US" dirty="0"/>
              <a:t>号位置，筛选操作结束。</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a:t>
            </a:r>
            <a:r>
              <a:rPr lang="en-US" altLang="zh-CN" dirty="0"/>
              <a:t>9</a:t>
            </a:r>
            <a:r>
              <a:rPr lang="zh-CN" altLang="en-US" dirty="0"/>
              <a:t>）这时，</a:t>
            </a:r>
            <a:r>
              <a:rPr lang="en-US" altLang="zh-CN" dirty="0"/>
              <a:t>2</a:t>
            </a:r>
            <a:r>
              <a:rPr lang="zh-CN" altLang="en-US" dirty="0"/>
              <a:t>号和</a:t>
            </a:r>
            <a:r>
              <a:rPr lang="en-US" altLang="zh-CN" dirty="0"/>
              <a:t>3</a:t>
            </a:r>
            <a:r>
              <a:rPr lang="zh-CN" altLang="en-US" dirty="0"/>
              <a:t>号结点对应的子树均满足堆特性，对</a:t>
            </a:r>
            <a:r>
              <a:rPr lang="en-US" altLang="zh-CN" dirty="0"/>
              <a:t>1</a:t>
            </a:r>
            <a:r>
              <a:rPr lang="zh-CN" altLang="en-US" dirty="0"/>
              <a:t>号结点调用筛选操作。</a:t>
            </a:r>
            <a:endParaRPr lang="en-US" altLang="zh-CN" dirty="0"/>
          </a:p>
          <a:p>
            <a:pPr lvl="0"/>
            <a:r>
              <a:rPr lang="zh-CN" altLang="en-US" dirty="0"/>
              <a:t>（</a:t>
            </a:r>
            <a:r>
              <a:rPr lang="en-US" altLang="zh-CN" dirty="0"/>
              <a:t>10</a:t>
            </a:r>
            <a:r>
              <a:rPr lang="zh-CN" altLang="en-US" dirty="0"/>
              <a:t>）将</a:t>
            </a:r>
            <a:r>
              <a:rPr lang="en-US" altLang="zh-CN" dirty="0"/>
              <a:t>39</a:t>
            </a:r>
            <a:r>
              <a:rPr lang="zh-CN" altLang="en-US" dirty="0"/>
              <a:t>移动到</a:t>
            </a:r>
            <a:r>
              <a:rPr lang="en-US" altLang="zh-CN" dirty="0" err="1"/>
              <a:t>rc</a:t>
            </a:r>
            <a:r>
              <a:rPr lang="zh-CN" altLang="en-US" dirty="0"/>
              <a:t>；</a:t>
            </a:r>
            <a:endParaRPr lang="en-US" altLang="zh-CN" dirty="0"/>
          </a:p>
          <a:p>
            <a:pPr lvl="0"/>
            <a:r>
              <a:rPr lang="zh-CN" altLang="en-US" dirty="0"/>
              <a:t>（</a:t>
            </a:r>
            <a:r>
              <a:rPr lang="en-US" altLang="zh-CN" dirty="0"/>
              <a:t>11</a:t>
            </a:r>
            <a:r>
              <a:rPr lang="zh-CN" altLang="en-US" dirty="0"/>
              <a:t>）</a:t>
            </a:r>
            <a:r>
              <a:rPr lang="en-US" altLang="zh-CN" dirty="0"/>
              <a:t>86</a:t>
            </a:r>
            <a:r>
              <a:rPr lang="zh-CN" altLang="en-US" dirty="0"/>
              <a:t>和</a:t>
            </a:r>
            <a:r>
              <a:rPr lang="en-US" altLang="zh-CN" dirty="0"/>
              <a:t>68</a:t>
            </a:r>
            <a:r>
              <a:rPr lang="zh-CN" altLang="en-US" dirty="0"/>
              <a:t>比较，</a:t>
            </a:r>
            <a:r>
              <a:rPr lang="en-US" altLang="zh-CN" dirty="0"/>
              <a:t>86</a:t>
            </a:r>
            <a:r>
              <a:rPr lang="zh-CN" altLang="en-US" dirty="0"/>
              <a:t>较大；</a:t>
            </a:r>
            <a:r>
              <a:rPr lang="en-US" altLang="zh-CN" dirty="0"/>
              <a:t>86</a:t>
            </a:r>
            <a:r>
              <a:rPr lang="zh-CN" altLang="en-US" dirty="0"/>
              <a:t>和</a:t>
            </a:r>
            <a:r>
              <a:rPr lang="en-US" altLang="zh-CN" dirty="0"/>
              <a:t>39</a:t>
            </a:r>
            <a:r>
              <a:rPr lang="zh-CN" altLang="en-US" dirty="0"/>
              <a:t>比较，</a:t>
            </a:r>
            <a:r>
              <a:rPr lang="en-US" altLang="zh-CN" dirty="0"/>
              <a:t>86</a:t>
            </a:r>
            <a:r>
              <a:rPr lang="zh-CN" altLang="en-US" dirty="0"/>
              <a:t>较大，将</a:t>
            </a:r>
            <a:r>
              <a:rPr lang="en-US" altLang="zh-CN" dirty="0"/>
              <a:t>86</a:t>
            </a:r>
            <a:r>
              <a:rPr lang="zh-CN" altLang="en-US" dirty="0"/>
              <a:t>移动到</a:t>
            </a:r>
            <a:r>
              <a:rPr lang="en-US" altLang="zh-CN" dirty="0"/>
              <a:t>1</a:t>
            </a:r>
            <a:r>
              <a:rPr lang="zh-CN" altLang="en-US" dirty="0"/>
              <a:t>号位置。</a:t>
            </a:r>
            <a:endParaRPr lang="en-US" altLang="zh-CN" dirty="0"/>
          </a:p>
          <a:p>
            <a:pPr lvl="0"/>
            <a:r>
              <a:rPr lang="zh-CN" altLang="en-US" dirty="0"/>
              <a:t>（</a:t>
            </a:r>
            <a:r>
              <a:rPr lang="en-US" altLang="zh-CN" dirty="0"/>
              <a:t>12</a:t>
            </a:r>
            <a:r>
              <a:rPr lang="zh-CN" altLang="en-US" dirty="0"/>
              <a:t>）</a:t>
            </a:r>
            <a:r>
              <a:rPr lang="en-US" altLang="zh-CN" dirty="0"/>
              <a:t>42</a:t>
            </a:r>
            <a:r>
              <a:rPr lang="zh-CN" altLang="en-US" dirty="0"/>
              <a:t>和</a:t>
            </a:r>
            <a:r>
              <a:rPr lang="en-US" altLang="zh-CN" dirty="0"/>
              <a:t>58</a:t>
            </a:r>
            <a:r>
              <a:rPr lang="zh-CN" altLang="en-US" dirty="0"/>
              <a:t>比较，</a:t>
            </a:r>
            <a:r>
              <a:rPr lang="en-US" altLang="zh-CN" dirty="0"/>
              <a:t>58</a:t>
            </a:r>
            <a:r>
              <a:rPr lang="zh-CN" altLang="en-US" dirty="0"/>
              <a:t>较大；</a:t>
            </a:r>
            <a:r>
              <a:rPr lang="en-US" altLang="zh-CN" dirty="0"/>
              <a:t>58</a:t>
            </a:r>
            <a:r>
              <a:rPr lang="zh-CN" altLang="en-US" dirty="0"/>
              <a:t>和</a:t>
            </a:r>
            <a:r>
              <a:rPr lang="en-US" altLang="zh-CN" dirty="0"/>
              <a:t>39</a:t>
            </a:r>
            <a:r>
              <a:rPr lang="zh-CN" altLang="en-US" dirty="0"/>
              <a:t>比较，</a:t>
            </a:r>
            <a:r>
              <a:rPr lang="en-US" altLang="zh-CN" dirty="0"/>
              <a:t>58</a:t>
            </a:r>
            <a:r>
              <a:rPr lang="zh-CN" altLang="en-US" dirty="0"/>
              <a:t>较大，将</a:t>
            </a:r>
            <a:r>
              <a:rPr lang="en-US" altLang="zh-CN" dirty="0"/>
              <a:t>58</a:t>
            </a:r>
            <a:r>
              <a:rPr lang="zh-CN" altLang="en-US" dirty="0"/>
              <a:t>移动到</a:t>
            </a:r>
            <a:r>
              <a:rPr lang="en-US" altLang="zh-CN" dirty="0"/>
              <a:t>2</a:t>
            </a:r>
            <a:r>
              <a:rPr lang="zh-CN" altLang="en-US" dirty="0"/>
              <a:t>号位置，</a:t>
            </a:r>
            <a:endParaRPr lang="en-US" altLang="zh-CN" dirty="0"/>
          </a:p>
          <a:p>
            <a:pPr lvl="0"/>
            <a:r>
              <a:rPr lang="zh-CN" altLang="en-US" dirty="0"/>
              <a:t>（</a:t>
            </a:r>
            <a:r>
              <a:rPr lang="en-US" altLang="zh-CN" dirty="0"/>
              <a:t>13</a:t>
            </a:r>
            <a:r>
              <a:rPr lang="zh-CN" altLang="en-US" dirty="0"/>
              <a:t>）</a:t>
            </a:r>
            <a:r>
              <a:rPr lang="en-US" altLang="zh-CN" dirty="0"/>
              <a:t>5</a:t>
            </a:r>
            <a:r>
              <a:rPr lang="zh-CN" altLang="en-US" dirty="0"/>
              <a:t>号位置为叶子结点，将</a:t>
            </a:r>
            <a:r>
              <a:rPr lang="en-US" altLang="zh-CN" dirty="0"/>
              <a:t>39</a:t>
            </a:r>
            <a:r>
              <a:rPr lang="zh-CN" altLang="en-US" dirty="0"/>
              <a:t>移动到</a:t>
            </a:r>
            <a:r>
              <a:rPr lang="en-US" altLang="zh-CN" dirty="0"/>
              <a:t>5</a:t>
            </a:r>
            <a:r>
              <a:rPr lang="zh-CN" altLang="en-US" dirty="0"/>
              <a:t>号位置。对</a:t>
            </a:r>
            <a:r>
              <a:rPr lang="en-US" altLang="zh-CN" dirty="0"/>
              <a:t>1</a:t>
            </a:r>
            <a:r>
              <a:rPr lang="zh-CN" altLang="en-US" dirty="0"/>
              <a:t>号结点的筛选操作结束，整棵树就满足堆特性了。因此，建堆的过程就是按照非叶子结点编号的逆序，依次调用筛选操作，直到对</a:t>
            </a:r>
            <a:r>
              <a:rPr lang="en-US" altLang="zh-CN" dirty="0"/>
              <a:t>1</a:t>
            </a:r>
            <a:r>
              <a:rPr lang="zh-CN" altLang="en-US" dirty="0"/>
              <a:t>号结点调用筛选操作，完成建堆工作。</a:t>
            </a:r>
          </a:p>
        </p:txBody>
      </p:sp>
      <p:sp>
        <p:nvSpPr>
          <p:cNvPr id="153604" name="灯片编号占位符 3"/>
          <p:cNvSpPr txBox="1">
            <a:spLocks noGrp="1"/>
          </p:cNvSpPr>
          <p:nvPr>
            <p:ph type="sldNum" sz="quarter"/>
          </p:nvPr>
        </p:nvSpPr>
        <p:spPr>
          <a:xfrm>
            <a:off x="3883025" y="8685213"/>
            <a:ext cx="2973388" cy="457200"/>
          </a:xfrm>
          <a:prstGeom prst="rect">
            <a:avLst/>
          </a:prstGeom>
          <a:noFill/>
          <a:ln w="9525">
            <a:noFill/>
          </a:ln>
        </p:spPr>
        <p:txBody>
          <a:bodyPr anchor="b" anchorCtr="0"/>
          <a:lstStyle/>
          <a:p>
            <a:pPr lvl="0" algn="r" eaLnBrk="1" hangingPunct="1"/>
            <a:fld id="{9A0DB2DC-4C9A-4742-B13C-FB6460FD3503}" type="slidenum">
              <a:rPr lang="zh-CN" altLang="en-US" sz="1200" dirty="0"/>
              <a:t>15</a:t>
            </a:fld>
            <a:endParaRPr lang="zh-CN" altLang="en-US" sz="1200"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a:t>
            </a:r>
            <a:r>
              <a:rPr lang="en-US" altLang="zh-CN" dirty="0"/>
              <a:t>1</a:t>
            </a:r>
            <a:r>
              <a:rPr lang="zh-CN" altLang="en-US" dirty="0"/>
              <a:t>）归并排序是一类利用归并操作来进行排序的方法。</a:t>
            </a:r>
          </a:p>
          <a:p>
            <a:r>
              <a:rPr lang="zh-CN" altLang="en-US" dirty="0"/>
              <a:t>归并的具体含义是，将两个或者两个以上的记录有序序列，合并成为一个记录有序序列。</a:t>
            </a:r>
          </a:p>
          <a:p>
            <a:r>
              <a:rPr lang="zh-CN" altLang="en-US" dirty="0"/>
              <a:t>显然，只含一个记录的序列是有序，</a:t>
            </a:r>
          </a:p>
          <a:p>
            <a:r>
              <a:rPr lang="zh-CN" altLang="en-US" dirty="0"/>
              <a:t>因此，经过逐趟的归并，就可以使整个序列中有序子序列的长度逐趟地增大，</a:t>
            </a:r>
          </a:p>
          <a:p>
            <a:r>
              <a:rPr lang="zh-CN" altLang="en-US" dirty="0"/>
              <a:t>一直到整个记录的序列成为一个有序序列为止。</a:t>
            </a:r>
          </a:p>
          <a:p>
            <a:r>
              <a:rPr lang="zh-CN" altLang="en-US" dirty="0"/>
              <a:t>二路归并排序是归并排序中的一种最简单的情况，</a:t>
            </a:r>
          </a:p>
          <a:p>
            <a:r>
              <a:rPr lang="zh-CN" altLang="en-US" dirty="0"/>
              <a:t>它的基本操作是将两个相邻的有序子序列合成为一个有序序列。</a:t>
            </a:r>
          </a:p>
          <a:p>
            <a:r>
              <a:rPr lang="zh-CN" altLang="en-US" dirty="0"/>
              <a:t>（</a:t>
            </a:r>
            <a:r>
              <a:rPr lang="en-US" altLang="zh-CN" dirty="0"/>
              <a:t>2</a:t>
            </a:r>
            <a:r>
              <a:rPr lang="zh-CN" altLang="en-US" dirty="0"/>
              <a:t>）如页面右侧的示意图所示。</a:t>
            </a:r>
          </a:p>
          <a:p>
            <a:r>
              <a:rPr lang="zh-CN" altLang="en-US" dirty="0"/>
              <a:t>这个操作对于顺序表来说是非常容易实现的，</a:t>
            </a:r>
          </a:p>
          <a:p>
            <a:r>
              <a:rPr lang="zh-CN" altLang="en-US" dirty="0"/>
              <a:t>只要对这两个子序列中的记录，以关键字从小到大进行复制就可以了。</a:t>
            </a:r>
          </a:p>
          <a:p>
            <a:r>
              <a:rPr lang="zh-CN" altLang="en-US" dirty="0"/>
              <a:t>（</a:t>
            </a:r>
            <a:r>
              <a:rPr lang="en-US" altLang="zh-CN" dirty="0"/>
              <a:t>3</a:t>
            </a:r>
            <a:r>
              <a:rPr lang="zh-CN" altLang="en-US" dirty="0"/>
              <a:t>）这个归并过程可描述为算法</a:t>
            </a:r>
            <a:r>
              <a:rPr lang="en-US" altLang="zh-CN" dirty="0"/>
              <a:t>10.10</a:t>
            </a:r>
            <a:r>
              <a:rPr lang="zh-CN" altLang="en-US" dirty="0"/>
              <a:t>。</a:t>
            </a:r>
          </a:p>
          <a:p>
            <a:r>
              <a:rPr lang="zh-CN" altLang="en-US" dirty="0"/>
              <a:t>我想大家对这个算法一定会感到非常熟悉。</a:t>
            </a:r>
          </a:p>
          <a:p>
            <a:r>
              <a:rPr lang="zh-CN" altLang="en-US" dirty="0"/>
              <a:t>它和我们第二章中讨论的将两个有序顺序表归并为一个有序顺序表，是非常类似的。</a:t>
            </a:r>
          </a:p>
          <a:p>
            <a:r>
              <a:rPr lang="zh-CN" altLang="en-US" dirty="0"/>
              <a:t>所不同的是，我们这里所要归并的这两个记录子序列是同一个序列中的前后两部分。</a:t>
            </a:r>
          </a:p>
          <a:p>
            <a:r>
              <a:rPr lang="zh-CN" altLang="en-US" dirty="0"/>
              <a:t>（</a:t>
            </a:r>
            <a:r>
              <a:rPr lang="en-US" altLang="zh-CN" dirty="0"/>
              <a:t>4</a:t>
            </a:r>
            <a:r>
              <a:rPr lang="zh-CN" altLang="en-US" dirty="0"/>
              <a:t>）现在我们来看函数中的这</a:t>
            </a:r>
            <a:r>
              <a:rPr lang="en-US" altLang="zh-CN" dirty="0"/>
              <a:t>4</a:t>
            </a:r>
            <a:r>
              <a:rPr lang="zh-CN" altLang="en-US" dirty="0"/>
              <a:t>个参数，</a:t>
            </a:r>
          </a:p>
          <a:p>
            <a:r>
              <a:rPr lang="zh-CN" altLang="en-US" dirty="0"/>
              <a:t>数组</a:t>
            </a:r>
            <a:r>
              <a:rPr lang="en-US" altLang="zh-CN" dirty="0"/>
              <a:t>R</a:t>
            </a:r>
            <a:r>
              <a:rPr lang="zh-CN" altLang="en-US" dirty="0"/>
              <a:t>中存放的是归并之前的记录序列，其中从</a:t>
            </a:r>
            <a:r>
              <a:rPr lang="en-US" altLang="zh-CN" dirty="0" err="1"/>
              <a:t>i</a:t>
            </a:r>
            <a:r>
              <a:rPr lang="zh-CN" altLang="en-US" dirty="0"/>
              <a:t>到</a:t>
            </a:r>
            <a:r>
              <a:rPr lang="en-US" altLang="zh-CN" dirty="0"/>
              <a:t>m</a:t>
            </a:r>
            <a:r>
              <a:rPr lang="zh-CN" altLang="en-US" dirty="0"/>
              <a:t>和从</a:t>
            </a:r>
            <a:r>
              <a:rPr lang="en-US" altLang="zh-CN" dirty="0"/>
              <a:t>m+1</a:t>
            </a:r>
            <a:r>
              <a:rPr lang="zh-CN" altLang="en-US" dirty="0"/>
              <a:t>到</a:t>
            </a:r>
            <a:r>
              <a:rPr lang="en-US" altLang="zh-CN" dirty="0"/>
              <a:t>n</a:t>
            </a:r>
            <a:r>
              <a:rPr lang="zh-CN" altLang="en-US" dirty="0"/>
              <a:t>分别为两个有序的子序列。</a:t>
            </a:r>
          </a:p>
          <a:p>
            <a:r>
              <a:rPr lang="zh-CN" altLang="en-US" dirty="0"/>
              <a:t>现在我们要对这个相邻存放的这两个有序子序列进行归并。</a:t>
            </a:r>
          </a:p>
          <a:p>
            <a:r>
              <a:rPr lang="zh-CN" altLang="en-US" dirty="0"/>
              <a:t>也就是说，按照它们的关键字从小到大的顺序，将这两个子序列中的记录按序重排，</a:t>
            </a:r>
          </a:p>
          <a:p>
            <a:r>
              <a:rPr lang="zh-CN" altLang="en-US" dirty="0"/>
              <a:t>使得数组</a:t>
            </a:r>
            <a:r>
              <a:rPr lang="en-US" altLang="zh-CN" dirty="0"/>
              <a:t>R</a:t>
            </a:r>
            <a:r>
              <a:rPr lang="zh-CN" altLang="en-US" dirty="0"/>
              <a:t>中从</a:t>
            </a:r>
            <a:r>
              <a:rPr lang="en-US" altLang="zh-CN" dirty="0" err="1"/>
              <a:t>i</a:t>
            </a:r>
            <a:r>
              <a:rPr lang="zh-CN" altLang="en-US" dirty="0"/>
              <a:t>到</a:t>
            </a:r>
            <a:r>
              <a:rPr lang="en-US" altLang="zh-CN" dirty="0"/>
              <a:t>n</a:t>
            </a:r>
            <a:r>
              <a:rPr lang="zh-CN" altLang="en-US" dirty="0"/>
              <a:t>的记录成为一个有序序列。</a:t>
            </a:r>
          </a:p>
          <a:p>
            <a:r>
              <a:rPr lang="zh-CN" altLang="en-US" dirty="0"/>
              <a:t>（</a:t>
            </a:r>
            <a:r>
              <a:rPr lang="en-US" altLang="zh-CN" dirty="0"/>
              <a:t>5</a:t>
            </a:r>
            <a:r>
              <a:rPr lang="zh-CN" altLang="en-US" dirty="0"/>
              <a:t>）算法首先将数组</a:t>
            </a:r>
            <a:r>
              <a:rPr lang="en-US" altLang="zh-CN" dirty="0"/>
              <a:t>R[</a:t>
            </a:r>
            <a:r>
              <a:rPr lang="en-US" altLang="zh-CN" dirty="0" err="1"/>
              <a:t>i</a:t>
            </a:r>
            <a:r>
              <a:rPr lang="en-US" altLang="zh-CN" dirty="0"/>
              <a:t>..n]</a:t>
            </a:r>
            <a:r>
              <a:rPr lang="zh-CN" altLang="en-US" dirty="0"/>
              <a:t>复制到辅助数组</a:t>
            </a:r>
            <a:r>
              <a:rPr lang="en-US" altLang="zh-CN" dirty="0" err="1"/>
              <a:t>auxR</a:t>
            </a:r>
            <a:r>
              <a:rPr lang="en-US" altLang="zh-CN" dirty="0"/>
              <a:t>[</a:t>
            </a:r>
            <a:r>
              <a:rPr lang="en-US" altLang="zh-CN" dirty="0" err="1"/>
              <a:t>i</a:t>
            </a:r>
            <a:r>
              <a:rPr lang="en-US" altLang="zh-CN" dirty="0"/>
              <a:t>..n]</a:t>
            </a:r>
            <a:r>
              <a:rPr lang="zh-CN" altLang="en-US" dirty="0"/>
              <a:t>，</a:t>
            </a:r>
            <a:endParaRPr lang="en-US" altLang="zh-CN" dirty="0"/>
          </a:p>
          <a:p>
            <a:r>
              <a:rPr lang="zh-CN" altLang="en-US" dirty="0"/>
              <a:t>（</a:t>
            </a:r>
            <a:r>
              <a:rPr lang="en-US" altLang="zh-CN" dirty="0"/>
              <a:t>6</a:t>
            </a:r>
            <a:r>
              <a:rPr lang="zh-CN" altLang="en-US" dirty="0"/>
              <a:t>）然后依次比较两个子序列的记录关键字，从小到大逐个复制回数组</a:t>
            </a:r>
            <a:r>
              <a:rPr lang="en-US" altLang="zh-CN" dirty="0"/>
              <a:t>R</a:t>
            </a:r>
            <a:r>
              <a:rPr lang="zh-CN" altLang="en-US" dirty="0"/>
              <a:t>，请观看这个归并过程。</a:t>
            </a:r>
          </a:p>
          <a:p>
            <a:endParaRPr lang="zh-CN" altLang="en-US" dirty="0"/>
          </a:p>
        </p:txBody>
      </p:sp>
      <p:sp>
        <p:nvSpPr>
          <p:cNvPr id="4" name="灯片编号占位符 3"/>
          <p:cNvSpPr>
            <a:spLocks noGrp="1"/>
          </p:cNvSpPr>
          <p:nvPr>
            <p:ph type="sldNum" sz="quarter" idx="5"/>
          </p:nvPr>
        </p:nvSpPr>
        <p:spPr/>
        <p:txBody>
          <a:bodyPr/>
          <a:lstStyle/>
          <a:p>
            <a:fld id="{DFBE5698-BA85-4F86-91AC-2C3C9F5E6132}" type="slidenum">
              <a:rPr lang="zh-CN" altLang="en-US" smtClean="0"/>
              <a:t>16</a:t>
            </a:fld>
            <a:endParaRPr lang="zh-CN" altLang="en-US"/>
          </a:p>
        </p:txBody>
      </p:sp>
    </p:spTree>
    <p:extLst>
      <p:ext uri="{BB962C8B-B14F-4D97-AF65-F5344CB8AC3E}">
        <p14:creationId xmlns:p14="http://schemas.microsoft.com/office/powerpoint/2010/main" val="41819463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a:t>
            </a:r>
            <a:r>
              <a:rPr lang="en-US" altLang="zh-CN" dirty="0"/>
              <a:t>1</a:t>
            </a:r>
            <a:r>
              <a:rPr lang="zh-CN" altLang="en-US" dirty="0"/>
              <a:t>）那么，对于二路归并排序来说，</a:t>
            </a:r>
          </a:p>
          <a:p>
            <a:r>
              <a:rPr lang="zh-CN" altLang="en-US" dirty="0"/>
              <a:t>首先，应该先得到这样两个子序列，</a:t>
            </a:r>
          </a:p>
          <a:p>
            <a:r>
              <a:rPr lang="zh-CN" altLang="en-US" dirty="0"/>
              <a:t>然后，按照算法</a:t>
            </a:r>
            <a:r>
              <a:rPr lang="en-US" altLang="zh-CN" dirty="0"/>
              <a:t>10.10</a:t>
            </a:r>
            <a:r>
              <a:rPr lang="zh-CN" altLang="en-US" dirty="0"/>
              <a:t>对它们进行一次复制归并操作就可以了。</a:t>
            </a:r>
          </a:p>
          <a:p>
            <a:r>
              <a:rPr lang="zh-CN" altLang="en-US" dirty="0"/>
              <a:t>显然，产生有序子序列的简便方法，就是对它们分别进行二路归并排序。</a:t>
            </a:r>
          </a:p>
          <a:p>
            <a:r>
              <a:rPr lang="zh-CN" altLang="en-US" dirty="0"/>
              <a:t>算法</a:t>
            </a:r>
            <a:r>
              <a:rPr lang="en-US" altLang="zh-CN" dirty="0"/>
              <a:t>10.13</a:t>
            </a:r>
            <a:r>
              <a:rPr lang="zh-CN" altLang="en-US" dirty="0"/>
              <a:t>就是这样一个进行二路归并排序的递归算法。</a:t>
            </a:r>
          </a:p>
          <a:p>
            <a:r>
              <a:rPr lang="zh-CN" altLang="en-US" dirty="0"/>
              <a:t>（</a:t>
            </a:r>
            <a:r>
              <a:rPr lang="en-US" altLang="zh-CN" dirty="0"/>
              <a:t>2</a:t>
            </a:r>
            <a:r>
              <a:rPr lang="zh-CN" altLang="en-US" dirty="0"/>
              <a:t>）和快速排序相类似，算法中的这两个参数</a:t>
            </a:r>
            <a:r>
              <a:rPr lang="en-US" altLang="zh-CN" dirty="0"/>
              <a:t>s</a:t>
            </a:r>
            <a:r>
              <a:rPr lang="zh-CN" altLang="en-US" dirty="0"/>
              <a:t>和</a:t>
            </a:r>
            <a:r>
              <a:rPr lang="en-US" altLang="zh-CN" dirty="0"/>
              <a:t>t</a:t>
            </a:r>
            <a:r>
              <a:rPr lang="zh-CN" altLang="en-US" dirty="0"/>
              <a:t>，也是进行排序的记录序列的上下界。</a:t>
            </a:r>
          </a:p>
          <a:p>
            <a:r>
              <a:rPr lang="zh-CN" altLang="en-US" dirty="0"/>
              <a:t>（</a:t>
            </a:r>
            <a:r>
              <a:rPr lang="en-US" altLang="zh-CN" dirty="0"/>
              <a:t>3</a:t>
            </a:r>
            <a:r>
              <a:rPr lang="zh-CN" altLang="en-US" dirty="0"/>
              <a:t>）递归的最简单情况，就是这个序列的长度为</a:t>
            </a:r>
            <a:r>
              <a:rPr lang="en-US" altLang="zh-CN" dirty="0"/>
              <a:t>1</a:t>
            </a:r>
            <a:r>
              <a:rPr lang="zh-CN" altLang="en-US" dirty="0"/>
              <a:t>。</a:t>
            </a:r>
          </a:p>
          <a:p>
            <a:r>
              <a:rPr lang="zh-CN" altLang="en-US" dirty="0"/>
              <a:t>（</a:t>
            </a:r>
            <a:r>
              <a:rPr lang="en-US" altLang="zh-CN" dirty="0"/>
              <a:t>4</a:t>
            </a:r>
            <a:r>
              <a:rPr lang="zh-CN" altLang="en-US" dirty="0"/>
              <a:t>）否则的话，首先将这个序列一分为二，</a:t>
            </a:r>
          </a:p>
          <a:p>
            <a:r>
              <a:rPr lang="zh-CN" altLang="en-US" dirty="0"/>
              <a:t>（</a:t>
            </a:r>
            <a:r>
              <a:rPr lang="en-US" altLang="zh-CN" dirty="0"/>
              <a:t>5</a:t>
            </a:r>
            <a:r>
              <a:rPr lang="zh-CN" altLang="en-US" dirty="0"/>
              <a:t>）分别对它的前半段和后半段递归进行二路归并排序。</a:t>
            </a:r>
          </a:p>
          <a:p>
            <a:r>
              <a:rPr lang="zh-CN" altLang="en-US" dirty="0"/>
              <a:t>（</a:t>
            </a:r>
            <a:r>
              <a:rPr lang="en-US" altLang="zh-CN" dirty="0"/>
              <a:t>6</a:t>
            </a:r>
            <a:r>
              <a:rPr lang="zh-CN" altLang="en-US" dirty="0"/>
              <a:t>）然后，利用算法</a:t>
            </a:r>
            <a:r>
              <a:rPr lang="en-US" altLang="zh-CN" dirty="0"/>
              <a:t>10.10</a:t>
            </a:r>
            <a:r>
              <a:rPr lang="zh-CN" altLang="en-US" dirty="0"/>
              <a:t>对它们进行一次归并操作，从而使得整个记录序列成为一个有序序列。</a:t>
            </a:r>
          </a:p>
          <a:p>
            <a:r>
              <a:rPr lang="zh-CN" altLang="en-US" dirty="0"/>
              <a:t>（</a:t>
            </a:r>
            <a:r>
              <a:rPr lang="en-US" altLang="zh-CN" dirty="0"/>
              <a:t>7</a:t>
            </a:r>
            <a:r>
              <a:rPr lang="zh-CN" altLang="en-US" dirty="0"/>
              <a:t>）算法</a:t>
            </a:r>
            <a:r>
              <a:rPr lang="en-US" altLang="zh-CN" dirty="0"/>
              <a:t>10.11</a:t>
            </a:r>
            <a:r>
              <a:rPr lang="zh-CN" altLang="en-US" dirty="0"/>
              <a:t>的</a:t>
            </a:r>
            <a:r>
              <a:rPr lang="en-US" altLang="zh-CN" dirty="0" err="1"/>
              <a:t>MergeSort</a:t>
            </a:r>
            <a:r>
              <a:rPr lang="zh-CN" altLang="en-US" dirty="0"/>
              <a:t>是对顺序表</a:t>
            </a:r>
            <a:r>
              <a:rPr lang="en-US" altLang="zh-CN" dirty="0"/>
              <a:t>L</a:t>
            </a:r>
            <a:r>
              <a:rPr lang="zh-CN" altLang="en-US" dirty="0"/>
              <a:t>进行二路归并排序的主函数，</a:t>
            </a:r>
          </a:p>
          <a:p>
            <a:r>
              <a:rPr lang="zh-CN" altLang="en-US" dirty="0"/>
              <a:t>（</a:t>
            </a:r>
            <a:r>
              <a:rPr lang="en-US" altLang="zh-CN" dirty="0"/>
              <a:t>8</a:t>
            </a:r>
            <a:r>
              <a:rPr lang="zh-CN" altLang="en-US" dirty="0"/>
              <a:t>）它在调用</a:t>
            </a:r>
            <a:r>
              <a:rPr lang="en-US" altLang="zh-CN" dirty="0" err="1"/>
              <a:t>MSort</a:t>
            </a:r>
            <a:r>
              <a:rPr lang="zh-CN" altLang="en-US" dirty="0"/>
              <a:t>的前后，为辅助数组</a:t>
            </a:r>
            <a:r>
              <a:rPr lang="en-US" altLang="zh-CN" dirty="0" err="1"/>
              <a:t>auxR</a:t>
            </a:r>
            <a:r>
              <a:rPr lang="zh-CN" altLang="en-US" dirty="0"/>
              <a:t>分配和释放存储空间。</a:t>
            </a:r>
            <a:r>
              <a:rPr lang="en-US" altLang="zh-CN" dirty="0" err="1"/>
              <a:t>auxR</a:t>
            </a:r>
            <a:r>
              <a:rPr lang="zh-CN" altLang="en-US" dirty="0"/>
              <a:t>可声明为指针型的全局变量。</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a:t>
            </a:r>
            <a:r>
              <a:rPr lang="en-US" altLang="zh-CN" dirty="0"/>
              <a:t>9</a:t>
            </a:r>
            <a:r>
              <a:rPr lang="zh-CN" altLang="en-US" dirty="0"/>
              <a:t>）下面对图</a:t>
            </a:r>
            <a:r>
              <a:rPr lang="en-US" altLang="zh-CN" dirty="0"/>
              <a:t>10.11</a:t>
            </a:r>
            <a:r>
              <a:rPr lang="zh-CN" altLang="en-US" dirty="0"/>
              <a:t>的示例演示归并排序算法的执行过程。</a:t>
            </a:r>
          </a:p>
          <a:p>
            <a:r>
              <a:rPr lang="zh-CN" altLang="en-US" dirty="0"/>
              <a:t>（</a:t>
            </a:r>
            <a:r>
              <a:rPr lang="en-US" altLang="zh-CN" dirty="0"/>
              <a:t>10</a:t>
            </a:r>
            <a:r>
              <a:rPr lang="zh-CN" altLang="en-US" dirty="0"/>
              <a:t>）容易看出，二路归并排序的时间复杂度，也是和</a:t>
            </a:r>
            <a:r>
              <a:rPr lang="en-US" altLang="zh-CN" dirty="0" err="1"/>
              <a:t>nlogn</a:t>
            </a:r>
            <a:r>
              <a:rPr lang="zh-CN" altLang="en-US" dirty="0"/>
              <a:t>等数量级的。</a:t>
            </a:r>
          </a:p>
          <a:p>
            <a:endParaRPr lang="zh-CN" altLang="en-US" dirty="0"/>
          </a:p>
        </p:txBody>
      </p:sp>
      <p:sp>
        <p:nvSpPr>
          <p:cNvPr id="4" name="灯片编号占位符 3"/>
          <p:cNvSpPr>
            <a:spLocks noGrp="1"/>
          </p:cNvSpPr>
          <p:nvPr>
            <p:ph type="sldNum" sz="quarter" idx="5"/>
          </p:nvPr>
        </p:nvSpPr>
        <p:spPr/>
        <p:txBody>
          <a:bodyPr/>
          <a:lstStyle/>
          <a:p>
            <a:fld id="{DFBE5698-BA85-4F86-91AC-2C3C9F5E6132}" type="slidenum">
              <a:rPr lang="zh-CN" altLang="en-US" smtClean="0"/>
              <a:t>17</a:t>
            </a:fld>
            <a:endParaRPr lang="zh-CN" altLang="en-US"/>
          </a:p>
        </p:txBody>
      </p:sp>
    </p:spTree>
    <p:extLst>
      <p:ext uri="{BB962C8B-B14F-4D97-AF65-F5344CB8AC3E}">
        <p14:creationId xmlns:p14="http://schemas.microsoft.com/office/powerpoint/2010/main" val="9806489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a:t>
            </a:r>
            <a:r>
              <a:rPr lang="en-US" altLang="zh-CN" dirty="0"/>
              <a:t>1</a:t>
            </a:r>
            <a:r>
              <a:rPr lang="zh-CN" altLang="en-US" dirty="0"/>
              <a:t>）由于在基数排序中，我们是将排序依据的逻辑关键字看成是有多个关键字组成，因此，基数排序算法中的记录和顺序表的类型，和这一章一开始的定义就不相同了。关键字按位从低到高依次存放在</a:t>
            </a:r>
            <a:r>
              <a:rPr lang="en-US" altLang="zh-CN" dirty="0"/>
              <a:t>keys</a:t>
            </a:r>
            <a:r>
              <a:rPr lang="zh-CN" altLang="en-US" dirty="0"/>
              <a:t>数组中，比如整型的关键字，</a:t>
            </a:r>
            <a:r>
              <a:rPr lang="en-US" altLang="zh-CN" dirty="0"/>
              <a:t>keys[0]</a:t>
            </a:r>
            <a:r>
              <a:rPr lang="zh-CN" altLang="en-US" dirty="0"/>
              <a:t>为个位数，</a:t>
            </a:r>
            <a:r>
              <a:rPr lang="en-US" altLang="zh-CN" dirty="0"/>
              <a:t>keys[1]</a:t>
            </a:r>
            <a:r>
              <a:rPr lang="zh-CN" altLang="en-US" dirty="0"/>
              <a:t>为十位数。</a:t>
            </a:r>
          </a:p>
          <a:p>
            <a:r>
              <a:rPr lang="zh-CN" altLang="en-US" dirty="0"/>
              <a:t>（</a:t>
            </a:r>
            <a:r>
              <a:rPr lang="en-US" altLang="zh-CN" dirty="0"/>
              <a:t>2</a:t>
            </a:r>
            <a:r>
              <a:rPr lang="zh-CN" altLang="en-US" dirty="0"/>
              <a:t>）链式基数排序是在链表的结构上实现基数排序的算法。它的基本思想是，</a:t>
            </a:r>
          </a:p>
          <a:p>
            <a:r>
              <a:rPr lang="zh-CN" altLang="en-US" dirty="0"/>
              <a:t>（</a:t>
            </a:r>
            <a:r>
              <a:rPr lang="en-US" altLang="zh-CN" dirty="0"/>
              <a:t>3</a:t>
            </a:r>
            <a:r>
              <a:rPr lang="zh-CN" altLang="en-US" dirty="0"/>
              <a:t>）类似于表插入排序，在存储结构中每个表结点添加一个</a:t>
            </a:r>
            <a:r>
              <a:rPr lang="en-US" altLang="zh-CN" dirty="0"/>
              <a:t>next</a:t>
            </a:r>
            <a:r>
              <a:rPr lang="zh-CN" altLang="en-US" dirty="0"/>
              <a:t>指针，将这个存储记录的顺序表改造为一个静态链表。</a:t>
            </a:r>
            <a:endParaRPr lang="en-US" altLang="zh-CN" dirty="0"/>
          </a:p>
          <a:p>
            <a:r>
              <a:rPr lang="zh-CN" altLang="en-US" dirty="0"/>
              <a:t>（</a:t>
            </a:r>
            <a:r>
              <a:rPr lang="en-US" altLang="zh-CN" dirty="0"/>
              <a:t>4</a:t>
            </a:r>
            <a:r>
              <a:rPr lang="zh-CN" altLang="en-US" dirty="0"/>
              <a:t>）并通过修改结点的</a:t>
            </a:r>
            <a:r>
              <a:rPr lang="en-US" altLang="zh-CN" dirty="0"/>
              <a:t>next</a:t>
            </a:r>
            <a:r>
              <a:rPr lang="zh-CN" altLang="en-US" dirty="0"/>
              <a:t>指针，来实现基数排序中的分配和收集。</a:t>
            </a:r>
            <a:endParaRPr lang="en-US" altLang="zh-CN" dirty="0"/>
          </a:p>
          <a:p>
            <a:r>
              <a:rPr lang="zh-CN" altLang="en-US" dirty="0"/>
              <a:t>（</a:t>
            </a:r>
            <a:r>
              <a:rPr lang="en-US" altLang="zh-CN" dirty="0"/>
              <a:t>5</a:t>
            </a:r>
            <a:r>
              <a:rPr lang="zh-CN" altLang="en-US" dirty="0"/>
              <a:t>）具体做法是，每一趟的分配操作，由算法</a:t>
            </a:r>
            <a:r>
              <a:rPr lang="en-US" altLang="zh-CN" dirty="0"/>
              <a:t>10.13</a:t>
            </a:r>
            <a:r>
              <a:rPr lang="zh-CN" altLang="en-US" dirty="0"/>
              <a:t>将整个链表分割成若干个子链表，每个子链表都是一个关键字相同的链队列。</a:t>
            </a:r>
          </a:p>
          <a:p>
            <a:r>
              <a:rPr lang="zh-CN" altLang="en-US" dirty="0"/>
              <a:t>（</a:t>
            </a:r>
            <a:r>
              <a:rPr lang="en-US" altLang="zh-CN" dirty="0"/>
              <a:t>6</a:t>
            </a:r>
            <a:r>
              <a:rPr lang="zh-CN" altLang="en-US" dirty="0"/>
              <a:t>）而收集的操作，则是调用算法</a:t>
            </a:r>
            <a:r>
              <a:rPr lang="en-US" altLang="zh-CN" dirty="0"/>
              <a:t>10.14</a:t>
            </a:r>
            <a:r>
              <a:rPr lang="zh-CN" altLang="en-US" dirty="0"/>
              <a:t>，按照关键字从小到大的顺序，将这些链队列头尾相接地重新连接在一个链表。</a:t>
            </a:r>
          </a:p>
          <a:p>
            <a:endParaRPr lang="zh-CN" altLang="en-US" dirty="0"/>
          </a:p>
        </p:txBody>
      </p:sp>
      <p:sp>
        <p:nvSpPr>
          <p:cNvPr id="4" name="灯片编号占位符 3"/>
          <p:cNvSpPr>
            <a:spLocks noGrp="1"/>
          </p:cNvSpPr>
          <p:nvPr>
            <p:ph type="sldNum" sz="quarter" idx="5"/>
          </p:nvPr>
        </p:nvSpPr>
        <p:spPr/>
        <p:txBody>
          <a:bodyPr/>
          <a:lstStyle/>
          <a:p>
            <a:fld id="{E4959924-3293-4FAC-ADC7-CBB8488C535E}" type="slidenum">
              <a:rPr lang="zh-CN" altLang="en-US" smtClean="0"/>
              <a:t>18</a:t>
            </a:fld>
            <a:endParaRPr lang="zh-CN" altLang="en-US"/>
          </a:p>
        </p:txBody>
      </p:sp>
    </p:spTree>
    <p:extLst>
      <p:ext uri="{BB962C8B-B14F-4D97-AF65-F5344CB8AC3E}">
        <p14:creationId xmlns:p14="http://schemas.microsoft.com/office/powerpoint/2010/main" val="23298666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a:t>
            </a:r>
            <a:r>
              <a:rPr lang="en-US" altLang="zh-CN" dirty="0"/>
              <a:t>1</a:t>
            </a:r>
            <a:r>
              <a:rPr lang="zh-CN" altLang="en-US" dirty="0"/>
              <a:t>）我们来看一个具体例子，这是对图</a:t>
            </a:r>
            <a:r>
              <a:rPr lang="en-US" altLang="zh-CN" dirty="0"/>
              <a:t>10.12</a:t>
            </a:r>
            <a:r>
              <a:rPr lang="zh-CN" altLang="en-US" dirty="0"/>
              <a:t>例子的简化，略去了各记录关键字的高位，只有个位和十位，分别存放在</a:t>
            </a:r>
            <a:r>
              <a:rPr lang="en-US" altLang="zh-CN" dirty="0"/>
              <a:t>keys[0]</a:t>
            </a:r>
            <a:r>
              <a:rPr lang="zh-CN" altLang="en-US" dirty="0"/>
              <a:t>和</a:t>
            </a:r>
            <a:r>
              <a:rPr lang="en-US" altLang="zh-CN" dirty="0"/>
              <a:t>keys[1]</a:t>
            </a:r>
            <a:r>
              <a:rPr lang="zh-CN" altLang="en-US" dirty="0"/>
              <a:t>。</a:t>
            </a:r>
          </a:p>
          <a:p>
            <a:r>
              <a:rPr lang="zh-CN" altLang="en-US" dirty="0"/>
              <a:t>（</a:t>
            </a:r>
            <a:r>
              <a:rPr lang="en-US" altLang="zh-CN" dirty="0"/>
              <a:t>2</a:t>
            </a:r>
            <a:r>
              <a:rPr lang="zh-CN" altLang="en-US" dirty="0"/>
              <a:t>）首先，我们将这</a:t>
            </a:r>
            <a:r>
              <a:rPr lang="en-US" altLang="zh-CN" dirty="0"/>
              <a:t>10</a:t>
            </a:r>
            <a:r>
              <a:rPr lang="zh-CN" altLang="en-US" dirty="0"/>
              <a:t>个记录的顺序表构建成一个静态链表。</a:t>
            </a:r>
          </a:p>
          <a:p>
            <a:r>
              <a:rPr lang="zh-CN" altLang="en-US" dirty="0"/>
              <a:t>（</a:t>
            </a:r>
            <a:r>
              <a:rPr lang="en-US" altLang="zh-CN" dirty="0"/>
              <a:t>3</a:t>
            </a:r>
            <a:r>
              <a:rPr lang="zh-CN" altLang="en-US" dirty="0"/>
              <a:t>）然后调用算法</a:t>
            </a:r>
            <a:r>
              <a:rPr lang="en-US" altLang="zh-CN" dirty="0"/>
              <a:t>10.15</a:t>
            </a:r>
            <a:r>
              <a:rPr lang="zh-CN" altLang="en-US" dirty="0"/>
              <a:t>，进行第一趟分配，参数</a:t>
            </a:r>
            <a:r>
              <a:rPr lang="en-US" altLang="zh-CN" dirty="0" err="1"/>
              <a:t>i</a:t>
            </a:r>
            <a:r>
              <a:rPr lang="zh-CN" altLang="en-US" dirty="0"/>
              <a:t>的实参值为</a:t>
            </a:r>
            <a:r>
              <a:rPr lang="en-US" altLang="zh-CN" dirty="0"/>
              <a:t>0</a:t>
            </a:r>
            <a:r>
              <a:rPr lang="zh-CN" altLang="en-US" dirty="0"/>
              <a:t>，用以定位各记录的关键字的个位数；参数</a:t>
            </a:r>
            <a:r>
              <a:rPr lang="en-US" altLang="zh-CN" dirty="0"/>
              <a:t>f</a:t>
            </a:r>
            <a:r>
              <a:rPr lang="zh-CN" altLang="en-US" dirty="0"/>
              <a:t>和</a:t>
            </a:r>
            <a:r>
              <a:rPr lang="en-US" altLang="zh-CN" dirty="0"/>
              <a:t>e</a:t>
            </a:r>
            <a:r>
              <a:rPr lang="zh-CN" altLang="en-US" dirty="0"/>
              <a:t>是两个数组，分别作为分配记录的</a:t>
            </a:r>
            <a:r>
              <a:rPr lang="en-US" altLang="zh-CN" dirty="0"/>
              <a:t>10</a:t>
            </a:r>
            <a:r>
              <a:rPr lang="zh-CN" altLang="en-US" dirty="0"/>
              <a:t>个队列的头尾指针。</a:t>
            </a:r>
          </a:p>
          <a:p>
            <a:r>
              <a:rPr lang="zh-CN" altLang="en-US" dirty="0"/>
              <a:t>（</a:t>
            </a:r>
            <a:r>
              <a:rPr lang="en-US" altLang="zh-CN" dirty="0"/>
              <a:t>4</a:t>
            </a:r>
            <a:r>
              <a:rPr lang="zh-CN" altLang="en-US" dirty="0"/>
              <a:t>）我们来观看分配的过程：从</a:t>
            </a:r>
            <a:r>
              <a:rPr lang="en-US" altLang="zh-CN" dirty="0"/>
              <a:t>p</a:t>
            </a:r>
            <a:r>
              <a:rPr lang="zh-CN" altLang="en-US" dirty="0"/>
              <a:t>指针所指的第一个记录起，依次考察它们关键字的的个位数</a:t>
            </a:r>
            <a:r>
              <a:rPr lang="en-US" altLang="zh-CN" dirty="0"/>
              <a:t>keys[0]</a:t>
            </a:r>
            <a:r>
              <a:rPr lang="zh-CN" altLang="en-US" dirty="0"/>
              <a:t>，并且，将个位数</a:t>
            </a:r>
            <a:r>
              <a:rPr lang="en-US" altLang="zh-CN" dirty="0"/>
              <a:t>keys[0]</a:t>
            </a:r>
            <a:r>
              <a:rPr lang="zh-CN" altLang="en-US" dirty="0"/>
              <a:t>相同的记录链接到同一个队列中去，而这个队列的头尾指针分别是</a:t>
            </a:r>
            <a:r>
              <a:rPr lang="en-US" altLang="zh-CN" dirty="0"/>
              <a:t>f[keys[0]]</a:t>
            </a:r>
            <a:r>
              <a:rPr lang="zh-CN" altLang="en-US" dirty="0"/>
              <a:t>和</a:t>
            </a:r>
            <a:r>
              <a:rPr lang="en-US" altLang="zh-CN" dirty="0"/>
              <a:t>e[keys[0]]</a:t>
            </a:r>
            <a:r>
              <a:rPr lang="zh-CN" altLang="en-US" dirty="0"/>
              <a:t>。</a:t>
            </a:r>
          </a:p>
          <a:p>
            <a:r>
              <a:rPr lang="zh-CN" altLang="en-US" dirty="0"/>
              <a:t>（</a:t>
            </a:r>
            <a:r>
              <a:rPr lang="en-US" altLang="zh-CN" dirty="0"/>
              <a:t>5</a:t>
            </a:r>
            <a:r>
              <a:rPr lang="zh-CN" altLang="en-US" dirty="0"/>
              <a:t>）可见，由在第一次分配得到的结果是，这个静态链表被划分成</a:t>
            </a:r>
            <a:r>
              <a:rPr lang="en-US" altLang="zh-CN" dirty="0"/>
              <a:t>6</a:t>
            </a:r>
            <a:r>
              <a:rPr lang="zh-CN" altLang="en-US" dirty="0"/>
              <a:t>个非空链队列，</a:t>
            </a:r>
          </a:p>
          <a:p>
            <a:r>
              <a:rPr lang="zh-CN" altLang="en-US" dirty="0"/>
              <a:t>其中，</a:t>
            </a:r>
            <a:r>
              <a:rPr lang="en-US" altLang="zh-CN" dirty="0"/>
              <a:t>0</a:t>
            </a:r>
            <a:r>
              <a:rPr lang="zh-CN" altLang="en-US" dirty="0"/>
              <a:t>号队列只有一个记录，关键字为</a:t>
            </a:r>
            <a:r>
              <a:rPr lang="en-US" altLang="zh-CN" dirty="0"/>
              <a:t>30</a:t>
            </a:r>
            <a:r>
              <a:rPr lang="zh-CN" altLang="en-US" dirty="0"/>
              <a:t>，队头和队尾指针都指向它。</a:t>
            </a:r>
          </a:p>
          <a:p>
            <a:r>
              <a:rPr lang="en-US" altLang="zh-CN" dirty="0"/>
              <a:t>3</a:t>
            </a:r>
            <a:r>
              <a:rPr lang="zh-CN" altLang="en-US" dirty="0"/>
              <a:t>号队列由两个记录，关键字分别为</a:t>
            </a:r>
            <a:r>
              <a:rPr lang="en-US" altLang="zh-CN" dirty="0"/>
              <a:t>63</a:t>
            </a:r>
            <a:r>
              <a:rPr lang="zh-CN" altLang="en-US" dirty="0"/>
              <a:t>和</a:t>
            </a:r>
            <a:r>
              <a:rPr lang="en-US" altLang="zh-CN" dirty="0"/>
              <a:t>83</a:t>
            </a:r>
            <a:r>
              <a:rPr lang="zh-CN" altLang="en-US" dirty="0"/>
              <a:t>，分别被队头和队尾指针所指。</a:t>
            </a:r>
          </a:p>
          <a:p>
            <a:r>
              <a:rPr lang="zh-CN" altLang="en-US" dirty="0"/>
              <a:t>另外</a:t>
            </a:r>
            <a:r>
              <a:rPr lang="en-US" altLang="zh-CN" dirty="0"/>
              <a:t>4</a:t>
            </a:r>
            <a:r>
              <a:rPr lang="zh-CN" altLang="en-US" dirty="0"/>
              <a:t>个非空队列分别为</a:t>
            </a:r>
            <a:r>
              <a:rPr lang="en-US" altLang="zh-CN" dirty="0"/>
              <a:t>4</a:t>
            </a:r>
            <a:r>
              <a:rPr lang="zh-CN" altLang="en-US" dirty="0"/>
              <a:t>、</a:t>
            </a:r>
            <a:r>
              <a:rPr lang="en-US" altLang="zh-CN" dirty="0"/>
              <a:t>5</a:t>
            </a:r>
            <a:r>
              <a:rPr lang="zh-CN" altLang="en-US" dirty="0"/>
              <a:t>、</a:t>
            </a:r>
            <a:r>
              <a:rPr lang="en-US" altLang="zh-CN" dirty="0"/>
              <a:t>8</a:t>
            </a:r>
            <a:r>
              <a:rPr lang="zh-CN" altLang="en-US" dirty="0"/>
              <a:t>、</a:t>
            </a:r>
            <a:r>
              <a:rPr lang="en-US" altLang="zh-CN" dirty="0"/>
              <a:t>9</a:t>
            </a:r>
            <a:r>
              <a:rPr lang="zh-CN" altLang="en-US" dirty="0"/>
              <a:t>号队列。</a:t>
            </a:r>
          </a:p>
          <a:p>
            <a:r>
              <a:rPr lang="zh-CN" altLang="en-US" dirty="0"/>
              <a:t>（</a:t>
            </a:r>
            <a:r>
              <a:rPr lang="en-US" altLang="zh-CN" dirty="0"/>
              <a:t>6</a:t>
            </a:r>
            <a:r>
              <a:rPr lang="zh-CN" altLang="en-US" dirty="0"/>
              <a:t>）下面接着进行第一趟收集，就是要将这</a:t>
            </a:r>
            <a:r>
              <a:rPr lang="en-US" altLang="zh-CN" dirty="0"/>
              <a:t>6</a:t>
            </a:r>
            <a:r>
              <a:rPr lang="zh-CN" altLang="en-US" dirty="0"/>
              <a:t>个链队列重新链接为一个链表。</a:t>
            </a:r>
          </a:p>
          <a:p>
            <a:r>
              <a:rPr lang="zh-CN" altLang="en-US" dirty="0"/>
              <a:t>经过这第一次分配，我们知道在这个序列中，个位数最小的记录就是关键字为</a:t>
            </a:r>
            <a:r>
              <a:rPr lang="en-US" altLang="zh-CN" dirty="0"/>
              <a:t>30</a:t>
            </a:r>
            <a:r>
              <a:rPr lang="zh-CN" altLang="en-US" dirty="0"/>
              <a:t>的记录，</a:t>
            </a:r>
          </a:p>
          <a:p>
            <a:r>
              <a:rPr lang="zh-CN" altLang="en-US" dirty="0"/>
              <a:t>就是这个个位数为</a:t>
            </a:r>
            <a:r>
              <a:rPr lang="en-US" altLang="zh-CN" dirty="0"/>
              <a:t>0</a:t>
            </a:r>
            <a:r>
              <a:rPr lang="zh-CN" altLang="en-US" dirty="0"/>
              <a:t>的链队列，也称为</a:t>
            </a:r>
            <a:r>
              <a:rPr lang="en-US" altLang="zh-CN" dirty="0"/>
              <a:t>0</a:t>
            </a:r>
            <a:r>
              <a:rPr lang="zh-CN" altLang="en-US" dirty="0"/>
              <a:t>号队列中，队头指针所指的那个记录。因此，静态链表头结点的</a:t>
            </a:r>
            <a:r>
              <a:rPr lang="en-US" altLang="zh-CN" dirty="0"/>
              <a:t>next</a:t>
            </a:r>
            <a:r>
              <a:rPr lang="zh-CN" altLang="en-US" dirty="0"/>
              <a:t>域就应该置为</a:t>
            </a:r>
            <a:r>
              <a:rPr lang="en-US" altLang="zh-CN" dirty="0"/>
              <a:t>4</a:t>
            </a:r>
            <a:r>
              <a:rPr lang="zh-CN" altLang="en-US" dirty="0"/>
              <a:t>，指向这个关键字为</a:t>
            </a:r>
            <a:r>
              <a:rPr lang="en-US" altLang="zh-CN" dirty="0"/>
              <a:t>30</a:t>
            </a:r>
            <a:r>
              <a:rPr lang="zh-CN" altLang="en-US" dirty="0"/>
              <a:t>的结点。</a:t>
            </a:r>
          </a:p>
          <a:p>
            <a:r>
              <a:rPr lang="zh-CN" altLang="en-US" dirty="0"/>
              <a:t>（</a:t>
            </a:r>
            <a:r>
              <a:rPr lang="en-US" altLang="zh-CN" dirty="0"/>
              <a:t>7</a:t>
            </a:r>
            <a:r>
              <a:rPr lang="zh-CN" altLang="en-US" dirty="0"/>
              <a:t>）之后，就应该修改个位数为</a:t>
            </a:r>
            <a:r>
              <a:rPr lang="en-US" altLang="zh-CN" dirty="0"/>
              <a:t>0</a:t>
            </a:r>
            <a:r>
              <a:rPr lang="zh-CN" altLang="en-US" dirty="0"/>
              <a:t>的队尾指针所指结点的</a:t>
            </a:r>
            <a:r>
              <a:rPr lang="en-US" altLang="zh-CN" dirty="0"/>
              <a:t>next</a:t>
            </a:r>
            <a:r>
              <a:rPr lang="zh-CN" altLang="en-US" dirty="0"/>
              <a:t>指针，让它指向下一个非空队列，就是个位数为</a:t>
            </a:r>
            <a:r>
              <a:rPr lang="en-US" altLang="zh-CN" dirty="0"/>
              <a:t>3</a:t>
            </a:r>
            <a:r>
              <a:rPr lang="zh-CN" altLang="en-US" dirty="0"/>
              <a:t>的这个队列的头指针所指的结点。由此，我们应该将下标为</a:t>
            </a:r>
            <a:r>
              <a:rPr lang="en-US" altLang="zh-CN" dirty="0"/>
              <a:t>4</a:t>
            </a:r>
            <a:r>
              <a:rPr lang="zh-CN" altLang="en-US" dirty="0"/>
              <a:t>的这个记录的</a:t>
            </a:r>
            <a:r>
              <a:rPr lang="en-US" altLang="zh-CN" dirty="0"/>
              <a:t>next</a:t>
            </a:r>
            <a:r>
              <a:rPr lang="zh-CN" altLang="en-US" dirty="0"/>
              <a:t>值改为</a:t>
            </a:r>
            <a:r>
              <a:rPr lang="en-US" altLang="zh-CN" dirty="0"/>
              <a:t>3</a:t>
            </a:r>
            <a:r>
              <a:rPr lang="zh-CN" altLang="en-US" dirty="0"/>
              <a:t>，</a:t>
            </a:r>
          </a:p>
          <a:p>
            <a:r>
              <a:rPr lang="zh-CN" altLang="en-US" dirty="0"/>
              <a:t>（</a:t>
            </a:r>
            <a:r>
              <a:rPr lang="en-US" altLang="zh-CN" dirty="0"/>
              <a:t>8</a:t>
            </a:r>
            <a:r>
              <a:rPr lang="zh-CN" altLang="en-US" dirty="0"/>
              <a:t>）而个位数为</a:t>
            </a:r>
            <a:r>
              <a:rPr lang="en-US" altLang="zh-CN" dirty="0"/>
              <a:t>3</a:t>
            </a:r>
            <a:r>
              <a:rPr lang="zh-CN" altLang="en-US" dirty="0"/>
              <a:t>的队列中队尾结点的指针，就应该指向个位数为</a:t>
            </a:r>
            <a:r>
              <a:rPr lang="en-US" altLang="zh-CN" dirty="0"/>
              <a:t>4</a:t>
            </a:r>
            <a:r>
              <a:rPr lang="zh-CN" altLang="en-US" dirty="0"/>
              <a:t>的队列中的队头结点。</a:t>
            </a:r>
          </a:p>
          <a:p>
            <a:r>
              <a:rPr lang="zh-CN" altLang="en-US" dirty="0"/>
              <a:t>（</a:t>
            </a:r>
            <a:r>
              <a:rPr lang="en-US" altLang="zh-CN" dirty="0"/>
              <a:t>9</a:t>
            </a:r>
            <a:r>
              <a:rPr lang="zh-CN" altLang="en-US" dirty="0"/>
              <a:t>）类似地，令每个非空队列的尾结点的</a:t>
            </a:r>
            <a:r>
              <a:rPr lang="en-US" altLang="zh-CN" dirty="0"/>
              <a:t>next</a:t>
            </a:r>
            <a:r>
              <a:rPr lang="zh-CN" altLang="en-US" dirty="0"/>
              <a:t>指针依次指向下一个非空队列的头结点，</a:t>
            </a:r>
          </a:p>
          <a:p>
            <a:r>
              <a:rPr lang="zh-CN" altLang="en-US" dirty="0"/>
              <a:t>（</a:t>
            </a:r>
            <a:r>
              <a:rPr lang="en-US" altLang="zh-CN" dirty="0"/>
              <a:t>10</a:t>
            </a:r>
            <a:r>
              <a:rPr lang="zh-CN" altLang="en-US" dirty="0"/>
              <a:t>）最后一个非空队列的尾结点的关键字为</a:t>
            </a:r>
            <a:r>
              <a:rPr lang="en-US" altLang="zh-CN" dirty="0"/>
              <a:t>69</a:t>
            </a:r>
            <a:r>
              <a:rPr lang="zh-CN" altLang="en-US" dirty="0"/>
              <a:t>，它也就是收集后的静态链表的尾结点，故将其</a:t>
            </a:r>
            <a:r>
              <a:rPr lang="en-US" altLang="zh-CN" dirty="0"/>
              <a:t>next</a:t>
            </a:r>
            <a:r>
              <a:rPr lang="zh-CN" altLang="en-US" dirty="0"/>
              <a:t>指针置为</a:t>
            </a:r>
            <a:r>
              <a:rPr lang="en-US" altLang="zh-CN" dirty="0"/>
              <a:t>0</a:t>
            </a:r>
            <a:r>
              <a:rPr lang="zh-CN" altLang="en-US" dirty="0"/>
              <a:t>，即空指针。</a:t>
            </a:r>
          </a:p>
          <a:p>
            <a:endParaRPr lang="zh-CN" altLang="en-US" dirty="0"/>
          </a:p>
        </p:txBody>
      </p:sp>
      <p:sp>
        <p:nvSpPr>
          <p:cNvPr id="4" name="灯片编号占位符 3"/>
          <p:cNvSpPr>
            <a:spLocks noGrp="1"/>
          </p:cNvSpPr>
          <p:nvPr>
            <p:ph type="sldNum" sz="quarter" idx="5"/>
          </p:nvPr>
        </p:nvSpPr>
        <p:spPr/>
        <p:txBody>
          <a:bodyPr/>
          <a:lstStyle/>
          <a:p>
            <a:fld id="{E4959924-3293-4FAC-ADC7-CBB8488C535E}" type="slidenum">
              <a:rPr lang="zh-CN" altLang="en-US" smtClean="0"/>
              <a:t>19</a:t>
            </a:fld>
            <a:endParaRPr lang="zh-CN" altLang="en-US"/>
          </a:p>
        </p:txBody>
      </p:sp>
    </p:spTree>
    <p:extLst>
      <p:ext uri="{BB962C8B-B14F-4D97-AF65-F5344CB8AC3E}">
        <p14:creationId xmlns:p14="http://schemas.microsoft.com/office/powerpoint/2010/main" val="8504422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a:t>
            </a:r>
            <a:r>
              <a:rPr lang="en-US" altLang="zh-CN" dirty="0"/>
              <a:t>1</a:t>
            </a:r>
            <a:r>
              <a:rPr lang="zh-CN" altLang="en-US" dirty="0"/>
              <a:t>）第</a:t>
            </a:r>
            <a:r>
              <a:rPr lang="en-US" altLang="zh-CN" dirty="0"/>
              <a:t>2</a:t>
            </a:r>
            <a:r>
              <a:rPr lang="zh-CN" altLang="en-US" dirty="0"/>
              <a:t>趟的分配和收集是针对十位数进行的，其过程与第</a:t>
            </a:r>
            <a:r>
              <a:rPr lang="en-US" altLang="zh-CN" dirty="0"/>
              <a:t>1</a:t>
            </a:r>
            <a:r>
              <a:rPr lang="zh-CN" altLang="en-US" dirty="0"/>
              <a:t>趟相似。</a:t>
            </a:r>
            <a:endParaRPr lang="en-US" altLang="zh-CN" dirty="0"/>
          </a:p>
          <a:p>
            <a:r>
              <a:rPr lang="zh-CN" altLang="en-US" dirty="0"/>
              <a:t>（</a:t>
            </a:r>
            <a:r>
              <a:rPr lang="en-US" altLang="zh-CN" dirty="0"/>
              <a:t>2</a:t>
            </a:r>
            <a:r>
              <a:rPr lang="zh-CN" altLang="en-US" dirty="0"/>
              <a:t>）先观察分配的过程。</a:t>
            </a:r>
            <a:endParaRPr lang="en-US" altLang="zh-CN" dirty="0"/>
          </a:p>
          <a:p>
            <a:r>
              <a:rPr lang="zh-CN" altLang="en-US" dirty="0"/>
              <a:t>（</a:t>
            </a:r>
            <a:r>
              <a:rPr lang="en-US" altLang="zh-CN" dirty="0"/>
              <a:t>3</a:t>
            </a:r>
            <a:r>
              <a:rPr lang="zh-CN" altLang="en-US" dirty="0"/>
              <a:t>）这一趟根据记录关键字的十位数，分配了</a:t>
            </a:r>
            <a:r>
              <a:rPr lang="en-US" altLang="zh-CN" dirty="0"/>
              <a:t>5</a:t>
            </a:r>
            <a:r>
              <a:rPr lang="zh-CN" altLang="en-US" dirty="0"/>
              <a:t>个非空队列。</a:t>
            </a:r>
            <a:endParaRPr lang="en-US" altLang="zh-CN" dirty="0"/>
          </a:p>
          <a:p>
            <a:r>
              <a:rPr lang="zh-CN" altLang="en-US" dirty="0"/>
              <a:t>（</a:t>
            </a:r>
            <a:r>
              <a:rPr lang="en-US" altLang="zh-CN" dirty="0"/>
              <a:t>4</a:t>
            </a:r>
            <a:r>
              <a:rPr lang="zh-CN" altLang="en-US" dirty="0"/>
              <a:t>）下面观看收集过程。</a:t>
            </a:r>
            <a:endParaRPr lang="en-US" altLang="zh-CN" dirty="0"/>
          </a:p>
          <a:p>
            <a:r>
              <a:rPr lang="zh-CN" altLang="en-US" dirty="0"/>
              <a:t>（</a:t>
            </a:r>
            <a:r>
              <a:rPr lang="en-US" altLang="zh-CN" dirty="0"/>
              <a:t>5</a:t>
            </a:r>
            <a:r>
              <a:rPr lang="zh-CN" altLang="en-US" dirty="0"/>
              <a:t>）经过链式基数排序，我们就得到了这</a:t>
            </a:r>
            <a:r>
              <a:rPr lang="en-US" altLang="zh-CN" dirty="0"/>
              <a:t>10</a:t>
            </a:r>
            <a:r>
              <a:rPr lang="zh-CN" altLang="en-US" dirty="0"/>
              <a:t>个记录的有序静态链表。对顺序表进行按序记录重排，可参见算法</a:t>
            </a:r>
            <a:r>
              <a:rPr lang="en-US" altLang="zh-CN" dirty="0"/>
              <a:t>10.3</a:t>
            </a:r>
            <a:r>
              <a:rPr lang="zh-CN" altLang="en-US" dirty="0"/>
              <a:t>。</a:t>
            </a:r>
          </a:p>
        </p:txBody>
      </p:sp>
      <p:sp>
        <p:nvSpPr>
          <p:cNvPr id="4" name="灯片编号占位符 3"/>
          <p:cNvSpPr>
            <a:spLocks noGrp="1"/>
          </p:cNvSpPr>
          <p:nvPr>
            <p:ph type="sldNum" sz="quarter" idx="5"/>
          </p:nvPr>
        </p:nvSpPr>
        <p:spPr/>
        <p:txBody>
          <a:bodyPr/>
          <a:lstStyle/>
          <a:p>
            <a:fld id="{E4959924-3293-4FAC-ADC7-CBB8488C535E}" type="slidenum">
              <a:rPr lang="zh-CN" altLang="en-US" smtClean="0"/>
              <a:t>20</a:t>
            </a:fld>
            <a:endParaRPr lang="zh-CN" altLang="en-US"/>
          </a:p>
        </p:txBody>
      </p:sp>
    </p:spTree>
    <p:extLst>
      <p:ext uri="{BB962C8B-B14F-4D97-AF65-F5344CB8AC3E}">
        <p14:creationId xmlns:p14="http://schemas.microsoft.com/office/powerpoint/2010/main" val="126164024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lumMod val="95000"/>
          </a:schemeClr>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A2CC41-53EF-D792-C3D8-24D005077F38}"/>
              </a:ext>
            </a:extLst>
          </p:cNvPr>
          <p:cNvSpPr>
            <a:spLocks noGrp="1"/>
          </p:cNvSpPr>
          <p:nvPr>
            <p:ph type="ctrTitle"/>
          </p:nvPr>
        </p:nvSpPr>
        <p:spPr>
          <a:xfrm>
            <a:off x="1395291" y="48936"/>
            <a:ext cx="6629400" cy="712117"/>
          </a:xfrm>
        </p:spPr>
        <p:txBody>
          <a:bodyPr anchor="b">
            <a:normAutofit/>
          </a:bodyPr>
          <a:lstStyle>
            <a:lvl1pPr algn="ctr">
              <a:defRPr sz="3600"/>
            </a:lvl1pPr>
          </a:lstStyle>
          <a:p>
            <a:r>
              <a:rPr lang="zh-CN" altLang="en-US" dirty="0"/>
              <a:t>单击此处编辑母版标题样式</a:t>
            </a:r>
          </a:p>
        </p:txBody>
      </p:sp>
      <p:sp>
        <p:nvSpPr>
          <p:cNvPr id="3" name="副标题 2">
            <a:extLst>
              <a:ext uri="{FF2B5EF4-FFF2-40B4-BE49-F238E27FC236}">
                <a16:creationId xmlns:a16="http://schemas.microsoft.com/office/drawing/2014/main" id="{DAD09386-D71F-8627-81AE-8E5A2E01CA18}"/>
              </a:ext>
            </a:extLst>
          </p:cNvPr>
          <p:cNvSpPr>
            <a:spLocks noGrp="1"/>
          </p:cNvSpPr>
          <p:nvPr>
            <p:ph type="subTitle" idx="1"/>
          </p:nvPr>
        </p:nvSpPr>
        <p:spPr>
          <a:xfrm>
            <a:off x="554559" y="1036535"/>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14E5187-DE92-993A-0100-7ABE595C3625}"/>
              </a:ext>
            </a:extLst>
          </p:cNvPr>
          <p:cNvSpPr>
            <a:spLocks noGrp="1"/>
          </p:cNvSpPr>
          <p:nvPr>
            <p:ph type="dt" sz="half" idx="10"/>
          </p:nvPr>
        </p:nvSpPr>
        <p:spPr/>
        <p:txBody>
          <a:bodyPr/>
          <a:lstStyle/>
          <a:p>
            <a:fld id="{9A0239B5-A6DD-477D-BE99-5AD4CA2F58EE}" type="datetime1">
              <a:rPr lang="zh-CN" altLang="en-US" smtClean="0"/>
              <a:t>2025/10/25</a:t>
            </a:fld>
            <a:endParaRPr lang="zh-CN" altLang="en-US"/>
          </a:p>
        </p:txBody>
      </p:sp>
      <p:sp>
        <p:nvSpPr>
          <p:cNvPr id="5" name="页脚占位符 4">
            <a:extLst>
              <a:ext uri="{FF2B5EF4-FFF2-40B4-BE49-F238E27FC236}">
                <a16:creationId xmlns:a16="http://schemas.microsoft.com/office/drawing/2014/main" id="{30AAA60E-7CCA-E8F0-796A-1C44334A67D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0E3B1BE-AB2D-5A23-7D3C-F521ED3F0038}"/>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grpSp>
        <p:nvGrpSpPr>
          <p:cNvPr id="7" name="组合 6">
            <a:extLst>
              <a:ext uri="{FF2B5EF4-FFF2-40B4-BE49-F238E27FC236}">
                <a16:creationId xmlns:a16="http://schemas.microsoft.com/office/drawing/2014/main" id="{F8BBDDF8-8219-CDF6-F368-5129B2EA6B6E}"/>
              </a:ext>
            </a:extLst>
          </p:cNvPr>
          <p:cNvGrpSpPr/>
          <p:nvPr userDrawn="1"/>
        </p:nvGrpSpPr>
        <p:grpSpPr>
          <a:xfrm>
            <a:off x="554559" y="179743"/>
            <a:ext cx="700611" cy="581310"/>
            <a:chOff x="527657" y="117426"/>
            <a:chExt cx="1016528" cy="825488"/>
          </a:xfrm>
        </p:grpSpPr>
        <p:pic>
          <p:nvPicPr>
            <p:cNvPr id="8" name="Picture 3" descr="C:\Users\Administrator\Desktop\微立体创业计划\005.png">
              <a:extLst>
                <a:ext uri="{FF2B5EF4-FFF2-40B4-BE49-F238E27FC236}">
                  <a16:creationId xmlns:a16="http://schemas.microsoft.com/office/drawing/2014/main" id="{2D6E2D9A-736C-BCF5-C14E-2042A766D874}"/>
                </a:ext>
              </a:extLst>
            </p:cNvPr>
            <p:cNvPicPr>
              <a:picLocks noChangeAspect="1" noChangeArrowheads="1"/>
            </p:cNvPicPr>
            <p:nvPr userDrawn="1"/>
          </p:nvPicPr>
          <p:blipFill>
            <a:blip r:embed="rId2" cstate="print">
              <a:duotone>
                <a:srgbClr val="0070C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527657" y="117426"/>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pic>
          <p:nvPicPr>
            <p:cNvPr id="9" name="Picture 4" descr="C:\Users\Administrator\Desktop\微立体创业计划\004.png">
              <a:extLst>
                <a:ext uri="{FF2B5EF4-FFF2-40B4-BE49-F238E27FC236}">
                  <a16:creationId xmlns:a16="http://schemas.microsoft.com/office/drawing/2014/main" id="{767DD840-4505-AB20-3FC2-865F6AC9F326}"/>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30961" y="129925"/>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grpSp>
      <p:pic>
        <p:nvPicPr>
          <p:cNvPr id="10" name="图片 9">
            <a:extLst>
              <a:ext uri="{FF2B5EF4-FFF2-40B4-BE49-F238E27FC236}">
                <a16:creationId xmlns:a16="http://schemas.microsoft.com/office/drawing/2014/main" id="{273630AC-98EC-3F36-AD9C-4C33F9507C7E}"/>
              </a:ext>
            </a:extLst>
          </p:cNvPr>
          <p:cNvPicPr>
            <a:picLocks noChangeAspect="1"/>
          </p:cNvPicPr>
          <p:nvPr userDrawn="1"/>
        </p:nvPicPr>
        <p:blipFill>
          <a:blip r:embed="rId4"/>
          <a:stretch>
            <a:fillRect/>
          </a:stretch>
        </p:blipFill>
        <p:spPr>
          <a:xfrm>
            <a:off x="10081117" y="87288"/>
            <a:ext cx="1988226" cy="470079"/>
          </a:xfrm>
          <a:prstGeom prst="rect">
            <a:avLst/>
          </a:prstGeom>
        </p:spPr>
      </p:pic>
    </p:spTree>
    <p:extLst>
      <p:ext uri="{BB962C8B-B14F-4D97-AF65-F5344CB8AC3E}">
        <p14:creationId xmlns:p14="http://schemas.microsoft.com/office/powerpoint/2010/main" val="23810079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CA4E304D-4302-9926-B9E4-A4F22949FF29}"/>
              </a:ext>
            </a:extLst>
          </p:cNvPr>
          <p:cNvSpPr>
            <a:spLocks noGrp="1"/>
          </p:cNvSpPr>
          <p:nvPr>
            <p:ph type="dt" sz="half" idx="10"/>
          </p:nvPr>
        </p:nvSpPr>
        <p:spPr/>
        <p:txBody>
          <a:bodyPr/>
          <a:lstStyle/>
          <a:p>
            <a:fld id="{9D5BE773-4813-48BD-A50D-5974BFBD6D74}" type="datetime1">
              <a:rPr lang="zh-CN" altLang="en-US" smtClean="0"/>
              <a:t>2025/10/25</a:t>
            </a:fld>
            <a:endParaRPr lang="zh-CN" altLang="en-US"/>
          </a:p>
        </p:txBody>
      </p:sp>
      <p:sp>
        <p:nvSpPr>
          <p:cNvPr id="5" name="页脚占位符 4">
            <a:extLst>
              <a:ext uri="{FF2B5EF4-FFF2-40B4-BE49-F238E27FC236}">
                <a16:creationId xmlns:a16="http://schemas.microsoft.com/office/drawing/2014/main" id="{4B4BA000-FB47-BDF4-4935-32802488258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DCFA3F2-32A8-6E83-CD3C-B6BFA5A1C168}"/>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grpSp>
        <p:nvGrpSpPr>
          <p:cNvPr id="9" name="组合 8">
            <a:extLst>
              <a:ext uri="{FF2B5EF4-FFF2-40B4-BE49-F238E27FC236}">
                <a16:creationId xmlns:a16="http://schemas.microsoft.com/office/drawing/2014/main" id="{F8BBDDF8-8219-CDF6-F368-5129B2EA6B6E}"/>
              </a:ext>
            </a:extLst>
          </p:cNvPr>
          <p:cNvGrpSpPr/>
          <p:nvPr userDrawn="1"/>
        </p:nvGrpSpPr>
        <p:grpSpPr>
          <a:xfrm>
            <a:off x="531711" y="187040"/>
            <a:ext cx="700611" cy="581310"/>
            <a:chOff x="527657" y="117426"/>
            <a:chExt cx="1016528" cy="825488"/>
          </a:xfrm>
        </p:grpSpPr>
        <p:pic>
          <p:nvPicPr>
            <p:cNvPr id="11" name="Picture 3">
              <a:extLst>
                <a:ext uri="{FF2B5EF4-FFF2-40B4-BE49-F238E27FC236}">
                  <a16:creationId xmlns:a16="http://schemas.microsoft.com/office/drawing/2014/main" id="{2D6E2D9A-736C-BCF5-C14E-2042A766D874}"/>
                </a:ext>
              </a:extLst>
            </p:cNvPr>
            <p:cNvPicPr>
              <a:picLocks noChangeAspect="1" noChangeArrowheads="1"/>
            </p:cNvPicPr>
            <p:nvPr userDrawn="1"/>
          </p:nvPicPr>
          <p:blipFill>
            <a:blip r:embed="rId2" cstate="print">
              <a:duotone>
                <a:srgbClr val="0070C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527657" y="117426"/>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pic>
          <p:nvPicPr>
            <p:cNvPr id="12" name="Picture 4">
              <a:extLst>
                <a:ext uri="{FF2B5EF4-FFF2-40B4-BE49-F238E27FC236}">
                  <a16:creationId xmlns:a16="http://schemas.microsoft.com/office/drawing/2014/main" id="{767DD840-4505-AB20-3FC2-865F6AC9F326}"/>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30961" y="129925"/>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grpSp>
      <p:pic>
        <p:nvPicPr>
          <p:cNvPr id="10" name="图片 9">
            <a:extLst>
              <a:ext uri="{FF2B5EF4-FFF2-40B4-BE49-F238E27FC236}">
                <a16:creationId xmlns:a16="http://schemas.microsoft.com/office/drawing/2014/main" id="{273630AC-98EC-3F36-AD9C-4C33F9507C7E}"/>
              </a:ext>
            </a:extLst>
          </p:cNvPr>
          <p:cNvPicPr>
            <a:picLocks noChangeAspect="1"/>
          </p:cNvPicPr>
          <p:nvPr userDrawn="1"/>
        </p:nvPicPr>
        <p:blipFill>
          <a:blip r:embed="rId4"/>
          <a:stretch>
            <a:fillRect/>
          </a:stretch>
        </p:blipFill>
        <p:spPr>
          <a:xfrm>
            <a:off x="10058269" y="94585"/>
            <a:ext cx="1988226" cy="470079"/>
          </a:xfrm>
          <a:prstGeom prst="rect">
            <a:avLst/>
          </a:prstGeom>
        </p:spPr>
      </p:pic>
    </p:spTree>
    <p:extLst>
      <p:ext uri="{BB962C8B-B14F-4D97-AF65-F5344CB8AC3E}">
        <p14:creationId xmlns:p14="http://schemas.microsoft.com/office/powerpoint/2010/main" val="14454640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lumMod val="95000"/>
          </a:schemeClr>
        </a:solidFill>
        <a:effectLst/>
      </p:bgPr>
    </p:bg>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77D3EA5-F01E-27E8-6382-8E4698BF5383}"/>
              </a:ext>
            </a:extLst>
          </p:cNvPr>
          <p:cNvSpPr>
            <a:spLocks noGrp="1"/>
          </p:cNvSpPr>
          <p:nvPr>
            <p:ph type="dt" sz="half" idx="10"/>
          </p:nvPr>
        </p:nvSpPr>
        <p:spPr/>
        <p:txBody>
          <a:bodyPr/>
          <a:lstStyle/>
          <a:p>
            <a:fld id="{9BF9C41B-B701-4ED6-8A9D-BB3EBE32AEBB}" type="datetime1">
              <a:rPr lang="zh-CN" altLang="en-US" smtClean="0"/>
              <a:t>2025/10/25</a:t>
            </a:fld>
            <a:endParaRPr lang="zh-CN" altLang="en-US"/>
          </a:p>
        </p:txBody>
      </p:sp>
      <p:sp>
        <p:nvSpPr>
          <p:cNvPr id="3" name="页脚占位符 2">
            <a:extLst>
              <a:ext uri="{FF2B5EF4-FFF2-40B4-BE49-F238E27FC236}">
                <a16:creationId xmlns:a16="http://schemas.microsoft.com/office/drawing/2014/main" id="{241F90EF-624C-D401-6E5E-B0149181CA41}"/>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D1481C52-AE99-DAB9-C87E-25AC2D770D98}"/>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pic>
        <p:nvPicPr>
          <p:cNvPr id="8" name="图片 7">
            <a:extLst>
              <a:ext uri="{FF2B5EF4-FFF2-40B4-BE49-F238E27FC236}">
                <a16:creationId xmlns:a16="http://schemas.microsoft.com/office/drawing/2014/main" id="{273630AC-98EC-3F36-AD9C-4C33F9507C7E}"/>
              </a:ext>
            </a:extLst>
          </p:cNvPr>
          <p:cNvPicPr>
            <a:picLocks noChangeAspect="1"/>
          </p:cNvPicPr>
          <p:nvPr userDrawn="1"/>
        </p:nvPicPr>
        <p:blipFill>
          <a:blip r:embed="rId2"/>
          <a:stretch>
            <a:fillRect/>
          </a:stretch>
        </p:blipFill>
        <p:spPr>
          <a:xfrm>
            <a:off x="10046910" y="123768"/>
            <a:ext cx="1988226" cy="470079"/>
          </a:xfrm>
          <a:prstGeom prst="rect">
            <a:avLst/>
          </a:prstGeom>
        </p:spPr>
      </p:pic>
    </p:spTree>
    <p:extLst>
      <p:ext uri="{BB962C8B-B14F-4D97-AF65-F5344CB8AC3E}">
        <p14:creationId xmlns:p14="http://schemas.microsoft.com/office/powerpoint/2010/main" val="8196976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16426EC-8608-7076-4E2F-201ECC9F603F}"/>
              </a:ext>
            </a:extLst>
          </p:cNvPr>
          <p:cNvSpPr>
            <a:spLocks noGrp="1"/>
          </p:cNvSpPr>
          <p:nvPr>
            <p:ph idx="1"/>
          </p:nvPr>
        </p:nvSpPr>
        <p:spPr>
          <a:xfrm>
            <a:off x="542866" y="1202177"/>
            <a:ext cx="10515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55130B0-2B94-A4AE-6E98-7824EEE57078}"/>
              </a:ext>
            </a:extLst>
          </p:cNvPr>
          <p:cNvSpPr>
            <a:spLocks noGrp="1"/>
          </p:cNvSpPr>
          <p:nvPr>
            <p:ph type="dt" sz="half" idx="10"/>
          </p:nvPr>
        </p:nvSpPr>
        <p:spPr/>
        <p:txBody>
          <a:bodyPr/>
          <a:lstStyle/>
          <a:p>
            <a:fld id="{71BFFFF7-CCAC-4C16-B3DF-A74AC1DA0111}" type="datetime1">
              <a:rPr lang="zh-CN" altLang="en-US" smtClean="0"/>
              <a:t>2025/10/25</a:t>
            </a:fld>
            <a:endParaRPr lang="zh-CN" altLang="en-US"/>
          </a:p>
        </p:txBody>
      </p:sp>
      <p:sp>
        <p:nvSpPr>
          <p:cNvPr id="5" name="页脚占位符 4">
            <a:extLst>
              <a:ext uri="{FF2B5EF4-FFF2-40B4-BE49-F238E27FC236}">
                <a16:creationId xmlns:a16="http://schemas.microsoft.com/office/drawing/2014/main" id="{48658B41-817B-123A-14E0-BC57DFD3257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4164C95-0EF9-F0F6-ED9A-520DF0252CAF}"/>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
        <p:nvSpPr>
          <p:cNvPr id="7" name="标题 1">
            <a:extLst>
              <a:ext uri="{FF2B5EF4-FFF2-40B4-BE49-F238E27FC236}">
                <a16:creationId xmlns:a16="http://schemas.microsoft.com/office/drawing/2014/main" id="{41A2CC41-53EF-D792-C3D8-24D005077F38}"/>
              </a:ext>
            </a:extLst>
          </p:cNvPr>
          <p:cNvSpPr>
            <a:spLocks noGrp="1"/>
          </p:cNvSpPr>
          <p:nvPr userDrawn="1"/>
        </p:nvSpPr>
        <p:spPr>
          <a:xfrm>
            <a:off x="1332687" y="43283"/>
            <a:ext cx="6629400" cy="71211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zh-CN" altLang="en-US" dirty="0"/>
              <a:t>单击此处编辑母版标题样式</a:t>
            </a:r>
          </a:p>
        </p:txBody>
      </p:sp>
      <p:grpSp>
        <p:nvGrpSpPr>
          <p:cNvPr id="9" name="组合 8">
            <a:extLst>
              <a:ext uri="{FF2B5EF4-FFF2-40B4-BE49-F238E27FC236}">
                <a16:creationId xmlns:a16="http://schemas.microsoft.com/office/drawing/2014/main" id="{F8BBDDF8-8219-CDF6-F368-5129B2EA6B6E}"/>
              </a:ext>
            </a:extLst>
          </p:cNvPr>
          <p:cNvGrpSpPr/>
          <p:nvPr userDrawn="1"/>
        </p:nvGrpSpPr>
        <p:grpSpPr>
          <a:xfrm>
            <a:off x="491955" y="174090"/>
            <a:ext cx="700611" cy="581310"/>
            <a:chOff x="527657" y="117426"/>
            <a:chExt cx="1016528" cy="825488"/>
          </a:xfrm>
        </p:grpSpPr>
        <p:pic>
          <p:nvPicPr>
            <p:cNvPr id="11" name="Picture 3">
              <a:extLst>
                <a:ext uri="{FF2B5EF4-FFF2-40B4-BE49-F238E27FC236}">
                  <a16:creationId xmlns:a16="http://schemas.microsoft.com/office/drawing/2014/main" id="{2D6E2D9A-736C-BCF5-C14E-2042A766D874}"/>
                </a:ext>
              </a:extLst>
            </p:cNvPr>
            <p:cNvPicPr>
              <a:picLocks noChangeAspect="1" noChangeArrowheads="1"/>
            </p:cNvPicPr>
            <p:nvPr userDrawn="1"/>
          </p:nvPicPr>
          <p:blipFill>
            <a:blip r:embed="rId2" cstate="print">
              <a:duotone>
                <a:srgbClr val="0070C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527657" y="117426"/>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pic>
          <p:nvPicPr>
            <p:cNvPr id="12" name="Picture 4">
              <a:extLst>
                <a:ext uri="{FF2B5EF4-FFF2-40B4-BE49-F238E27FC236}">
                  <a16:creationId xmlns:a16="http://schemas.microsoft.com/office/drawing/2014/main" id="{767DD840-4505-AB20-3FC2-865F6AC9F326}"/>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30961" y="129925"/>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grpSp>
      <p:pic>
        <p:nvPicPr>
          <p:cNvPr id="10" name="图片 9">
            <a:extLst>
              <a:ext uri="{FF2B5EF4-FFF2-40B4-BE49-F238E27FC236}">
                <a16:creationId xmlns:a16="http://schemas.microsoft.com/office/drawing/2014/main" id="{273630AC-98EC-3F36-AD9C-4C33F9507C7E}"/>
              </a:ext>
            </a:extLst>
          </p:cNvPr>
          <p:cNvPicPr>
            <a:picLocks noChangeAspect="1"/>
          </p:cNvPicPr>
          <p:nvPr userDrawn="1"/>
        </p:nvPicPr>
        <p:blipFill>
          <a:blip r:embed="rId4"/>
          <a:stretch>
            <a:fillRect/>
          </a:stretch>
        </p:blipFill>
        <p:spPr>
          <a:xfrm>
            <a:off x="10018513" y="81635"/>
            <a:ext cx="1988226" cy="470079"/>
          </a:xfrm>
          <a:prstGeom prst="rect">
            <a:avLst/>
          </a:prstGeom>
        </p:spPr>
      </p:pic>
    </p:spTree>
    <p:extLst>
      <p:ext uri="{BB962C8B-B14F-4D97-AF65-F5344CB8AC3E}">
        <p14:creationId xmlns:p14="http://schemas.microsoft.com/office/powerpoint/2010/main" val="31321841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E84307-8A37-88A5-276E-382ECA8F1D57}"/>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31DCE2CA-F9CF-29DC-C270-D8E9191A08E2}"/>
              </a:ext>
            </a:extLst>
          </p:cNvPr>
          <p:cNvSpPr>
            <a:spLocks noGrp="1"/>
          </p:cNvSpPr>
          <p:nvPr>
            <p:ph type="dt" sz="half" idx="10"/>
          </p:nvPr>
        </p:nvSpPr>
        <p:spPr/>
        <p:txBody>
          <a:bodyPr/>
          <a:lstStyle/>
          <a:p>
            <a:fld id="{0177F53C-D319-4379-BE9D-C0775F1AC39A}" type="datetime1">
              <a:rPr lang="zh-CN" altLang="en-US" smtClean="0"/>
              <a:t>2025/10/25</a:t>
            </a:fld>
            <a:endParaRPr lang="zh-CN" altLang="en-US"/>
          </a:p>
        </p:txBody>
      </p:sp>
      <p:sp>
        <p:nvSpPr>
          <p:cNvPr id="4" name="页脚占位符 3">
            <a:extLst>
              <a:ext uri="{FF2B5EF4-FFF2-40B4-BE49-F238E27FC236}">
                <a16:creationId xmlns:a16="http://schemas.microsoft.com/office/drawing/2014/main" id="{74687EF2-F446-A5B5-9052-AA7F0AEF3E3B}"/>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39F2C10-0228-7893-C916-BD1FC13AA786}"/>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Tree>
    <p:extLst>
      <p:ext uri="{BB962C8B-B14F-4D97-AF65-F5344CB8AC3E}">
        <p14:creationId xmlns:p14="http://schemas.microsoft.com/office/powerpoint/2010/main" val="38908941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F5CDC8-B89E-CC89-6D8D-B5FA69CE2C69}"/>
              </a:ext>
            </a:extLst>
          </p:cNvPr>
          <p:cNvSpPr>
            <a:spLocks noGrp="1"/>
          </p:cNvSpPr>
          <p:nvPr>
            <p:ph type="title"/>
          </p:nvPr>
        </p:nvSpPr>
        <p:spPr>
          <a:xfrm>
            <a:off x="705983" y="347448"/>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F01E6074-4C08-E5A5-1BC3-6414E2E573A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8D58D588-0735-993F-FDD0-115837A687B5}"/>
              </a:ext>
            </a:extLst>
          </p:cNvPr>
          <p:cNvSpPr>
            <a:spLocks noGrp="1"/>
          </p:cNvSpPr>
          <p:nvPr>
            <p:ph type="body" sz="half" idx="2"/>
          </p:nvPr>
        </p:nvSpPr>
        <p:spPr>
          <a:xfrm>
            <a:off x="705983" y="2165311"/>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422D629-DE6B-9EAE-BC43-029A92A4E452}"/>
              </a:ext>
            </a:extLst>
          </p:cNvPr>
          <p:cNvSpPr>
            <a:spLocks noGrp="1"/>
          </p:cNvSpPr>
          <p:nvPr>
            <p:ph type="dt" sz="half" idx="10"/>
          </p:nvPr>
        </p:nvSpPr>
        <p:spPr/>
        <p:txBody>
          <a:bodyPr/>
          <a:lstStyle/>
          <a:p>
            <a:fld id="{3AE18CB3-EBC9-4CC4-A374-8AE54067A303}" type="datetime1">
              <a:rPr lang="zh-CN" altLang="en-US" smtClean="0"/>
              <a:t>2025/10/25</a:t>
            </a:fld>
            <a:endParaRPr lang="zh-CN" altLang="en-US"/>
          </a:p>
        </p:txBody>
      </p:sp>
      <p:sp>
        <p:nvSpPr>
          <p:cNvPr id="6" name="页脚占位符 5">
            <a:extLst>
              <a:ext uri="{FF2B5EF4-FFF2-40B4-BE49-F238E27FC236}">
                <a16:creationId xmlns:a16="http://schemas.microsoft.com/office/drawing/2014/main" id="{6231E168-CA51-40B5-0F51-F557A9BE0E0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B9A110E-96BC-7564-341B-681A25B83C0E}"/>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pic>
        <p:nvPicPr>
          <p:cNvPr id="11" name="图片 10">
            <a:extLst>
              <a:ext uri="{FF2B5EF4-FFF2-40B4-BE49-F238E27FC236}">
                <a16:creationId xmlns:a16="http://schemas.microsoft.com/office/drawing/2014/main" id="{273630AC-98EC-3F36-AD9C-4C33F9507C7E}"/>
              </a:ext>
            </a:extLst>
          </p:cNvPr>
          <p:cNvPicPr>
            <a:picLocks noChangeAspect="1"/>
          </p:cNvPicPr>
          <p:nvPr userDrawn="1"/>
        </p:nvPicPr>
        <p:blipFill>
          <a:blip r:embed="rId2"/>
          <a:stretch>
            <a:fillRect/>
          </a:stretch>
        </p:blipFill>
        <p:spPr>
          <a:xfrm>
            <a:off x="10041231" y="112409"/>
            <a:ext cx="1988226" cy="470079"/>
          </a:xfrm>
          <a:prstGeom prst="rect">
            <a:avLst/>
          </a:prstGeom>
        </p:spPr>
      </p:pic>
    </p:spTree>
    <p:extLst>
      <p:ext uri="{BB962C8B-B14F-4D97-AF65-F5344CB8AC3E}">
        <p14:creationId xmlns:p14="http://schemas.microsoft.com/office/powerpoint/2010/main" val="16415723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7177F47-4C85-D788-3D9F-55EA08C5B008}"/>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93C93787-4F60-8859-2F67-4D1216667504}"/>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3B72D604-5A9A-6C30-39E7-4F12BBC6E0B2}"/>
              </a:ext>
            </a:extLst>
          </p:cNvPr>
          <p:cNvSpPr>
            <a:spLocks noGrp="1"/>
          </p:cNvSpPr>
          <p:nvPr>
            <p:ph type="dt" sz="half" idx="10"/>
          </p:nvPr>
        </p:nvSpPr>
        <p:spPr/>
        <p:txBody>
          <a:bodyPr/>
          <a:lstStyle/>
          <a:p>
            <a:fld id="{A51461EE-7E93-465D-B757-DAE1CB93E92C}" type="datetime1">
              <a:rPr lang="zh-CN" altLang="en-US" smtClean="0"/>
              <a:t>2025/10/25</a:t>
            </a:fld>
            <a:endParaRPr lang="zh-CN" altLang="en-US"/>
          </a:p>
        </p:txBody>
      </p:sp>
      <p:sp>
        <p:nvSpPr>
          <p:cNvPr id="6" name="页脚占位符 5">
            <a:extLst>
              <a:ext uri="{FF2B5EF4-FFF2-40B4-BE49-F238E27FC236}">
                <a16:creationId xmlns:a16="http://schemas.microsoft.com/office/drawing/2014/main" id="{71C49BAC-6CED-D1F9-DF9F-F24A800B21C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11781E8-C2CC-E8D8-DBC6-2169704AB4F0}"/>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
        <p:nvSpPr>
          <p:cNvPr id="8" name="标题 1">
            <a:extLst>
              <a:ext uri="{FF2B5EF4-FFF2-40B4-BE49-F238E27FC236}">
                <a16:creationId xmlns:a16="http://schemas.microsoft.com/office/drawing/2014/main" id="{41A2CC41-53EF-D792-C3D8-24D005077F38}"/>
              </a:ext>
            </a:extLst>
          </p:cNvPr>
          <p:cNvSpPr>
            <a:spLocks noGrp="1"/>
          </p:cNvSpPr>
          <p:nvPr userDrawn="1"/>
        </p:nvSpPr>
        <p:spPr>
          <a:xfrm>
            <a:off x="1349725" y="136525"/>
            <a:ext cx="6629400" cy="71211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zh-CN" altLang="en-US" dirty="0"/>
              <a:t>单击此处编辑母版标题样式</a:t>
            </a:r>
          </a:p>
        </p:txBody>
      </p:sp>
      <p:grpSp>
        <p:nvGrpSpPr>
          <p:cNvPr id="10" name="组合 9">
            <a:extLst>
              <a:ext uri="{FF2B5EF4-FFF2-40B4-BE49-F238E27FC236}">
                <a16:creationId xmlns:a16="http://schemas.microsoft.com/office/drawing/2014/main" id="{F8BBDDF8-8219-CDF6-F368-5129B2EA6B6E}"/>
              </a:ext>
            </a:extLst>
          </p:cNvPr>
          <p:cNvGrpSpPr/>
          <p:nvPr userDrawn="1"/>
        </p:nvGrpSpPr>
        <p:grpSpPr>
          <a:xfrm>
            <a:off x="508993" y="267332"/>
            <a:ext cx="700611" cy="581310"/>
            <a:chOff x="527657" y="117426"/>
            <a:chExt cx="1016528" cy="825488"/>
          </a:xfrm>
        </p:grpSpPr>
        <p:pic>
          <p:nvPicPr>
            <p:cNvPr id="12" name="Picture 3">
              <a:extLst>
                <a:ext uri="{FF2B5EF4-FFF2-40B4-BE49-F238E27FC236}">
                  <a16:creationId xmlns:a16="http://schemas.microsoft.com/office/drawing/2014/main" id="{2D6E2D9A-736C-BCF5-C14E-2042A766D874}"/>
                </a:ext>
              </a:extLst>
            </p:cNvPr>
            <p:cNvPicPr>
              <a:picLocks noChangeAspect="1" noChangeArrowheads="1"/>
            </p:cNvPicPr>
            <p:nvPr userDrawn="1"/>
          </p:nvPicPr>
          <p:blipFill>
            <a:blip r:embed="rId2" cstate="print">
              <a:duotone>
                <a:srgbClr val="0070C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527657" y="117426"/>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pic>
          <p:nvPicPr>
            <p:cNvPr id="13" name="Picture 4">
              <a:extLst>
                <a:ext uri="{FF2B5EF4-FFF2-40B4-BE49-F238E27FC236}">
                  <a16:creationId xmlns:a16="http://schemas.microsoft.com/office/drawing/2014/main" id="{767DD840-4505-AB20-3FC2-865F6AC9F326}"/>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30961" y="129925"/>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grpSp>
      <p:pic>
        <p:nvPicPr>
          <p:cNvPr id="11" name="图片 10">
            <a:extLst>
              <a:ext uri="{FF2B5EF4-FFF2-40B4-BE49-F238E27FC236}">
                <a16:creationId xmlns:a16="http://schemas.microsoft.com/office/drawing/2014/main" id="{273630AC-98EC-3F36-AD9C-4C33F9507C7E}"/>
              </a:ext>
            </a:extLst>
          </p:cNvPr>
          <p:cNvPicPr>
            <a:picLocks noChangeAspect="1"/>
          </p:cNvPicPr>
          <p:nvPr userDrawn="1"/>
        </p:nvPicPr>
        <p:blipFill>
          <a:blip r:embed="rId4"/>
          <a:stretch>
            <a:fillRect/>
          </a:stretch>
        </p:blipFill>
        <p:spPr>
          <a:xfrm>
            <a:off x="10035551" y="174877"/>
            <a:ext cx="1988226" cy="470079"/>
          </a:xfrm>
          <a:prstGeom prst="rect">
            <a:avLst/>
          </a:prstGeom>
        </p:spPr>
      </p:pic>
    </p:spTree>
    <p:extLst>
      <p:ext uri="{BB962C8B-B14F-4D97-AF65-F5344CB8AC3E}">
        <p14:creationId xmlns:p14="http://schemas.microsoft.com/office/powerpoint/2010/main" val="13041417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F791E652-24E5-5D4B-50DE-DB568C82C7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F2F1FC26-7D40-3607-CBAD-6EF57B67E301}"/>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E4C3179B-0F08-A1E3-33A4-C538C69CFEB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EF63DB1D-3969-492C-022F-B513F87E7396}"/>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0C9C453B-EC09-DE45-A706-9278FDDB085E}"/>
              </a:ext>
            </a:extLst>
          </p:cNvPr>
          <p:cNvSpPr>
            <a:spLocks noGrp="1"/>
          </p:cNvSpPr>
          <p:nvPr>
            <p:ph type="dt" sz="half" idx="10"/>
          </p:nvPr>
        </p:nvSpPr>
        <p:spPr/>
        <p:txBody>
          <a:bodyPr/>
          <a:lstStyle/>
          <a:p>
            <a:fld id="{F4518CFF-37F7-4C20-841D-A3532578AC89}" type="datetime1">
              <a:rPr lang="zh-CN" altLang="en-US" smtClean="0"/>
              <a:t>2025/10/25</a:t>
            </a:fld>
            <a:endParaRPr lang="zh-CN" altLang="en-US"/>
          </a:p>
        </p:txBody>
      </p:sp>
      <p:sp>
        <p:nvSpPr>
          <p:cNvPr id="8" name="页脚占位符 7">
            <a:extLst>
              <a:ext uri="{FF2B5EF4-FFF2-40B4-BE49-F238E27FC236}">
                <a16:creationId xmlns:a16="http://schemas.microsoft.com/office/drawing/2014/main" id="{6908686C-7D94-AA63-89D7-45C32CBE4C49}"/>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A4B4EC2-B11A-C364-C14B-1E762B00D728}"/>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
        <p:nvSpPr>
          <p:cNvPr id="10" name="标题 1">
            <a:extLst>
              <a:ext uri="{FF2B5EF4-FFF2-40B4-BE49-F238E27FC236}">
                <a16:creationId xmlns:a16="http://schemas.microsoft.com/office/drawing/2014/main" id="{41A2CC41-53EF-D792-C3D8-24D005077F38}"/>
              </a:ext>
            </a:extLst>
          </p:cNvPr>
          <p:cNvSpPr>
            <a:spLocks noGrp="1"/>
          </p:cNvSpPr>
          <p:nvPr userDrawn="1"/>
        </p:nvSpPr>
        <p:spPr>
          <a:xfrm>
            <a:off x="1264533" y="250688"/>
            <a:ext cx="6629400" cy="71211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zh-CN" altLang="en-US" dirty="0"/>
              <a:t>单击此处编辑母版标题样式</a:t>
            </a:r>
          </a:p>
        </p:txBody>
      </p:sp>
      <p:sp>
        <p:nvSpPr>
          <p:cNvPr id="11" name="副标题 2">
            <a:extLst>
              <a:ext uri="{FF2B5EF4-FFF2-40B4-BE49-F238E27FC236}">
                <a16:creationId xmlns:a16="http://schemas.microsoft.com/office/drawing/2014/main" id="{DAD09386-D71F-8627-81AE-8E5A2E01CA18}"/>
              </a:ext>
            </a:extLst>
          </p:cNvPr>
          <p:cNvSpPr>
            <a:spLocks noGrp="1"/>
          </p:cNvSpPr>
          <p:nvPr userDrawn="1"/>
        </p:nvSpPr>
        <p:spPr>
          <a:xfrm>
            <a:off x="446519" y="1129492"/>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zh-CN" altLang="en-US"/>
              <a:t>单击此处编辑母版副标题样式</a:t>
            </a:r>
          </a:p>
        </p:txBody>
      </p:sp>
      <p:grpSp>
        <p:nvGrpSpPr>
          <p:cNvPr id="12" name="组合 11">
            <a:extLst>
              <a:ext uri="{FF2B5EF4-FFF2-40B4-BE49-F238E27FC236}">
                <a16:creationId xmlns:a16="http://schemas.microsoft.com/office/drawing/2014/main" id="{F8BBDDF8-8219-CDF6-F368-5129B2EA6B6E}"/>
              </a:ext>
            </a:extLst>
          </p:cNvPr>
          <p:cNvGrpSpPr/>
          <p:nvPr userDrawn="1"/>
        </p:nvGrpSpPr>
        <p:grpSpPr>
          <a:xfrm>
            <a:off x="487894" y="350630"/>
            <a:ext cx="700611" cy="581310"/>
            <a:chOff x="527657" y="117426"/>
            <a:chExt cx="1016528" cy="825488"/>
          </a:xfrm>
        </p:grpSpPr>
        <p:pic>
          <p:nvPicPr>
            <p:cNvPr id="14" name="Picture 3">
              <a:extLst>
                <a:ext uri="{FF2B5EF4-FFF2-40B4-BE49-F238E27FC236}">
                  <a16:creationId xmlns:a16="http://schemas.microsoft.com/office/drawing/2014/main" id="{2D6E2D9A-736C-BCF5-C14E-2042A766D874}"/>
                </a:ext>
              </a:extLst>
            </p:cNvPr>
            <p:cNvPicPr>
              <a:picLocks noChangeAspect="1" noChangeArrowheads="1"/>
            </p:cNvPicPr>
            <p:nvPr userDrawn="1"/>
          </p:nvPicPr>
          <p:blipFill>
            <a:blip r:embed="rId2" cstate="print">
              <a:duotone>
                <a:srgbClr val="0070C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527657" y="117426"/>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pic>
          <p:nvPicPr>
            <p:cNvPr id="15" name="Picture 4">
              <a:extLst>
                <a:ext uri="{FF2B5EF4-FFF2-40B4-BE49-F238E27FC236}">
                  <a16:creationId xmlns:a16="http://schemas.microsoft.com/office/drawing/2014/main" id="{767DD840-4505-AB20-3FC2-865F6AC9F326}"/>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30961" y="129925"/>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grpSp>
      <p:pic>
        <p:nvPicPr>
          <p:cNvPr id="13" name="图片 12">
            <a:extLst>
              <a:ext uri="{FF2B5EF4-FFF2-40B4-BE49-F238E27FC236}">
                <a16:creationId xmlns:a16="http://schemas.microsoft.com/office/drawing/2014/main" id="{273630AC-98EC-3F36-AD9C-4C33F9507C7E}"/>
              </a:ext>
            </a:extLst>
          </p:cNvPr>
          <p:cNvPicPr>
            <a:picLocks noChangeAspect="1"/>
          </p:cNvPicPr>
          <p:nvPr userDrawn="1"/>
        </p:nvPicPr>
        <p:blipFill>
          <a:blip r:embed="rId4"/>
          <a:stretch>
            <a:fillRect/>
          </a:stretch>
        </p:blipFill>
        <p:spPr>
          <a:xfrm>
            <a:off x="9973077" y="350630"/>
            <a:ext cx="1988226" cy="470079"/>
          </a:xfrm>
          <a:prstGeom prst="rect">
            <a:avLst/>
          </a:prstGeom>
        </p:spPr>
      </p:pic>
    </p:spTree>
    <p:extLst>
      <p:ext uri="{BB962C8B-B14F-4D97-AF65-F5344CB8AC3E}">
        <p14:creationId xmlns:p14="http://schemas.microsoft.com/office/powerpoint/2010/main" val="34583677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81A1DB-9ED0-9B4E-C770-E5694309EC7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6A23B31-EAB2-1391-7820-A080360E16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8B9B3C80-CF0B-F0C0-A442-A088B0EB64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29CF473-C6CC-BAD8-5383-26E8D2531067}"/>
              </a:ext>
            </a:extLst>
          </p:cNvPr>
          <p:cNvSpPr>
            <a:spLocks noGrp="1"/>
          </p:cNvSpPr>
          <p:nvPr>
            <p:ph type="dt" sz="half" idx="10"/>
          </p:nvPr>
        </p:nvSpPr>
        <p:spPr/>
        <p:txBody>
          <a:bodyPr/>
          <a:lstStyle/>
          <a:p>
            <a:fld id="{A88EC3D5-687C-416C-9B5D-3A75D8F7BA6C}" type="datetime1">
              <a:rPr lang="zh-CN" altLang="en-US" smtClean="0"/>
              <a:t>2025/10/25</a:t>
            </a:fld>
            <a:endParaRPr lang="zh-CN" altLang="en-US"/>
          </a:p>
        </p:txBody>
      </p:sp>
      <p:sp>
        <p:nvSpPr>
          <p:cNvPr id="6" name="页脚占位符 5">
            <a:extLst>
              <a:ext uri="{FF2B5EF4-FFF2-40B4-BE49-F238E27FC236}">
                <a16:creationId xmlns:a16="http://schemas.microsoft.com/office/drawing/2014/main" id="{03F54AA7-A8F7-371E-233F-C3786BFF7AE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4ABCE91-07DB-6B5D-5B09-850806046E1E}"/>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Tree>
    <p:extLst>
      <p:ext uri="{BB962C8B-B14F-4D97-AF65-F5344CB8AC3E}">
        <p14:creationId xmlns:p14="http://schemas.microsoft.com/office/powerpoint/2010/main" val="26235985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886F22-E5CE-D1A8-570E-9AE797FDA12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B41128B0-4299-ED4A-92C5-0E762E6AB3D9}"/>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F52EB65-E6EF-E56C-9D82-1C732D02ED25}"/>
              </a:ext>
            </a:extLst>
          </p:cNvPr>
          <p:cNvSpPr>
            <a:spLocks noGrp="1"/>
          </p:cNvSpPr>
          <p:nvPr>
            <p:ph type="dt" sz="half" idx="10"/>
          </p:nvPr>
        </p:nvSpPr>
        <p:spPr/>
        <p:txBody>
          <a:bodyPr/>
          <a:lstStyle/>
          <a:p>
            <a:fld id="{BA40BE0C-1EAE-4AE0-9369-5238A76AA9AE}" type="datetime1">
              <a:rPr lang="zh-CN" altLang="en-US" smtClean="0"/>
              <a:t>2025/10/25</a:t>
            </a:fld>
            <a:endParaRPr lang="zh-CN" altLang="en-US"/>
          </a:p>
        </p:txBody>
      </p:sp>
      <p:sp>
        <p:nvSpPr>
          <p:cNvPr id="5" name="页脚占位符 4">
            <a:extLst>
              <a:ext uri="{FF2B5EF4-FFF2-40B4-BE49-F238E27FC236}">
                <a16:creationId xmlns:a16="http://schemas.microsoft.com/office/drawing/2014/main" id="{590A3098-73E5-D15B-F904-31354377F5B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0C31172-595F-7FBE-C4C5-0D45BFF78ED2}"/>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Tree>
    <p:extLst>
      <p:ext uri="{BB962C8B-B14F-4D97-AF65-F5344CB8AC3E}">
        <p14:creationId xmlns:p14="http://schemas.microsoft.com/office/powerpoint/2010/main" val="8205238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7A9512A-F429-E9F6-1E9D-E8FDB3269895}"/>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5BF6BB3-16C3-74FB-3BD9-3D2AA5B3DAC9}"/>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959AC9E-B020-DA3A-3784-05E3CA262DEC}"/>
              </a:ext>
            </a:extLst>
          </p:cNvPr>
          <p:cNvSpPr>
            <a:spLocks noGrp="1"/>
          </p:cNvSpPr>
          <p:nvPr>
            <p:ph type="dt" sz="half" idx="10"/>
          </p:nvPr>
        </p:nvSpPr>
        <p:spPr/>
        <p:txBody>
          <a:bodyPr/>
          <a:lstStyle/>
          <a:p>
            <a:fld id="{24DED7F1-ED4F-4A57-9629-8DACBCF4E104}" type="datetime1">
              <a:rPr lang="zh-CN" altLang="en-US" smtClean="0"/>
              <a:t>2025/10/25</a:t>
            </a:fld>
            <a:endParaRPr lang="zh-CN" altLang="en-US"/>
          </a:p>
        </p:txBody>
      </p:sp>
      <p:sp>
        <p:nvSpPr>
          <p:cNvPr id="5" name="页脚占位符 4">
            <a:extLst>
              <a:ext uri="{FF2B5EF4-FFF2-40B4-BE49-F238E27FC236}">
                <a16:creationId xmlns:a16="http://schemas.microsoft.com/office/drawing/2014/main" id="{445E3113-5A22-4324-B7BE-2653A893CA2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EA4F435-9CA7-A80C-F717-58D1A5790289}"/>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Tree>
    <p:extLst>
      <p:ext uri="{BB962C8B-B14F-4D97-AF65-F5344CB8AC3E}">
        <p14:creationId xmlns:p14="http://schemas.microsoft.com/office/powerpoint/2010/main" val="25551590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DEAA9E-E6D2-419E-8BE0-3E0FDC56B8CA}"/>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852A827-2353-4B37-A17C-E088CA3E7F08}"/>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6F81537-227A-4F15-BDD5-06ACD7107A85}"/>
              </a:ext>
            </a:extLst>
          </p:cNvPr>
          <p:cNvSpPr>
            <a:spLocks noGrp="1"/>
          </p:cNvSpPr>
          <p:nvPr>
            <p:ph type="dt" sz="half" idx="10"/>
          </p:nvPr>
        </p:nvSpPr>
        <p:spPr/>
        <p:txBody>
          <a:bodyPr/>
          <a:lstStyle/>
          <a:p>
            <a:fld id="{3F89B2F6-BCBC-4CC2-88CB-C29D17798378}" type="datetimeFigureOut">
              <a:rPr lang="zh-CN" altLang="en-US" smtClean="0"/>
              <a:t>2025/10/25</a:t>
            </a:fld>
            <a:endParaRPr lang="zh-CN" altLang="en-US"/>
          </a:p>
        </p:txBody>
      </p:sp>
      <p:sp>
        <p:nvSpPr>
          <p:cNvPr id="5" name="页脚占位符 4">
            <a:extLst>
              <a:ext uri="{FF2B5EF4-FFF2-40B4-BE49-F238E27FC236}">
                <a16:creationId xmlns:a16="http://schemas.microsoft.com/office/drawing/2014/main" id="{F64BB013-EA7B-4BF1-A615-5588E961CF0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89247C4-5CBB-40D0-8CB3-0DEDB5270187}"/>
              </a:ext>
            </a:extLst>
          </p:cNvPr>
          <p:cNvSpPr>
            <a:spLocks noGrp="1"/>
          </p:cNvSpPr>
          <p:nvPr>
            <p:ph type="sldNum" sz="quarter" idx="12"/>
          </p:nvPr>
        </p:nvSpPr>
        <p:spPr/>
        <p:txBody>
          <a:bodyPr/>
          <a:lstStyle/>
          <a:p>
            <a:fld id="{185E8BDA-7732-47D8-AD14-55BB314CCDCC}" type="slidenum">
              <a:rPr lang="zh-CN" altLang="en-US" smtClean="0"/>
              <a:t>‹#›</a:t>
            </a:fld>
            <a:endParaRPr lang="zh-CN" altLang="en-US"/>
          </a:p>
        </p:txBody>
      </p:sp>
    </p:spTree>
    <p:extLst>
      <p:ext uri="{BB962C8B-B14F-4D97-AF65-F5344CB8AC3E}">
        <p14:creationId xmlns:p14="http://schemas.microsoft.com/office/powerpoint/2010/main" val="25212850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89AE7EF-F87D-9C21-C4BB-171C8D9B50D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8AF3D3E9-FE54-B7B5-61E8-7471036E460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3A6B583-F9AA-8EDA-E541-C152443147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4801001-B58D-4742-9CFA-41515D63C199}" type="datetime1">
              <a:rPr lang="zh-CN" altLang="en-US" smtClean="0"/>
              <a:t>2025/10/25</a:t>
            </a:fld>
            <a:endParaRPr lang="zh-CN" altLang="en-US"/>
          </a:p>
        </p:txBody>
      </p:sp>
      <p:sp>
        <p:nvSpPr>
          <p:cNvPr id="5" name="页脚占位符 4">
            <a:extLst>
              <a:ext uri="{FF2B5EF4-FFF2-40B4-BE49-F238E27FC236}">
                <a16:creationId xmlns:a16="http://schemas.microsoft.com/office/drawing/2014/main" id="{278A588B-8EE2-28BC-48EA-8B9B0CBDDEB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B0B4F34A-A39E-23CC-FAEC-C3E874B5CD5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7C0FE0B-717B-41AE-9FA2-CA4BF851D1C3}" type="slidenum">
              <a:rPr lang="zh-CN" altLang="en-US" smtClean="0"/>
              <a:t>‹#›</a:t>
            </a:fld>
            <a:endParaRPr lang="zh-CN" altLang="en-US"/>
          </a:p>
        </p:txBody>
      </p:sp>
    </p:spTree>
    <p:extLst>
      <p:ext uri="{BB962C8B-B14F-4D97-AF65-F5344CB8AC3E}">
        <p14:creationId xmlns:p14="http://schemas.microsoft.com/office/powerpoint/2010/main" val="393258870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a:extLst>
              <a:ext uri="{FF2B5EF4-FFF2-40B4-BE49-F238E27FC236}">
                <a16:creationId xmlns:a16="http://schemas.microsoft.com/office/drawing/2014/main" id="{6560F8BA-EDBF-2910-36F9-4BB297220ED8}"/>
              </a:ext>
            </a:extLst>
          </p:cNvPr>
          <p:cNvSpPr/>
          <p:nvPr/>
        </p:nvSpPr>
        <p:spPr>
          <a:xfrm>
            <a:off x="6009018" y="1900591"/>
            <a:ext cx="5093804" cy="3056818"/>
          </a:xfrm>
          <a:prstGeom prst="roundRect">
            <a:avLst/>
          </a:prstGeom>
          <a:blipFill>
            <a:blip r:embed="rId2"/>
            <a:tile tx="0" ty="0" sx="100000" sy="100000" flip="none" algn="tl"/>
          </a:blipFill>
          <a:ln w="92075" cmpd="thickThi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spcBef>
                <a:spcPts val="0"/>
              </a:spcBef>
              <a:spcAft>
                <a:spcPts val="0"/>
              </a:spcAft>
              <a:buClrTx/>
              <a:buSzTx/>
              <a:buFontTx/>
              <a:buNone/>
              <a:tabLst/>
              <a:defRPr/>
            </a:pPr>
            <a:r>
              <a:rPr kumimoji="0" lang="zh-CN" altLang="en-US" sz="4000" b="0" i="0" u="none" strike="noStrike" kern="1200" cap="none" spc="0" normalizeH="0" baseline="0" noProof="0" dirty="0">
                <a:ln>
                  <a:noFill/>
                </a:ln>
                <a:solidFill>
                  <a:schemeClr val="accent4">
                    <a:lumMod val="75000"/>
                  </a:schemeClr>
                </a:solidFill>
                <a:effectLst>
                  <a:outerShdw blurRad="38100" dist="38100" dir="2700000" algn="tl">
                    <a:srgbClr val="000000">
                      <a:alpha val="43137"/>
                    </a:srgbClr>
                  </a:outerShdw>
                </a:effectLst>
                <a:uLnTx/>
                <a:uFillTx/>
                <a:latin typeface="华文琥珀" panose="02010800040101010101" pitchFamily="2" charset="-122"/>
                <a:ea typeface="华文琥珀" panose="02010800040101010101" pitchFamily="2" charset="-122"/>
              </a:rPr>
              <a:t>第 </a:t>
            </a:r>
            <a:r>
              <a:rPr kumimoji="0" lang="en-US" altLang="zh-CN" sz="4000" b="0" i="0" u="none" strike="noStrike" kern="1200" cap="none" spc="0" normalizeH="0" baseline="0" noProof="0" dirty="0">
                <a:ln>
                  <a:noFill/>
                </a:ln>
                <a:solidFill>
                  <a:schemeClr val="accent4">
                    <a:lumMod val="75000"/>
                  </a:schemeClr>
                </a:solidFill>
                <a:effectLst>
                  <a:outerShdw blurRad="38100" dist="38100" dir="2700000" algn="tl">
                    <a:srgbClr val="000000">
                      <a:alpha val="43137"/>
                    </a:srgbClr>
                  </a:outerShdw>
                </a:effectLst>
                <a:uLnTx/>
                <a:uFillTx/>
                <a:latin typeface="Wide Latin" panose="020A0A07050505020404" pitchFamily="18" charset="0"/>
                <a:ea typeface="华文彩云" panose="02010800040101010101" pitchFamily="2" charset="-122"/>
                <a:cs typeface="Times New Roman" panose="02020603050405020304" pitchFamily="18" charset="0"/>
              </a:rPr>
              <a:t>10</a:t>
            </a:r>
            <a:r>
              <a:rPr lang="en-US" altLang="zh-CN" sz="4000" dirty="0">
                <a:solidFill>
                  <a:schemeClr val="accent4">
                    <a:lumMod val="75000"/>
                  </a:schemeClr>
                </a:solidFill>
                <a:effectLst>
                  <a:outerShdw blurRad="38100" dist="38100" dir="2700000" algn="tl">
                    <a:srgbClr val="000000">
                      <a:alpha val="43137"/>
                    </a:srgbClr>
                  </a:outerShdw>
                </a:effectLst>
                <a:latin typeface="华文琥珀" panose="02010800040101010101" pitchFamily="2" charset="-122"/>
                <a:ea typeface="华文琥珀" panose="02010800040101010101" pitchFamily="2" charset="-122"/>
                <a:cs typeface="Times New Roman" panose="02020603050405020304" pitchFamily="18" charset="0"/>
              </a:rPr>
              <a:t> </a:t>
            </a:r>
            <a:r>
              <a:rPr kumimoji="0" lang="zh-CN" altLang="en-US" sz="4000" b="0" i="0" u="none" strike="noStrike" kern="1200" cap="none" spc="0" normalizeH="0" baseline="0" noProof="0" dirty="0">
                <a:ln>
                  <a:noFill/>
                </a:ln>
                <a:solidFill>
                  <a:schemeClr val="accent4">
                    <a:lumMod val="75000"/>
                  </a:schemeClr>
                </a:solidFill>
                <a:effectLst>
                  <a:outerShdw blurRad="38100" dist="38100" dir="2700000" algn="tl">
                    <a:srgbClr val="000000">
                      <a:alpha val="43137"/>
                    </a:srgbClr>
                  </a:outerShdw>
                </a:effectLst>
                <a:uLnTx/>
                <a:uFillTx/>
                <a:latin typeface="华文琥珀" panose="02010800040101010101" pitchFamily="2" charset="-122"/>
                <a:ea typeface="华文琥珀" panose="02010800040101010101" pitchFamily="2" charset="-122"/>
              </a:rPr>
              <a:t>章</a:t>
            </a:r>
            <a:r>
              <a:rPr kumimoji="0" lang="zh-CN" altLang="en-US" sz="4800" b="0" i="0" u="none" strike="noStrike" kern="1200" cap="none" spc="0" normalizeH="0" baseline="0" noProof="0" dirty="0">
                <a:ln>
                  <a:noFill/>
                </a:ln>
                <a:solidFill>
                  <a:schemeClr val="accent4">
                    <a:lumMod val="75000"/>
                  </a:schemeClr>
                </a:solidFill>
                <a:effectLst>
                  <a:outerShdw blurRad="38100" dist="38100" dir="2700000" algn="tl">
                    <a:srgbClr val="000000">
                      <a:alpha val="43137"/>
                    </a:srgbClr>
                  </a:outerShdw>
                </a:effectLst>
                <a:uLnTx/>
                <a:uFillTx/>
                <a:latin typeface="华文行楷" panose="02010800040101010101" pitchFamily="2" charset="-122"/>
                <a:ea typeface="华文行楷" panose="02010800040101010101" pitchFamily="2" charset="-122"/>
                <a:cs typeface="+mn-cs"/>
              </a:rPr>
              <a:t>    </a:t>
            </a:r>
            <a:endParaRPr kumimoji="0" lang="en-US" altLang="zh-CN" sz="4800" b="0" i="0" u="none" strike="noStrike" kern="1200" cap="none" spc="0" normalizeH="0" baseline="0" noProof="0" dirty="0">
              <a:ln>
                <a:noFill/>
              </a:ln>
              <a:solidFill>
                <a:schemeClr val="accent4">
                  <a:lumMod val="75000"/>
                </a:schemeClr>
              </a:solidFill>
              <a:effectLst>
                <a:outerShdw blurRad="38100" dist="38100" dir="2700000" algn="tl">
                  <a:srgbClr val="000000">
                    <a:alpha val="43137"/>
                  </a:srgbClr>
                </a:outerShdw>
              </a:effectLst>
              <a:uLnTx/>
              <a:uFillTx/>
              <a:latin typeface="华文行楷" panose="02010800040101010101" pitchFamily="2" charset="-122"/>
              <a:ea typeface="华文行楷" panose="02010800040101010101" pitchFamily="2" charset="-122"/>
              <a:cs typeface="+mn-cs"/>
            </a:endParaRPr>
          </a:p>
          <a:p>
            <a:pPr marL="0" marR="0" lvl="0" indent="0" algn="ctr" defTabSz="457200" rtl="0" eaLnBrk="1" fontAlgn="auto" latinLnBrk="0" hangingPunct="1">
              <a:lnSpc>
                <a:spcPct val="150000"/>
              </a:lnSpc>
              <a:spcBef>
                <a:spcPts val="0"/>
              </a:spcBef>
              <a:spcAft>
                <a:spcPts val="0"/>
              </a:spcAft>
              <a:buClrTx/>
              <a:buSzTx/>
              <a:buFontTx/>
              <a:buNone/>
              <a:tabLst/>
              <a:defRPr/>
            </a:pPr>
            <a:r>
              <a:rPr kumimoji="0" lang="zh-CN" altLang="en-US" sz="6000" b="0" i="0" u="none" strike="noStrike" kern="1200" cap="none" spc="0" normalizeH="0" baseline="0" noProof="0">
                <a:ln>
                  <a:noFill/>
                </a:ln>
                <a:solidFill>
                  <a:srgbClr val="002060"/>
                </a:solidFill>
                <a:effectLst>
                  <a:outerShdw blurRad="38100" dist="38100" dir="2700000" algn="tl">
                    <a:srgbClr val="000000">
                      <a:alpha val="43137"/>
                    </a:srgbClr>
                  </a:outerShdw>
                </a:effectLst>
                <a:uLnTx/>
                <a:uFillTx/>
                <a:latin typeface="华文行楷" panose="02010800040101010101" pitchFamily="2" charset="-122"/>
                <a:ea typeface="华文行楷" panose="02010800040101010101" pitchFamily="2" charset="-122"/>
                <a:cs typeface="+mn-cs"/>
              </a:rPr>
              <a:t>内部排序</a:t>
            </a:r>
            <a:endParaRPr kumimoji="0" lang="zh-CN" altLang="en-US" sz="6000" b="0"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Aptos" panose="02110004020202020204"/>
              <a:ea typeface="等线" panose="02010600030101010101" pitchFamily="2" charset="-122"/>
              <a:cs typeface="+mn-cs"/>
            </a:endParaRPr>
          </a:p>
        </p:txBody>
      </p:sp>
      <p:sp>
        <p:nvSpPr>
          <p:cNvPr id="3" name="灯片编号占位符 2">
            <a:extLst>
              <a:ext uri="{FF2B5EF4-FFF2-40B4-BE49-F238E27FC236}">
                <a16:creationId xmlns:a16="http://schemas.microsoft.com/office/drawing/2014/main" id="{87153214-7B01-5997-7E63-571F2D9BDE4A}"/>
              </a:ext>
            </a:extLst>
          </p:cNvPr>
          <p:cNvSpPr>
            <a:spLocks noGrp="1"/>
          </p:cNvSpPr>
          <p:nvPr>
            <p:ph type="sldNum" sz="quarter" idx="12"/>
          </p:nvPr>
        </p:nvSpPr>
        <p:spPr/>
        <p:txBody>
          <a:bodyPr/>
          <a:lstStyle/>
          <a:p>
            <a:fld id="{D7C0FE0B-717B-41AE-9FA2-CA4BF851D1C3}" type="slidenum">
              <a:rPr lang="zh-CN" altLang="en-US" smtClean="0"/>
              <a:t>1</a:t>
            </a:fld>
            <a:endParaRPr lang="zh-CN" altLang="en-US"/>
          </a:p>
        </p:txBody>
      </p:sp>
      <p:pic>
        <p:nvPicPr>
          <p:cNvPr id="4" name="图片 3">
            <a:extLst>
              <a:ext uri="{FF2B5EF4-FFF2-40B4-BE49-F238E27FC236}">
                <a16:creationId xmlns:a16="http://schemas.microsoft.com/office/drawing/2014/main" id="{7F3E0640-F6A6-1CEE-0D03-C1ADB7F771B2}"/>
              </a:ext>
            </a:extLst>
          </p:cNvPr>
          <p:cNvPicPr>
            <a:picLocks noChangeAspect="1"/>
          </p:cNvPicPr>
          <p:nvPr/>
        </p:nvPicPr>
        <p:blipFill>
          <a:blip r:embed="rId3"/>
          <a:stretch>
            <a:fillRect/>
          </a:stretch>
        </p:blipFill>
        <p:spPr>
          <a:xfrm>
            <a:off x="0" y="0"/>
            <a:ext cx="5553083" cy="6858000"/>
          </a:xfrm>
          <a:prstGeom prst="rect">
            <a:avLst/>
          </a:prstGeom>
        </p:spPr>
      </p:pic>
    </p:spTree>
    <p:extLst>
      <p:ext uri="{BB962C8B-B14F-4D97-AF65-F5344CB8AC3E}">
        <p14:creationId xmlns:p14="http://schemas.microsoft.com/office/powerpoint/2010/main" val="12945074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01F291BB-DF87-43BA-81F2-86F383503043}"/>
              </a:ext>
            </a:extLst>
          </p:cNvPr>
          <p:cNvSpPr txBox="1">
            <a:spLocks noChangeArrowheads="1"/>
          </p:cNvSpPr>
          <p:nvPr/>
        </p:nvSpPr>
        <p:spPr bwMode="auto">
          <a:xfrm>
            <a:off x="9546530" y="1299577"/>
            <a:ext cx="189410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000" b="1" dirty="0">
                <a:solidFill>
                  <a:srgbClr val="0070C0"/>
                </a:solidFill>
                <a:latin typeface="+mn-ea"/>
              </a:rPr>
              <a:t>经过一趟排序</a:t>
            </a:r>
            <a:endParaRPr lang="zh-CN" altLang="en-US" sz="2000" dirty="0">
              <a:solidFill>
                <a:srgbClr val="0070C0"/>
              </a:solidFill>
              <a:latin typeface="+mn-ea"/>
            </a:endParaRPr>
          </a:p>
        </p:txBody>
      </p:sp>
      <p:grpSp>
        <p:nvGrpSpPr>
          <p:cNvPr id="16" name="组合 15">
            <a:extLst>
              <a:ext uri="{FF2B5EF4-FFF2-40B4-BE49-F238E27FC236}">
                <a16:creationId xmlns:a16="http://schemas.microsoft.com/office/drawing/2014/main" id="{FF2317D7-F771-44B6-874A-F9E255F37EF6}"/>
              </a:ext>
            </a:extLst>
          </p:cNvPr>
          <p:cNvGrpSpPr/>
          <p:nvPr/>
        </p:nvGrpSpPr>
        <p:grpSpPr>
          <a:xfrm>
            <a:off x="5838761" y="800312"/>
            <a:ext cx="6064476" cy="371058"/>
            <a:chOff x="6683187" y="997323"/>
            <a:chExt cx="4655291" cy="371058"/>
          </a:xfrm>
        </p:grpSpPr>
        <p:sp>
          <p:nvSpPr>
            <p:cNvPr id="5" name="Rectangle 3">
              <a:extLst>
                <a:ext uri="{FF2B5EF4-FFF2-40B4-BE49-F238E27FC236}">
                  <a16:creationId xmlns:a16="http://schemas.microsoft.com/office/drawing/2014/main" id="{3644F3C4-66C6-488B-AF0A-AE6D7477F3E1}"/>
                </a:ext>
              </a:extLst>
            </p:cNvPr>
            <p:cNvSpPr>
              <a:spLocks noChangeArrowheads="1"/>
            </p:cNvSpPr>
            <p:nvPr/>
          </p:nvSpPr>
          <p:spPr bwMode="auto">
            <a:xfrm>
              <a:off x="6683187" y="997323"/>
              <a:ext cx="1990233" cy="371058"/>
            </a:xfrm>
            <a:prstGeom prst="rect">
              <a:avLst/>
            </a:prstGeom>
            <a:pattFill prst="trellis">
              <a:fgClr>
                <a:schemeClr val="accent2">
                  <a:lumMod val="60000"/>
                  <a:lumOff val="40000"/>
                </a:schemeClr>
              </a:fgClr>
              <a:bgClr>
                <a:srgbClr val="FFFFFF"/>
              </a:bgClr>
            </a:pattFill>
            <a:ln w="19050">
              <a:solidFill>
                <a:srgbClr val="00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dirty="0">
                  <a:solidFill>
                    <a:srgbClr val="000066"/>
                  </a:solidFill>
                  <a:latin typeface="+mn-ea"/>
                </a:rPr>
                <a:t>有 序 子 表</a:t>
              </a:r>
            </a:p>
          </p:txBody>
        </p:sp>
        <p:sp>
          <p:nvSpPr>
            <p:cNvPr id="6" name="Rectangle 4">
              <a:extLst>
                <a:ext uri="{FF2B5EF4-FFF2-40B4-BE49-F238E27FC236}">
                  <a16:creationId xmlns:a16="http://schemas.microsoft.com/office/drawing/2014/main" id="{DC00B11A-10B4-4C24-9532-413FCC77453B}"/>
                </a:ext>
              </a:extLst>
            </p:cNvPr>
            <p:cNvSpPr>
              <a:spLocks noChangeArrowheads="1"/>
            </p:cNvSpPr>
            <p:nvPr/>
          </p:nvSpPr>
          <p:spPr bwMode="auto">
            <a:xfrm>
              <a:off x="8673421" y="997323"/>
              <a:ext cx="2665057" cy="371058"/>
            </a:xfrm>
            <a:prstGeom prst="rect">
              <a:avLst/>
            </a:prstGeom>
            <a:solidFill>
              <a:schemeClr val="accent5">
                <a:lumMod val="40000"/>
                <a:lumOff val="60000"/>
              </a:schemeClr>
            </a:solidFill>
            <a:ln w="19050">
              <a:solidFill>
                <a:srgbClr val="000066"/>
              </a:solidFill>
              <a:miter lim="800000"/>
              <a:headEnd/>
              <a:tailEnd/>
            </a:ln>
            <a:effectLst/>
          </p:spPr>
          <p:txBody>
            <a:bodyPr wrap="none" anchor="ctr"/>
            <a:lstStyle/>
            <a:p>
              <a:pPr algn="ctr"/>
              <a:r>
                <a:rPr lang="zh-CN" altLang="en-US" sz="2000" b="1" dirty="0">
                  <a:solidFill>
                    <a:srgbClr val="000066"/>
                  </a:solidFill>
                  <a:latin typeface="+mn-ea"/>
                </a:rPr>
                <a:t>无 序 子表</a:t>
              </a:r>
            </a:p>
          </p:txBody>
        </p:sp>
      </p:grpSp>
      <p:grpSp>
        <p:nvGrpSpPr>
          <p:cNvPr id="17" name="组合 16">
            <a:extLst>
              <a:ext uri="{FF2B5EF4-FFF2-40B4-BE49-F238E27FC236}">
                <a16:creationId xmlns:a16="http://schemas.microsoft.com/office/drawing/2014/main" id="{CA368D1B-5357-453D-A194-4836DDA5DF27}"/>
              </a:ext>
            </a:extLst>
          </p:cNvPr>
          <p:cNvGrpSpPr/>
          <p:nvPr/>
        </p:nvGrpSpPr>
        <p:grpSpPr>
          <a:xfrm>
            <a:off x="5838761" y="1744825"/>
            <a:ext cx="6064476" cy="371058"/>
            <a:chOff x="6683187" y="1941836"/>
            <a:chExt cx="4655291" cy="371058"/>
          </a:xfrm>
        </p:grpSpPr>
        <p:sp>
          <p:nvSpPr>
            <p:cNvPr id="7" name="Rectangle 5">
              <a:extLst>
                <a:ext uri="{FF2B5EF4-FFF2-40B4-BE49-F238E27FC236}">
                  <a16:creationId xmlns:a16="http://schemas.microsoft.com/office/drawing/2014/main" id="{EEBACDD0-FEDE-4315-9781-1309E4D551F8}"/>
                </a:ext>
              </a:extLst>
            </p:cNvPr>
            <p:cNvSpPr>
              <a:spLocks noChangeArrowheads="1"/>
            </p:cNvSpPr>
            <p:nvPr/>
          </p:nvSpPr>
          <p:spPr bwMode="auto">
            <a:xfrm>
              <a:off x="6683187" y="1941836"/>
              <a:ext cx="2371559" cy="371058"/>
            </a:xfrm>
            <a:prstGeom prst="rect">
              <a:avLst/>
            </a:prstGeom>
            <a:pattFill prst="trellis">
              <a:fgClr>
                <a:schemeClr val="accent2">
                  <a:lumMod val="60000"/>
                  <a:lumOff val="40000"/>
                </a:schemeClr>
              </a:fgClr>
              <a:bgClr>
                <a:srgbClr val="FFFFFF"/>
              </a:bgClr>
            </a:pattFill>
            <a:ln w="19050">
              <a:solidFill>
                <a:srgbClr val="00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dirty="0">
                  <a:solidFill>
                    <a:srgbClr val="000066"/>
                  </a:solidFill>
                  <a:latin typeface="+mn-ea"/>
                </a:rPr>
                <a:t>有 序 子 表</a:t>
              </a:r>
            </a:p>
          </p:txBody>
        </p:sp>
        <p:sp>
          <p:nvSpPr>
            <p:cNvPr id="8" name="Rectangle 6">
              <a:extLst>
                <a:ext uri="{FF2B5EF4-FFF2-40B4-BE49-F238E27FC236}">
                  <a16:creationId xmlns:a16="http://schemas.microsoft.com/office/drawing/2014/main" id="{081AB81C-65EB-450B-9AF2-9477E7513382}"/>
                </a:ext>
              </a:extLst>
            </p:cNvPr>
            <p:cNvSpPr>
              <a:spLocks noChangeArrowheads="1"/>
            </p:cNvSpPr>
            <p:nvPr/>
          </p:nvSpPr>
          <p:spPr bwMode="auto">
            <a:xfrm>
              <a:off x="9054750" y="1941836"/>
              <a:ext cx="2283728" cy="371058"/>
            </a:xfrm>
            <a:prstGeom prst="rect">
              <a:avLst/>
            </a:prstGeom>
            <a:solidFill>
              <a:schemeClr val="accent5">
                <a:lumMod val="40000"/>
                <a:lumOff val="60000"/>
              </a:schemeClr>
            </a:solidFill>
            <a:ln w="19050">
              <a:solidFill>
                <a:srgbClr val="000066"/>
              </a:solidFill>
              <a:miter lim="800000"/>
              <a:headEnd/>
              <a:tailEnd/>
            </a:ln>
            <a:effectLst/>
          </p:spPr>
          <p:txBody>
            <a:bodyPr wrap="none" anchor="ctr"/>
            <a:lstStyle/>
            <a:p>
              <a:pPr algn="ctr"/>
              <a:r>
                <a:rPr lang="zh-CN" altLang="en-US" sz="2000" b="1" dirty="0">
                  <a:solidFill>
                    <a:srgbClr val="000066"/>
                  </a:solidFill>
                  <a:latin typeface="+mn-ea"/>
                </a:rPr>
                <a:t>无 序 子 表</a:t>
              </a:r>
            </a:p>
          </p:txBody>
        </p:sp>
      </p:grpSp>
      <p:sp>
        <p:nvSpPr>
          <p:cNvPr id="9" name="AutoShape 7">
            <a:extLst>
              <a:ext uri="{FF2B5EF4-FFF2-40B4-BE49-F238E27FC236}">
                <a16:creationId xmlns:a16="http://schemas.microsoft.com/office/drawing/2014/main" id="{FD75703D-CFEB-45C6-8059-34805883E61E}"/>
              </a:ext>
            </a:extLst>
          </p:cNvPr>
          <p:cNvSpPr>
            <a:spLocks noChangeArrowheads="1"/>
          </p:cNvSpPr>
          <p:nvPr/>
        </p:nvSpPr>
        <p:spPr bwMode="auto">
          <a:xfrm>
            <a:off x="9110397" y="1257509"/>
            <a:ext cx="493621" cy="404791"/>
          </a:xfrm>
          <a:prstGeom prst="downArrow">
            <a:avLst>
              <a:gd name="adj1" fmla="val 50000"/>
              <a:gd name="adj2" fmla="val 42857"/>
            </a:avLst>
          </a:prstGeom>
          <a:solidFill>
            <a:schemeClr val="folHlink"/>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sz="2400"/>
          </a:p>
        </p:txBody>
      </p:sp>
      <p:sp>
        <p:nvSpPr>
          <p:cNvPr id="10" name="Line 8">
            <a:extLst>
              <a:ext uri="{FF2B5EF4-FFF2-40B4-BE49-F238E27FC236}">
                <a16:creationId xmlns:a16="http://schemas.microsoft.com/office/drawing/2014/main" id="{B516FE9E-DCCA-4FEA-91FC-E314B041532F}"/>
              </a:ext>
            </a:extLst>
          </p:cNvPr>
          <p:cNvSpPr>
            <a:spLocks noChangeShapeType="1"/>
          </p:cNvSpPr>
          <p:nvPr/>
        </p:nvSpPr>
        <p:spPr bwMode="auto">
          <a:xfrm>
            <a:off x="8431452" y="1171370"/>
            <a:ext cx="0" cy="573454"/>
          </a:xfrm>
          <a:prstGeom prst="line">
            <a:avLst/>
          </a:prstGeom>
          <a:noFill/>
          <a:ln w="28575">
            <a:solidFill>
              <a:srgbClr val="00B05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11" name="Line 9">
            <a:extLst>
              <a:ext uri="{FF2B5EF4-FFF2-40B4-BE49-F238E27FC236}">
                <a16:creationId xmlns:a16="http://schemas.microsoft.com/office/drawing/2014/main" id="{BB25B8C8-F3C2-4609-BC95-F3F3842EAAC7}"/>
              </a:ext>
            </a:extLst>
          </p:cNvPr>
          <p:cNvSpPr>
            <a:spLocks noChangeShapeType="1"/>
          </p:cNvSpPr>
          <p:nvPr/>
        </p:nvSpPr>
        <p:spPr bwMode="auto">
          <a:xfrm>
            <a:off x="8928205" y="1171370"/>
            <a:ext cx="0" cy="573454"/>
          </a:xfrm>
          <a:prstGeom prst="line">
            <a:avLst/>
          </a:prstGeom>
          <a:noFill/>
          <a:ln w="28575">
            <a:solidFill>
              <a:srgbClr val="00B05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15" name="文本框 14">
            <a:extLst>
              <a:ext uri="{FF2B5EF4-FFF2-40B4-BE49-F238E27FC236}">
                <a16:creationId xmlns:a16="http://schemas.microsoft.com/office/drawing/2014/main" id="{FA6C241C-F944-4869-A2CD-EF2677581A02}"/>
              </a:ext>
            </a:extLst>
          </p:cNvPr>
          <p:cNvSpPr txBox="1"/>
          <p:nvPr/>
        </p:nvSpPr>
        <p:spPr>
          <a:xfrm>
            <a:off x="180994" y="985841"/>
            <a:ext cx="5062313" cy="808876"/>
          </a:xfrm>
          <a:prstGeom prst="rect">
            <a:avLst/>
          </a:prstGeom>
          <a:noFill/>
        </p:spPr>
        <p:txBody>
          <a:bodyPr wrap="square">
            <a:spAutoFit/>
          </a:bodyPr>
          <a:lstStyle/>
          <a:p>
            <a:pPr>
              <a:lnSpc>
                <a:spcPct val="125000"/>
              </a:lnSpc>
            </a:pPr>
            <a:r>
              <a:rPr lang="zh-CN" altLang="en-US" sz="2000" b="1"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插入</a:t>
            </a:r>
            <a:r>
              <a:rPr lang="zh-CN" altLang="en-US" sz="2000" b="1" dirty="0">
                <a:solidFill>
                  <a:srgbClr val="0000FF"/>
                </a:solidFill>
                <a:latin typeface="宋体" panose="02010600030101010101" pitchFamily="2" charset="-122"/>
                <a:ea typeface="宋体" panose="02010600030101010101" pitchFamily="2" charset="-122"/>
              </a:rPr>
              <a:t>类和</a:t>
            </a:r>
            <a:r>
              <a:rPr lang="zh-CN" altLang="en-US" sz="2000" b="1"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选择</a:t>
            </a:r>
            <a:r>
              <a:rPr lang="zh-CN" altLang="en-US" sz="2000" b="1" dirty="0">
                <a:solidFill>
                  <a:srgbClr val="0000FF"/>
                </a:solidFill>
                <a:latin typeface="宋体" panose="02010600030101010101" pitchFamily="2" charset="-122"/>
                <a:ea typeface="宋体" panose="02010600030101010101" pitchFamily="2" charset="-122"/>
              </a:rPr>
              <a:t>类排序的排序过程是一个逐步扩大有序子表的过程。</a:t>
            </a:r>
          </a:p>
        </p:txBody>
      </p:sp>
      <p:sp>
        <p:nvSpPr>
          <p:cNvPr id="18" name="矩形: 圆角 17">
            <a:extLst>
              <a:ext uri="{FF2B5EF4-FFF2-40B4-BE49-F238E27FC236}">
                <a16:creationId xmlns:a16="http://schemas.microsoft.com/office/drawing/2014/main" id="{F7470493-A57E-4EF7-AF1B-89905284DAB7}"/>
              </a:ext>
            </a:extLst>
          </p:cNvPr>
          <p:cNvSpPr/>
          <p:nvPr/>
        </p:nvSpPr>
        <p:spPr>
          <a:xfrm>
            <a:off x="1346270" y="194044"/>
            <a:ext cx="3559657" cy="524435"/>
          </a:xfrm>
          <a:prstGeom prst="roundRect">
            <a:avLst/>
          </a:prstGeom>
          <a:solidFill>
            <a:schemeClr val="tx2">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C00000"/>
                </a:solidFill>
                <a:effectLst>
                  <a:outerShdw blurRad="38100" dist="38100" dir="2700000" algn="tl">
                    <a:srgbClr val="000000">
                      <a:alpha val="43137"/>
                    </a:srgbClr>
                  </a:outerShdw>
                </a:effectLst>
              </a:rPr>
              <a:t>算法</a:t>
            </a:r>
            <a:r>
              <a:rPr lang="en-US" altLang="zh-CN" sz="2400" b="1" dirty="0">
                <a:solidFill>
                  <a:srgbClr val="C00000"/>
                </a:solidFill>
                <a:effectLst>
                  <a:outerShdw blurRad="38100" dist="38100" dir="2700000" algn="tl">
                    <a:srgbClr val="000000">
                      <a:alpha val="43137"/>
                    </a:srgbClr>
                  </a:outerShdw>
                </a:effectLst>
              </a:rPr>
              <a:t>10.1  </a:t>
            </a:r>
            <a:r>
              <a:rPr lang="zh-CN" altLang="en-US" sz="2400" b="1" dirty="0">
                <a:solidFill>
                  <a:srgbClr val="002060"/>
                </a:solidFill>
                <a:effectLst>
                  <a:outerShdw blurRad="38100" dist="38100" dir="2700000" algn="tl">
                    <a:srgbClr val="000000">
                      <a:alpha val="43137"/>
                    </a:srgbClr>
                  </a:outerShdw>
                </a:effectLst>
              </a:rPr>
              <a:t>直接插入排序</a:t>
            </a:r>
          </a:p>
        </p:txBody>
      </p:sp>
      <p:sp>
        <p:nvSpPr>
          <p:cNvPr id="22" name="文本框 21">
            <a:extLst>
              <a:ext uri="{FF2B5EF4-FFF2-40B4-BE49-F238E27FC236}">
                <a16:creationId xmlns:a16="http://schemas.microsoft.com/office/drawing/2014/main" id="{18CE11D6-0C73-49E5-894C-512DA12A1859}"/>
              </a:ext>
            </a:extLst>
          </p:cNvPr>
          <p:cNvSpPr txBox="1"/>
          <p:nvPr/>
        </p:nvSpPr>
        <p:spPr>
          <a:xfrm>
            <a:off x="9110397" y="3732794"/>
            <a:ext cx="2236510" cy="400110"/>
          </a:xfrm>
          <a:prstGeom prst="rect">
            <a:avLst/>
          </a:prstGeom>
          <a:noFill/>
          <a:ln w="9525">
            <a:noFill/>
          </a:ln>
        </p:spPr>
        <p:txBody>
          <a:bodyPr wrap="none">
            <a:spAutoFit/>
          </a:bodyPr>
          <a:lstStyle/>
          <a:p>
            <a:r>
              <a:rPr lang="zh-CN" altLang="en-US" sz="2000" b="1" noProof="1">
                <a:solidFill>
                  <a:srgbClr val="0000FF"/>
                </a:solidFill>
                <a:effectLst>
                  <a:outerShdw blurRad="38100" dist="38100" dir="2700000">
                    <a:srgbClr val="C0C0C0"/>
                  </a:outerShdw>
                </a:effectLst>
                <a:latin typeface="+mn-ea"/>
              </a:rPr>
              <a:t>一趟直接插入排序</a:t>
            </a:r>
          </a:p>
        </p:txBody>
      </p:sp>
      <p:sp>
        <p:nvSpPr>
          <p:cNvPr id="20" name="矩形 19">
            <a:extLst>
              <a:ext uri="{FF2B5EF4-FFF2-40B4-BE49-F238E27FC236}">
                <a16:creationId xmlns:a16="http://schemas.microsoft.com/office/drawing/2014/main" id="{5580A603-DE6F-4521-A49A-46A7516D141C}"/>
              </a:ext>
            </a:extLst>
          </p:cNvPr>
          <p:cNvSpPr>
            <a:spLocks noChangeArrowheads="1"/>
          </p:cNvSpPr>
          <p:nvPr/>
        </p:nvSpPr>
        <p:spPr bwMode="auto">
          <a:xfrm>
            <a:off x="8431450" y="3458671"/>
            <a:ext cx="496760" cy="370828"/>
          </a:xfrm>
          <a:prstGeom prst="rect">
            <a:avLst/>
          </a:prstGeom>
          <a:gradFill rotWithShape="0">
            <a:gsLst>
              <a:gs pos="0">
                <a:srgbClr val="66FFFF"/>
              </a:gs>
              <a:gs pos="100000">
                <a:srgbClr val="60F0F0"/>
              </a:gs>
            </a:gsLst>
            <a:lin ang="5400000" scaled="1"/>
          </a:gradFill>
          <a:ln w="19050">
            <a:solidFill>
              <a:schemeClr val="tx1"/>
            </a:solidFill>
            <a:miter lim="800000"/>
            <a:headEnd/>
            <a:tailEnd/>
          </a:ln>
        </p:spPr>
        <p:txBody>
          <a:bodyPr wrap="none" anchor="ctr"/>
          <a:lstStyle/>
          <a:p>
            <a:pPr algn="ctr"/>
            <a:r>
              <a:rPr lang="en-US" altLang="zh-CN" sz="2000" b="1" dirty="0">
                <a:latin typeface="+mn-ea"/>
              </a:rPr>
              <a:t>R[</a:t>
            </a:r>
            <a:r>
              <a:rPr lang="en-US" altLang="zh-CN" sz="2000" b="1" dirty="0" err="1">
                <a:latin typeface="+mn-ea"/>
              </a:rPr>
              <a:t>i</a:t>
            </a:r>
            <a:r>
              <a:rPr lang="en-US" altLang="zh-CN" sz="2000" b="1" dirty="0">
                <a:latin typeface="+mn-ea"/>
              </a:rPr>
              <a:t>]</a:t>
            </a:r>
          </a:p>
        </p:txBody>
      </p:sp>
      <p:grpSp>
        <p:nvGrpSpPr>
          <p:cNvPr id="33" name="组合 32">
            <a:extLst>
              <a:ext uri="{FF2B5EF4-FFF2-40B4-BE49-F238E27FC236}">
                <a16:creationId xmlns:a16="http://schemas.microsoft.com/office/drawing/2014/main" id="{0F3136F9-0873-4423-AA6C-98A0C3501338}"/>
              </a:ext>
            </a:extLst>
          </p:cNvPr>
          <p:cNvGrpSpPr/>
          <p:nvPr/>
        </p:nvGrpSpPr>
        <p:grpSpPr>
          <a:xfrm>
            <a:off x="5838761" y="4436309"/>
            <a:ext cx="6064475" cy="370828"/>
            <a:chOff x="5735638" y="3972571"/>
            <a:chExt cx="6064475" cy="370828"/>
          </a:xfrm>
        </p:grpSpPr>
        <p:sp>
          <p:nvSpPr>
            <p:cNvPr id="23" name="矩形 22">
              <a:extLst>
                <a:ext uri="{FF2B5EF4-FFF2-40B4-BE49-F238E27FC236}">
                  <a16:creationId xmlns:a16="http://schemas.microsoft.com/office/drawing/2014/main" id="{D54826B2-E856-48FD-A6DC-A09EB664E1C9}"/>
                </a:ext>
              </a:extLst>
            </p:cNvPr>
            <p:cNvSpPr>
              <a:spLocks noChangeArrowheads="1"/>
            </p:cNvSpPr>
            <p:nvPr/>
          </p:nvSpPr>
          <p:spPr bwMode="auto">
            <a:xfrm>
              <a:off x="5735638" y="3972571"/>
              <a:ext cx="3089450" cy="370828"/>
            </a:xfrm>
            <a:prstGeom prst="rect">
              <a:avLst/>
            </a:prstGeom>
            <a:pattFill prst="trellis">
              <a:fgClr>
                <a:schemeClr val="accent2">
                  <a:lumMod val="60000"/>
                  <a:lumOff val="40000"/>
                </a:schemeClr>
              </a:fgClr>
              <a:bgClr>
                <a:schemeClr val="bg1"/>
              </a:bgClr>
            </a:pattFill>
            <a:ln w="19050">
              <a:solidFill>
                <a:schemeClr val="tx1"/>
              </a:solidFill>
              <a:miter lim="800000"/>
              <a:headEnd/>
              <a:tailEnd/>
            </a:ln>
          </p:spPr>
          <p:txBody>
            <a:bodyPr wrap="none" anchor="ctr"/>
            <a:lstStyle/>
            <a:p>
              <a:pPr algn="ctr"/>
              <a:r>
                <a:rPr lang="zh-CN" altLang="en-US" sz="2000" b="1" dirty="0">
                  <a:latin typeface="+mn-ea"/>
                </a:rPr>
                <a:t>有序子表</a:t>
              </a:r>
              <a:r>
                <a:rPr lang="en-US" altLang="zh-CN" sz="2000" b="1" dirty="0">
                  <a:latin typeface="Courier New" panose="02070309020205020404" pitchFamily="49" charset="0"/>
                  <a:cs typeface="Courier New" panose="02070309020205020404" pitchFamily="49" charset="0"/>
                </a:rPr>
                <a:t>R[1..i]</a:t>
              </a:r>
            </a:p>
          </p:txBody>
        </p:sp>
        <p:sp>
          <p:nvSpPr>
            <p:cNvPr id="24" name="矩形 23">
              <a:extLst>
                <a:ext uri="{FF2B5EF4-FFF2-40B4-BE49-F238E27FC236}">
                  <a16:creationId xmlns:a16="http://schemas.microsoft.com/office/drawing/2014/main" id="{0D0544C5-0DD6-4BF6-ABFC-932E95400AD7}"/>
                </a:ext>
              </a:extLst>
            </p:cNvPr>
            <p:cNvSpPr>
              <a:spLocks noChangeArrowheads="1"/>
            </p:cNvSpPr>
            <p:nvPr/>
          </p:nvSpPr>
          <p:spPr bwMode="auto">
            <a:xfrm>
              <a:off x="8825088" y="3972571"/>
              <a:ext cx="2975025" cy="370828"/>
            </a:xfrm>
            <a:prstGeom prst="rect">
              <a:avLst/>
            </a:prstGeom>
            <a:solidFill>
              <a:schemeClr val="accent5">
                <a:lumMod val="40000"/>
                <a:lumOff val="60000"/>
              </a:schemeClr>
            </a:solidFill>
            <a:ln w="19050">
              <a:solidFill>
                <a:schemeClr val="tx1"/>
              </a:solidFill>
              <a:miter lim="800000"/>
              <a:headEnd/>
              <a:tailEnd/>
            </a:ln>
          </p:spPr>
          <p:txBody>
            <a:bodyPr wrap="none" anchor="ctr"/>
            <a:lstStyle/>
            <a:p>
              <a:pPr algn="ctr"/>
              <a:r>
                <a:rPr lang="zh-CN" altLang="en-US" sz="2000" b="1" dirty="0">
                  <a:latin typeface="+mn-ea"/>
                </a:rPr>
                <a:t>无序子表 </a:t>
              </a:r>
              <a:r>
                <a:rPr lang="en-US" altLang="zh-CN" sz="2000" b="1" dirty="0">
                  <a:latin typeface="Courier New" panose="02070309020205020404" pitchFamily="49" charset="0"/>
                  <a:cs typeface="Courier New" panose="02070309020205020404" pitchFamily="49" charset="0"/>
                </a:rPr>
                <a:t>R[i+1..n]</a:t>
              </a:r>
            </a:p>
          </p:txBody>
        </p:sp>
      </p:grpSp>
      <p:cxnSp>
        <p:nvCxnSpPr>
          <p:cNvPr id="25" name="肘形连接符 7188">
            <a:extLst>
              <a:ext uri="{FF2B5EF4-FFF2-40B4-BE49-F238E27FC236}">
                <a16:creationId xmlns:a16="http://schemas.microsoft.com/office/drawing/2014/main" id="{C52644BA-9608-4D65-9268-C9AC83FD03D1}"/>
              </a:ext>
            </a:extLst>
          </p:cNvPr>
          <p:cNvCxnSpPr>
            <a:cxnSpLocks noChangeShapeType="1"/>
            <a:stCxn id="20" idx="1"/>
            <a:endCxn id="19" idx="2"/>
          </p:cNvCxnSpPr>
          <p:nvPr/>
        </p:nvCxnSpPr>
        <p:spPr bwMode="auto">
          <a:xfrm rot="10800000">
            <a:off x="7135106" y="3323825"/>
            <a:ext cx="1296345" cy="320261"/>
          </a:xfrm>
          <a:prstGeom prst="bentConnector2">
            <a:avLst/>
          </a:prstGeom>
          <a:noFill/>
          <a:ln w="28575">
            <a:solidFill>
              <a:srgbClr val="00B050"/>
            </a:solidFill>
            <a:miter lim="800000"/>
            <a:headEnd/>
            <a:tailEnd type="arrow" w="lg" len="lg"/>
          </a:ln>
          <a:extLst>
            <a:ext uri="{909E8E84-426E-40DD-AFC4-6F175D3DCCD1}">
              <a14:hiddenFill xmlns:a14="http://schemas.microsoft.com/office/drawing/2010/main">
                <a:noFill/>
              </a14:hiddenFill>
            </a:ext>
          </a:extLst>
        </p:spPr>
      </p:cxnSp>
      <p:sp>
        <p:nvSpPr>
          <p:cNvPr id="26" name="下箭头 7189">
            <a:extLst>
              <a:ext uri="{FF2B5EF4-FFF2-40B4-BE49-F238E27FC236}">
                <a16:creationId xmlns:a16="http://schemas.microsoft.com/office/drawing/2014/main" id="{543DBCC9-F6E5-40B4-8768-42A2C76ED8D3}"/>
              </a:ext>
            </a:extLst>
          </p:cNvPr>
          <p:cNvSpPr>
            <a:spLocks noChangeArrowheads="1"/>
          </p:cNvSpPr>
          <p:nvPr/>
        </p:nvSpPr>
        <p:spPr bwMode="auto">
          <a:xfrm>
            <a:off x="7669546" y="3762076"/>
            <a:ext cx="629332" cy="606810"/>
          </a:xfrm>
          <a:prstGeom prst="downArrow">
            <a:avLst>
              <a:gd name="adj1" fmla="val 50000"/>
              <a:gd name="adj2" fmla="val 40902"/>
            </a:avLst>
          </a:prstGeom>
          <a:solidFill>
            <a:schemeClr val="hlink"/>
          </a:solidFill>
          <a:ln w="19050">
            <a:solidFill>
              <a:schemeClr val="tx1"/>
            </a:solidFill>
            <a:miter lim="800000"/>
            <a:headEnd/>
            <a:tailEnd/>
          </a:ln>
        </p:spPr>
        <p:txBody>
          <a:bodyPr/>
          <a:lstStyle/>
          <a:p>
            <a:endParaRPr lang="zh-CN" altLang="en-US" sz="2000">
              <a:latin typeface="+mn-ea"/>
            </a:endParaRPr>
          </a:p>
        </p:txBody>
      </p:sp>
      <p:grpSp>
        <p:nvGrpSpPr>
          <p:cNvPr id="32" name="组合 31">
            <a:extLst>
              <a:ext uri="{FF2B5EF4-FFF2-40B4-BE49-F238E27FC236}">
                <a16:creationId xmlns:a16="http://schemas.microsoft.com/office/drawing/2014/main" id="{D29B5DD3-A22C-4FEA-883A-4CD5C1A3EB7B}"/>
              </a:ext>
            </a:extLst>
          </p:cNvPr>
          <p:cNvGrpSpPr/>
          <p:nvPr/>
        </p:nvGrpSpPr>
        <p:grpSpPr>
          <a:xfrm>
            <a:off x="5838761" y="2952996"/>
            <a:ext cx="6064475" cy="370828"/>
            <a:chOff x="5735638" y="2489258"/>
            <a:chExt cx="6064475" cy="370828"/>
          </a:xfrm>
        </p:grpSpPr>
        <p:sp>
          <p:nvSpPr>
            <p:cNvPr id="19" name="矩形 18">
              <a:extLst>
                <a:ext uri="{FF2B5EF4-FFF2-40B4-BE49-F238E27FC236}">
                  <a16:creationId xmlns:a16="http://schemas.microsoft.com/office/drawing/2014/main" id="{28A05951-3A47-42FA-9E3F-A0566C4EF24E}"/>
                </a:ext>
              </a:extLst>
            </p:cNvPr>
            <p:cNvSpPr>
              <a:spLocks noChangeArrowheads="1"/>
            </p:cNvSpPr>
            <p:nvPr/>
          </p:nvSpPr>
          <p:spPr bwMode="auto">
            <a:xfrm>
              <a:off x="5735638" y="2489258"/>
              <a:ext cx="2592688" cy="370828"/>
            </a:xfrm>
            <a:prstGeom prst="rect">
              <a:avLst/>
            </a:prstGeom>
            <a:pattFill prst="trellis">
              <a:fgClr>
                <a:schemeClr val="accent2">
                  <a:lumMod val="60000"/>
                  <a:lumOff val="40000"/>
                </a:schemeClr>
              </a:fgClr>
              <a:bgClr>
                <a:schemeClr val="bg1"/>
              </a:bgClr>
            </a:pattFill>
            <a:ln w="19050">
              <a:solidFill>
                <a:schemeClr val="tx1"/>
              </a:solidFill>
              <a:miter lim="800000"/>
              <a:headEnd/>
              <a:tailEnd/>
            </a:ln>
          </p:spPr>
          <p:txBody>
            <a:bodyPr wrap="none" anchor="ctr"/>
            <a:lstStyle/>
            <a:p>
              <a:pPr algn="ctr"/>
              <a:r>
                <a:rPr lang="zh-CN" altLang="en-US" sz="2000" b="1" dirty="0">
                  <a:latin typeface="+mn-ea"/>
                </a:rPr>
                <a:t>有序子表</a:t>
              </a:r>
              <a:r>
                <a:rPr lang="en-US" altLang="zh-CN" sz="2000" b="1" dirty="0">
                  <a:latin typeface="Courier New" panose="02070309020205020404" pitchFamily="49" charset="0"/>
                  <a:cs typeface="Courier New" panose="02070309020205020404" pitchFamily="49" charset="0"/>
                </a:rPr>
                <a:t>R[1..i-1]</a:t>
              </a:r>
            </a:p>
          </p:txBody>
        </p:sp>
        <p:sp>
          <p:nvSpPr>
            <p:cNvPr id="21" name="矩形 20">
              <a:extLst>
                <a:ext uri="{FF2B5EF4-FFF2-40B4-BE49-F238E27FC236}">
                  <a16:creationId xmlns:a16="http://schemas.microsoft.com/office/drawing/2014/main" id="{375AE122-2D4F-49BF-A527-26E521547F75}"/>
                </a:ext>
              </a:extLst>
            </p:cNvPr>
            <p:cNvSpPr>
              <a:spLocks noChangeArrowheads="1"/>
            </p:cNvSpPr>
            <p:nvPr/>
          </p:nvSpPr>
          <p:spPr bwMode="auto">
            <a:xfrm>
              <a:off x="8328327" y="2489258"/>
              <a:ext cx="3471786" cy="370828"/>
            </a:xfrm>
            <a:prstGeom prst="rect">
              <a:avLst/>
            </a:prstGeom>
            <a:solidFill>
              <a:schemeClr val="accent5">
                <a:lumMod val="40000"/>
                <a:lumOff val="60000"/>
              </a:schemeClr>
            </a:solidFill>
            <a:ln w="19050">
              <a:solidFill>
                <a:schemeClr val="tx1"/>
              </a:solidFill>
              <a:miter lim="800000"/>
              <a:headEnd/>
              <a:tailEnd/>
            </a:ln>
          </p:spPr>
          <p:txBody>
            <a:bodyPr wrap="none" anchor="ctr"/>
            <a:lstStyle/>
            <a:p>
              <a:pPr algn="ctr"/>
              <a:r>
                <a:rPr lang="zh-CN" altLang="en-US" sz="2000" b="1" dirty="0">
                  <a:latin typeface="+mn-ea"/>
                </a:rPr>
                <a:t>无序子表 </a:t>
              </a:r>
              <a:r>
                <a:rPr lang="en-US" altLang="zh-CN" sz="2000" b="1" dirty="0">
                  <a:latin typeface="Courier New" panose="02070309020205020404" pitchFamily="49" charset="0"/>
                  <a:cs typeface="Courier New" panose="02070309020205020404" pitchFamily="49" charset="0"/>
                </a:rPr>
                <a:t>R[</a:t>
              </a:r>
              <a:r>
                <a:rPr lang="en-US" altLang="zh-CN" sz="2000" b="1" dirty="0" err="1">
                  <a:latin typeface="Courier New" panose="02070309020205020404" pitchFamily="49" charset="0"/>
                  <a:cs typeface="Courier New" panose="02070309020205020404" pitchFamily="49" charset="0"/>
                </a:rPr>
                <a:t>i</a:t>
              </a:r>
              <a:r>
                <a:rPr lang="en-US" altLang="zh-CN" sz="2000" b="1" dirty="0">
                  <a:latin typeface="Courier New" panose="02070309020205020404" pitchFamily="49" charset="0"/>
                  <a:cs typeface="Courier New" panose="02070309020205020404" pitchFamily="49" charset="0"/>
                </a:rPr>
                <a:t>..n]</a:t>
              </a:r>
            </a:p>
          </p:txBody>
        </p:sp>
        <p:sp>
          <p:nvSpPr>
            <p:cNvPr id="27" name="直接连接符 26">
              <a:extLst>
                <a:ext uri="{FF2B5EF4-FFF2-40B4-BE49-F238E27FC236}">
                  <a16:creationId xmlns:a16="http://schemas.microsoft.com/office/drawing/2014/main" id="{B8DBB5FE-69E0-412F-84B9-BC09AEFD5EAF}"/>
                </a:ext>
              </a:extLst>
            </p:cNvPr>
            <p:cNvSpPr>
              <a:spLocks noChangeShapeType="1"/>
            </p:cNvSpPr>
            <p:nvPr/>
          </p:nvSpPr>
          <p:spPr bwMode="auto">
            <a:xfrm>
              <a:off x="8825088" y="2489258"/>
              <a:ext cx="0" cy="370828"/>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2000">
                <a:latin typeface="+mn-ea"/>
              </a:endParaRPr>
            </a:p>
          </p:txBody>
        </p:sp>
      </p:grpSp>
      <p:sp>
        <p:nvSpPr>
          <p:cNvPr id="28" name="直接连接符 27">
            <a:extLst>
              <a:ext uri="{FF2B5EF4-FFF2-40B4-BE49-F238E27FC236}">
                <a16:creationId xmlns:a16="http://schemas.microsoft.com/office/drawing/2014/main" id="{64DF63F0-911B-468F-9819-0DCB7A316ACC}"/>
              </a:ext>
            </a:extLst>
          </p:cNvPr>
          <p:cNvSpPr>
            <a:spLocks noChangeShapeType="1"/>
          </p:cNvSpPr>
          <p:nvPr/>
        </p:nvSpPr>
        <p:spPr bwMode="auto">
          <a:xfrm>
            <a:off x="8928211" y="3829499"/>
            <a:ext cx="0" cy="60681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2000">
              <a:latin typeface="+mn-ea"/>
            </a:endParaRPr>
          </a:p>
        </p:txBody>
      </p:sp>
      <p:sp>
        <p:nvSpPr>
          <p:cNvPr id="34" name="文本框 33">
            <a:extLst>
              <a:ext uri="{FF2B5EF4-FFF2-40B4-BE49-F238E27FC236}">
                <a16:creationId xmlns:a16="http://schemas.microsoft.com/office/drawing/2014/main" id="{7213F990-4372-4A7E-8AFE-148528CA4A5D}"/>
              </a:ext>
            </a:extLst>
          </p:cNvPr>
          <p:cNvSpPr txBox="1"/>
          <p:nvPr/>
        </p:nvSpPr>
        <p:spPr>
          <a:xfrm>
            <a:off x="180994" y="1880754"/>
            <a:ext cx="5062307" cy="4733027"/>
          </a:xfrm>
          <a:prstGeom prst="rect">
            <a:avLst/>
          </a:prstGeom>
          <a:noFill/>
        </p:spPr>
        <p:txBody>
          <a:bodyPr wrap="square">
            <a:spAutoFit/>
          </a:bodyPr>
          <a:lstStyle/>
          <a:p>
            <a:pPr>
              <a:lnSpc>
                <a:spcPct val="125000"/>
              </a:lnSpc>
              <a:spcBef>
                <a:spcPts val="600"/>
              </a:spcBef>
            </a:pPr>
            <a:r>
              <a:rPr lang="zh-CN" altLang="en-US" sz="2000" b="1"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直接插入排序</a:t>
            </a:r>
            <a:r>
              <a:rPr lang="zh-CN" altLang="en-US" sz="2000" b="1" dirty="0">
                <a:solidFill>
                  <a:srgbClr val="0000FF"/>
                </a:solidFill>
                <a:latin typeface="宋体" panose="02010600030101010101" pitchFamily="2" charset="-122"/>
                <a:ea typeface="宋体" panose="02010600030101010101" pitchFamily="2" charset="-122"/>
              </a:rPr>
              <a:t>是最简单的</a:t>
            </a:r>
            <a:r>
              <a:rPr lang="zh-CN" altLang="en-US" sz="2000" b="1"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插入类</a:t>
            </a:r>
            <a:r>
              <a:rPr lang="zh-CN" altLang="en-US" sz="2000" b="1" dirty="0">
                <a:solidFill>
                  <a:srgbClr val="0000FF"/>
                </a:solidFill>
                <a:latin typeface="宋体" panose="02010600030101010101" pitchFamily="2" charset="-122"/>
                <a:ea typeface="宋体" panose="02010600030101010101" pitchFamily="2" charset="-122"/>
              </a:rPr>
              <a:t>排序。</a:t>
            </a:r>
            <a:endParaRPr lang="en-US" altLang="zh-CN" sz="2000" b="1" dirty="0">
              <a:solidFill>
                <a:srgbClr val="0000FF"/>
              </a:solidFill>
              <a:latin typeface="宋体" panose="02010600030101010101" pitchFamily="2" charset="-122"/>
              <a:ea typeface="宋体" panose="02010600030101010101" pitchFamily="2" charset="-122"/>
            </a:endParaRPr>
          </a:p>
          <a:p>
            <a:pPr>
              <a:lnSpc>
                <a:spcPct val="125000"/>
              </a:lnSpc>
              <a:spcBef>
                <a:spcPts val="600"/>
              </a:spcBef>
            </a:pPr>
            <a:r>
              <a:rPr lang="zh-CN" altLang="en-US" sz="2000" b="1" dirty="0">
                <a:solidFill>
                  <a:srgbClr val="0000FF"/>
                </a:solidFill>
                <a:latin typeface="宋体" panose="02010600030101010101" pitchFamily="2" charset="-122"/>
                <a:ea typeface="宋体" panose="02010600030101010101" pitchFamily="2" charset="-122"/>
              </a:rPr>
              <a:t>每一趟把无序子表的第一个记录</a:t>
            </a:r>
            <a:r>
              <a:rPr lang="zh-CN" altLang="en-US" sz="2000" b="1" dirty="0">
                <a:solidFill>
                  <a:srgbClr val="0070C0"/>
                </a:solidFill>
                <a:latin typeface="等线" panose="02010600030101010101" pitchFamily="2" charset="-122"/>
                <a:ea typeface="等线" panose="02010600030101010101" pitchFamily="2" charset="-122"/>
              </a:rPr>
              <a:t>插入</a:t>
            </a:r>
            <a:r>
              <a:rPr lang="zh-CN" altLang="en-US" sz="2000" b="1" dirty="0">
                <a:solidFill>
                  <a:srgbClr val="0000FF"/>
                </a:solidFill>
                <a:latin typeface="宋体" panose="02010600030101010101" pitchFamily="2" charset="-122"/>
                <a:ea typeface="宋体" panose="02010600030101010101" pitchFamily="2" charset="-122"/>
              </a:rPr>
              <a:t>到有序子表，需要为该记录找到并腾出该插入位置。</a:t>
            </a:r>
            <a:endParaRPr lang="en-US" altLang="zh-CN" sz="2000" b="1" dirty="0">
              <a:solidFill>
                <a:srgbClr val="0000FF"/>
              </a:solidFill>
              <a:latin typeface="宋体" panose="02010600030101010101" pitchFamily="2" charset="-122"/>
              <a:ea typeface="宋体" panose="02010600030101010101" pitchFamily="2" charset="-122"/>
            </a:endParaRPr>
          </a:p>
          <a:p>
            <a:pPr>
              <a:lnSpc>
                <a:spcPct val="125000"/>
              </a:lnSpc>
              <a:spcBef>
                <a:spcPts val="600"/>
              </a:spcBef>
            </a:pPr>
            <a:r>
              <a:rPr lang="zh-CN" altLang="en-US" sz="2000" b="1" dirty="0">
                <a:solidFill>
                  <a:srgbClr val="0070C0"/>
                </a:solidFill>
                <a:latin typeface="等线" panose="02010600030101010101" pitchFamily="2" charset="-122"/>
                <a:ea typeface="等线" panose="02010600030101010101" pitchFamily="2" charset="-122"/>
              </a:rPr>
              <a:t>找位置</a:t>
            </a:r>
            <a:r>
              <a:rPr lang="zh-CN" altLang="en-US" sz="2000" b="1" dirty="0">
                <a:solidFill>
                  <a:srgbClr val="0000FF"/>
                </a:solidFill>
                <a:latin typeface="宋体" panose="02010600030101010101" pitchFamily="2" charset="-122"/>
                <a:ea typeface="宋体" panose="02010600030101010101" pitchFamily="2" charset="-122"/>
              </a:rPr>
              <a:t>可在有序子表进行正向或反向扫描。</a:t>
            </a:r>
            <a:endParaRPr lang="en-US" altLang="zh-CN" sz="2000" b="1" dirty="0">
              <a:solidFill>
                <a:srgbClr val="0000FF"/>
              </a:solidFill>
              <a:latin typeface="宋体" panose="02010600030101010101" pitchFamily="2" charset="-122"/>
              <a:ea typeface="宋体" panose="02010600030101010101" pitchFamily="2" charset="-122"/>
            </a:endParaRPr>
          </a:p>
          <a:p>
            <a:pPr>
              <a:lnSpc>
                <a:spcPct val="125000"/>
              </a:lnSpc>
              <a:spcBef>
                <a:spcPts val="600"/>
              </a:spcBef>
            </a:pPr>
            <a:r>
              <a:rPr lang="zh-CN" altLang="en-US" sz="2000" b="1" dirty="0">
                <a:solidFill>
                  <a:srgbClr val="0070C0"/>
                </a:solidFill>
                <a:latin typeface="等线" panose="02010600030101010101" pitchFamily="2" charset="-122"/>
                <a:ea typeface="等线" panose="02010600030101010101" pitchFamily="2" charset="-122"/>
              </a:rPr>
              <a:t>腾位置</a:t>
            </a:r>
            <a:r>
              <a:rPr lang="zh-CN" altLang="en-US" sz="2000" b="1" dirty="0">
                <a:solidFill>
                  <a:srgbClr val="0000FF"/>
                </a:solidFill>
                <a:latin typeface="宋体" panose="02010600030101010101" pitchFamily="2" charset="-122"/>
                <a:ea typeface="宋体" panose="02010600030101010101" pitchFamily="2" charset="-122"/>
              </a:rPr>
              <a:t>则只能从后往前，逐个记录</a:t>
            </a:r>
            <a:r>
              <a:rPr lang="zh-CN" altLang="en-US" sz="2000" b="1" dirty="0">
                <a:solidFill>
                  <a:srgbClr val="0070C0"/>
                </a:solidFill>
                <a:latin typeface="等线" panose="02010600030101010101" pitchFamily="2" charset="-122"/>
                <a:ea typeface="等线" panose="02010600030101010101" pitchFamily="2" charset="-122"/>
              </a:rPr>
              <a:t>后移</a:t>
            </a:r>
            <a:r>
              <a:rPr lang="zh-CN" altLang="en-US" sz="2000" b="1" dirty="0">
                <a:solidFill>
                  <a:srgbClr val="0000FF"/>
                </a:solidFill>
                <a:latin typeface="宋体" panose="02010600030101010101" pitchFamily="2" charset="-122"/>
                <a:ea typeface="宋体" panose="02010600030101010101" pitchFamily="2" charset="-122"/>
              </a:rPr>
              <a:t>。</a:t>
            </a:r>
            <a:endParaRPr lang="en-US" altLang="zh-CN" sz="2000" b="1" dirty="0">
              <a:solidFill>
                <a:srgbClr val="0000FF"/>
              </a:solidFill>
              <a:latin typeface="宋体" panose="02010600030101010101" pitchFamily="2" charset="-122"/>
              <a:ea typeface="宋体" panose="02010600030101010101" pitchFamily="2" charset="-122"/>
            </a:endParaRPr>
          </a:p>
          <a:p>
            <a:pPr>
              <a:lnSpc>
                <a:spcPct val="125000"/>
              </a:lnSpc>
              <a:spcBef>
                <a:spcPts val="600"/>
              </a:spcBef>
            </a:pPr>
            <a:r>
              <a:rPr lang="zh-CN" altLang="en-US" sz="2000" b="1" dirty="0">
                <a:solidFill>
                  <a:srgbClr val="0000FF"/>
                </a:solidFill>
                <a:latin typeface="宋体" panose="02010600030101010101" pitchFamily="2" charset="-122"/>
                <a:ea typeface="宋体" panose="02010600030101010101" pitchFamily="2" charset="-122"/>
              </a:rPr>
              <a:t>可以从后往前，找位和腾位同时进行。</a:t>
            </a:r>
            <a:endParaRPr lang="en-US" altLang="zh-CN" sz="2000" b="1" dirty="0">
              <a:solidFill>
                <a:srgbClr val="0000FF"/>
              </a:solidFill>
              <a:latin typeface="宋体" panose="02010600030101010101" pitchFamily="2" charset="-122"/>
              <a:ea typeface="宋体" panose="02010600030101010101" pitchFamily="2" charset="-122"/>
            </a:endParaRPr>
          </a:p>
          <a:p>
            <a:pPr>
              <a:lnSpc>
                <a:spcPct val="125000"/>
              </a:lnSpc>
              <a:spcBef>
                <a:spcPts val="600"/>
              </a:spcBef>
            </a:pPr>
            <a:r>
              <a:rPr lang="zh-CN" altLang="en-US" sz="2000" b="1" dirty="0">
                <a:solidFill>
                  <a:srgbClr val="0000FF"/>
                </a:solidFill>
                <a:latin typeface="宋体" panose="02010600030101010101" pitchFamily="2" charset="-122"/>
                <a:ea typeface="宋体" panose="02010600030101010101" pitchFamily="2" charset="-122"/>
              </a:rPr>
              <a:t>利用</a:t>
            </a:r>
            <a:r>
              <a:rPr lang="en-US" altLang="zh-CN" sz="2000" b="1" dirty="0">
                <a:solidFill>
                  <a:srgbClr val="0070C0"/>
                </a:solidFill>
                <a:latin typeface="等线" panose="02010600030101010101" pitchFamily="2" charset="-122"/>
                <a:ea typeface="等线" panose="02010600030101010101" pitchFamily="2" charset="-122"/>
              </a:rPr>
              <a:t>0</a:t>
            </a:r>
            <a:r>
              <a:rPr lang="zh-CN" altLang="en-US" sz="2000" b="1" dirty="0">
                <a:solidFill>
                  <a:srgbClr val="0070C0"/>
                </a:solidFill>
                <a:latin typeface="等线" panose="02010600030101010101" pitchFamily="2" charset="-122"/>
                <a:ea typeface="等线" panose="02010600030101010101" pitchFamily="2" charset="-122"/>
              </a:rPr>
              <a:t>号单元</a:t>
            </a:r>
            <a:r>
              <a:rPr lang="zh-CN" altLang="en-US" sz="2000" b="1" dirty="0">
                <a:solidFill>
                  <a:srgbClr val="0000FF"/>
                </a:solidFill>
                <a:latin typeface="宋体" panose="02010600030101010101" pitchFamily="2" charset="-122"/>
                <a:ea typeface="宋体" panose="02010600030101010101" pitchFamily="2" charset="-122"/>
              </a:rPr>
              <a:t>暂存要插入的记录，以便较大记录后移，还可作为找位置过程的“</a:t>
            </a:r>
            <a:r>
              <a:rPr lang="zh-CN" altLang="en-US" sz="2000" b="1" dirty="0">
                <a:solidFill>
                  <a:srgbClr val="0070C0"/>
                </a:solidFill>
                <a:latin typeface="等线" panose="02010600030101010101" pitchFamily="2" charset="-122"/>
                <a:ea typeface="等线" panose="02010600030101010101" pitchFamily="2" charset="-122"/>
              </a:rPr>
              <a:t>哨兵</a:t>
            </a:r>
            <a:r>
              <a:rPr lang="zh-CN" altLang="en-US" sz="2000" b="1" dirty="0">
                <a:solidFill>
                  <a:srgbClr val="0000FF"/>
                </a:solidFill>
                <a:latin typeface="宋体" panose="02010600030101010101" pitchFamily="2" charset="-122"/>
                <a:ea typeface="宋体" panose="02010600030101010101" pitchFamily="2" charset="-122"/>
              </a:rPr>
              <a:t>”。</a:t>
            </a:r>
            <a:endParaRPr lang="en-US" altLang="zh-CN" sz="2000" b="1" dirty="0">
              <a:solidFill>
                <a:srgbClr val="0000FF"/>
              </a:solidFill>
              <a:latin typeface="宋体" panose="02010600030101010101" pitchFamily="2" charset="-122"/>
              <a:ea typeface="宋体" panose="02010600030101010101" pitchFamily="2" charset="-122"/>
            </a:endParaRPr>
          </a:p>
          <a:p>
            <a:pPr>
              <a:lnSpc>
                <a:spcPct val="125000"/>
              </a:lnSpc>
              <a:spcBef>
                <a:spcPts val="600"/>
              </a:spcBef>
            </a:pPr>
            <a:r>
              <a:rPr lang="zh-CN" altLang="en-US" sz="2000" b="1" dirty="0">
                <a:solidFill>
                  <a:srgbClr val="0000FF"/>
                </a:solidFill>
                <a:latin typeface="宋体" panose="02010600030101010101" pitchFamily="2" charset="-122"/>
                <a:ea typeface="宋体" panose="02010600030101010101" pitchFamily="2" charset="-122"/>
              </a:rPr>
              <a:t>如果找到</a:t>
            </a:r>
            <a:r>
              <a:rPr lang="en-US" altLang="zh-CN" sz="2000" b="1" dirty="0">
                <a:solidFill>
                  <a:srgbClr val="0000FF"/>
                </a:solidFill>
                <a:latin typeface="宋体" panose="02010600030101010101" pitchFamily="2" charset="-122"/>
                <a:ea typeface="宋体" panose="02010600030101010101" pitchFamily="2" charset="-122"/>
              </a:rPr>
              <a:t>0</a:t>
            </a:r>
            <a:r>
              <a:rPr lang="zh-CN" altLang="en-US" sz="2000" b="1" dirty="0">
                <a:solidFill>
                  <a:srgbClr val="0000FF"/>
                </a:solidFill>
                <a:latin typeface="宋体" panose="02010600030101010101" pitchFamily="2" charset="-122"/>
                <a:ea typeface="宋体" panose="02010600030101010101" pitchFamily="2" charset="-122"/>
              </a:rPr>
              <a:t>号单元时，就是记录和自己比较，因“不小于”而结束查找，插入记录比有序子表的记录都小，插入到</a:t>
            </a:r>
            <a:r>
              <a:rPr lang="en-US" altLang="zh-CN" sz="2000" b="1" dirty="0">
                <a:solidFill>
                  <a:srgbClr val="0000FF"/>
                </a:solidFill>
                <a:latin typeface="宋体" panose="02010600030101010101" pitchFamily="2" charset="-122"/>
                <a:ea typeface="宋体" panose="02010600030101010101" pitchFamily="2" charset="-122"/>
              </a:rPr>
              <a:t>1</a:t>
            </a:r>
            <a:r>
              <a:rPr lang="zh-CN" altLang="en-US" sz="2000" b="1" dirty="0">
                <a:solidFill>
                  <a:srgbClr val="0000FF"/>
                </a:solidFill>
                <a:latin typeface="宋体" panose="02010600030101010101" pitchFamily="2" charset="-122"/>
                <a:ea typeface="宋体" panose="02010600030101010101" pitchFamily="2" charset="-122"/>
              </a:rPr>
              <a:t>号单元。</a:t>
            </a:r>
          </a:p>
        </p:txBody>
      </p:sp>
      <p:grpSp>
        <p:nvGrpSpPr>
          <p:cNvPr id="35" name="组合 34">
            <a:extLst>
              <a:ext uri="{FF2B5EF4-FFF2-40B4-BE49-F238E27FC236}">
                <a16:creationId xmlns:a16="http://schemas.microsoft.com/office/drawing/2014/main" id="{1D7998F0-62C3-445F-B8EC-18762F782305}"/>
              </a:ext>
            </a:extLst>
          </p:cNvPr>
          <p:cNvGrpSpPr/>
          <p:nvPr/>
        </p:nvGrpSpPr>
        <p:grpSpPr>
          <a:xfrm>
            <a:off x="5838763" y="5481371"/>
            <a:ext cx="6064475" cy="370828"/>
            <a:chOff x="5735638" y="2489258"/>
            <a:chExt cx="6064475" cy="370828"/>
          </a:xfrm>
        </p:grpSpPr>
        <p:sp>
          <p:nvSpPr>
            <p:cNvPr id="36" name="矩形 35">
              <a:extLst>
                <a:ext uri="{FF2B5EF4-FFF2-40B4-BE49-F238E27FC236}">
                  <a16:creationId xmlns:a16="http://schemas.microsoft.com/office/drawing/2014/main" id="{5AE9EF74-F3AE-4BC7-A932-AFFC98EEBE0D}"/>
                </a:ext>
              </a:extLst>
            </p:cNvPr>
            <p:cNvSpPr>
              <a:spLocks noChangeArrowheads="1"/>
            </p:cNvSpPr>
            <p:nvPr/>
          </p:nvSpPr>
          <p:spPr bwMode="auto">
            <a:xfrm>
              <a:off x="5735638" y="2489258"/>
              <a:ext cx="2592688" cy="370828"/>
            </a:xfrm>
            <a:prstGeom prst="rect">
              <a:avLst/>
            </a:prstGeom>
            <a:pattFill prst="trellis">
              <a:fgClr>
                <a:schemeClr val="accent2">
                  <a:lumMod val="60000"/>
                  <a:lumOff val="40000"/>
                </a:schemeClr>
              </a:fgClr>
              <a:bgClr>
                <a:schemeClr val="bg1"/>
              </a:bgClr>
            </a:pattFill>
            <a:ln w="19050">
              <a:solidFill>
                <a:schemeClr val="tx1"/>
              </a:solidFill>
              <a:miter lim="800000"/>
              <a:headEnd/>
              <a:tailEnd/>
            </a:ln>
          </p:spPr>
          <p:txBody>
            <a:bodyPr wrap="none" anchor="ctr"/>
            <a:lstStyle/>
            <a:p>
              <a:pPr algn="ctr"/>
              <a:endParaRPr lang="en-US" altLang="zh-CN" sz="2000" b="1" dirty="0">
                <a:latin typeface="Courier New" panose="02070309020205020404" pitchFamily="49" charset="0"/>
                <a:cs typeface="Courier New" panose="02070309020205020404" pitchFamily="49" charset="0"/>
              </a:endParaRPr>
            </a:p>
          </p:txBody>
        </p:sp>
        <p:sp>
          <p:nvSpPr>
            <p:cNvPr id="37" name="矩形 36">
              <a:extLst>
                <a:ext uri="{FF2B5EF4-FFF2-40B4-BE49-F238E27FC236}">
                  <a16:creationId xmlns:a16="http://schemas.microsoft.com/office/drawing/2014/main" id="{C59D0EA4-D573-45A1-AD75-17D53B143E34}"/>
                </a:ext>
              </a:extLst>
            </p:cNvPr>
            <p:cNvSpPr>
              <a:spLocks noChangeArrowheads="1"/>
            </p:cNvSpPr>
            <p:nvPr/>
          </p:nvSpPr>
          <p:spPr bwMode="auto">
            <a:xfrm>
              <a:off x="8328327" y="2489258"/>
              <a:ext cx="3471786" cy="370828"/>
            </a:xfrm>
            <a:prstGeom prst="rect">
              <a:avLst/>
            </a:prstGeom>
            <a:solidFill>
              <a:schemeClr val="accent5">
                <a:lumMod val="40000"/>
                <a:lumOff val="60000"/>
              </a:schemeClr>
            </a:solidFill>
            <a:ln w="19050">
              <a:solidFill>
                <a:schemeClr val="tx1"/>
              </a:solidFill>
              <a:miter lim="800000"/>
              <a:headEnd/>
              <a:tailEnd/>
            </a:ln>
          </p:spPr>
          <p:txBody>
            <a:bodyPr wrap="none" anchor="ctr"/>
            <a:lstStyle/>
            <a:p>
              <a:pPr algn="ctr"/>
              <a:r>
                <a:rPr lang="zh-CN" altLang="en-US" sz="2000" b="1" dirty="0">
                  <a:latin typeface="+mn-ea"/>
                </a:rPr>
                <a:t>无序子表 </a:t>
              </a:r>
              <a:r>
                <a:rPr lang="en-US" altLang="zh-CN" sz="2000" b="1" dirty="0">
                  <a:latin typeface="Courier New" panose="02070309020205020404" pitchFamily="49" charset="0"/>
                  <a:cs typeface="Courier New" panose="02070309020205020404" pitchFamily="49" charset="0"/>
                </a:rPr>
                <a:t>R[</a:t>
              </a:r>
              <a:r>
                <a:rPr lang="en-US" altLang="zh-CN" sz="2000" b="1" dirty="0" err="1">
                  <a:latin typeface="Courier New" panose="02070309020205020404" pitchFamily="49" charset="0"/>
                  <a:cs typeface="Courier New" panose="02070309020205020404" pitchFamily="49" charset="0"/>
                </a:rPr>
                <a:t>i</a:t>
              </a:r>
              <a:r>
                <a:rPr lang="en-US" altLang="zh-CN" sz="2000" b="1" dirty="0">
                  <a:latin typeface="Courier New" panose="02070309020205020404" pitchFamily="49" charset="0"/>
                  <a:cs typeface="Courier New" panose="02070309020205020404" pitchFamily="49" charset="0"/>
                </a:rPr>
                <a:t>..n]</a:t>
              </a:r>
            </a:p>
          </p:txBody>
        </p:sp>
        <p:sp>
          <p:nvSpPr>
            <p:cNvPr id="38" name="直接连接符 37">
              <a:extLst>
                <a:ext uri="{FF2B5EF4-FFF2-40B4-BE49-F238E27FC236}">
                  <a16:creationId xmlns:a16="http://schemas.microsoft.com/office/drawing/2014/main" id="{CFAF5501-F9E6-4E2A-AC0E-18EF898E9EBE}"/>
                </a:ext>
              </a:extLst>
            </p:cNvPr>
            <p:cNvSpPr>
              <a:spLocks noChangeShapeType="1"/>
            </p:cNvSpPr>
            <p:nvPr/>
          </p:nvSpPr>
          <p:spPr bwMode="auto">
            <a:xfrm>
              <a:off x="8825088" y="2489258"/>
              <a:ext cx="0" cy="370828"/>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2000">
                <a:latin typeface="+mn-ea"/>
              </a:endParaRPr>
            </a:p>
          </p:txBody>
        </p:sp>
      </p:grpSp>
      <p:sp>
        <p:nvSpPr>
          <p:cNvPr id="41" name="文本框 40">
            <a:extLst>
              <a:ext uri="{FF2B5EF4-FFF2-40B4-BE49-F238E27FC236}">
                <a16:creationId xmlns:a16="http://schemas.microsoft.com/office/drawing/2014/main" id="{BD39A713-4BB8-48B4-8CC4-E7D6D189F1D2}"/>
              </a:ext>
            </a:extLst>
          </p:cNvPr>
          <p:cNvSpPr txBox="1"/>
          <p:nvPr/>
        </p:nvSpPr>
        <p:spPr>
          <a:xfrm>
            <a:off x="6053296" y="5138288"/>
            <a:ext cx="2200590" cy="369332"/>
          </a:xfrm>
          <a:prstGeom prst="rect">
            <a:avLst/>
          </a:prstGeom>
          <a:noFill/>
        </p:spPr>
        <p:txBody>
          <a:bodyPr wrap="square">
            <a:spAutoFit/>
          </a:bodyPr>
          <a:lstStyle/>
          <a:p>
            <a:pPr algn="ctr"/>
            <a:r>
              <a:rPr lang="zh-CN" altLang="en-US" sz="1800" b="1" dirty="0">
                <a:latin typeface="+mn-ea"/>
              </a:rPr>
              <a:t>有序子表</a:t>
            </a:r>
            <a:r>
              <a:rPr lang="en-US" altLang="zh-CN" sz="1800" b="1" dirty="0">
                <a:latin typeface="Courier New" panose="02070309020205020404" pitchFamily="49" charset="0"/>
                <a:cs typeface="Courier New" panose="02070309020205020404" pitchFamily="49" charset="0"/>
              </a:rPr>
              <a:t>R[1..i-1]</a:t>
            </a:r>
          </a:p>
        </p:txBody>
      </p:sp>
      <p:sp>
        <p:nvSpPr>
          <p:cNvPr id="42" name="矩形 41">
            <a:extLst>
              <a:ext uri="{FF2B5EF4-FFF2-40B4-BE49-F238E27FC236}">
                <a16:creationId xmlns:a16="http://schemas.microsoft.com/office/drawing/2014/main" id="{554574E8-FDF0-431D-B0ED-3FA0025FA3BD}"/>
              </a:ext>
            </a:extLst>
          </p:cNvPr>
          <p:cNvSpPr>
            <a:spLocks noChangeArrowheads="1"/>
          </p:cNvSpPr>
          <p:nvPr/>
        </p:nvSpPr>
        <p:spPr bwMode="auto">
          <a:xfrm>
            <a:off x="7940300" y="5483051"/>
            <a:ext cx="496760" cy="362960"/>
          </a:xfrm>
          <a:prstGeom prst="rect">
            <a:avLst/>
          </a:prstGeom>
          <a:pattFill prst="trellis">
            <a:fgClr>
              <a:schemeClr val="accent2"/>
            </a:fgClr>
            <a:bgClr>
              <a:schemeClr val="bg1"/>
            </a:bgClr>
          </a:pattFill>
          <a:ln w="19050">
            <a:solidFill>
              <a:schemeClr val="tx1"/>
            </a:solidFill>
            <a:miter lim="800000"/>
            <a:headEnd/>
            <a:tailEnd/>
          </a:ln>
        </p:spPr>
        <p:txBody>
          <a:bodyPr wrap="none" anchor="ctr"/>
          <a:lstStyle/>
          <a:p>
            <a:pPr algn="ctr"/>
            <a:endParaRPr lang="en-US" altLang="zh-CN" sz="2000" b="1" dirty="0">
              <a:latin typeface="+mn-ea"/>
            </a:endParaRPr>
          </a:p>
        </p:txBody>
      </p:sp>
      <p:sp>
        <p:nvSpPr>
          <p:cNvPr id="43" name="矩形 42">
            <a:extLst>
              <a:ext uri="{FF2B5EF4-FFF2-40B4-BE49-F238E27FC236}">
                <a16:creationId xmlns:a16="http://schemas.microsoft.com/office/drawing/2014/main" id="{9D10EADC-CC68-4A6F-9550-E60A1084FAB4}"/>
              </a:ext>
            </a:extLst>
          </p:cNvPr>
          <p:cNvSpPr>
            <a:spLocks noChangeArrowheads="1"/>
          </p:cNvSpPr>
          <p:nvPr/>
        </p:nvSpPr>
        <p:spPr bwMode="auto">
          <a:xfrm>
            <a:off x="7443539" y="5481453"/>
            <a:ext cx="496760" cy="364558"/>
          </a:xfrm>
          <a:prstGeom prst="rect">
            <a:avLst/>
          </a:prstGeom>
          <a:pattFill prst="trellis">
            <a:fgClr>
              <a:schemeClr val="accent2"/>
            </a:fgClr>
            <a:bgClr>
              <a:schemeClr val="bg1"/>
            </a:bgClr>
          </a:pattFill>
          <a:ln w="19050">
            <a:solidFill>
              <a:schemeClr val="tx1"/>
            </a:solidFill>
            <a:miter lim="800000"/>
            <a:headEnd/>
            <a:tailEnd/>
          </a:ln>
        </p:spPr>
        <p:txBody>
          <a:bodyPr wrap="none" anchor="ctr"/>
          <a:lstStyle/>
          <a:p>
            <a:pPr algn="ctr"/>
            <a:endParaRPr lang="en-US" altLang="zh-CN" sz="2000" b="1" dirty="0">
              <a:latin typeface="+mn-ea"/>
            </a:endParaRPr>
          </a:p>
        </p:txBody>
      </p:sp>
      <p:sp>
        <p:nvSpPr>
          <p:cNvPr id="44" name="矩形 43">
            <a:extLst>
              <a:ext uri="{FF2B5EF4-FFF2-40B4-BE49-F238E27FC236}">
                <a16:creationId xmlns:a16="http://schemas.microsoft.com/office/drawing/2014/main" id="{B3A89E88-DF11-4575-92EA-66DFA7F97E2B}"/>
              </a:ext>
            </a:extLst>
          </p:cNvPr>
          <p:cNvSpPr>
            <a:spLocks noChangeArrowheads="1"/>
          </p:cNvSpPr>
          <p:nvPr/>
        </p:nvSpPr>
        <p:spPr bwMode="auto">
          <a:xfrm>
            <a:off x="6946776" y="5481453"/>
            <a:ext cx="496760" cy="370828"/>
          </a:xfrm>
          <a:prstGeom prst="rect">
            <a:avLst/>
          </a:prstGeom>
          <a:solidFill>
            <a:schemeClr val="accent2">
              <a:lumMod val="20000"/>
              <a:lumOff val="80000"/>
            </a:schemeClr>
          </a:solidFill>
          <a:ln w="19050">
            <a:solidFill>
              <a:schemeClr val="tx1"/>
            </a:solidFill>
            <a:miter lim="800000"/>
            <a:headEnd/>
            <a:tailEnd/>
          </a:ln>
        </p:spPr>
        <p:txBody>
          <a:bodyPr wrap="none" anchor="ctr"/>
          <a:lstStyle/>
          <a:p>
            <a:pPr algn="ctr"/>
            <a:endParaRPr lang="en-US" altLang="zh-CN" sz="2000" b="1" dirty="0">
              <a:latin typeface="+mn-ea"/>
            </a:endParaRPr>
          </a:p>
        </p:txBody>
      </p:sp>
      <p:sp>
        <p:nvSpPr>
          <p:cNvPr id="45" name="矩形 44">
            <a:extLst>
              <a:ext uri="{FF2B5EF4-FFF2-40B4-BE49-F238E27FC236}">
                <a16:creationId xmlns:a16="http://schemas.microsoft.com/office/drawing/2014/main" id="{BD3A9C4D-2BA5-4E29-9E05-4BF138A7C18C}"/>
              </a:ext>
            </a:extLst>
          </p:cNvPr>
          <p:cNvSpPr>
            <a:spLocks noChangeArrowheads="1"/>
          </p:cNvSpPr>
          <p:nvPr/>
        </p:nvSpPr>
        <p:spPr bwMode="auto">
          <a:xfrm>
            <a:off x="6940462" y="5486145"/>
            <a:ext cx="496760" cy="359866"/>
          </a:xfrm>
          <a:prstGeom prst="rect">
            <a:avLst/>
          </a:prstGeom>
          <a:pattFill prst="trellis">
            <a:fgClr>
              <a:schemeClr val="accent2"/>
            </a:fgClr>
            <a:bgClr>
              <a:schemeClr val="bg1"/>
            </a:bgClr>
          </a:pattFill>
          <a:ln w="19050">
            <a:solidFill>
              <a:schemeClr val="tx1"/>
            </a:solidFill>
            <a:miter lim="800000"/>
            <a:headEnd/>
            <a:tailEnd/>
          </a:ln>
        </p:spPr>
        <p:txBody>
          <a:bodyPr wrap="none" anchor="ctr"/>
          <a:lstStyle/>
          <a:p>
            <a:pPr algn="ctr"/>
            <a:endParaRPr lang="en-US" altLang="zh-CN" sz="2000" b="1" dirty="0">
              <a:latin typeface="+mn-ea"/>
            </a:endParaRPr>
          </a:p>
        </p:txBody>
      </p:sp>
      <p:grpSp>
        <p:nvGrpSpPr>
          <p:cNvPr id="48" name="组合 47">
            <a:extLst>
              <a:ext uri="{FF2B5EF4-FFF2-40B4-BE49-F238E27FC236}">
                <a16:creationId xmlns:a16="http://schemas.microsoft.com/office/drawing/2014/main" id="{7480BF4C-DCE8-4EF7-98D3-1E8760295DD8}"/>
              </a:ext>
            </a:extLst>
          </p:cNvPr>
          <p:cNvGrpSpPr/>
          <p:nvPr/>
        </p:nvGrpSpPr>
        <p:grpSpPr>
          <a:xfrm>
            <a:off x="5341999" y="5172476"/>
            <a:ext cx="496760" cy="678053"/>
            <a:chOff x="5238874" y="4959351"/>
            <a:chExt cx="496760" cy="678053"/>
          </a:xfrm>
        </p:grpSpPr>
        <p:sp>
          <p:nvSpPr>
            <p:cNvPr id="46" name="矩形 45">
              <a:extLst>
                <a:ext uri="{FF2B5EF4-FFF2-40B4-BE49-F238E27FC236}">
                  <a16:creationId xmlns:a16="http://schemas.microsoft.com/office/drawing/2014/main" id="{BF431B46-8394-4640-BDDF-24A99FDFA8DF}"/>
                </a:ext>
              </a:extLst>
            </p:cNvPr>
            <p:cNvSpPr>
              <a:spLocks noChangeArrowheads="1"/>
            </p:cNvSpPr>
            <p:nvPr/>
          </p:nvSpPr>
          <p:spPr bwMode="auto">
            <a:xfrm>
              <a:off x="5238874" y="5269752"/>
              <a:ext cx="496760" cy="367652"/>
            </a:xfrm>
            <a:prstGeom prst="rect">
              <a:avLst/>
            </a:prstGeom>
            <a:solidFill>
              <a:schemeClr val="accent2">
                <a:lumMod val="20000"/>
                <a:lumOff val="80000"/>
              </a:schemeClr>
            </a:solidFill>
            <a:ln w="19050">
              <a:solidFill>
                <a:schemeClr val="tx1"/>
              </a:solidFill>
              <a:miter lim="800000"/>
              <a:headEnd/>
              <a:tailEnd/>
            </a:ln>
          </p:spPr>
          <p:txBody>
            <a:bodyPr wrap="none" anchor="ctr"/>
            <a:lstStyle/>
            <a:p>
              <a:pPr algn="ctr"/>
              <a:endParaRPr lang="en-US" altLang="zh-CN" sz="2000" b="1" dirty="0">
                <a:latin typeface="+mn-ea"/>
              </a:endParaRPr>
            </a:p>
          </p:txBody>
        </p:sp>
        <p:sp>
          <p:nvSpPr>
            <p:cNvPr id="47" name="文本框 46">
              <a:extLst>
                <a:ext uri="{FF2B5EF4-FFF2-40B4-BE49-F238E27FC236}">
                  <a16:creationId xmlns:a16="http://schemas.microsoft.com/office/drawing/2014/main" id="{F78EAA69-D9E7-46A4-86E8-AE70A2EEA817}"/>
                </a:ext>
              </a:extLst>
            </p:cNvPr>
            <p:cNvSpPr txBox="1"/>
            <p:nvPr/>
          </p:nvSpPr>
          <p:spPr>
            <a:xfrm>
              <a:off x="5330090" y="4959351"/>
              <a:ext cx="312906" cy="369332"/>
            </a:xfrm>
            <a:prstGeom prst="rect">
              <a:avLst/>
            </a:prstGeom>
            <a:noFill/>
          </p:spPr>
          <p:txBody>
            <a:bodyPr wrap="none" rtlCol="0">
              <a:spAutoFit/>
            </a:bodyPr>
            <a:lstStyle/>
            <a:p>
              <a:r>
                <a:rPr lang="en-US" altLang="zh-CN" b="1" dirty="0"/>
                <a:t>0</a:t>
              </a:r>
              <a:endParaRPr lang="zh-CN" altLang="en-US" b="1" dirty="0"/>
            </a:p>
          </p:txBody>
        </p:sp>
      </p:grpSp>
      <p:sp>
        <p:nvSpPr>
          <p:cNvPr id="39" name="矩形 38">
            <a:extLst>
              <a:ext uri="{FF2B5EF4-FFF2-40B4-BE49-F238E27FC236}">
                <a16:creationId xmlns:a16="http://schemas.microsoft.com/office/drawing/2014/main" id="{CB9746FC-54F4-4F10-ABF5-FB504D99E239}"/>
              </a:ext>
            </a:extLst>
          </p:cNvPr>
          <p:cNvSpPr>
            <a:spLocks noChangeArrowheads="1"/>
          </p:cNvSpPr>
          <p:nvPr/>
        </p:nvSpPr>
        <p:spPr bwMode="auto">
          <a:xfrm>
            <a:off x="8431450" y="5481371"/>
            <a:ext cx="496760" cy="370828"/>
          </a:xfrm>
          <a:prstGeom prst="rect">
            <a:avLst/>
          </a:prstGeom>
          <a:gradFill rotWithShape="0">
            <a:gsLst>
              <a:gs pos="0">
                <a:srgbClr val="66FFFF"/>
              </a:gs>
              <a:gs pos="100000">
                <a:srgbClr val="60F0F0"/>
              </a:gs>
            </a:gsLst>
            <a:lin ang="5400000" scaled="1"/>
          </a:gradFill>
          <a:ln w="19050">
            <a:solidFill>
              <a:schemeClr val="tx1"/>
            </a:solidFill>
            <a:miter lim="800000"/>
            <a:headEnd/>
            <a:tailEnd/>
          </a:ln>
        </p:spPr>
        <p:txBody>
          <a:bodyPr wrap="none" anchor="ctr"/>
          <a:lstStyle/>
          <a:p>
            <a:pPr algn="ctr"/>
            <a:r>
              <a:rPr lang="en-US" altLang="zh-CN" sz="2000" b="1" dirty="0">
                <a:latin typeface="+mn-ea"/>
              </a:rPr>
              <a:t>R[</a:t>
            </a:r>
            <a:r>
              <a:rPr lang="en-US" altLang="zh-CN" sz="2000" b="1" dirty="0" err="1">
                <a:latin typeface="+mn-ea"/>
              </a:rPr>
              <a:t>i</a:t>
            </a:r>
            <a:r>
              <a:rPr lang="en-US" altLang="zh-CN" sz="2000" b="1" dirty="0">
                <a:latin typeface="+mn-ea"/>
              </a:rPr>
              <a:t>]</a:t>
            </a:r>
          </a:p>
        </p:txBody>
      </p:sp>
    </p:spTree>
    <p:extLst>
      <p:ext uri="{BB962C8B-B14F-4D97-AF65-F5344CB8AC3E}">
        <p14:creationId xmlns:p14="http://schemas.microsoft.com/office/powerpoint/2010/main" val="2904113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up)">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up)">
                                      <p:cBhvr>
                                        <p:cTn id="12" dur="10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7" presetClass="entr" presetSubtype="1"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p:cTn id="17" dur="1000" fill="hold"/>
                                        <p:tgtEl>
                                          <p:spTgt spid="10"/>
                                        </p:tgtEl>
                                        <p:attrNameLst>
                                          <p:attrName>ppt_x</p:attrName>
                                        </p:attrNameLst>
                                      </p:cBhvr>
                                      <p:tavLst>
                                        <p:tav tm="0">
                                          <p:val>
                                            <p:strVal val="#ppt_x"/>
                                          </p:val>
                                        </p:tav>
                                        <p:tav tm="100000">
                                          <p:val>
                                            <p:strVal val="#ppt_x"/>
                                          </p:val>
                                        </p:tav>
                                      </p:tavLst>
                                    </p:anim>
                                    <p:anim calcmode="lin" valueType="num">
                                      <p:cBhvr>
                                        <p:cTn id="18" dur="1000" fill="hold"/>
                                        <p:tgtEl>
                                          <p:spTgt spid="10"/>
                                        </p:tgtEl>
                                        <p:attrNameLst>
                                          <p:attrName>ppt_y</p:attrName>
                                        </p:attrNameLst>
                                      </p:cBhvr>
                                      <p:tavLst>
                                        <p:tav tm="0">
                                          <p:val>
                                            <p:strVal val="#ppt_y-#ppt_h/2"/>
                                          </p:val>
                                        </p:tav>
                                        <p:tav tm="100000">
                                          <p:val>
                                            <p:strVal val="#ppt_y"/>
                                          </p:val>
                                        </p:tav>
                                      </p:tavLst>
                                    </p:anim>
                                    <p:anim calcmode="lin" valueType="num">
                                      <p:cBhvr>
                                        <p:cTn id="19" dur="1000" fill="hold"/>
                                        <p:tgtEl>
                                          <p:spTgt spid="10"/>
                                        </p:tgtEl>
                                        <p:attrNameLst>
                                          <p:attrName>ppt_w</p:attrName>
                                        </p:attrNameLst>
                                      </p:cBhvr>
                                      <p:tavLst>
                                        <p:tav tm="0">
                                          <p:val>
                                            <p:strVal val="#ppt_w"/>
                                          </p:val>
                                        </p:tav>
                                        <p:tav tm="100000">
                                          <p:val>
                                            <p:strVal val="#ppt_w"/>
                                          </p:val>
                                        </p:tav>
                                      </p:tavLst>
                                    </p:anim>
                                    <p:anim calcmode="lin" valueType="num">
                                      <p:cBhvr>
                                        <p:cTn id="20" dur="1000" fill="hold"/>
                                        <p:tgtEl>
                                          <p:spTgt spid="10"/>
                                        </p:tgtEl>
                                        <p:attrNameLst>
                                          <p:attrName>ppt_h</p:attrName>
                                        </p:attrNameLst>
                                      </p:cBhvr>
                                      <p:tavLst>
                                        <p:tav tm="0">
                                          <p:val>
                                            <p:fltVal val="0"/>
                                          </p:val>
                                        </p:tav>
                                        <p:tav tm="100000">
                                          <p:val>
                                            <p:strVal val="#ppt_h"/>
                                          </p:val>
                                        </p:tav>
                                      </p:tavLst>
                                    </p:anim>
                                  </p:childTnLst>
                                </p:cTn>
                              </p:par>
                              <p:par>
                                <p:cTn id="21" presetID="17" presetClass="entr" presetSubtype="1"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p:cTn id="23" dur="1000" fill="hold"/>
                                        <p:tgtEl>
                                          <p:spTgt spid="11"/>
                                        </p:tgtEl>
                                        <p:attrNameLst>
                                          <p:attrName>ppt_x</p:attrName>
                                        </p:attrNameLst>
                                      </p:cBhvr>
                                      <p:tavLst>
                                        <p:tav tm="0">
                                          <p:val>
                                            <p:strVal val="#ppt_x"/>
                                          </p:val>
                                        </p:tav>
                                        <p:tav tm="100000">
                                          <p:val>
                                            <p:strVal val="#ppt_x"/>
                                          </p:val>
                                        </p:tav>
                                      </p:tavLst>
                                    </p:anim>
                                    <p:anim calcmode="lin" valueType="num">
                                      <p:cBhvr>
                                        <p:cTn id="24" dur="1000" fill="hold"/>
                                        <p:tgtEl>
                                          <p:spTgt spid="11"/>
                                        </p:tgtEl>
                                        <p:attrNameLst>
                                          <p:attrName>ppt_y</p:attrName>
                                        </p:attrNameLst>
                                      </p:cBhvr>
                                      <p:tavLst>
                                        <p:tav tm="0">
                                          <p:val>
                                            <p:strVal val="#ppt_y-#ppt_h/2"/>
                                          </p:val>
                                        </p:tav>
                                        <p:tav tm="100000">
                                          <p:val>
                                            <p:strVal val="#ppt_y"/>
                                          </p:val>
                                        </p:tav>
                                      </p:tavLst>
                                    </p:anim>
                                    <p:anim calcmode="lin" valueType="num">
                                      <p:cBhvr>
                                        <p:cTn id="25" dur="1000" fill="hold"/>
                                        <p:tgtEl>
                                          <p:spTgt spid="11"/>
                                        </p:tgtEl>
                                        <p:attrNameLst>
                                          <p:attrName>ppt_w</p:attrName>
                                        </p:attrNameLst>
                                      </p:cBhvr>
                                      <p:tavLst>
                                        <p:tav tm="0">
                                          <p:val>
                                            <p:strVal val="#ppt_w"/>
                                          </p:val>
                                        </p:tav>
                                        <p:tav tm="100000">
                                          <p:val>
                                            <p:strVal val="#ppt_w"/>
                                          </p:val>
                                        </p:tav>
                                      </p:tavLst>
                                    </p:anim>
                                    <p:anim calcmode="lin" valueType="num">
                                      <p:cBhvr>
                                        <p:cTn id="26" dur="1000" fill="hold"/>
                                        <p:tgtEl>
                                          <p:spTgt spid="11"/>
                                        </p:tgtEl>
                                        <p:attrNameLst>
                                          <p:attrName>ppt_h</p:attrName>
                                        </p:attrNameLst>
                                      </p:cBhvr>
                                      <p:tavLst>
                                        <p:tav tm="0">
                                          <p:val>
                                            <p:fltVal val="0"/>
                                          </p:val>
                                        </p:tav>
                                        <p:tav tm="100000">
                                          <p:val>
                                            <p:strVal val="#ppt_h"/>
                                          </p:val>
                                        </p:tav>
                                      </p:tavLst>
                                    </p:anim>
                                  </p:childTnLst>
                                </p:cTn>
                              </p:par>
                              <p:par>
                                <p:cTn id="27" presetID="17" presetClass="entr" presetSubtype="1"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p:cTn id="29" dur="1000" fill="hold"/>
                                        <p:tgtEl>
                                          <p:spTgt spid="9"/>
                                        </p:tgtEl>
                                        <p:attrNameLst>
                                          <p:attrName>ppt_x</p:attrName>
                                        </p:attrNameLst>
                                      </p:cBhvr>
                                      <p:tavLst>
                                        <p:tav tm="0">
                                          <p:val>
                                            <p:strVal val="#ppt_x"/>
                                          </p:val>
                                        </p:tav>
                                        <p:tav tm="100000">
                                          <p:val>
                                            <p:strVal val="#ppt_x"/>
                                          </p:val>
                                        </p:tav>
                                      </p:tavLst>
                                    </p:anim>
                                    <p:anim calcmode="lin" valueType="num">
                                      <p:cBhvr>
                                        <p:cTn id="30" dur="1000" fill="hold"/>
                                        <p:tgtEl>
                                          <p:spTgt spid="9"/>
                                        </p:tgtEl>
                                        <p:attrNameLst>
                                          <p:attrName>ppt_y</p:attrName>
                                        </p:attrNameLst>
                                      </p:cBhvr>
                                      <p:tavLst>
                                        <p:tav tm="0">
                                          <p:val>
                                            <p:strVal val="#ppt_y-#ppt_h/2"/>
                                          </p:val>
                                        </p:tav>
                                        <p:tav tm="100000">
                                          <p:val>
                                            <p:strVal val="#ppt_y"/>
                                          </p:val>
                                        </p:tav>
                                      </p:tavLst>
                                    </p:anim>
                                    <p:anim calcmode="lin" valueType="num">
                                      <p:cBhvr>
                                        <p:cTn id="31" dur="1000" fill="hold"/>
                                        <p:tgtEl>
                                          <p:spTgt spid="9"/>
                                        </p:tgtEl>
                                        <p:attrNameLst>
                                          <p:attrName>ppt_w</p:attrName>
                                        </p:attrNameLst>
                                      </p:cBhvr>
                                      <p:tavLst>
                                        <p:tav tm="0">
                                          <p:val>
                                            <p:strVal val="#ppt_w"/>
                                          </p:val>
                                        </p:tav>
                                        <p:tav tm="100000">
                                          <p:val>
                                            <p:strVal val="#ppt_w"/>
                                          </p:val>
                                        </p:tav>
                                      </p:tavLst>
                                    </p:anim>
                                    <p:anim calcmode="lin" valueType="num">
                                      <p:cBhvr>
                                        <p:cTn id="32" dur="1000" fill="hold"/>
                                        <p:tgtEl>
                                          <p:spTgt spid="9"/>
                                        </p:tgtEl>
                                        <p:attrNameLst>
                                          <p:attrName>ppt_h</p:attrName>
                                        </p:attrNameLst>
                                      </p:cBhvr>
                                      <p:tavLst>
                                        <p:tav tm="0">
                                          <p:val>
                                            <p:fltVal val="0"/>
                                          </p:val>
                                        </p:tav>
                                        <p:tav tm="100000">
                                          <p:val>
                                            <p:strVal val="#ppt_h"/>
                                          </p:val>
                                        </p:tav>
                                      </p:tavLst>
                                    </p:anim>
                                  </p:childTnLst>
                                </p:cTn>
                              </p:par>
                              <p:par>
                                <p:cTn id="33" presetID="17" presetClass="entr" presetSubtype="1" fill="hold" grpId="0" nodeType="withEffect">
                                  <p:stCondLst>
                                    <p:cond delay="0"/>
                                  </p:stCondLst>
                                  <p:childTnLst>
                                    <p:set>
                                      <p:cBhvr>
                                        <p:cTn id="34" dur="1" fill="hold">
                                          <p:stCondLst>
                                            <p:cond delay="0"/>
                                          </p:stCondLst>
                                        </p:cTn>
                                        <p:tgtEl>
                                          <p:spTgt spid="4"/>
                                        </p:tgtEl>
                                        <p:attrNameLst>
                                          <p:attrName>style.visibility</p:attrName>
                                        </p:attrNameLst>
                                      </p:cBhvr>
                                      <p:to>
                                        <p:strVal val="visible"/>
                                      </p:to>
                                    </p:set>
                                    <p:anim calcmode="lin" valueType="num">
                                      <p:cBhvr>
                                        <p:cTn id="35" dur="500" fill="hold"/>
                                        <p:tgtEl>
                                          <p:spTgt spid="4"/>
                                        </p:tgtEl>
                                        <p:attrNameLst>
                                          <p:attrName>ppt_x</p:attrName>
                                        </p:attrNameLst>
                                      </p:cBhvr>
                                      <p:tavLst>
                                        <p:tav tm="0">
                                          <p:val>
                                            <p:strVal val="#ppt_x"/>
                                          </p:val>
                                        </p:tav>
                                        <p:tav tm="100000">
                                          <p:val>
                                            <p:strVal val="#ppt_x"/>
                                          </p:val>
                                        </p:tav>
                                      </p:tavLst>
                                    </p:anim>
                                    <p:anim calcmode="lin" valueType="num">
                                      <p:cBhvr>
                                        <p:cTn id="36" dur="500" fill="hold"/>
                                        <p:tgtEl>
                                          <p:spTgt spid="4"/>
                                        </p:tgtEl>
                                        <p:attrNameLst>
                                          <p:attrName>ppt_y</p:attrName>
                                        </p:attrNameLst>
                                      </p:cBhvr>
                                      <p:tavLst>
                                        <p:tav tm="0">
                                          <p:val>
                                            <p:strVal val="#ppt_y-#ppt_h/2"/>
                                          </p:val>
                                        </p:tav>
                                        <p:tav tm="100000">
                                          <p:val>
                                            <p:strVal val="#ppt_y"/>
                                          </p:val>
                                        </p:tav>
                                      </p:tavLst>
                                    </p:anim>
                                    <p:anim calcmode="lin" valueType="num">
                                      <p:cBhvr>
                                        <p:cTn id="37" dur="500" fill="hold"/>
                                        <p:tgtEl>
                                          <p:spTgt spid="4"/>
                                        </p:tgtEl>
                                        <p:attrNameLst>
                                          <p:attrName>ppt_w</p:attrName>
                                        </p:attrNameLst>
                                      </p:cBhvr>
                                      <p:tavLst>
                                        <p:tav tm="0">
                                          <p:val>
                                            <p:strVal val="#ppt_w"/>
                                          </p:val>
                                        </p:tav>
                                        <p:tav tm="100000">
                                          <p:val>
                                            <p:strVal val="#ppt_w"/>
                                          </p:val>
                                        </p:tav>
                                      </p:tavLst>
                                    </p:anim>
                                    <p:anim calcmode="lin" valueType="num">
                                      <p:cBhvr>
                                        <p:cTn id="38" dur="500" fill="hold"/>
                                        <p:tgtEl>
                                          <p:spTgt spid="4"/>
                                        </p:tgtEl>
                                        <p:attrNameLst>
                                          <p:attrName>ppt_h</p:attrName>
                                        </p:attrNameLst>
                                      </p:cBhvr>
                                      <p:tavLst>
                                        <p:tav tm="0">
                                          <p:val>
                                            <p:fltVal val="0"/>
                                          </p:val>
                                        </p:tav>
                                        <p:tav tm="100000">
                                          <p:val>
                                            <p:strVal val="#ppt_h"/>
                                          </p:val>
                                        </p:tav>
                                      </p:tavLst>
                                    </p:anim>
                                  </p:childTnLst>
                                </p:cTn>
                              </p:par>
                            </p:childTnLst>
                          </p:cTn>
                        </p:par>
                        <p:par>
                          <p:cTn id="39" fill="hold">
                            <p:stCondLst>
                              <p:cond delay="1000"/>
                            </p:stCondLst>
                            <p:childTnLst>
                              <p:par>
                                <p:cTn id="40" presetID="17" presetClass="entr" presetSubtype="1" fill="hold" nodeType="afterEffect">
                                  <p:stCondLst>
                                    <p:cond delay="0"/>
                                  </p:stCondLst>
                                  <p:childTnLst>
                                    <p:set>
                                      <p:cBhvr>
                                        <p:cTn id="41" dur="1" fill="hold">
                                          <p:stCondLst>
                                            <p:cond delay="0"/>
                                          </p:stCondLst>
                                        </p:cTn>
                                        <p:tgtEl>
                                          <p:spTgt spid="17"/>
                                        </p:tgtEl>
                                        <p:attrNameLst>
                                          <p:attrName>style.visibility</p:attrName>
                                        </p:attrNameLst>
                                      </p:cBhvr>
                                      <p:to>
                                        <p:strVal val="visible"/>
                                      </p:to>
                                    </p:set>
                                    <p:anim calcmode="lin" valueType="num">
                                      <p:cBhvr>
                                        <p:cTn id="42" dur="500" fill="hold"/>
                                        <p:tgtEl>
                                          <p:spTgt spid="17"/>
                                        </p:tgtEl>
                                        <p:attrNameLst>
                                          <p:attrName>ppt_x</p:attrName>
                                        </p:attrNameLst>
                                      </p:cBhvr>
                                      <p:tavLst>
                                        <p:tav tm="0">
                                          <p:val>
                                            <p:strVal val="#ppt_x"/>
                                          </p:val>
                                        </p:tav>
                                        <p:tav tm="100000">
                                          <p:val>
                                            <p:strVal val="#ppt_x"/>
                                          </p:val>
                                        </p:tav>
                                      </p:tavLst>
                                    </p:anim>
                                    <p:anim calcmode="lin" valueType="num">
                                      <p:cBhvr>
                                        <p:cTn id="43" dur="500" fill="hold"/>
                                        <p:tgtEl>
                                          <p:spTgt spid="17"/>
                                        </p:tgtEl>
                                        <p:attrNameLst>
                                          <p:attrName>ppt_y</p:attrName>
                                        </p:attrNameLst>
                                      </p:cBhvr>
                                      <p:tavLst>
                                        <p:tav tm="0">
                                          <p:val>
                                            <p:strVal val="#ppt_y-#ppt_h/2"/>
                                          </p:val>
                                        </p:tav>
                                        <p:tav tm="100000">
                                          <p:val>
                                            <p:strVal val="#ppt_y"/>
                                          </p:val>
                                        </p:tav>
                                      </p:tavLst>
                                    </p:anim>
                                    <p:anim calcmode="lin" valueType="num">
                                      <p:cBhvr>
                                        <p:cTn id="44" dur="500" fill="hold"/>
                                        <p:tgtEl>
                                          <p:spTgt spid="17"/>
                                        </p:tgtEl>
                                        <p:attrNameLst>
                                          <p:attrName>ppt_w</p:attrName>
                                        </p:attrNameLst>
                                      </p:cBhvr>
                                      <p:tavLst>
                                        <p:tav tm="0">
                                          <p:val>
                                            <p:strVal val="#ppt_w"/>
                                          </p:val>
                                        </p:tav>
                                        <p:tav tm="100000">
                                          <p:val>
                                            <p:strVal val="#ppt_w"/>
                                          </p:val>
                                        </p:tav>
                                      </p:tavLst>
                                    </p:anim>
                                    <p:anim calcmode="lin" valueType="num">
                                      <p:cBhvr>
                                        <p:cTn id="45" dur="500" fill="hold"/>
                                        <p:tgtEl>
                                          <p:spTgt spid="17"/>
                                        </p:tgtEl>
                                        <p:attrNameLst>
                                          <p:attrName>ppt_h</p:attrName>
                                        </p:attrNameLst>
                                      </p:cBhvr>
                                      <p:tavLst>
                                        <p:tav tm="0">
                                          <p:val>
                                            <p:fltVal val="0"/>
                                          </p:val>
                                        </p:tav>
                                        <p:tav tm="100000">
                                          <p:val>
                                            <p:strVal val="#ppt_h"/>
                                          </p:val>
                                        </p:tav>
                                      </p:tavLst>
                                    </p:anim>
                                  </p:childTnLst>
                                </p:cTn>
                              </p:par>
                            </p:childTnLst>
                          </p:cTn>
                        </p:par>
                      </p:childTnLst>
                    </p:cTn>
                  </p:par>
                  <p:par>
                    <p:cTn id="46" fill="hold">
                      <p:stCondLst>
                        <p:cond delay="indefinite"/>
                      </p:stCondLst>
                      <p:childTnLst>
                        <p:par>
                          <p:cTn id="47" fill="hold">
                            <p:stCondLst>
                              <p:cond delay="0"/>
                            </p:stCondLst>
                            <p:childTnLst>
                              <p:par>
                                <p:cTn id="48" presetID="22" presetClass="entr" presetSubtype="1" fill="hold" grpId="0" nodeType="clickEffect">
                                  <p:stCondLst>
                                    <p:cond delay="0"/>
                                  </p:stCondLst>
                                  <p:childTnLst>
                                    <p:set>
                                      <p:cBhvr>
                                        <p:cTn id="49" dur="1" fill="hold">
                                          <p:stCondLst>
                                            <p:cond delay="0"/>
                                          </p:stCondLst>
                                        </p:cTn>
                                        <p:tgtEl>
                                          <p:spTgt spid="34">
                                            <p:txEl>
                                              <p:pRg st="0" end="0"/>
                                            </p:txEl>
                                          </p:spTgt>
                                        </p:tgtEl>
                                        <p:attrNameLst>
                                          <p:attrName>style.visibility</p:attrName>
                                        </p:attrNameLst>
                                      </p:cBhvr>
                                      <p:to>
                                        <p:strVal val="visible"/>
                                      </p:to>
                                    </p:set>
                                    <p:animEffect transition="in" filter="wipe(up)">
                                      <p:cBhvr>
                                        <p:cTn id="50" dur="500"/>
                                        <p:tgtEl>
                                          <p:spTgt spid="34">
                                            <p:txEl>
                                              <p:pRg st="0" end="0"/>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1" fill="hold" nodeType="clickEffect">
                                  <p:stCondLst>
                                    <p:cond delay="0"/>
                                  </p:stCondLst>
                                  <p:childTnLst>
                                    <p:set>
                                      <p:cBhvr>
                                        <p:cTn id="54" dur="1" fill="hold">
                                          <p:stCondLst>
                                            <p:cond delay="0"/>
                                          </p:stCondLst>
                                        </p:cTn>
                                        <p:tgtEl>
                                          <p:spTgt spid="32"/>
                                        </p:tgtEl>
                                        <p:attrNameLst>
                                          <p:attrName>style.visibility</p:attrName>
                                        </p:attrNameLst>
                                      </p:cBhvr>
                                      <p:to>
                                        <p:strVal val="visible"/>
                                      </p:to>
                                    </p:set>
                                    <p:animEffect transition="in" filter="wipe(up)">
                                      <p:cBhvr>
                                        <p:cTn id="55" dur="500"/>
                                        <p:tgtEl>
                                          <p:spTgt spid="32"/>
                                        </p:tgtEl>
                                      </p:cBhvr>
                                    </p:animEffect>
                                  </p:childTnLst>
                                </p:cTn>
                              </p:par>
                            </p:childTnLst>
                          </p:cTn>
                        </p:par>
                        <p:par>
                          <p:cTn id="56" fill="hold">
                            <p:stCondLst>
                              <p:cond delay="500"/>
                            </p:stCondLst>
                            <p:childTnLst>
                              <p:par>
                                <p:cTn id="57" presetID="47" presetClass="entr" presetSubtype="0" fill="hold" grpId="0" nodeType="after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1000"/>
                                        <p:tgtEl>
                                          <p:spTgt spid="20"/>
                                        </p:tgtEl>
                                      </p:cBhvr>
                                    </p:animEffect>
                                    <p:anim calcmode="lin" valueType="num">
                                      <p:cBhvr>
                                        <p:cTn id="60" dur="1000" fill="hold"/>
                                        <p:tgtEl>
                                          <p:spTgt spid="20"/>
                                        </p:tgtEl>
                                        <p:attrNameLst>
                                          <p:attrName>ppt_x</p:attrName>
                                        </p:attrNameLst>
                                      </p:cBhvr>
                                      <p:tavLst>
                                        <p:tav tm="0">
                                          <p:val>
                                            <p:strVal val="#ppt_x"/>
                                          </p:val>
                                        </p:tav>
                                        <p:tav tm="100000">
                                          <p:val>
                                            <p:strVal val="#ppt_x"/>
                                          </p:val>
                                        </p:tav>
                                      </p:tavLst>
                                    </p:anim>
                                    <p:anim calcmode="lin" valueType="num">
                                      <p:cBhvr>
                                        <p:cTn id="61" dur="1000" fill="hold"/>
                                        <p:tgtEl>
                                          <p:spTgt spid="20"/>
                                        </p:tgtEl>
                                        <p:attrNameLst>
                                          <p:attrName>ppt_y</p:attrName>
                                        </p:attrNameLst>
                                      </p:cBhvr>
                                      <p:tavLst>
                                        <p:tav tm="0">
                                          <p:val>
                                            <p:strVal val="#ppt_y-.1"/>
                                          </p:val>
                                        </p:tav>
                                        <p:tav tm="100000">
                                          <p:val>
                                            <p:strVal val="#ppt_y"/>
                                          </p:val>
                                        </p:tav>
                                      </p:tavLst>
                                    </p:anim>
                                  </p:childTnLst>
                                </p:cTn>
                              </p:par>
                            </p:childTnLst>
                          </p:cTn>
                        </p:par>
                        <p:par>
                          <p:cTn id="62" fill="hold">
                            <p:stCondLst>
                              <p:cond delay="1500"/>
                            </p:stCondLst>
                            <p:childTnLst>
                              <p:par>
                                <p:cTn id="63" presetID="22" presetClass="entr" presetSubtype="2" fill="hold" nodeType="afterEffect">
                                  <p:stCondLst>
                                    <p:cond delay="0"/>
                                  </p:stCondLst>
                                  <p:childTnLst>
                                    <p:set>
                                      <p:cBhvr>
                                        <p:cTn id="64" dur="1" fill="hold">
                                          <p:stCondLst>
                                            <p:cond delay="0"/>
                                          </p:stCondLst>
                                        </p:cTn>
                                        <p:tgtEl>
                                          <p:spTgt spid="25"/>
                                        </p:tgtEl>
                                        <p:attrNameLst>
                                          <p:attrName>style.visibility</p:attrName>
                                        </p:attrNameLst>
                                      </p:cBhvr>
                                      <p:to>
                                        <p:strVal val="visible"/>
                                      </p:to>
                                    </p:set>
                                    <p:animEffect transition="in" filter="wipe(right)">
                                      <p:cBhvr>
                                        <p:cTn id="65" dur="1500"/>
                                        <p:tgtEl>
                                          <p:spTgt spid="25"/>
                                        </p:tgtEl>
                                      </p:cBhvr>
                                    </p:animEffect>
                                  </p:childTnLst>
                                </p:cTn>
                              </p:par>
                            </p:childTnLst>
                          </p:cTn>
                        </p:par>
                        <p:par>
                          <p:cTn id="66" fill="hold">
                            <p:stCondLst>
                              <p:cond delay="3000"/>
                            </p:stCondLst>
                            <p:childTnLst>
                              <p:par>
                                <p:cTn id="67" presetID="17" presetClass="entr" presetSubtype="1" fill="hold" grpId="0" nodeType="afterEffect">
                                  <p:stCondLst>
                                    <p:cond delay="0"/>
                                  </p:stCondLst>
                                  <p:childTnLst>
                                    <p:set>
                                      <p:cBhvr>
                                        <p:cTn id="68" dur="1" fill="hold">
                                          <p:stCondLst>
                                            <p:cond delay="0"/>
                                          </p:stCondLst>
                                        </p:cTn>
                                        <p:tgtEl>
                                          <p:spTgt spid="26"/>
                                        </p:tgtEl>
                                        <p:attrNameLst>
                                          <p:attrName>style.visibility</p:attrName>
                                        </p:attrNameLst>
                                      </p:cBhvr>
                                      <p:to>
                                        <p:strVal val="visible"/>
                                      </p:to>
                                    </p:set>
                                    <p:anim calcmode="lin" valueType="num">
                                      <p:cBhvr>
                                        <p:cTn id="69" dur="500" fill="hold"/>
                                        <p:tgtEl>
                                          <p:spTgt spid="26"/>
                                        </p:tgtEl>
                                        <p:attrNameLst>
                                          <p:attrName>ppt_x</p:attrName>
                                        </p:attrNameLst>
                                      </p:cBhvr>
                                      <p:tavLst>
                                        <p:tav tm="0">
                                          <p:val>
                                            <p:strVal val="#ppt_x"/>
                                          </p:val>
                                        </p:tav>
                                        <p:tav tm="100000">
                                          <p:val>
                                            <p:strVal val="#ppt_x"/>
                                          </p:val>
                                        </p:tav>
                                      </p:tavLst>
                                    </p:anim>
                                    <p:anim calcmode="lin" valueType="num">
                                      <p:cBhvr>
                                        <p:cTn id="70" dur="500" fill="hold"/>
                                        <p:tgtEl>
                                          <p:spTgt spid="26"/>
                                        </p:tgtEl>
                                        <p:attrNameLst>
                                          <p:attrName>ppt_y</p:attrName>
                                        </p:attrNameLst>
                                      </p:cBhvr>
                                      <p:tavLst>
                                        <p:tav tm="0">
                                          <p:val>
                                            <p:strVal val="#ppt_y-#ppt_h/2"/>
                                          </p:val>
                                        </p:tav>
                                        <p:tav tm="100000">
                                          <p:val>
                                            <p:strVal val="#ppt_y"/>
                                          </p:val>
                                        </p:tav>
                                      </p:tavLst>
                                    </p:anim>
                                    <p:anim calcmode="lin" valueType="num">
                                      <p:cBhvr>
                                        <p:cTn id="71" dur="500" fill="hold"/>
                                        <p:tgtEl>
                                          <p:spTgt spid="26"/>
                                        </p:tgtEl>
                                        <p:attrNameLst>
                                          <p:attrName>ppt_w</p:attrName>
                                        </p:attrNameLst>
                                      </p:cBhvr>
                                      <p:tavLst>
                                        <p:tav tm="0">
                                          <p:val>
                                            <p:strVal val="#ppt_w"/>
                                          </p:val>
                                        </p:tav>
                                        <p:tav tm="100000">
                                          <p:val>
                                            <p:strVal val="#ppt_w"/>
                                          </p:val>
                                        </p:tav>
                                      </p:tavLst>
                                    </p:anim>
                                    <p:anim calcmode="lin" valueType="num">
                                      <p:cBhvr>
                                        <p:cTn id="72" dur="500" fill="hold"/>
                                        <p:tgtEl>
                                          <p:spTgt spid="26"/>
                                        </p:tgtEl>
                                        <p:attrNameLst>
                                          <p:attrName>ppt_h</p:attrName>
                                        </p:attrNameLst>
                                      </p:cBhvr>
                                      <p:tavLst>
                                        <p:tav tm="0">
                                          <p:val>
                                            <p:fltVal val="0"/>
                                          </p:val>
                                        </p:tav>
                                        <p:tav tm="100000">
                                          <p:val>
                                            <p:strVal val="#ppt_h"/>
                                          </p:val>
                                        </p:tav>
                                      </p:tavLst>
                                    </p:anim>
                                  </p:childTnLst>
                                </p:cTn>
                              </p:par>
                              <p:par>
                                <p:cTn id="73" presetID="17" presetClass="entr" presetSubtype="1" fill="hold" grpId="0" nodeType="withEffect">
                                  <p:stCondLst>
                                    <p:cond delay="0"/>
                                  </p:stCondLst>
                                  <p:childTnLst>
                                    <p:set>
                                      <p:cBhvr>
                                        <p:cTn id="74" dur="1" fill="hold">
                                          <p:stCondLst>
                                            <p:cond delay="0"/>
                                          </p:stCondLst>
                                        </p:cTn>
                                        <p:tgtEl>
                                          <p:spTgt spid="28"/>
                                        </p:tgtEl>
                                        <p:attrNameLst>
                                          <p:attrName>style.visibility</p:attrName>
                                        </p:attrNameLst>
                                      </p:cBhvr>
                                      <p:to>
                                        <p:strVal val="visible"/>
                                      </p:to>
                                    </p:set>
                                    <p:anim calcmode="lin" valueType="num">
                                      <p:cBhvr>
                                        <p:cTn id="75" dur="500" fill="hold"/>
                                        <p:tgtEl>
                                          <p:spTgt spid="28"/>
                                        </p:tgtEl>
                                        <p:attrNameLst>
                                          <p:attrName>ppt_x</p:attrName>
                                        </p:attrNameLst>
                                      </p:cBhvr>
                                      <p:tavLst>
                                        <p:tav tm="0">
                                          <p:val>
                                            <p:strVal val="#ppt_x"/>
                                          </p:val>
                                        </p:tav>
                                        <p:tav tm="100000">
                                          <p:val>
                                            <p:strVal val="#ppt_x"/>
                                          </p:val>
                                        </p:tav>
                                      </p:tavLst>
                                    </p:anim>
                                    <p:anim calcmode="lin" valueType="num">
                                      <p:cBhvr>
                                        <p:cTn id="76" dur="500" fill="hold"/>
                                        <p:tgtEl>
                                          <p:spTgt spid="28"/>
                                        </p:tgtEl>
                                        <p:attrNameLst>
                                          <p:attrName>ppt_y</p:attrName>
                                        </p:attrNameLst>
                                      </p:cBhvr>
                                      <p:tavLst>
                                        <p:tav tm="0">
                                          <p:val>
                                            <p:strVal val="#ppt_y-#ppt_h/2"/>
                                          </p:val>
                                        </p:tav>
                                        <p:tav tm="100000">
                                          <p:val>
                                            <p:strVal val="#ppt_y"/>
                                          </p:val>
                                        </p:tav>
                                      </p:tavLst>
                                    </p:anim>
                                    <p:anim calcmode="lin" valueType="num">
                                      <p:cBhvr>
                                        <p:cTn id="77" dur="500" fill="hold"/>
                                        <p:tgtEl>
                                          <p:spTgt spid="28"/>
                                        </p:tgtEl>
                                        <p:attrNameLst>
                                          <p:attrName>ppt_w</p:attrName>
                                        </p:attrNameLst>
                                      </p:cBhvr>
                                      <p:tavLst>
                                        <p:tav tm="0">
                                          <p:val>
                                            <p:strVal val="#ppt_w"/>
                                          </p:val>
                                        </p:tav>
                                        <p:tav tm="100000">
                                          <p:val>
                                            <p:strVal val="#ppt_w"/>
                                          </p:val>
                                        </p:tav>
                                      </p:tavLst>
                                    </p:anim>
                                    <p:anim calcmode="lin" valueType="num">
                                      <p:cBhvr>
                                        <p:cTn id="78" dur="500" fill="hold"/>
                                        <p:tgtEl>
                                          <p:spTgt spid="28"/>
                                        </p:tgtEl>
                                        <p:attrNameLst>
                                          <p:attrName>ppt_h</p:attrName>
                                        </p:attrNameLst>
                                      </p:cBhvr>
                                      <p:tavLst>
                                        <p:tav tm="0">
                                          <p:val>
                                            <p:fltVal val="0"/>
                                          </p:val>
                                        </p:tav>
                                        <p:tav tm="100000">
                                          <p:val>
                                            <p:strVal val="#ppt_h"/>
                                          </p:val>
                                        </p:tav>
                                      </p:tavLst>
                                    </p:anim>
                                  </p:childTnLst>
                                </p:cTn>
                              </p:par>
                              <p:par>
                                <p:cTn id="79" presetID="17" presetClass="entr" presetSubtype="1" fill="hold" grpId="0" nodeType="withEffect">
                                  <p:stCondLst>
                                    <p:cond delay="0"/>
                                  </p:stCondLst>
                                  <p:childTnLst>
                                    <p:set>
                                      <p:cBhvr>
                                        <p:cTn id="80" dur="1" fill="hold">
                                          <p:stCondLst>
                                            <p:cond delay="0"/>
                                          </p:stCondLst>
                                        </p:cTn>
                                        <p:tgtEl>
                                          <p:spTgt spid="22"/>
                                        </p:tgtEl>
                                        <p:attrNameLst>
                                          <p:attrName>style.visibility</p:attrName>
                                        </p:attrNameLst>
                                      </p:cBhvr>
                                      <p:to>
                                        <p:strVal val="visible"/>
                                      </p:to>
                                    </p:set>
                                    <p:anim calcmode="lin" valueType="num">
                                      <p:cBhvr>
                                        <p:cTn id="81" dur="500" fill="hold"/>
                                        <p:tgtEl>
                                          <p:spTgt spid="22"/>
                                        </p:tgtEl>
                                        <p:attrNameLst>
                                          <p:attrName>ppt_x</p:attrName>
                                        </p:attrNameLst>
                                      </p:cBhvr>
                                      <p:tavLst>
                                        <p:tav tm="0">
                                          <p:val>
                                            <p:strVal val="#ppt_x"/>
                                          </p:val>
                                        </p:tav>
                                        <p:tav tm="100000">
                                          <p:val>
                                            <p:strVal val="#ppt_x"/>
                                          </p:val>
                                        </p:tav>
                                      </p:tavLst>
                                    </p:anim>
                                    <p:anim calcmode="lin" valueType="num">
                                      <p:cBhvr>
                                        <p:cTn id="82" dur="500" fill="hold"/>
                                        <p:tgtEl>
                                          <p:spTgt spid="22"/>
                                        </p:tgtEl>
                                        <p:attrNameLst>
                                          <p:attrName>ppt_y</p:attrName>
                                        </p:attrNameLst>
                                      </p:cBhvr>
                                      <p:tavLst>
                                        <p:tav tm="0">
                                          <p:val>
                                            <p:strVal val="#ppt_y-#ppt_h/2"/>
                                          </p:val>
                                        </p:tav>
                                        <p:tav tm="100000">
                                          <p:val>
                                            <p:strVal val="#ppt_y"/>
                                          </p:val>
                                        </p:tav>
                                      </p:tavLst>
                                    </p:anim>
                                    <p:anim calcmode="lin" valueType="num">
                                      <p:cBhvr>
                                        <p:cTn id="83" dur="500" fill="hold"/>
                                        <p:tgtEl>
                                          <p:spTgt spid="22"/>
                                        </p:tgtEl>
                                        <p:attrNameLst>
                                          <p:attrName>ppt_w</p:attrName>
                                        </p:attrNameLst>
                                      </p:cBhvr>
                                      <p:tavLst>
                                        <p:tav tm="0">
                                          <p:val>
                                            <p:strVal val="#ppt_w"/>
                                          </p:val>
                                        </p:tav>
                                        <p:tav tm="100000">
                                          <p:val>
                                            <p:strVal val="#ppt_w"/>
                                          </p:val>
                                        </p:tav>
                                      </p:tavLst>
                                    </p:anim>
                                    <p:anim calcmode="lin" valueType="num">
                                      <p:cBhvr>
                                        <p:cTn id="84" dur="500" fill="hold"/>
                                        <p:tgtEl>
                                          <p:spTgt spid="22"/>
                                        </p:tgtEl>
                                        <p:attrNameLst>
                                          <p:attrName>ppt_h</p:attrName>
                                        </p:attrNameLst>
                                      </p:cBhvr>
                                      <p:tavLst>
                                        <p:tav tm="0">
                                          <p:val>
                                            <p:fltVal val="0"/>
                                          </p:val>
                                        </p:tav>
                                        <p:tav tm="100000">
                                          <p:val>
                                            <p:strVal val="#ppt_h"/>
                                          </p:val>
                                        </p:tav>
                                      </p:tavLst>
                                    </p:anim>
                                  </p:childTnLst>
                                </p:cTn>
                              </p:par>
                            </p:childTnLst>
                          </p:cTn>
                        </p:par>
                        <p:par>
                          <p:cTn id="85" fill="hold">
                            <p:stCondLst>
                              <p:cond delay="3500"/>
                            </p:stCondLst>
                            <p:childTnLst>
                              <p:par>
                                <p:cTn id="86" presetID="17" presetClass="entr" presetSubtype="1" fill="hold" nodeType="afterEffect">
                                  <p:stCondLst>
                                    <p:cond delay="0"/>
                                  </p:stCondLst>
                                  <p:childTnLst>
                                    <p:set>
                                      <p:cBhvr>
                                        <p:cTn id="87" dur="1" fill="hold">
                                          <p:stCondLst>
                                            <p:cond delay="0"/>
                                          </p:stCondLst>
                                        </p:cTn>
                                        <p:tgtEl>
                                          <p:spTgt spid="33"/>
                                        </p:tgtEl>
                                        <p:attrNameLst>
                                          <p:attrName>style.visibility</p:attrName>
                                        </p:attrNameLst>
                                      </p:cBhvr>
                                      <p:to>
                                        <p:strVal val="visible"/>
                                      </p:to>
                                    </p:set>
                                    <p:anim calcmode="lin" valueType="num">
                                      <p:cBhvr>
                                        <p:cTn id="88" dur="500" fill="hold"/>
                                        <p:tgtEl>
                                          <p:spTgt spid="33"/>
                                        </p:tgtEl>
                                        <p:attrNameLst>
                                          <p:attrName>ppt_x</p:attrName>
                                        </p:attrNameLst>
                                      </p:cBhvr>
                                      <p:tavLst>
                                        <p:tav tm="0">
                                          <p:val>
                                            <p:strVal val="#ppt_x"/>
                                          </p:val>
                                        </p:tav>
                                        <p:tav tm="100000">
                                          <p:val>
                                            <p:strVal val="#ppt_x"/>
                                          </p:val>
                                        </p:tav>
                                      </p:tavLst>
                                    </p:anim>
                                    <p:anim calcmode="lin" valueType="num">
                                      <p:cBhvr>
                                        <p:cTn id="89" dur="500" fill="hold"/>
                                        <p:tgtEl>
                                          <p:spTgt spid="33"/>
                                        </p:tgtEl>
                                        <p:attrNameLst>
                                          <p:attrName>ppt_y</p:attrName>
                                        </p:attrNameLst>
                                      </p:cBhvr>
                                      <p:tavLst>
                                        <p:tav tm="0">
                                          <p:val>
                                            <p:strVal val="#ppt_y-#ppt_h/2"/>
                                          </p:val>
                                        </p:tav>
                                        <p:tav tm="100000">
                                          <p:val>
                                            <p:strVal val="#ppt_y"/>
                                          </p:val>
                                        </p:tav>
                                      </p:tavLst>
                                    </p:anim>
                                    <p:anim calcmode="lin" valueType="num">
                                      <p:cBhvr>
                                        <p:cTn id="90" dur="500" fill="hold"/>
                                        <p:tgtEl>
                                          <p:spTgt spid="33"/>
                                        </p:tgtEl>
                                        <p:attrNameLst>
                                          <p:attrName>ppt_w</p:attrName>
                                        </p:attrNameLst>
                                      </p:cBhvr>
                                      <p:tavLst>
                                        <p:tav tm="0">
                                          <p:val>
                                            <p:strVal val="#ppt_w"/>
                                          </p:val>
                                        </p:tav>
                                        <p:tav tm="100000">
                                          <p:val>
                                            <p:strVal val="#ppt_w"/>
                                          </p:val>
                                        </p:tav>
                                      </p:tavLst>
                                    </p:anim>
                                    <p:anim calcmode="lin" valueType="num">
                                      <p:cBhvr>
                                        <p:cTn id="91" dur="500" fill="hold"/>
                                        <p:tgtEl>
                                          <p:spTgt spid="33"/>
                                        </p:tgtEl>
                                        <p:attrNameLst>
                                          <p:attrName>ppt_h</p:attrName>
                                        </p:attrNameLst>
                                      </p:cBhvr>
                                      <p:tavLst>
                                        <p:tav tm="0">
                                          <p:val>
                                            <p:fltVal val="0"/>
                                          </p:val>
                                        </p:tav>
                                        <p:tav tm="100000">
                                          <p:val>
                                            <p:strVal val="#ppt_h"/>
                                          </p:val>
                                        </p:tav>
                                      </p:tavLst>
                                    </p:anim>
                                  </p:childTnLst>
                                </p:cTn>
                              </p:par>
                            </p:childTnLst>
                          </p:cTn>
                        </p:par>
                      </p:childTnLst>
                    </p:cTn>
                  </p:par>
                  <p:par>
                    <p:cTn id="92" fill="hold">
                      <p:stCondLst>
                        <p:cond delay="indefinite"/>
                      </p:stCondLst>
                      <p:childTnLst>
                        <p:par>
                          <p:cTn id="93" fill="hold">
                            <p:stCondLst>
                              <p:cond delay="0"/>
                            </p:stCondLst>
                            <p:childTnLst>
                              <p:par>
                                <p:cTn id="94" presetID="22" presetClass="entr" presetSubtype="1" fill="hold" grpId="0" nodeType="clickEffect">
                                  <p:stCondLst>
                                    <p:cond delay="0"/>
                                  </p:stCondLst>
                                  <p:childTnLst>
                                    <p:set>
                                      <p:cBhvr>
                                        <p:cTn id="95" dur="1" fill="hold">
                                          <p:stCondLst>
                                            <p:cond delay="0"/>
                                          </p:stCondLst>
                                        </p:cTn>
                                        <p:tgtEl>
                                          <p:spTgt spid="34">
                                            <p:txEl>
                                              <p:pRg st="1" end="1"/>
                                            </p:txEl>
                                          </p:spTgt>
                                        </p:tgtEl>
                                        <p:attrNameLst>
                                          <p:attrName>style.visibility</p:attrName>
                                        </p:attrNameLst>
                                      </p:cBhvr>
                                      <p:to>
                                        <p:strVal val="visible"/>
                                      </p:to>
                                    </p:set>
                                    <p:animEffect transition="in" filter="wipe(up)">
                                      <p:cBhvr>
                                        <p:cTn id="96" dur="500"/>
                                        <p:tgtEl>
                                          <p:spTgt spid="34">
                                            <p:txEl>
                                              <p:pRg st="1" end="1"/>
                                            </p:txEl>
                                          </p:spTgt>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1" fill="hold" nodeType="clickEffect">
                                  <p:stCondLst>
                                    <p:cond delay="0"/>
                                  </p:stCondLst>
                                  <p:childTnLst>
                                    <p:set>
                                      <p:cBhvr>
                                        <p:cTn id="100" dur="1" fill="hold">
                                          <p:stCondLst>
                                            <p:cond delay="0"/>
                                          </p:stCondLst>
                                        </p:cTn>
                                        <p:tgtEl>
                                          <p:spTgt spid="35"/>
                                        </p:tgtEl>
                                        <p:attrNameLst>
                                          <p:attrName>style.visibility</p:attrName>
                                        </p:attrNameLst>
                                      </p:cBhvr>
                                      <p:to>
                                        <p:strVal val="visible"/>
                                      </p:to>
                                    </p:set>
                                    <p:animEffect transition="in" filter="wipe(up)">
                                      <p:cBhvr>
                                        <p:cTn id="101" dur="500"/>
                                        <p:tgtEl>
                                          <p:spTgt spid="35"/>
                                        </p:tgtEl>
                                      </p:cBhvr>
                                    </p:animEffect>
                                  </p:childTnLst>
                                </p:cTn>
                              </p:par>
                              <p:par>
                                <p:cTn id="102" presetID="22" presetClass="entr" presetSubtype="1" fill="hold" grpId="0" nodeType="withEffect">
                                  <p:stCondLst>
                                    <p:cond delay="0"/>
                                  </p:stCondLst>
                                  <p:childTnLst>
                                    <p:set>
                                      <p:cBhvr>
                                        <p:cTn id="103" dur="1" fill="hold">
                                          <p:stCondLst>
                                            <p:cond delay="0"/>
                                          </p:stCondLst>
                                        </p:cTn>
                                        <p:tgtEl>
                                          <p:spTgt spid="41"/>
                                        </p:tgtEl>
                                        <p:attrNameLst>
                                          <p:attrName>style.visibility</p:attrName>
                                        </p:attrNameLst>
                                      </p:cBhvr>
                                      <p:to>
                                        <p:strVal val="visible"/>
                                      </p:to>
                                    </p:set>
                                    <p:animEffect transition="in" filter="wipe(up)">
                                      <p:cBhvr>
                                        <p:cTn id="104" dur="500"/>
                                        <p:tgtEl>
                                          <p:spTgt spid="41"/>
                                        </p:tgtEl>
                                      </p:cBhvr>
                                    </p:animEffect>
                                  </p:childTnLst>
                                </p:cTn>
                              </p:par>
                            </p:childTnLst>
                          </p:cTn>
                        </p:par>
                      </p:childTnLst>
                    </p:cTn>
                  </p:par>
                  <p:par>
                    <p:cTn id="105" fill="hold">
                      <p:stCondLst>
                        <p:cond delay="indefinite"/>
                      </p:stCondLst>
                      <p:childTnLst>
                        <p:par>
                          <p:cTn id="106" fill="hold">
                            <p:stCondLst>
                              <p:cond delay="0"/>
                            </p:stCondLst>
                            <p:childTnLst>
                              <p:par>
                                <p:cTn id="107" presetID="22" presetClass="entr" presetSubtype="1" fill="hold" grpId="0" nodeType="clickEffect">
                                  <p:stCondLst>
                                    <p:cond delay="0"/>
                                  </p:stCondLst>
                                  <p:childTnLst>
                                    <p:set>
                                      <p:cBhvr>
                                        <p:cTn id="108" dur="1" fill="hold">
                                          <p:stCondLst>
                                            <p:cond delay="0"/>
                                          </p:stCondLst>
                                        </p:cTn>
                                        <p:tgtEl>
                                          <p:spTgt spid="34">
                                            <p:txEl>
                                              <p:pRg st="2" end="2"/>
                                            </p:txEl>
                                          </p:spTgt>
                                        </p:tgtEl>
                                        <p:attrNameLst>
                                          <p:attrName>style.visibility</p:attrName>
                                        </p:attrNameLst>
                                      </p:cBhvr>
                                      <p:to>
                                        <p:strVal val="visible"/>
                                      </p:to>
                                    </p:set>
                                    <p:animEffect transition="in" filter="wipe(up)">
                                      <p:cBhvr>
                                        <p:cTn id="109" dur="500"/>
                                        <p:tgtEl>
                                          <p:spTgt spid="34">
                                            <p:txEl>
                                              <p:pRg st="2" end="2"/>
                                            </p:txEl>
                                          </p:spTgt>
                                        </p:tgtEl>
                                      </p:cBhvr>
                                    </p:animEffect>
                                  </p:childTnLst>
                                </p:cTn>
                              </p:par>
                            </p:childTnLst>
                          </p:cTn>
                        </p:par>
                      </p:childTnLst>
                    </p:cTn>
                  </p:par>
                  <p:par>
                    <p:cTn id="110" fill="hold">
                      <p:stCondLst>
                        <p:cond delay="indefinite"/>
                      </p:stCondLst>
                      <p:childTnLst>
                        <p:par>
                          <p:cTn id="111" fill="hold">
                            <p:stCondLst>
                              <p:cond delay="0"/>
                            </p:stCondLst>
                            <p:childTnLst>
                              <p:par>
                                <p:cTn id="112" presetID="31" presetClass="entr" presetSubtype="0" fill="hold" grpId="0" nodeType="clickEffect">
                                  <p:stCondLst>
                                    <p:cond delay="0"/>
                                  </p:stCondLst>
                                  <p:childTnLst>
                                    <p:set>
                                      <p:cBhvr>
                                        <p:cTn id="113" dur="1" fill="hold">
                                          <p:stCondLst>
                                            <p:cond delay="0"/>
                                          </p:stCondLst>
                                        </p:cTn>
                                        <p:tgtEl>
                                          <p:spTgt spid="39"/>
                                        </p:tgtEl>
                                        <p:attrNameLst>
                                          <p:attrName>style.visibility</p:attrName>
                                        </p:attrNameLst>
                                      </p:cBhvr>
                                      <p:to>
                                        <p:strVal val="visible"/>
                                      </p:to>
                                    </p:set>
                                    <p:anim calcmode="lin" valueType="num">
                                      <p:cBhvr>
                                        <p:cTn id="114" dur="1000" fill="hold"/>
                                        <p:tgtEl>
                                          <p:spTgt spid="39"/>
                                        </p:tgtEl>
                                        <p:attrNameLst>
                                          <p:attrName>ppt_w</p:attrName>
                                        </p:attrNameLst>
                                      </p:cBhvr>
                                      <p:tavLst>
                                        <p:tav tm="0">
                                          <p:val>
                                            <p:fltVal val="0"/>
                                          </p:val>
                                        </p:tav>
                                        <p:tav tm="100000">
                                          <p:val>
                                            <p:strVal val="#ppt_w"/>
                                          </p:val>
                                        </p:tav>
                                      </p:tavLst>
                                    </p:anim>
                                    <p:anim calcmode="lin" valueType="num">
                                      <p:cBhvr>
                                        <p:cTn id="115" dur="1000" fill="hold"/>
                                        <p:tgtEl>
                                          <p:spTgt spid="39"/>
                                        </p:tgtEl>
                                        <p:attrNameLst>
                                          <p:attrName>ppt_h</p:attrName>
                                        </p:attrNameLst>
                                      </p:cBhvr>
                                      <p:tavLst>
                                        <p:tav tm="0">
                                          <p:val>
                                            <p:fltVal val="0"/>
                                          </p:val>
                                        </p:tav>
                                        <p:tav tm="100000">
                                          <p:val>
                                            <p:strVal val="#ppt_h"/>
                                          </p:val>
                                        </p:tav>
                                      </p:tavLst>
                                    </p:anim>
                                    <p:anim calcmode="lin" valueType="num">
                                      <p:cBhvr>
                                        <p:cTn id="116" dur="1000" fill="hold"/>
                                        <p:tgtEl>
                                          <p:spTgt spid="39"/>
                                        </p:tgtEl>
                                        <p:attrNameLst>
                                          <p:attrName>style.rotation</p:attrName>
                                        </p:attrNameLst>
                                      </p:cBhvr>
                                      <p:tavLst>
                                        <p:tav tm="0">
                                          <p:val>
                                            <p:fltVal val="90"/>
                                          </p:val>
                                        </p:tav>
                                        <p:tav tm="100000">
                                          <p:val>
                                            <p:fltVal val="0"/>
                                          </p:val>
                                        </p:tav>
                                      </p:tavLst>
                                    </p:anim>
                                    <p:animEffect transition="in" filter="fade">
                                      <p:cBhvr>
                                        <p:cTn id="117" dur="1000"/>
                                        <p:tgtEl>
                                          <p:spTgt spid="39"/>
                                        </p:tgtEl>
                                      </p:cBhvr>
                                    </p:animEffect>
                                  </p:childTnLst>
                                </p:cTn>
                              </p:par>
                            </p:childTnLst>
                          </p:cTn>
                        </p:par>
                        <p:par>
                          <p:cTn id="118" fill="hold">
                            <p:stCondLst>
                              <p:cond delay="1000"/>
                            </p:stCondLst>
                            <p:childTnLst>
                              <p:par>
                                <p:cTn id="119" presetID="37" presetClass="path" presetSubtype="0" accel="50000" decel="50000" fill="hold" grpId="1" nodeType="afterEffect">
                                  <p:stCondLst>
                                    <p:cond delay="0"/>
                                  </p:stCondLst>
                                  <p:childTnLst>
                                    <p:animMotion origin="layout" path="M 1.04167E-6 0.00115 L -0.05664 0.02338 C -0.06836 0.02824 -0.08594 0.03333 -0.10482 0.03796 C -0.12591 0.04375 -0.14297 0.04676 -0.15495 0.04791 L -0.21263 0.0537 " pathEditMode="relative" rAng="21120000" ptsTypes="AAAAA">
                                      <p:cBhvr>
                                        <p:cTn id="120" dur="2000" fill="hold"/>
                                        <p:tgtEl>
                                          <p:spTgt spid="39"/>
                                        </p:tgtEl>
                                        <p:attrNameLst>
                                          <p:attrName>ppt_x</p:attrName>
                                          <p:attrName>ppt_y</p:attrName>
                                        </p:attrNameLst>
                                      </p:cBhvr>
                                      <p:rCtr x="-10599" y="3148"/>
                                    </p:animMotion>
                                  </p:childTnLst>
                                </p:cTn>
                              </p:par>
                            </p:childTnLst>
                          </p:cTn>
                        </p:par>
                        <p:par>
                          <p:cTn id="121" fill="hold">
                            <p:stCondLst>
                              <p:cond delay="3000"/>
                            </p:stCondLst>
                            <p:childTnLst>
                              <p:par>
                                <p:cTn id="122" presetID="63" presetClass="path" presetSubtype="0" accel="50000" decel="50000" fill="hold" grpId="2" nodeType="afterEffect">
                                  <p:stCondLst>
                                    <p:cond delay="0"/>
                                  </p:stCondLst>
                                  <p:childTnLst>
                                    <p:animMotion origin="layout" path="M -0.21263 0.0537 L 1.04167E-6 0.05463 " pathEditMode="relative" rAng="0" ptsTypes="AA">
                                      <p:cBhvr>
                                        <p:cTn id="123" dur="3000" fill="hold"/>
                                        <p:tgtEl>
                                          <p:spTgt spid="39"/>
                                        </p:tgtEl>
                                        <p:attrNameLst>
                                          <p:attrName>ppt_x</p:attrName>
                                          <p:attrName>ppt_y</p:attrName>
                                        </p:attrNameLst>
                                      </p:cBhvr>
                                      <p:rCtr x="10625" y="46"/>
                                    </p:animMotion>
                                  </p:childTnLst>
                                </p:cTn>
                              </p:par>
                            </p:childTnLst>
                          </p:cTn>
                        </p:par>
                        <p:par>
                          <p:cTn id="124" fill="hold">
                            <p:stCondLst>
                              <p:cond delay="6000"/>
                            </p:stCondLst>
                            <p:childTnLst>
                              <p:par>
                                <p:cTn id="125" presetID="10" presetClass="exit" presetSubtype="0" fill="hold" grpId="3" nodeType="afterEffect">
                                  <p:stCondLst>
                                    <p:cond delay="0"/>
                                  </p:stCondLst>
                                  <p:childTnLst>
                                    <p:animEffect transition="out" filter="fade">
                                      <p:cBhvr>
                                        <p:cTn id="126" dur="500"/>
                                        <p:tgtEl>
                                          <p:spTgt spid="39"/>
                                        </p:tgtEl>
                                      </p:cBhvr>
                                    </p:animEffect>
                                    <p:set>
                                      <p:cBhvr>
                                        <p:cTn id="127" dur="1" fill="hold">
                                          <p:stCondLst>
                                            <p:cond delay="499"/>
                                          </p:stCondLst>
                                        </p:cTn>
                                        <p:tgtEl>
                                          <p:spTgt spid="39"/>
                                        </p:tgtEl>
                                        <p:attrNameLst>
                                          <p:attrName>style.visibility</p:attrName>
                                        </p:attrNameLst>
                                      </p:cBhvr>
                                      <p:to>
                                        <p:strVal val="hidden"/>
                                      </p:to>
                                    </p:set>
                                  </p:childTnLst>
                                </p:cTn>
                              </p:par>
                            </p:childTnLst>
                          </p:cTn>
                        </p:par>
                      </p:childTnLst>
                    </p:cTn>
                  </p:par>
                  <p:par>
                    <p:cTn id="128" fill="hold">
                      <p:stCondLst>
                        <p:cond delay="indefinite"/>
                      </p:stCondLst>
                      <p:childTnLst>
                        <p:par>
                          <p:cTn id="129" fill="hold">
                            <p:stCondLst>
                              <p:cond delay="0"/>
                            </p:stCondLst>
                            <p:childTnLst>
                              <p:par>
                                <p:cTn id="130" presetID="10" presetClass="entr" presetSubtype="0" fill="hold" grpId="6" nodeType="clickEffect">
                                  <p:stCondLst>
                                    <p:cond delay="0"/>
                                  </p:stCondLst>
                                  <p:childTnLst>
                                    <p:set>
                                      <p:cBhvr>
                                        <p:cTn id="131" dur="1" fill="hold">
                                          <p:stCondLst>
                                            <p:cond delay="0"/>
                                          </p:stCondLst>
                                        </p:cTn>
                                        <p:tgtEl>
                                          <p:spTgt spid="39"/>
                                        </p:tgtEl>
                                        <p:attrNameLst>
                                          <p:attrName>style.visibility</p:attrName>
                                        </p:attrNameLst>
                                      </p:cBhvr>
                                      <p:to>
                                        <p:strVal val="visible"/>
                                      </p:to>
                                    </p:set>
                                    <p:animEffect transition="in" filter="fade">
                                      <p:cBhvr>
                                        <p:cTn id="132" dur="500"/>
                                        <p:tgtEl>
                                          <p:spTgt spid="39"/>
                                        </p:tgtEl>
                                      </p:cBhvr>
                                    </p:animEffect>
                                  </p:childTnLst>
                                </p:cTn>
                              </p:par>
                            </p:childTnLst>
                          </p:cTn>
                        </p:par>
                        <p:par>
                          <p:cTn id="133" fill="hold">
                            <p:stCondLst>
                              <p:cond delay="500"/>
                            </p:stCondLst>
                            <p:childTnLst>
                              <p:par>
                                <p:cTn id="134" presetID="35" presetClass="path" presetSubtype="0" accel="50000" decel="50000" fill="hold" grpId="4" nodeType="afterEffect">
                                  <p:stCondLst>
                                    <p:cond delay="0"/>
                                  </p:stCondLst>
                                  <p:childTnLst>
                                    <p:animMotion origin="layout" path="M -0.04076 0.05416 L -0.25339 0.05463 " pathEditMode="relative" rAng="0" ptsTypes="AA">
                                      <p:cBhvr>
                                        <p:cTn id="135" dur="2000" fill="hold"/>
                                        <p:tgtEl>
                                          <p:spTgt spid="39"/>
                                        </p:tgtEl>
                                        <p:attrNameLst>
                                          <p:attrName>ppt_x</p:attrName>
                                          <p:attrName>ppt_y</p:attrName>
                                        </p:attrNameLst>
                                      </p:cBhvr>
                                      <p:rCtr x="-10638" y="23"/>
                                    </p:animMotion>
                                  </p:childTnLst>
                                </p:cTn>
                              </p:par>
                            </p:childTnLst>
                          </p:cTn>
                        </p:par>
                        <p:par>
                          <p:cTn id="136" fill="hold">
                            <p:stCondLst>
                              <p:cond delay="2500"/>
                            </p:stCondLst>
                            <p:childTnLst>
                              <p:par>
                                <p:cTn id="137" presetID="10" presetClass="exit" presetSubtype="0" fill="hold" grpId="5" nodeType="afterEffect">
                                  <p:stCondLst>
                                    <p:cond delay="0"/>
                                  </p:stCondLst>
                                  <p:childTnLst>
                                    <p:animEffect transition="out" filter="fade">
                                      <p:cBhvr>
                                        <p:cTn id="138" dur="500"/>
                                        <p:tgtEl>
                                          <p:spTgt spid="39"/>
                                        </p:tgtEl>
                                      </p:cBhvr>
                                    </p:animEffect>
                                    <p:set>
                                      <p:cBhvr>
                                        <p:cTn id="139" dur="1" fill="hold">
                                          <p:stCondLst>
                                            <p:cond delay="499"/>
                                          </p:stCondLst>
                                        </p:cTn>
                                        <p:tgtEl>
                                          <p:spTgt spid="39"/>
                                        </p:tgtEl>
                                        <p:attrNameLst>
                                          <p:attrName>style.visibility</p:attrName>
                                        </p:attrNameLst>
                                      </p:cBhvr>
                                      <p:to>
                                        <p:strVal val="hidden"/>
                                      </p:to>
                                    </p:set>
                                  </p:childTnLst>
                                </p:cTn>
                              </p:par>
                            </p:childTnLst>
                          </p:cTn>
                        </p:par>
                      </p:childTnLst>
                    </p:cTn>
                  </p:par>
                  <p:par>
                    <p:cTn id="140" fill="hold">
                      <p:stCondLst>
                        <p:cond delay="indefinite"/>
                      </p:stCondLst>
                      <p:childTnLst>
                        <p:par>
                          <p:cTn id="141" fill="hold">
                            <p:stCondLst>
                              <p:cond delay="0"/>
                            </p:stCondLst>
                            <p:childTnLst>
                              <p:par>
                                <p:cTn id="142" presetID="22" presetClass="entr" presetSubtype="1" fill="hold" grpId="0" nodeType="clickEffect">
                                  <p:stCondLst>
                                    <p:cond delay="0"/>
                                  </p:stCondLst>
                                  <p:childTnLst>
                                    <p:set>
                                      <p:cBhvr>
                                        <p:cTn id="143" dur="1" fill="hold">
                                          <p:stCondLst>
                                            <p:cond delay="0"/>
                                          </p:stCondLst>
                                        </p:cTn>
                                        <p:tgtEl>
                                          <p:spTgt spid="34">
                                            <p:txEl>
                                              <p:pRg st="3" end="3"/>
                                            </p:txEl>
                                          </p:spTgt>
                                        </p:tgtEl>
                                        <p:attrNameLst>
                                          <p:attrName>style.visibility</p:attrName>
                                        </p:attrNameLst>
                                      </p:cBhvr>
                                      <p:to>
                                        <p:strVal val="visible"/>
                                      </p:to>
                                    </p:set>
                                    <p:animEffect transition="in" filter="wipe(up)">
                                      <p:cBhvr>
                                        <p:cTn id="144" dur="500"/>
                                        <p:tgtEl>
                                          <p:spTgt spid="34">
                                            <p:txEl>
                                              <p:pRg st="3" end="3"/>
                                            </p:txEl>
                                          </p:spTgt>
                                        </p:tgtEl>
                                      </p:cBhvr>
                                    </p:animEffect>
                                  </p:childTnLst>
                                </p:cTn>
                              </p:par>
                            </p:childTnLst>
                          </p:cTn>
                        </p:par>
                      </p:childTnLst>
                    </p:cTn>
                  </p:par>
                  <p:par>
                    <p:cTn id="145" fill="hold">
                      <p:stCondLst>
                        <p:cond delay="indefinite"/>
                      </p:stCondLst>
                      <p:childTnLst>
                        <p:par>
                          <p:cTn id="146" fill="hold">
                            <p:stCondLst>
                              <p:cond delay="0"/>
                            </p:stCondLst>
                            <p:childTnLst>
                              <p:par>
                                <p:cTn id="147" presetID="16" presetClass="entr" presetSubtype="21" fill="hold" grpId="0" nodeType="clickEffect">
                                  <p:stCondLst>
                                    <p:cond delay="0"/>
                                  </p:stCondLst>
                                  <p:childTnLst>
                                    <p:set>
                                      <p:cBhvr>
                                        <p:cTn id="148" dur="1" fill="hold">
                                          <p:stCondLst>
                                            <p:cond delay="0"/>
                                          </p:stCondLst>
                                        </p:cTn>
                                        <p:tgtEl>
                                          <p:spTgt spid="42"/>
                                        </p:tgtEl>
                                        <p:attrNameLst>
                                          <p:attrName>style.visibility</p:attrName>
                                        </p:attrNameLst>
                                      </p:cBhvr>
                                      <p:to>
                                        <p:strVal val="visible"/>
                                      </p:to>
                                    </p:set>
                                    <p:animEffect transition="in" filter="barn(inVertical)">
                                      <p:cBhvr>
                                        <p:cTn id="149" dur="500"/>
                                        <p:tgtEl>
                                          <p:spTgt spid="42"/>
                                        </p:tgtEl>
                                      </p:cBhvr>
                                    </p:animEffect>
                                  </p:childTnLst>
                                </p:cTn>
                              </p:par>
                              <p:par>
                                <p:cTn id="150" presetID="63" presetClass="path" presetSubtype="0" accel="50000" decel="50000" fill="hold" grpId="1" nodeType="withEffect">
                                  <p:stCondLst>
                                    <p:cond delay="0"/>
                                  </p:stCondLst>
                                  <p:childTnLst>
                                    <p:animMotion origin="layout" path="M -4.58333E-6 4.07407E-6 L 0.04024 0.00138 " pathEditMode="relative" rAng="0" ptsTypes="AA">
                                      <p:cBhvr>
                                        <p:cTn id="151" dur="2000" fill="hold"/>
                                        <p:tgtEl>
                                          <p:spTgt spid="42"/>
                                        </p:tgtEl>
                                        <p:attrNameLst>
                                          <p:attrName>ppt_x</p:attrName>
                                          <p:attrName>ppt_y</p:attrName>
                                        </p:attrNameLst>
                                      </p:cBhvr>
                                      <p:rCtr x="2005" y="69"/>
                                    </p:animMotion>
                                  </p:childTnLst>
                                </p:cTn>
                              </p:par>
                            </p:childTnLst>
                          </p:cTn>
                        </p:par>
                        <p:par>
                          <p:cTn id="152" fill="hold">
                            <p:stCondLst>
                              <p:cond delay="2000"/>
                            </p:stCondLst>
                            <p:childTnLst>
                              <p:par>
                                <p:cTn id="153" presetID="16" presetClass="entr" presetSubtype="21" fill="hold" grpId="0" nodeType="afterEffect">
                                  <p:stCondLst>
                                    <p:cond delay="0"/>
                                  </p:stCondLst>
                                  <p:childTnLst>
                                    <p:set>
                                      <p:cBhvr>
                                        <p:cTn id="154" dur="1" fill="hold">
                                          <p:stCondLst>
                                            <p:cond delay="0"/>
                                          </p:stCondLst>
                                        </p:cTn>
                                        <p:tgtEl>
                                          <p:spTgt spid="43"/>
                                        </p:tgtEl>
                                        <p:attrNameLst>
                                          <p:attrName>style.visibility</p:attrName>
                                        </p:attrNameLst>
                                      </p:cBhvr>
                                      <p:to>
                                        <p:strVal val="visible"/>
                                      </p:to>
                                    </p:set>
                                    <p:animEffect transition="in" filter="barn(inVertical)">
                                      <p:cBhvr>
                                        <p:cTn id="155" dur="500"/>
                                        <p:tgtEl>
                                          <p:spTgt spid="43"/>
                                        </p:tgtEl>
                                      </p:cBhvr>
                                    </p:animEffect>
                                  </p:childTnLst>
                                </p:cTn>
                              </p:par>
                              <p:par>
                                <p:cTn id="156" presetID="63" presetClass="path" presetSubtype="0" accel="50000" decel="50000" fill="hold" grpId="1" nodeType="withEffect">
                                  <p:stCondLst>
                                    <p:cond delay="0"/>
                                  </p:stCondLst>
                                  <p:childTnLst>
                                    <p:animMotion origin="layout" path="M 6.25E-7 4.07407E-6 L 0.04023 0.00138 " pathEditMode="relative" rAng="0" ptsTypes="AA">
                                      <p:cBhvr>
                                        <p:cTn id="157" dur="2000" fill="hold"/>
                                        <p:tgtEl>
                                          <p:spTgt spid="43"/>
                                        </p:tgtEl>
                                        <p:attrNameLst>
                                          <p:attrName>ppt_x</p:attrName>
                                          <p:attrName>ppt_y</p:attrName>
                                        </p:attrNameLst>
                                      </p:cBhvr>
                                      <p:rCtr x="2005" y="69"/>
                                    </p:animMotion>
                                  </p:childTnLst>
                                </p:cTn>
                              </p:par>
                            </p:childTnLst>
                          </p:cTn>
                        </p:par>
                        <p:par>
                          <p:cTn id="158" fill="hold">
                            <p:stCondLst>
                              <p:cond delay="4000"/>
                            </p:stCondLst>
                            <p:childTnLst>
                              <p:par>
                                <p:cTn id="159" presetID="16" presetClass="entr" presetSubtype="21" fill="hold" grpId="0" nodeType="afterEffect">
                                  <p:stCondLst>
                                    <p:cond delay="0"/>
                                  </p:stCondLst>
                                  <p:childTnLst>
                                    <p:set>
                                      <p:cBhvr>
                                        <p:cTn id="160" dur="1" fill="hold">
                                          <p:stCondLst>
                                            <p:cond delay="0"/>
                                          </p:stCondLst>
                                        </p:cTn>
                                        <p:tgtEl>
                                          <p:spTgt spid="44"/>
                                        </p:tgtEl>
                                        <p:attrNameLst>
                                          <p:attrName>style.visibility</p:attrName>
                                        </p:attrNameLst>
                                      </p:cBhvr>
                                      <p:to>
                                        <p:strVal val="visible"/>
                                      </p:to>
                                    </p:set>
                                    <p:animEffect transition="in" filter="barn(inVertical)">
                                      <p:cBhvr>
                                        <p:cTn id="161" dur="500"/>
                                        <p:tgtEl>
                                          <p:spTgt spid="44"/>
                                        </p:tgtEl>
                                      </p:cBhvr>
                                    </p:animEffect>
                                  </p:childTnLst>
                                </p:cTn>
                              </p:par>
                              <p:par>
                                <p:cTn id="162" presetID="16" presetClass="entr" presetSubtype="21" fill="hold" grpId="0" nodeType="withEffect">
                                  <p:stCondLst>
                                    <p:cond delay="0"/>
                                  </p:stCondLst>
                                  <p:childTnLst>
                                    <p:set>
                                      <p:cBhvr>
                                        <p:cTn id="163" dur="1" fill="hold">
                                          <p:stCondLst>
                                            <p:cond delay="0"/>
                                          </p:stCondLst>
                                        </p:cTn>
                                        <p:tgtEl>
                                          <p:spTgt spid="45"/>
                                        </p:tgtEl>
                                        <p:attrNameLst>
                                          <p:attrName>style.visibility</p:attrName>
                                        </p:attrNameLst>
                                      </p:cBhvr>
                                      <p:to>
                                        <p:strVal val="visible"/>
                                      </p:to>
                                    </p:set>
                                    <p:animEffect transition="in" filter="barn(inVertical)">
                                      <p:cBhvr>
                                        <p:cTn id="164" dur="500"/>
                                        <p:tgtEl>
                                          <p:spTgt spid="45"/>
                                        </p:tgtEl>
                                      </p:cBhvr>
                                    </p:animEffect>
                                  </p:childTnLst>
                                </p:cTn>
                              </p:par>
                              <p:par>
                                <p:cTn id="165" presetID="63" presetClass="path" presetSubtype="0" accel="50000" decel="50000" fill="hold" grpId="1" nodeType="withEffect">
                                  <p:stCondLst>
                                    <p:cond delay="0"/>
                                  </p:stCondLst>
                                  <p:childTnLst>
                                    <p:animMotion origin="layout" path="M -3.33333E-6 2.59259E-6 L 0.04024 0.00139 " pathEditMode="relative" rAng="0" ptsTypes="AA">
                                      <p:cBhvr>
                                        <p:cTn id="166" dur="2000" fill="hold"/>
                                        <p:tgtEl>
                                          <p:spTgt spid="45"/>
                                        </p:tgtEl>
                                        <p:attrNameLst>
                                          <p:attrName>ppt_x</p:attrName>
                                          <p:attrName>ppt_y</p:attrName>
                                        </p:attrNameLst>
                                      </p:cBhvr>
                                      <p:rCtr x="2005" y="69"/>
                                    </p:animMotion>
                                  </p:childTnLst>
                                </p:cTn>
                              </p:par>
                            </p:childTnLst>
                          </p:cTn>
                        </p:par>
                      </p:childTnLst>
                    </p:cTn>
                  </p:par>
                  <p:par>
                    <p:cTn id="167" fill="hold">
                      <p:stCondLst>
                        <p:cond delay="indefinite"/>
                      </p:stCondLst>
                      <p:childTnLst>
                        <p:par>
                          <p:cTn id="168" fill="hold">
                            <p:stCondLst>
                              <p:cond delay="0"/>
                            </p:stCondLst>
                            <p:childTnLst>
                              <p:par>
                                <p:cTn id="169" presetID="22" presetClass="entr" presetSubtype="1" fill="hold" grpId="0" nodeType="clickEffect">
                                  <p:stCondLst>
                                    <p:cond delay="0"/>
                                  </p:stCondLst>
                                  <p:childTnLst>
                                    <p:set>
                                      <p:cBhvr>
                                        <p:cTn id="170" dur="1" fill="hold">
                                          <p:stCondLst>
                                            <p:cond delay="0"/>
                                          </p:stCondLst>
                                        </p:cTn>
                                        <p:tgtEl>
                                          <p:spTgt spid="34">
                                            <p:txEl>
                                              <p:pRg st="4" end="4"/>
                                            </p:txEl>
                                          </p:spTgt>
                                        </p:tgtEl>
                                        <p:attrNameLst>
                                          <p:attrName>style.visibility</p:attrName>
                                        </p:attrNameLst>
                                      </p:cBhvr>
                                      <p:to>
                                        <p:strVal val="visible"/>
                                      </p:to>
                                    </p:set>
                                    <p:animEffect transition="in" filter="wipe(up)">
                                      <p:cBhvr>
                                        <p:cTn id="171" dur="500"/>
                                        <p:tgtEl>
                                          <p:spTgt spid="34">
                                            <p:txEl>
                                              <p:pRg st="4" end="4"/>
                                            </p:txEl>
                                          </p:spTgt>
                                        </p:tgtEl>
                                      </p:cBhvr>
                                    </p:animEffect>
                                  </p:childTnLst>
                                </p:cTn>
                              </p:par>
                            </p:childTnLst>
                          </p:cTn>
                        </p:par>
                      </p:childTnLst>
                    </p:cTn>
                  </p:par>
                  <p:par>
                    <p:cTn id="172" fill="hold">
                      <p:stCondLst>
                        <p:cond delay="indefinite"/>
                      </p:stCondLst>
                      <p:childTnLst>
                        <p:par>
                          <p:cTn id="173" fill="hold">
                            <p:stCondLst>
                              <p:cond delay="0"/>
                            </p:stCondLst>
                            <p:childTnLst>
                              <p:par>
                                <p:cTn id="174" presetID="42" presetClass="entr" presetSubtype="0" fill="hold" nodeType="clickEffect">
                                  <p:stCondLst>
                                    <p:cond delay="0"/>
                                  </p:stCondLst>
                                  <p:childTnLst>
                                    <p:set>
                                      <p:cBhvr>
                                        <p:cTn id="175" dur="1" fill="hold">
                                          <p:stCondLst>
                                            <p:cond delay="0"/>
                                          </p:stCondLst>
                                        </p:cTn>
                                        <p:tgtEl>
                                          <p:spTgt spid="48"/>
                                        </p:tgtEl>
                                        <p:attrNameLst>
                                          <p:attrName>style.visibility</p:attrName>
                                        </p:attrNameLst>
                                      </p:cBhvr>
                                      <p:to>
                                        <p:strVal val="visible"/>
                                      </p:to>
                                    </p:set>
                                    <p:animEffect transition="in" filter="fade">
                                      <p:cBhvr>
                                        <p:cTn id="176" dur="1000"/>
                                        <p:tgtEl>
                                          <p:spTgt spid="48"/>
                                        </p:tgtEl>
                                      </p:cBhvr>
                                    </p:animEffect>
                                    <p:anim calcmode="lin" valueType="num">
                                      <p:cBhvr>
                                        <p:cTn id="177" dur="1000" fill="hold"/>
                                        <p:tgtEl>
                                          <p:spTgt spid="48"/>
                                        </p:tgtEl>
                                        <p:attrNameLst>
                                          <p:attrName>ppt_x</p:attrName>
                                        </p:attrNameLst>
                                      </p:cBhvr>
                                      <p:tavLst>
                                        <p:tav tm="0">
                                          <p:val>
                                            <p:strVal val="#ppt_x"/>
                                          </p:val>
                                        </p:tav>
                                        <p:tav tm="100000">
                                          <p:val>
                                            <p:strVal val="#ppt_x"/>
                                          </p:val>
                                        </p:tav>
                                      </p:tavLst>
                                    </p:anim>
                                    <p:anim calcmode="lin" valueType="num">
                                      <p:cBhvr>
                                        <p:cTn id="178" dur="1000" fill="hold"/>
                                        <p:tgtEl>
                                          <p:spTgt spid="48"/>
                                        </p:tgtEl>
                                        <p:attrNameLst>
                                          <p:attrName>ppt_y</p:attrName>
                                        </p:attrNameLst>
                                      </p:cBhvr>
                                      <p:tavLst>
                                        <p:tav tm="0">
                                          <p:val>
                                            <p:strVal val="#ppt_y+.1"/>
                                          </p:val>
                                        </p:tav>
                                        <p:tav tm="100000">
                                          <p:val>
                                            <p:strVal val="#ppt_y"/>
                                          </p:val>
                                        </p:tav>
                                      </p:tavLst>
                                    </p:anim>
                                  </p:childTnLst>
                                </p:cTn>
                              </p:par>
                            </p:childTnLst>
                          </p:cTn>
                        </p:par>
                        <p:par>
                          <p:cTn id="179" fill="hold">
                            <p:stCondLst>
                              <p:cond delay="1000"/>
                            </p:stCondLst>
                            <p:childTnLst>
                              <p:par>
                                <p:cTn id="180" presetID="1" presetClass="entr" presetSubtype="0" fill="hold" grpId="7" nodeType="afterEffect">
                                  <p:stCondLst>
                                    <p:cond delay="0"/>
                                  </p:stCondLst>
                                  <p:childTnLst>
                                    <p:set>
                                      <p:cBhvr>
                                        <p:cTn id="181" dur="1" fill="hold">
                                          <p:stCondLst>
                                            <p:cond delay="0"/>
                                          </p:stCondLst>
                                        </p:cTn>
                                        <p:tgtEl>
                                          <p:spTgt spid="39"/>
                                        </p:tgtEl>
                                        <p:attrNameLst>
                                          <p:attrName>style.visibility</p:attrName>
                                        </p:attrNameLst>
                                      </p:cBhvr>
                                      <p:to>
                                        <p:strVal val="visible"/>
                                      </p:to>
                                    </p:set>
                                  </p:childTnLst>
                                </p:cTn>
                              </p:par>
                            </p:childTnLst>
                          </p:cTn>
                        </p:par>
                        <p:par>
                          <p:cTn id="182" fill="hold">
                            <p:stCondLst>
                              <p:cond delay="1000"/>
                            </p:stCondLst>
                            <p:childTnLst>
                              <p:par>
                                <p:cTn id="183" presetID="37" presetClass="path" presetSubtype="0" accel="50000" decel="50000" fill="hold" grpId="8" nodeType="afterEffect">
                                  <p:stCondLst>
                                    <p:cond delay="0"/>
                                  </p:stCondLst>
                                  <p:childTnLst>
                                    <p:animMotion origin="layout" path="M 1.04167E-6 0.00139 L -0.06797 0.04143 C -0.08216 0.05046 -0.10339 0.05532 -0.12565 0.05532 C -0.15104 0.05532 -0.17136 0.05046 -0.18555 0.04143 L -0.25339 0.00139 " pathEditMode="relative" rAng="0" ptsTypes="AAAAA">
                                      <p:cBhvr>
                                        <p:cTn id="184" dur="2000" fill="hold"/>
                                        <p:tgtEl>
                                          <p:spTgt spid="39"/>
                                        </p:tgtEl>
                                        <p:attrNameLst>
                                          <p:attrName>ppt_x</p:attrName>
                                          <p:attrName>ppt_y</p:attrName>
                                        </p:attrNameLst>
                                      </p:cBhvr>
                                      <p:rCtr x="-12669" y="2685"/>
                                    </p:animMotion>
                                  </p:childTnLst>
                                </p:cTn>
                              </p:par>
                            </p:childTnLst>
                          </p:cTn>
                        </p:par>
                      </p:childTnLst>
                    </p:cTn>
                  </p:par>
                  <p:par>
                    <p:cTn id="185" fill="hold">
                      <p:stCondLst>
                        <p:cond delay="indefinite"/>
                      </p:stCondLst>
                      <p:childTnLst>
                        <p:par>
                          <p:cTn id="186" fill="hold">
                            <p:stCondLst>
                              <p:cond delay="0"/>
                            </p:stCondLst>
                            <p:childTnLst>
                              <p:par>
                                <p:cTn id="187" presetID="22" presetClass="entr" presetSubtype="1" fill="hold" grpId="0" nodeType="clickEffect">
                                  <p:stCondLst>
                                    <p:cond delay="0"/>
                                  </p:stCondLst>
                                  <p:childTnLst>
                                    <p:set>
                                      <p:cBhvr>
                                        <p:cTn id="188" dur="1" fill="hold">
                                          <p:stCondLst>
                                            <p:cond delay="0"/>
                                          </p:stCondLst>
                                        </p:cTn>
                                        <p:tgtEl>
                                          <p:spTgt spid="34">
                                            <p:txEl>
                                              <p:pRg st="5" end="5"/>
                                            </p:txEl>
                                          </p:spTgt>
                                        </p:tgtEl>
                                        <p:attrNameLst>
                                          <p:attrName>style.visibility</p:attrName>
                                        </p:attrNameLst>
                                      </p:cBhvr>
                                      <p:to>
                                        <p:strVal val="visible"/>
                                      </p:to>
                                    </p:set>
                                    <p:animEffect transition="in" filter="wipe(up)">
                                      <p:cBhvr>
                                        <p:cTn id="189" dur="500"/>
                                        <p:tgtEl>
                                          <p:spTgt spid="34">
                                            <p:txEl>
                                              <p:pRg st="5" end="5"/>
                                            </p:txEl>
                                          </p:spTgt>
                                        </p:tgtEl>
                                      </p:cBhvr>
                                    </p:animEffect>
                                  </p:childTnLst>
                                </p:cTn>
                              </p:par>
                            </p:childTnLst>
                          </p:cTn>
                        </p:par>
                      </p:childTnLst>
                    </p:cTn>
                  </p:par>
                  <p:par>
                    <p:cTn id="190" fill="hold">
                      <p:stCondLst>
                        <p:cond delay="indefinite"/>
                      </p:stCondLst>
                      <p:childTnLst>
                        <p:par>
                          <p:cTn id="191" fill="hold">
                            <p:stCondLst>
                              <p:cond delay="0"/>
                            </p:stCondLst>
                            <p:childTnLst>
                              <p:par>
                                <p:cTn id="192" presetID="22" presetClass="entr" presetSubtype="1" fill="hold" grpId="0" nodeType="clickEffect">
                                  <p:stCondLst>
                                    <p:cond delay="0"/>
                                  </p:stCondLst>
                                  <p:childTnLst>
                                    <p:set>
                                      <p:cBhvr>
                                        <p:cTn id="193" dur="1" fill="hold">
                                          <p:stCondLst>
                                            <p:cond delay="0"/>
                                          </p:stCondLst>
                                        </p:cTn>
                                        <p:tgtEl>
                                          <p:spTgt spid="34">
                                            <p:txEl>
                                              <p:pRg st="6" end="6"/>
                                            </p:txEl>
                                          </p:spTgt>
                                        </p:tgtEl>
                                        <p:attrNameLst>
                                          <p:attrName>style.visibility</p:attrName>
                                        </p:attrNameLst>
                                      </p:cBhvr>
                                      <p:to>
                                        <p:strVal val="visible"/>
                                      </p:to>
                                    </p:set>
                                    <p:animEffect transition="in" filter="wipe(up)">
                                      <p:cBhvr>
                                        <p:cTn id="194" dur="500"/>
                                        <p:tgtEl>
                                          <p:spTgt spid="3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animBg="1"/>
      <p:bldP spid="10" grpId="0" animBg="1"/>
      <p:bldP spid="11" grpId="0" animBg="1"/>
      <p:bldP spid="15" grpId="0"/>
      <p:bldP spid="22" grpId="0"/>
      <p:bldP spid="20" grpId="0" animBg="1"/>
      <p:bldP spid="26" grpId="0" animBg="1"/>
      <p:bldP spid="28" grpId="0" animBg="1"/>
      <p:bldP spid="34" grpId="0" uiExpand="1" build="p"/>
      <p:bldP spid="41" grpId="0"/>
      <p:bldP spid="42" grpId="0" animBg="1"/>
      <p:bldP spid="42" grpId="1" animBg="1"/>
      <p:bldP spid="43" grpId="0" animBg="1"/>
      <p:bldP spid="43" grpId="1" animBg="1"/>
      <p:bldP spid="44" grpId="0" animBg="1"/>
      <p:bldP spid="45" grpId="0" animBg="1"/>
      <p:bldP spid="45" grpId="1" animBg="1"/>
      <p:bldP spid="39" grpId="0" animBg="1"/>
      <p:bldP spid="39" grpId="1" animBg="1"/>
      <p:bldP spid="39" grpId="2" animBg="1"/>
      <p:bldP spid="39" grpId="3" animBg="1"/>
      <p:bldP spid="39" grpId="4" animBg="1"/>
      <p:bldP spid="39" grpId="5" animBg="1"/>
      <p:bldP spid="39" grpId="6" animBg="1"/>
      <p:bldP spid="39" grpId="7" animBg="1"/>
      <p:bldP spid="39" grpId="8"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 name="组合 34">
            <a:extLst>
              <a:ext uri="{FF2B5EF4-FFF2-40B4-BE49-F238E27FC236}">
                <a16:creationId xmlns:a16="http://schemas.microsoft.com/office/drawing/2014/main" id="{CE654A59-A872-44A5-B5D0-7CB4FD1136B9}"/>
              </a:ext>
            </a:extLst>
          </p:cNvPr>
          <p:cNvGrpSpPr/>
          <p:nvPr/>
        </p:nvGrpSpPr>
        <p:grpSpPr>
          <a:xfrm>
            <a:off x="7160008" y="946059"/>
            <a:ext cx="4139159" cy="748358"/>
            <a:chOff x="5178729" y="1066010"/>
            <a:chExt cx="3657541" cy="620519"/>
          </a:xfrm>
        </p:grpSpPr>
        <p:grpSp>
          <p:nvGrpSpPr>
            <p:cNvPr id="36" name="组合 35">
              <a:extLst>
                <a:ext uri="{FF2B5EF4-FFF2-40B4-BE49-F238E27FC236}">
                  <a16:creationId xmlns:a16="http://schemas.microsoft.com/office/drawing/2014/main" id="{D50C4617-7C9E-42F7-A027-AA14D1FFF693}"/>
                </a:ext>
              </a:extLst>
            </p:cNvPr>
            <p:cNvGrpSpPr/>
            <p:nvPr/>
          </p:nvGrpSpPr>
          <p:grpSpPr>
            <a:xfrm>
              <a:off x="7211309" y="1066010"/>
              <a:ext cx="406116" cy="620452"/>
              <a:chOff x="7881869" y="1848118"/>
              <a:chExt cx="406116" cy="620452"/>
            </a:xfrm>
          </p:grpSpPr>
          <p:sp>
            <p:nvSpPr>
              <p:cNvPr id="61" name="矩形 60">
                <a:extLst>
                  <a:ext uri="{FF2B5EF4-FFF2-40B4-BE49-F238E27FC236}">
                    <a16:creationId xmlns:a16="http://schemas.microsoft.com/office/drawing/2014/main" id="{01BBD9BA-622C-4782-AEC6-F8415F3F610C}"/>
                  </a:ext>
                </a:extLst>
              </p:cNvPr>
              <p:cNvSpPr/>
              <p:nvPr/>
            </p:nvSpPr>
            <p:spPr>
              <a:xfrm>
                <a:off x="7881870" y="1848118"/>
                <a:ext cx="406115"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rgbClr val="0070C0"/>
                    </a:solidFill>
                  </a:rPr>
                  <a:t>5</a:t>
                </a:r>
                <a:endParaRPr lang="zh-CN" altLang="en-US" sz="1600" b="1" dirty="0">
                  <a:solidFill>
                    <a:srgbClr val="0070C0"/>
                  </a:solidFill>
                </a:endParaRPr>
              </a:p>
            </p:txBody>
          </p:sp>
          <p:sp>
            <p:nvSpPr>
              <p:cNvPr id="62" name="矩形 61">
                <a:extLst>
                  <a:ext uri="{FF2B5EF4-FFF2-40B4-BE49-F238E27FC236}">
                    <a16:creationId xmlns:a16="http://schemas.microsoft.com/office/drawing/2014/main" id="{5C66E17D-F73E-40B9-9474-5664D7FAB937}"/>
                  </a:ext>
                </a:extLst>
              </p:cNvPr>
              <p:cNvSpPr/>
              <p:nvPr/>
            </p:nvSpPr>
            <p:spPr>
              <a:xfrm>
                <a:off x="7881869" y="2160793"/>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grpSp>
          <p:nvGrpSpPr>
            <p:cNvPr id="37" name="组合 36">
              <a:extLst>
                <a:ext uri="{FF2B5EF4-FFF2-40B4-BE49-F238E27FC236}">
                  <a16:creationId xmlns:a16="http://schemas.microsoft.com/office/drawing/2014/main" id="{BB869546-99B1-450E-BC4A-08147D8880AC}"/>
                </a:ext>
              </a:extLst>
            </p:cNvPr>
            <p:cNvGrpSpPr/>
            <p:nvPr/>
          </p:nvGrpSpPr>
          <p:grpSpPr>
            <a:xfrm>
              <a:off x="7617424" y="1067394"/>
              <a:ext cx="406116" cy="619135"/>
              <a:chOff x="7881869" y="1848118"/>
              <a:chExt cx="406116" cy="619135"/>
            </a:xfrm>
          </p:grpSpPr>
          <p:sp>
            <p:nvSpPr>
              <p:cNvPr id="59" name="矩形 58">
                <a:extLst>
                  <a:ext uri="{FF2B5EF4-FFF2-40B4-BE49-F238E27FC236}">
                    <a16:creationId xmlns:a16="http://schemas.microsoft.com/office/drawing/2014/main" id="{A804AF0B-94D5-4E1D-BBCF-F109E2F0899A}"/>
                  </a:ext>
                </a:extLst>
              </p:cNvPr>
              <p:cNvSpPr/>
              <p:nvPr/>
            </p:nvSpPr>
            <p:spPr>
              <a:xfrm>
                <a:off x="7881870" y="1848118"/>
                <a:ext cx="406115"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rgbClr val="0070C0"/>
                    </a:solidFill>
                  </a:rPr>
                  <a:t>6</a:t>
                </a:r>
                <a:endParaRPr lang="zh-CN" altLang="en-US" sz="1600" b="1" dirty="0">
                  <a:solidFill>
                    <a:srgbClr val="0070C0"/>
                  </a:solidFill>
                </a:endParaRPr>
              </a:p>
            </p:txBody>
          </p:sp>
          <p:sp>
            <p:nvSpPr>
              <p:cNvPr id="60" name="矩形 59">
                <a:extLst>
                  <a:ext uri="{FF2B5EF4-FFF2-40B4-BE49-F238E27FC236}">
                    <a16:creationId xmlns:a16="http://schemas.microsoft.com/office/drawing/2014/main" id="{E5859426-E16C-4FB7-A8DA-B04F153E9754}"/>
                  </a:ext>
                </a:extLst>
              </p:cNvPr>
              <p:cNvSpPr/>
              <p:nvPr/>
            </p:nvSpPr>
            <p:spPr>
              <a:xfrm>
                <a:off x="7881869" y="2159476"/>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grpSp>
          <p:nvGrpSpPr>
            <p:cNvPr id="38" name="组合 37">
              <a:extLst>
                <a:ext uri="{FF2B5EF4-FFF2-40B4-BE49-F238E27FC236}">
                  <a16:creationId xmlns:a16="http://schemas.microsoft.com/office/drawing/2014/main" id="{B607442D-8FAF-48EC-9D91-F10B8DBF0862}"/>
                </a:ext>
              </a:extLst>
            </p:cNvPr>
            <p:cNvGrpSpPr/>
            <p:nvPr/>
          </p:nvGrpSpPr>
          <p:grpSpPr>
            <a:xfrm>
              <a:off x="8024039" y="1066010"/>
              <a:ext cx="406116" cy="620452"/>
              <a:chOff x="7881869" y="1848118"/>
              <a:chExt cx="406116" cy="620452"/>
            </a:xfrm>
          </p:grpSpPr>
          <p:sp>
            <p:nvSpPr>
              <p:cNvPr id="57" name="矩形 56">
                <a:extLst>
                  <a:ext uri="{FF2B5EF4-FFF2-40B4-BE49-F238E27FC236}">
                    <a16:creationId xmlns:a16="http://schemas.microsoft.com/office/drawing/2014/main" id="{1537436A-BE82-42CD-AF85-1F9BE4B75CAA}"/>
                  </a:ext>
                </a:extLst>
              </p:cNvPr>
              <p:cNvSpPr/>
              <p:nvPr/>
            </p:nvSpPr>
            <p:spPr>
              <a:xfrm>
                <a:off x="7881870" y="1848118"/>
                <a:ext cx="406115"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rgbClr val="0070C0"/>
                    </a:solidFill>
                  </a:rPr>
                  <a:t>7</a:t>
                </a:r>
                <a:endParaRPr lang="zh-CN" altLang="en-US" sz="1600" b="1" dirty="0">
                  <a:solidFill>
                    <a:srgbClr val="0070C0"/>
                  </a:solidFill>
                </a:endParaRPr>
              </a:p>
            </p:txBody>
          </p:sp>
          <p:sp>
            <p:nvSpPr>
              <p:cNvPr id="58" name="矩形 57">
                <a:extLst>
                  <a:ext uri="{FF2B5EF4-FFF2-40B4-BE49-F238E27FC236}">
                    <a16:creationId xmlns:a16="http://schemas.microsoft.com/office/drawing/2014/main" id="{3C8CFA89-DC7E-46C7-9023-3A63E66551B1}"/>
                  </a:ext>
                </a:extLst>
              </p:cNvPr>
              <p:cNvSpPr/>
              <p:nvPr/>
            </p:nvSpPr>
            <p:spPr>
              <a:xfrm>
                <a:off x="7881869" y="2160793"/>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grpSp>
          <p:nvGrpSpPr>
            <p:cNvPr id="39" name="组合 38">
              <a:extLst>
                <a:ext uri="{FF2B5EF4-FFF2-40B4-BE49-F238E27FC236}">
                  <a16:creationId xmlns:a16="http://schemas.microsoft.com/office/drawing/2014/main" id="{9AB2B20C-D128-461B-A936-85DFF6389E91}"/>
                </a:ext>
              </a:extLst>
            </p:cNvPr>
            <p:cNvGrpSpPr/>
            <p:nvPr/>
          </p:nvGrpSpPr>
          <p:grpSpPr>
            <a:xfrm>
              <a:off x="8430154" y="1067394"/>
              <a:ext cx="406116" cy="619135"/>
              <a:chOff x="7881869" y="1848118"/>
              <a:chExt cx="406116" cy="619135"/>
            </a:xfrm>
          </p:grpSpPr>
          <p:sp>
            <p:nvSpPr>
              <p:cNvPr id="55" name="矩形 54">
                <a:extLst>
                  <a:ext uri="{FF2B5EF4-FFF2-40B4-BE49-F238E27FC236}">
                    <a16:creationId xmlns:a16="http://schemas.microsoft.com/office/drawing/2014/main" id="{6435F2C0-4508-4ED2-B013-BB1D1171C4E2}"/>
                  </a:ext>
                </a:extLst>
              </p:cNvPr>
              <p:cNvSpPr/>
              <p:nvPr/>
            </p:nvSpPr>
            <p:spPr>
              <a:xfrm>
                <a:off x="7881870" y="1848118"/>
                <a:ext cx="406115"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rgbClr val="0070C0"/>
                    </a:solidFill>
                  </a:rPr>
                  <a:t>8</a:t>
                </a:r>
                <a:endParaRPr lang="zh-CN" altLang="en-US" sz="1600" b="1" dirty="0">
                  <a:solidFill>
                    <a:srgbClr val="0070C0"/>
                  </a:solidFill>
                </a:endParaRPr>
              </a:p>
            </p:txBody>
          </p:sp>
          <p:sp>
            <p:nvSpPr>
              <p:cNvPr id="56" name="矩形 55">
                <a:extLst>
                  <a:ext uri="{FF2B5EF4-FFF2-40B4-BE49-F238E27FC236}">
                    <a16:creationId xmlns:a16="http://schemas.microsoft.com/office/drawing/2014/main" id="{687542BD-6A32-43C2-B066-4B1C47ABB628}"/>
                  </a:ext>
                </a:extLst>
              </p:cNvPr>
              <p:cNvSpPr/>
              <p:nvPr/>
            </p:nvSpPr>
            <p:spPr>
              <a:xfrm>
                <a:off x="7881869" y="2159476"/>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grpSp>
          <p:nvGrpSpPr>
            <p:cNvPr id="40" name="组合 39">
              <a:extLst>
                <a:ext uri="{FF2B5EF4-FFF2-40B4-BE49-F238E27FC236}">
                  <a16:creationId xmlns:a16="http://schemas.microsoft.com/office/drawing/2014/main" id="{CA276DE9-1799-406D-8C16-0BB7EE697142}"/>
                </a:ext>
              </a:extLst>
            </p:cNvPr>
            <p:cNvGrpSpPr/>
            <p:nvPr/>
          </p:nvGrpSpPr>
          <p:grpSpPr>
            <a:xfrm>
              <a:off x="5585847" y="1066010"/>
              <a:ext cx="406116" cy="620452"/>
              <a:chOff x="7881869" y="1848118"/>
              <a:chExt cx="406116" cy="620452"/>
            </a:xfrm>
          </p:grpSpPr>
          <p:sp>
            <p:nvSpPr>
              <p:cNvPr id="53" name="矩形 52">
                <a:extLst>
                  <a:ext uri="{FF2B5EF4-FFF2-40B4-BE49-F238E27FC236}">
                    <a16:creationId xmlns:a16="http://schemas.microsoft.com/office/drawing/2014/main" id="{0F653C95-69EB-47A8-B883-EC7367FF4039}"/>
                  </a:ext>
                </a:extLst>
              </p:cNvPr>
              <p:cNvSpPr/>
              <p:nvPr/>
            </p:nvSpPr>
            <p:spPr>
              <a:xfrm>
                <a:off x="7881870" y="1848118"/>
                <a:ext cx="406115"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rgbClr val="0070C0"/>
                    </a:solidFill>
                  </a:rPr>
                  <a:t>1</a:t>
                </a:r>
                <a:endParaRPr lang="zh-CN" altLang="en-US" sz="1600" b="1" dirty="0">
                  <a:solidFill>
                    <a:srgbClr val="0070C0"/>
                  </a:solidFill>
                </a:endParaRPr>
              </a:p>
            </p:txBody>
          </p:sp>
          <p:sp>
            <p:nvSpPr>
              <p:cNvPr id="54" name="矩形 53">
                <a:extLst>
                  <a:ext uri="{FF2B5EF4-FFF2-40B4-BE49-F238E27FC236}">
                    <a16:creationId xmlns:a16="http://schemas.microsoft.com/office/drawing/2014/main" id="{38268E15-E6F3-4341-89DE-C52157010AEB}"/>
                  </a:ext>
                </a:extLst>
              </p:cNvPr>
              <p:cNvSpPr/>
              <p:nvPr/>
            </p:nvSpPr>
            <p:spPr>
              <a:xfrm>
                <a:off x="7881869" y="2160793"/>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grpSp>
          <p:nvGrpSpPr>
            <p:cNvPr id="41" name="组合 40">
              <a:extLst>
                <a:ext uri="{FF2B5EF4-FFF2-40B4-BE49-F238E27FC236}">
                  <a16:creationId xmlns:a16="http://schemas.microsoft.com/office/drawing/2014/main" id="{734BA1B1-3D1B-4C0A-9985-1CF678DA8FCA}"/>
                </a:ext>
              </a:extLst>
            </p:cNvPr>
            <p:cNvGrpSpPr/>
            <p:nvPr/>
          </p:nvGrpSpPr>
          <p:grpSpPr>
            <a:xfrm>
              <a:off x="5991962" y="1067394"/>
              <a:ext cx="406116" cy="619135"/>
              <a:chOff x="7881869" y="1848118"/>
              <a:chExt cx="406116" cy="619135"/>
            </a:xfrm>
          </p:grpSpPr>
          <p:sp>
            <p:nvSpPr>
              <p:cNvPr id="51" name="矩形 50">
                <a:extLst>
                  <a:ext uri="{FF2B5EF4-FFF2-40B4-BE49-F238E27FC236}">
                    <a16:creationId xmlns:a16="http://schemas.microsoft.com/office/drawing/2014/main" id="{856769D9-B753-4873-96D5-CBBA1C580C1E}"/>
                  </a:ext>
                </a:extLst>
              </p:cNvPr>
              <p:cNvSpPr/>
              <p:nvPr/>
            </p:nvSpPr>
            <p:spPr>
              <a:xfrm>
                <a:off x="7881870" y="1848118"/>
                <a:ext cx="406115"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rgbClr val="0070C0"/>
                    </a:solidFill>
                  </a:rPr>
                  <a:t>2</a:t>
                </a:r>
                <a:endParaRPr lang="zh-CN" altLang="en-US" sz="1600" b="1" dirty="0">
                  <a:solidFill>
                    <a:srgbClr val="0070C0"/>
                  </a:solidFill>
                </a:endParaRPr>
              </a:p>
            </p:txBody>
          </p:sp>
          <p:sp>
            <p:nvSpPr>
              <p:cNvPr id="52" name="矩形 51">
                <a:extLst>
                  <a:ext uri="{FF2B5EF4-FFF2-40B4-BE49-F238E27FC236}">
                    <a16:creationId xmlns:a16="http://schemas.microsoft.com/office/drawing/2014/main" id="{59F09BBE-789A-4C50-B938-C159E89C0695}"/>
                  </a:ext>
                </a:extLst>
              </p:cNvPr>
              <p:cNvSpPr/>
              <p:nvPr/>
            </p:nvSpPr>
            <p:spPr>
              <a:xfrm>
                <a:off x="7881869" y="2159476"/>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grpSp>
          <p:nvGrpSpPr>
            <p:cNvPr id="42" name="组合 41">
              <a:extLst>
                <a:ext uri="{FF2B5EF4-FFF2-40B4-BE49-F238E27FC236}">
                  <a16:creationId xmlns:a16="http://schemas.microsoft.com/office/drawing/2014/main" id="{80C074F5-2D38-4D48-B564-CCBB742D5929}"/>
                </a:ext>
              </a:extLst>
            </p:cNvPr>
            <p:cNvGrpSpPr/>
            <p:nvPr/>
          </p:nvGrpSpPr>
          <p:grpSpPr>
            <a:xfrm>
              <a:off x="6398577" y="1066010"/>
              <a:ext cx="406116" cy="620452"/>
              <a:chOff x="7881869" y="1848118"/>
              <a:chExt cx="406116" cy="620452"/>
            </a:xfrm>
          </p:grpSpPr>
          <p:sp>
            <p:nvSpPr>
              <p:cNvPr id="49" name="矩形 48">
                <a:extLst>
                  <a:ext uri="{FF2B5EF4-FFF2-40B4-BE49-F238E27FC236}">
                    <a16:creationId xmlns:a16="http://schemas.microsoft.com/office/drawing/2014/main" id="{D12AFC87-651E-4A31-B45D-E83A1B936FAA}"/>
                  </a:ext>
                </a:extLst>
              </p:cNvPr>
              <p:cNvSpPr/>
              <p:nvPr/>
            </p:nvSpPr>
            <p:spPr>
              <a:xfrm>
                <a:off x="7881870" y="1848118"/>
                <a:ext cx="406115"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rgbClr val="0070C0"/>
                    </a:solidFill>
                  </a:rPr>
                  <a:t>3</a:t>
                </a:r>
                <a:endParaRPr lang="zh-CN" altLang="en-US" sz="1600" b="1" dirty="0">
                  <a:solidFill>
                    <a:srgbClr val="0070C0"/>
                  </a:solidFill>
                </a:endParaRPr>
              </a:p>
            </p:txBody>
          </p:sp>
          <p:sp>
            <p:nvSpPr>
              <p:cNvPr id="50" name="矩形 49">
                <a:extLst>
                  <a:ext uri="{FF2B5EF4-FFF2-40B4-BE49-F238E27FC236}">
                    <a16:creationId xmlns:a16="http://schemas.microsoft.com/office/drawing/2014/main" id="{BA54AE19-B00E-40B4-9C95-4EFA869829C7}"/>
                  </a:ext>
                </a:extLst>
              </p:cNvPr>
              <p:cNvSpPr/>
              <p:nvPr/>
            </p:nvSpPr>
            <p:spPr>
              <a:xfrm>
                <a:off x="7881869" y="2160793"/>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grpSp>
          <p:nvGrpSpPr>
            <p:cNvPr id="43" name="组合 42">
              <a:extLst>
                <a:ext uri="{FF2B5EF4-FFF2-40B4-BE49-F238E27FC236}">
                  <a16:creationId xmlns:a16="http://schemas.microsoft.com/office/drawing/2014/main" id="{9FB4E01D-A5E4-4562-B86E-F71B80061C0F}"/>
                </a:ext>
              </a:extLst>
            </p:cNvPr>
            <p:cNvGrpSpPr/>
            <p:nvPr/>
          </p:nvGrpSpPr>
          <p:grpSpPr>
            <a:xfrm>
              <a:off x="6804692" y="1067394"/>
              <a:ext cx="406116" cy="619135"/>
              <a:chOff x="7881869" y="1848118"/>
              <a:chExt cx="406116" cy="619135"/>
            </a:xfrm>
          </p:grpSpPr>
          <p:sp>
            <p:nvSpPr>
              <p:cNvPr id="47" name="矩形 46">
                <a:extLst>
                  <a:ext uri="{FF2B5EF4-FFF2-40B4-BE49-F238E27FC236}">
                    <a16:creationId xmlns:a16="http://schemas.microsoft.com/office/drawing/2014/main" id="{155D0AF0-1219-42F4-9620-AE21663B97C0}"/>
                  </a:ext>
                </a:extLst>
              </p:cNvPr>
              <p:cNvSpPr/>
              <p:nvPr/>
            </p:nvSpPr>
            <p:spPr>
              <a:xfrm>
                <a:off x="7881870" y="1848118"/>
                <a:ext cx="406115"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rgbClr val="0070C0"/>
                    </a:solidFill>
                  </a:rPr>
                  <a:t>4</a:t>
                </a:r>
                <a:endParaRPr lang="zh-CN" altLang="en-US" sz="1600" b="1" dirty="0">
                  <a:solidFill>
                    <a:srgbClr val="0070C0"/>
                  </a:solidFill>
                </a:endParaRPr>
              </a:p>
            </p:txBody>
          </p:sp>
          <p:sp>
            <p:nvSpPr>
              <p:cNvPr id="48" name="矩形 47">
                <a:extLst>
                  <a:ext uri="{FF2B5EF4-FFF2-40B4-BE49-F238E27FC236}">
                    <a16:creationId xmlns:a16="http://schemas.microsoft.com/office/drawing/2014/main" id="{D3B72C0F-F8EF-45E7-BEA4-306C180755E3}"/>
                  </a:ext>
                </a:extLst>
              </p:cNvPr>
              <p:cNvSpPr/>
              <p:nvPr/>
            </p:nvSpPr>
            <p:spPr>
              <a:xfrm>
                <a:off x="7881869" y="2159476"/>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grpSp>
          <p:nvGrpSpPr>
            <p:cNvPr id="44" name="组合 43">
              <a:extLst>
                <a:ext uri="{FF2B5EF4-FFF2-40B4-BE49-F238E27FC236}">
                  <a16:creationId xmlns:a16="http://schemas.microsoft.com/office/drawing/2014/main" id="{1DEBD1BC-0117-460B-9FA2-A2EBB984F472}"/>
                </a:ext>
              </a:extLst>
            </p:cNvPr>
            <p:cNvGrpSpPr/>
            <p:nvPr/>
          </p:nvGrpSpPr>
          <p:grpSpPr>
            <a:xfrm>
              <a:off x="5178729" y="1067394"/>
              <a:ext cx="406116" cy="619135"/>
              <a:chOff x="7881869" y="1848118"/>
              <a:chExt cx="406116" cy="619135"/>
            </a:xfrm>
            <a:solidFill>
              <a:schemeClr val="accent5">
                <a:lumMod val="40000"/>
                <a:lumOff val="60000"/>
              </a:schemeClr>
            </a:solidFill>
          </p:grpSpPr>
          <p:sp>
            <p:nvSpPr>
              <p:cNvPr id="45" name="矩形 44">
                <a:extLst>
                  <a:ext uri="{FF2B5EF4-FFF2-40B4-BE49-F238E27FC236}">
                    <a16:creationId xmlns:a16="http://schemas.microsoft.com/office/drawing/2014/main" id="{77F55287-7823-4964-A9F5-BA6F1F19C589}"/>
                  </a:ext>
                </a:extLst>
              </p:cNvPr>
              <p:cNvSpPr/>
              <p:nvPr/>
            </p:nvSpPr>
            <p:spPr>
              <a:xfrm>
                <a:off x="7881870" y="1848118"/>
                <a:ext cx="406115"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rgbClr val="0070C0"/>
                    </a:solidFill>
                  </a:rPr>
                  <a:t>0</a:t>
                </a:r>
                <a:endParaRPr lang="zh-CN" altLang="en-US" sz="1600" b="1" dirty="0">
                  <a:solidFill>
                    <a:srgbClr val="0070C0"/>
                  </a:solidFill>
                </a:endParaRPr>
              </a:p>
            </p:txBody>
          </p:sp>
          <p:sp>
            <p:nvSpPr>
              <p:cNvPr id="46" name="矩形 45">
                <a:extLst>
                  <a:ext uri="{FF2B5EF4-FFF2-40B4-BE49-F238E27FC236}">
                    <a16:creationId xmlns:a16="http://schemas.microsoft.com/office/drawing/2014/main" id="{DC0742C6-467A-4546-8630-10D492B7F8C1}"/>
                  </a:ext>
                </a:extLst>
              </p:cNvPr>
              <p:cNvSpPr/>
              <p:nvPr/>
            </p:nvSpPr>
            <p:spPr>
              <a:xfrm>
                <a:off x="7881869" y="2159476"/>
                <a:ext cx="406115" cy="307777"/>
              </a:xfrm>
              <a:prstGeom prst="rect">
                <a:avLst/>
              </a:prstGeom>
              <a:grp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grpSp>
      <p:sp>
        <p:nvSpPr>
          <p:cNvPr id="67" name="文本框 66">
            <a:extLst>
              <a:ext uri="{FF2B5EF4-FFF2-40B4-BE49-F238E27FC236}">
                <a16:creationId xmlns:a16="http://schemas.microsoft.com/office/drawing/2014/main" id="{3D4CA238-A587-46ED-8E8E-A4A5635B67AF}"/>
              </a:ext>
            </a:extLst>
          </p:cNvPr>
          <p:cNvSpPr txBox="1"/>
          <p:nvPr/>
        </p:nvSpPr>
        <p:spPr>
          <a:xfrm>
            <a:off x="7696642" y="1317244"/>
            <a:ext cx="307777" cy="369332"/>
          </a:xfrm>
          <a:prstGeom prst="rect">
            <a:avLst/>
          </a:prstGeom>
          <a:noFill/>
        </p:spPr>
        <p:txBody>
          <a:bodyPr wrap="none" lIns="0" tIns="0" rIns="0" bIns="0" rtlCol="0" anchor="ctr" anchorCtr="1">
            <a:spAutoFit/>
          </a:bodyPr>
          <a:lstStyle/>
          <a:p>
            <a:pPr algn="ctr"/>
            <a:r>
              <a:rPr lang="en-US" altLang="zh-CN" sz="2400" b="1" dirty="0">
                <a:latin typeface="Times New Roman" panose="02020603050405020304" pitchFamily="18" charset="0"/>
                <a:cs typeface="Times New Roman" panose="02020603050405020304" pitchFamily="18" charset="0"/>
              </a:rPr>
              <a:t>49</a:t>
            </a:r>
            <a:endParaRPr lang="zh-CN" altLang="en-US" sz="2400" b="1" dirty="0">
              <a:latin typeface="Times New Roman" panose="02020603050405020304" pitchFamily="18" charset="0"/>
              <a:cs typeface="Times New Roman" panose="02020603050405020304" pitchFamily="18" charset="0"/>
            </a:endParaRPr>
          </a:p>
        </p:txBody>
      </p:sp>
      <p:sp>
        <p:nvSpPr>
          <p:cNvPr id="68" name="文本框 67">
            <a:extLst>
              <a:ext uri="{FF2B5EF4-FFF2-40B4-BE49-F238E27FC236}">
                <a16:creationId xmlns:a16="http://schemas.microsoft.com/office/drawing/2014/main" id="{2F785B1F-6FC0-4F5D-B92B-61680B5BE395}"/>
              </a:ext>
            </a:extLst>
          </p:cNvPr>
          <p:cNvSpPr txBox="1"/>
          <p:nvPr/>
        </p:nvSpPr>
        <p:spPr>
          <a:xfrm>
            <a:off x="8162001" y="1323777"/>
            <a:ext cx="307777" cy="369332"/>
          </a:xfrm>
          <a:prstGeom prst="rect">
            <a:avLst/>
          </a:prstGeom>
          <a:noFill/>
        </p:spPr>
        <p:txBody>
          <a:bodyPr wrap="square" lIns="0" tIns="0" rIns="0" bIns="0" rtlCol="0" anchor="ctr" anchorCtr="1">
            <a:spAutoFit/>
          </a:bodyPr>
          <a:lstStyle/>
          <a:p>
            <a:pPr algn="ctr"/>
            <a:r>
              <a:rPr lang="en-US" altLang="zh-CN" sz="2400" b="1" dirty="0">
                <a:latin typeface="Times New Roman" panose="02020603050405020304" pitchFamily="18" charset="0"/>
                <a:cs typeface="Times New Roman" panose="02020603050405020304" pitchFamily="18" charset="0"/>
              </a:rPr>
              <a:t>38</a:t>
            </a:r>
            <a:endParaRPr lang="zh-CN" altLang="en-US" sz="2400" b="1" dirty="0">
              <a:latin typeface="Times New Roman" panose="02020603050405020304" pitchFamily="18" charset="0"/>
              <a:cs typeface="Times New Roman" panose="02020603050405020304" pitchFamily="18" charset="0"/>
            </a:endParaRPr>
          </a:p>
        </p:txBody>
      </p:sp>
      <p:sp>
        <p:nvSpPr>
          <p:cNvPr id="69" name="文本框 68">
            <a:extLst>
              <a:ext uri="{FF2B5EF4-FFF2-40B4-BE49-F238E27FC236}">
                <a16:creationId xmlns:a16="http://schemas.microsoft.com/office/drawing/2014/main" id="{266ECBDE-1C40-4112-8ED6-FD0B94F874D3}"/>
              </a:ext>
            </a:extLst>
          </p:cNvPr>
          <p:cNvSpPr txBox="1"/>
          <p:nvPr/>
        </p:nvSpPr>
        <p:spPr>
          <a:xfrm>
            <a:off x="8618392" y="1323683"/>
            <a:ext cx="307777" cy="369332"/>
          </a:xfrm>
          <a:prstGeom prst="rect">
            <a:avLst/>
          </a:prstGeom>
          <a:noFill/>
        </p:spPr>
        <p:txBody>
          <a:bodyPr wrap="none" lIns="0" tIns="0" rIns="0" bIns="0" rtlCol="0" anchor="ctr" anchorCtr="1">
            <a:spAutoFit/>
          </a:bodyPr>
          <a:lstStyle/>
          <a:p>
            <a:pPr algn="ctr"/>
            <a:r>
              <a:rPr lang="en-US" altLang="zh-CN" sz="2400" b="1" dirty="0">
                <a:latin typeface="Times New Roman" panose="02020603050405020304" pitchFamily="18" charset="0"/>
                <a:cs typeface="Times New Roman" panose="02020603050405020304" pitchFamily="18" charset="0"/>
              </a:rPr>
              <a:t>65</a:t>
            </a:r>
            <a:endParaRPr lang="zh-CN" altLang="en-US" sz="2400" b="1" dirty="0">
              <a:latin typeface="Times New Roman" panose="02020603050405020304" pitchFamily="18" charset="0"/>
              <a:cs typeface="Times New Roman" panose="02020603050405020304" pitchFamily="18" charset="0"/>
            </a:endParaRPr>
          </a:p>
        </p:txBody>
      </p:sp>
      <p:sp>
        <p:nvSpPr>
          <p:cNvPr id="70" name="文本框 69">
            <a:extLst>
              <a:ext uri="{FF2B5EF4-FFF2-40B4-BE49-F238E27FC236}">
                <a16:creationId xmlns:a16="http://schemas.microsoft.com/office/drawing/2014/main" id="{D5BB5DFF-4EF5-4EE1-970D-243FAE954303}"/>
              </a:ext>
            </a:extLst>
          </p:cNvPr>
          <p:cNvSpPr txBox="1"/>
          <p:nvPr/>
        </p:nvSpPr>
        <p:spPr>
          <a:xfrm>
            <a:off x="9085801" y="1323683"/>
            <a:ext cx="307777" cy="369332"/>
          </a:xfrm>
          <a:prstGeom prst="rect">
            <a:avLst/>
          </a:prstGeom>
          <a:noFill/>
        </p:spPr>
        <p:txBody>
          <a:bodyPr wrap="none" lIns="0" tIns="0" rIns="0" bIns="0" rtlCol="0" anchor="ctr" anchorCtr="1">
            <a:spAutoFit/>
          </a:bodyPr>
          <a:lstStyle/>
          <a:p>
            <a:pPr algn="ctr"/>
            <a:r>
              <a:rPr lang="en-US" altLang="zh-CN" sz="2400" b="1" dirty="0">
                <a:latin typeface="Times New Roman" panose="02020603050405020304" pitchFamily="18" charset="0"/>
                <a:cs typeface="Times New Roman" panose="02020603050405020304" pitchFamily="18" charset="0"/>
              </a:rPr>
              <a:t>97</a:t>
            </a:r>
            <a:endParaRPr lang="zh-CN" altLang="en-US" sz="2400" b="1" dirty="0">
              <a:latin typeface="Times New Roman" panose="02020603050405020304" pitchFamily="18" charset="0"/>
              <a:cs typeface="Times New Roman" panose="02020603050405020304" pitchFamily="18" charset="0"/>
            </a:endParaRPr>
          </a:p>
        </p:txBody>
      </p:sp>
      <p:sp>
        <p:nvSpPr>
          <p:cNvPr id="71" name="文本框 70">
            <a:extLst>
              <a:ext uri="{FF2B5EF4-FFF2-40B4-BE49-F238E27FC236}">
                <a16:creationId xmlns:a16="http://schemas.microsoft.com/office/drawing/2014/main" id="{3B01CF18-AD50-4887-A200-984BC59B2174}"/>
              </a:ext>
            </a:extLst>
          </p:cNvPr>
          <p:cNvSpPr txBox="1"/>
          <p:nvPr/>
        </p:nvSpPr>
        <p:spPr>
          <a:xfrm>
            <a:off x="9534185" y="1318178"/>
            <a:ext cx="307777" cy="369332"/>
          </a:xfrm>
          <a:prstGeom prst="rect">
            <a:avLst/>
          </a:prstGeom>
          <a:noFill/>
        </p:spPr>
        <p:txBody>
          <a:bodyPr wrap="none" lIns="0" tIns="0" rIns="0" bIns="0" rtlCol="0" anchor="ctr" anchorCtr="1">
            <a:spAutoFit/>
          </a:bodyPr>
          <a:lstStyle/>
          <a:p>
            <a:pPr algn="ctr"/>
            <a:r>
              <a:rPr lang="en-US" altLang="zh-CN" sz="2400" b="1" dirty="0">
                <a:latin typeface="Times New Roman" panose="02020603050405020304" pitchFamily="18" charset="0"/>
                <a:cs typeface="Times New Roman" panose="02020603050405020304" pitchFamily="18" charset="0"/>
              </a:rPr>
              <a:t>76</a:t>
            </a:r>
            <a:endParaRPr lang="zh-CN" altLang="en-US" sz="2400" b="1" dirty="0">
              <a:latin typeface="Times New Roman" panose="02020603050405020304" pitchFamily="18" charset="0"/>
              <a:cs typeface="Times New Roman" panose="02020603050405020304" pitchFamily="18" charset="0"/>
            </a:endParaRPr>
          </a:p>
        </p:txBody>
      </p:sp>
      <p:sp>
        <p:nvSpPr>
          <p:cNvPr id="72" name="文本框 71">
            <a:extLst>
              <a:ext uri="{FF2B5EF4-FFF2-40B4-BE49-F238E27FC236}">
                <a16:creationId xmlns:a16="http://schemas.microsoft.com/office/drawing/2014/main" id="{C660FC1B-6C6F-40F4-BACD-85EC5F2D6F38}"/>
              </a:ext>
            </a:extLst>
          </p:cNvPr>
          <p:cNvSpPr txBox="1"/>
          <p:nvPr/>
        </p:nvSpPr>
        <p:spPr>
          <a:xfrm>
            <a:off x="10002736" y="1324902"/>
            <a:ext cx="307777" cy="369332"/>
          </a:xfrm>
          <a:prstGeom prst="rect">
            <a:avLst/>
          </a:prstGeom>
          <a:noFill/>
        </p:spPr>
        <p:txBody>
          <a:bodyPr wrap="none" lIns="0" tIns="0" rIns="0" bIns="0" rtlCol="0" anchor="ctr" anchorCtr="1">
            <a:spAutoFit/>
          </a:bodyPr>
          <a:lstStyle/>
          <a:p>
            <a:pPr algn="ctr"/>
            <a:r>
              <a:rPr lang="en-US" altLang="zh-CN" sz="2400" b="1" dirty="0">
                <a:latin typeface="Times New Roman" panose="02020603050405020304" pitchFamily="18" charset="0"/>
                <a:cs typeface="Times New Roman" panose="02020603050405020304" pitchFamily="18" charset="0"/>
              </a:rPr>
              <a:t>13</a:t>
            </a:r>
            <a:endParaRPr lang="zh-CN" altLang="en-US" sz="2400" b="1" dirty="0">
              <a:latin typeface="Times New Roman" panose="02020603050405020304" pitchFamily="18" charset="0"/>
              <a:cs typeface="Times New Roman" panose="02020603050405020304" pitchFamily="18" charset="0"/>
            </a:endParaRPr>
          </a:p>
        </p:txBody>
      </p:sp>
      <p:sp>
        <p:nvSpPr>
          <p:cNvPr id="73" name="文本框 72">
            <a:extLst>
              <a:ext uri="{FF2B5EF4-FFF2-40B4-BE49-F238E27FC236}">
                <a16:creationId xmlns:a16="http://schemas.microsoft.com/office/drawing/2014/main" id="{94080314-3BC3-4179-BE9D-1E49CEA6F3D6}"/>
              </a:ext>
            </a:extLst>
          </p:cNvPr>
          <p:cNvSpPr txBox="1"/>
          <p:nvPr/>
        </p:nvSpPr>
        <p:spPr>
          <a:xfrm>
            <a:off x="10463721" y="1318463"/>
            <a:ext cx="307777" cy="369332"/>
          </a:xfrm>
          <a:prstGeom prst="rect">
            <a:avLst/>
          </a:prstGeom>
          <a:noFill/>
        </p:spPr>
        <p:txBody>
          <a:bodyPr wrap="none" lIns="0" tIns="0" rIns="0" bIns="0" rtlCol="0" anchor="ctr" anchorCtr="1">
            <a:spAutoFit/>
          </a:bodyPr>
          <a:lstStyle/>
          <a:p>
            <a:pPr algn="ctr"/>
            <a:r>
              <a:rPr lang="en-US" altLang="zh-CN" sz="2400" b="1" dirty="0">
                <a:latin typeface="Times New Roman" panose="02020603050405020304" pitchFamily="18" charset="0"/>
                <a:cs typeface="Times New Roman" panose="02020603050405020304" pitchFamily="18" charset="0"/>
              </a:rPr>
              <a:t>27</a:t>
            </a:r>
            <a:endParaRPr lang="zh-CN" altLang="en-US" sz="2400" b="1" dirty="0">
              <a:latin typeface="Times New Roman" panose="02020603050405020304" pitchFamily="18" charset="0"/>
              <a:cs typeface="Times New Roman" panose="02020603050405020304" pitchFamily="18" charset="0"/>
            </a:endParaRPr>
          </a:p>
        </p:txBody>
      </p:sp>
      <p:grpSp>
        <p:nvGrpSpPr>
          <p:cNvPr id="77" name="组合 76">
            <a:extLst>
              <a:ext uri="{FF2B5EF4-FFF2-40B4-BE49-F238E27FC236}">
                <a16:creationId xmlns:a16="http://schemas.microsoft.com/office/drawing/2014/main" id="{F5EA50EB-FA37-45C0-8CA3-4D139B784D32}"/>
              </a:ext>
            </a:extLst>
          </p:cNvPr>
          <p:cNvGrpSpPr/>
          <p:nvPr/>
        </p:nvGrpSpPr>
        <p:grpSpPr>
          <a:xfrm>
            <a:off x="10919394" y="1323683"/>
            <a:ext cx="313075" cy="369332"/>
            <a:chOff x="10485075" y="2228410"/>
            <a:chExt cx="313075" cy="369332"/>
          </a:xfrm>
        </p:grpSpPr>
        <p:sp>
          <p:nvSpPr>
            <p:cNvPr id="74" name="文本框 73">
              <a:extLst>
                <a:ext uri="{FF2B5EF4-FFF2-40B4-BE49-F238E27FC236}">
                  <a16:creationId xmlns:a16="http://schemas.microsoft.com/office/drawing/2014/main" id="{867D0154-9172-4111-8B9A-FCE8716AA069}"/>
                </a:ext>
              </a:extLst>
            </p:cNvPr>
            <p:cNvSpPr txBox="1"/>
            <p:nvPr/>
          </p:nvSpPr>
          <p:spPr>
            <a:xfrm>
              <a:off x="10485075" y="2228410"/>
              <a:ext cx="307777" cy="369332"/>
            </a:xfrm>
            <a:prstGeom prst="rect">
              <a:avLst/>
            </a:prstGeom>
            <a:noFill/>
          </p:spPr>
          <p:txBody>
            <a:bodyPr wrap="none" lIns="0" tIns="0" rIns="0" bIns="0" rtlCol="0" anchor="ctr" anchorCtr="1">
              <a:spAutoFit/>
            </a:bodyPr>
            <a:lstStyle/>
            <a:p>
              <a:pPr algn="ctr"/>
              <a:r>
                <a:rPr lang="en-US" altLang="zh-CN" sz="2400" b="1" dirty="0">
                  <a:latin typeface="Times New Roman" panose="02020603050405020304" pitchFamily="18" charset="0"/>
                  <a:cs typeface="Times New Roman" panose="02020603050405020304" pitchFamily="18" charset="0"/>
                </a:rPr>
                <a:t>49</a:t>
              </a:r>
              <a:endParaRPr lang="zh-CN" altLang="en-US" sz="2400" b="1" dirty="0">
                <a:latin typeface="Times New Roman" panose="02020603050405020304" pitchFamily="18" charset="0"/>
                <a:cs typeface="Times New Roman" panose="02020603050405020304" pitchFamily="18" charset="0"/>
              </a:endParaRPr>
            </a:p>
          </p:txBody>
        </p:sp>
        <p:cxnSp>
          <p:nvCxnSpPr>
            <p:cNvPr id="76" name="直接连接符 75">
              <a:extLst>
                <a:ext uri="{FF2B5EF4-FFF2-40B4-BE49-F238E27FC236}">
                  <a16:creationId xmlns:a16="http://schemas.microsoft.com/office/drawing/2014/main" id="{F58D866A-7AB0-4980-A0EE-5183C5C9DB12}"/>
                </a:ext>
              </a:extLst>
            </p:cNvPr>
            <p:cNvCxnSpPr/>
            <p:nvPr/>
          </p:nvCxnSpPr>
          <p:spPr>
            <a:xfrm>
              <a:off x="10489843" y="2279547"/>
              <a:ext cx="308307" cy="0"/>
            </a:xfrm>
            <a:prstGeom prst="line">
              <a:avLst/>
            </a:prstGeom>
            <a:ln w="38100"/>
          </p:spPr>
          <p:style>
            <a:lnRef idx="1">
              <a:schemeClr val="accent1"/>
            </a:lnRef>
            <a:fillRef idx="0">
              <a:schemeClr val="accent1"/>
            </a:fillRef>
            <a:effectRef idx="0">
              <a:schemeClr val="accent1"/>
            </a:effectRef>
            <a:fontRef idx="minor">
              <a:schemeClr val="tx1"/>
            </a:fontRef>
          </p:style>
        </p:cxnSp>
      </p:grpSp>
      <p:sp>
        <p:nvSpPr>
          <p:cNvPr id="78" name="文本框 77">
            <a:extLst>
              <a:ext uri="{FF2B5EF4-FFF2-40B4-BE49-F238E27FC236}">
                <a16:creationId xmlns:a16="http://schemas.microsoft.com/office/drawing/2014/main" id="{720EB46E-E143-4217-A07D-0A320EEA4895}"/>
              </a:ext>
            </a:extLst>
          </p:cNvPr>
          <p:cNvSpPr txBox="1"/>
          <p:nvPr/>
        </p:nvSpPr>
        <p:spPr>
          <a:xfrm>
            <a:off x="7978206" y="1368965"/>
            <a:ext cx="213200" cy="317651"/>
          </a:xfrm>
          <a:prstGeom prst="rect">
            <a:avLst/>
          </a:prstGeom>
          <a:noFill/>
        </p:spPr>
        <p:txBody>
          <a:bodyPr wrap="none" lIns="0" tIns="0" rIns="0" bIns="0" rtlCol="0" anchor="ctr" anchorCtr="1">
            <a:spAutoFit/>
          </a:bodyPr>
          <a:lstStyle/>
          <a:p>
            <a:pPr algn="ctr">
              <a:lnSpc>
                <a:spcPct val="85000"/>
              </a:lnSpc>
            </a:pPr>
            <a:r>
              <a:rPr lang="en-US" altLang="zh-CN" sz="2400" b="1" dirty="0">
                <a:solidFill>
                  <a:srgbClr val="C00000"/>
                </a:solidFill>
              </a:rPr>
              <a:t>&gt;</a:t>
            </a:r>
            <a:endParaRPr lang="zh-CN" altLang="en-US" sz="2400" b="1" dirty="0">
              <a:solidFill>
                <a:srgbClr val="C00000"/>
              </a:solidFill>
            </a:endParaRPr>
          </a:p>
        </p:txBody>
      </p:sp>
      <p:sp>
        <p:nvSpPr>
          <p:cNvPr id="79" name="文本框 78">
            <a:extLst>
              <a:ext uri="{FF2B5EF4-FFF2-40B4-BE49-F238E27FC236}">
                <a16:creationId xmlns:a16="http://schemas.microsoft.com/office/drawing/2014/main" id="{8AD7AA29-4B25-442E-9C92-BF2410F19875}"/>
              </a:ext>
            </a:extLst>
          </p:cNvPr>
          <p:cNvSpPr txBox="1"/>
          <p:nvPr/>
        </p:nvSpPr>
        <p:spPr>
          <a:xfrm>
            <a:off x="8433592" y="1375404"/>
            <a:ext cx="213200" cy="317651"/>
          </a:xfrm>
          <a:prstGeom prst="rect">
            <a:avLst/>
          </a:prstGeom>
          <a:noFill/>
        </p:spPr>
        <p:txBody>
          <a:bodyPr wrap="none" lIns="0" tIns="0" rIns="0" bIns="0" rtlCol="0" anchor="ctr" anchorCtr="1">
            <a:spAutoFit/>
          </a:bodyPr>
          <a:lstStyle/>
          <a:p>
            <a:pPr algn="ctr">
              <a:lnSpc>
                <a:spcPct val="85000"/>
              </a:lnSpc>
            </a:pPr>
            <a:r>
              <a:rPr lang="en-US" altLang="zh-CN" sz="2400" b="1" dirty="0">
                <a:solidFill>
                  <a:srgbClr val="C00000"/>
                </a:solidFill>
              </a:rPr>
              <a:t>&lt;</a:t>
            </a:r>
            <a:endParaRPr lang="zh-CN" altLang="en-US" sz="2400" b="1" dirty="0">
              <a:solidFill>
                <a:srgbClr val="C00000"/>
              </a:solidFill>
            </a:endParaRPr>
          </a:p>
        </p:txBody>
      </p:sp>
      <p:sp>
        <p:nvSpPr>
          <p:cNvPr id="80" name="文本框 79">
            <a:extLst>
              <a:ext uri="{FF2B5EF4-FFF2-40B4-BE49-F238E27FC236}">
                <a16:creationId xmlns:a16="http://schemas.microsoft.com/office/drawing/2014/main" id="{9844AD20-5F0F-472F-9074-A423F1F3A92E}"/>
              </a:ext>
            </a:extLst>
          </p:cNvPr>
          <p:cNvSpPr txBox="1"/>
          <p:nvPr/>
        </p:nvSpPr>
        <p:spPr>
          <a:xfrm>
            <a:off x="8895382" y="1375404"/>
            <a:ext cx="213200" cy="317651"/>
          </a:xfrm>
          <a:prstGeom prst="rect">
            <a:avLst/>
          </a:prstGeom>
          <a:noFill/>
        </p:spPr>
        <p:txBody>
          <a:bodyPr wrap="none" lIns="0" tIns="0" rIns="0" bIns="0" rtlCol="0" anchor="ctr" anchorCtr="1">
            <a:spAutoFit/>
          </a:bodyPr>
          <a:lstStyle/>
          <a:p>
            <a:pPr algn="ctr">
              <a:lnSpc>
                <a:spcPct val="85000"/>
              </a:lnSpc>
            </a:pPr>
            <a:r>
              <a:rPr lang="en-US" altLang="zh-CN" sz="2400" b="1" dirty="0">
                <a:solidFill>
                  <a:srgbClr val="C00000"/>
                </a:solidFill>
              </a:rPr>
              <a:t>&lt;</a:t>
            </a:r>
            <a:endParaRPr lang="zh-CN" altLang="en-US" sz="2400" b="1" dirty="0">
              <a:solidFill>
                <a:srgbClr val="C00000"/>
              </a:solidFill>
            </a:endParaRPr>
          </a:p>
        </p:txBody>
      </p:sp>
      <p:sp>
        <p:nvSpPr>
          <p:cNvPr id="81" name="文本框 80">
            <a:extLst>
              <a:ext uri="{FF2B5EF4-FFF2-40B4-BE49-F238E27FC236}">
                <a16:creationId xmlns:a16="http://schemas.microsoft.com/office/drawing/2014/main" id="{2AB7B9E6-9005-4E30-92E7-97909E16733E}"/>
              </a:ext>
            </a:extLst>
          </p:cNvPr>
          <p:cNvSpPr txBox="1"/>
          <p:nvPr/>
        </p:nvSpPr>
        <p:spPr>
          <a:xfrm>
            <a:off x="9360315" y="1382592"/>
            <a:ext cx="213200" cy="317651"/>
          </a:xfrm>
          <a:prstGeom prst="rect">
            <a:avLst/>
          </a:prstGeom>
          <a:noFill/>
        </p:spPr>
        <p:txBody>
          <a:bodyPr wrap="none" lIns="0" tIns="0" rIns="0" bIns="0" rtlCol="0" anchor="ctr" anchorCtr="1">
            <a:spAutoFit/>
          </a:bodyPr>
          <a:lstStyle/>
          <a:p>
            <a:pPr algn="ctr">
              <a:lnSpc>
                <a:spcPct val="85000"/>
              </a:lnSpc>
            </a:pPr>
            <a:r>
              <a:rPr lang="en-US" altLang="zh-CN" sz="2400" b="1" dirty="0">
                <a:solidFill>
                  <a:srgbClr val="C00000"/>
                </a:solidFill>
              </a:rPr>
              <a:t>&gt;</a:t>
            </a:r>
            <a:endParaRPr lang="zh-CN" altLang="en-US" sz="2400" b="1" dirty="0">
              <a:solidFill>
                <a:srgbClr val="C00000"/>
              </a:solidFill>
            </a:endParaRPr>
          </a:p>
        </p:txBody>
      </p:sp>
      <p:sp>
        <p:nvSpPr>
          <p:cNvPr id="88" name="文本框 87">
            <a:extLst>
              <a:ext uri="{FF2B5EF4-FFF2-40B4-BE49-F238E27FC236}">
                <a16:creationId xmlns:a16="http://schemas.microsoft.com/office/drawing/2014/main" id="{463C936F-59CE-4550-A8E3-46DC0AAE5481}"/>
              </a:ext>
            </a:extLst>
          </p:cNvPr>
          <p:cNvSpPr txBox="1"/>
          <p:nvPr/>
        </p:nvSpPr>
        <p:spPr>
          <a:xfrm>
            <a:off x="9820693" y="1382592"/>
            <a:ext cx="213200" cy="317651"/>
          </a:xfrm>
          <a:prstGeom prst="rect">
            <a:avLst/>
          </a:prstGeom>
          <a:noFill/>
        </p:spPr>
        <p:txBody>
          <a:bodyPr wrap="none" lIns="0" tIns="0" rIns="0" bIns="0" rtlCol="0" anchor="ctr" anchorCtr="1">
            <a:spAutoFit/>
          </a:bodyPr>
          <a:lstStyle/>
          <a:p>
            <a:pPr algn="ctr">
              <a:lnSpc>
                <a:spcPct val="85000"/>
              </a:lnSpc>
            </a:pPr>
            <a:r>
              <a:rPr lang="en-US" altLang="zh-CN" sz="2400" b="1" dirty="0">
                <a:solidFill>
                  <a:srgbClr val="C00000"/>
                </a:solidFill>
              </a:rPr>
              <a:t>&gt;</a:t>
            </a:r>
            <a:endParaRPr lang="zh-CN" altLang="en-US" sz="2400" b="1" dirty="0">
              <a:solidFill>
                <a:srgbClr val="C00000"/>
              </a:solidFill>
            </a:endParaRPr>
          </a:p>
        </p:txBody>
      </p:sp>
      <p:sp>
        <p:nvSpPr>
          <p:cNvPr id="98" name="文本框 97">
            <a:extLst>
              <a:ext uri="{FF2B5EF4-FFF2-40B4-BE49-F238E27FC236}">
                <a16:creationId xmlns:a16="http://schemas.microsoft.com/office/drawing/2014/main" id="{15024AE4-472C-4AB3-8F98-BF530BC5D62F}"/>
              </a:ext>
            </a:extLst>
          </p:cNvPr>
          <p:cNvSpPr txBox="1"/>
          <p:nvPr/>
        </p:nvSpPr>
        <p:spPr>
          <a:xfrm>
            <a:off x="10280347" y="1382592"/>
            <a:ext cx="213200" cy="317651"/>
          </a:xfrm>
          <a:prstGeom prst="rect">
            <a:avLst/>
          </a:prstGeom>
          <a:noFill/>
        </p:spPr>
        <p:txBody>
          <a:bodyPr wrap="none" lIns="0" tIns="0" rIns="0" bIns="0" rtlCol="0" anchor="ctr" anchorCtr="1">
            <a:spAutoFit/>
          </a:bodyPr>
          <a:lstStyle/>
          <a:p>
            <a:pPr algn="ctr">
              <a:lnSpc>
                <a:spcPct val="85000"/>
              </a:lnSpc>
            </a:pPr>
            <a:r>
              <a:rPr lang="en-US" altLang="zh-CN" sz="2400" b="1" dirty="0">
                <a:solidFill>
                  <a:srgbClr val="C00000"/>
                </a:solidFill>
              </a:rPr>
              <a:t>&gt;</a:t>
            </a:r>
            <a:endParaRPr lang="zh-CN" altLang="en-US" sz="2400" b="1" dirty="0">
              <a:solidFill>
                <a:srgbClr val="C00000"/>
              </a:solidFill>
            </a:endParaRPr>
          </a:p>
        </p:txBody>
      </p:sp>
      <p:sp>
        <p:nvSpPr>
          <p:cNvPr id="105" name="文本框 104">
            <a:extLst>
              <a:ext uri="{FF2B5EF4-FFF2-40B4-BE49-F238E27FC236}">
                <a16:creationId xmlns:a16="http://schemas.microsoft.com/office/drawing/2014/main" id="{6583CB57-A885-4D64-A467-E22BCC905447}"/>
              </a:ext>
            </a:extLst>
          </p:cNvPr>
          <p:cNvSpPr txBox="1"/>
          <p:nvPr/>
        </p:nvSpPr>
        <p:spPr>
          <a:xfrm>
            <a:off x="10732285" y="1382592"/>
            <a:ext cx="213200" cy="317651"/>
          </a:xfrm>
          <a:prstGeom prst="rect">
            <a:avLst/>
          </a:prstGeom>
          <a:noFill/>
        </p:spPr>
        <p:txBody>
          <a:bodyPr wrap="none" lIns="0" tIns="0" rIns="0" bIns="0" rtlCol="0" anchor="ctr" anchorCtr="1">
            <a:spAutoFit/>
          </a:bodyPr>
          <a:lstStyle/>
          <a:p>
            <a:pPr algn="ctr">
              <a:lnSpc>
                <a:spcPct val="85000"/>
              </a:lnSpc>
            </a:pPr>
            <a:r>
              <a:rPr lang="en-US" altLang="zh-CN" sz="2400" b="1" dirty="0">
                <a:solidFill>
                  <a:srgbClr val="C00000"/>
                </a:solidFill>
              </a:rPr>
              <a:t>&gt;</a:t>
            </a:r>
            <a:endParaRPr lang="zh-CN" altLang="en-US" sz="2400" b="1" dirty="0">
              <a:solidFill>
                <a:srgbClr val="C00000"/>
              </a:solidFill>
            </a:endParaRPr>
          </a:p>
        </p:txBody>
      </p:sp>
      <p:sp>
        <p:nvSpPr>
          <p:cNvPr id="113" name="文本框 112">
            <a:extLst>
              <a:ext uri="{FF2B5EF4-FFF2-40B4-BE49-F238E27FC236}">
                <a16:creationId xmlns:a16="http://schemas.microsoft.com/office/drawing/2014/main" id="{B4A7621A-5617-4521-A299-566908B67BB4}"/>
              </a:ext>
            </a:extLst>
          </p:cNvPr>
          <p:cNvSpPr txBox="1"/>
          <p:nvPr/>
        </p:nvSpPr>
        <p:spPr>
          <a:xfrm>
            <a:off x="1039665" y="3200240"/>
            <a:ext cx="9799909" cy="3139321"/>
          </a:xfrm>
          <a:prstGeom prst="rect">
            <a:avLst/>
          </a:prstGeom>
          <a:solidFill>
            <a:srgbClr val="ECF3FA"/>
          </a:solidFill>
          <a:ln w="19050">
            <a:solidFill>
              <a:srgbClr val="002060"/>
            </a:solidFill>
          </a:ln>
        </p:spPr>
        <p:txBody>
          <a:bodyPr wrap="square">
            <a:spAutoFit/>
          </a:bodyPr>
          <a:lstStyle/>
          <a:p>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void</a:t>
            </a:r>
            <a:r>
              <a:rPr lang="en-US" altLang="zh-CN" b="1" dirty="0">
                <a:latin typeface="Courier New" panose="02070309020205020404" pitchFamily="49" charset="0"/>
                <a:cs typeface="Courier New" panose="02070309020205020404" pitchFamily="49" charset="0"/>
              </a:rPr>
              <a:t> </a:t>
            </a:r>
            <a:r>
              <a:rPr lang="en-US" altLang="zh-CN" b="1" dirty="0" err="1">
                <a:latin typeface="Courier New" panose="02070309020205020404" pitchFamily="49" charset="0"/>
                <a:cs typeface="Courier New" panose="02070309020205020404" pitchFamily="49" charset="0"/>
              </a:rPr>
              <a:t>InsertSort</a:t>
            </a:r>
            <a:r>
              <a:rPr lang="en-US" altLang="zh-CN" b="1" dirty="0">
                <a:latin typeface="Courier New" panose="02070309020205020404" pitchFamily="49" charset="0"/>
                <a:cs typeface="Courier New" panose="02070309020205020404" pitchFamily="49" charset="0"/>
              </a:rPr>
              <a:t>(</a:t>
            </a:r>
            <a:r>
              <a:rPr lang="en-US" altLang="zh-CN" b="1" dirty="0" err="1">
                <a:latin typeface="Courier New" panose="02070309020205020404" pitchFamily="49" charset="0"/>
                <a:cs typeface="Courier New" panose="02070309020205020404" pitchFamily="49" charset="0"/>
              </a:rPr>
              <a:t>SqList</a:t>
            </a:r>
            <a:r>
              <a:rPr lang="en-US" altLang="zh-CN" b="1" dirty="0">
                <a:latin typeface="Courier New" panose="02070309020205020404" pitchFamily="49" charset="0"/>
                <a:cs typeface="Courier New" panose="02070309020205020404" pitchFamily="49" charset="0"/>
              </a:rPr>
              <a:t> L) </a:t>
            </a:r>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en-US" altLang="zh-CN" b="1" dirty="0">
                <a:latin typeface="Courier New" panose="02070309020205020404" pitchFamily="49" charset="0"/>
                <a:cs typeface="Courier New" panose="02070309020205020404" pitchFamily="49" charset="0"/>
              </a:rPr>
              <a:t>  </a:t>
            </a:r>
            <a:r>
              <a:rPr lang="en-US" altLang="zh-CN" b="1" dirty="0">
                <a:solidFill>
                  <a:schemeClr val="accent6">
                    <a:lumMod val="75000"/>
                  </a:schemeClr>
                </a:solidFill>
                <a:latin typeface="Courier New" panose="02070309020205020404" pitchFamily="49" charset="0"/>
                <a:cs typeface="Courier New" panose="02070309020205020404" pitchFamily="49" charset="0"/>
              </a:rPr>
              <a:t>//</a:t>
            </a:r>
            <a:r>
              <a:rPr lang="en-US" altLang="zh-CN" b="1" dirty="0">
                <a:solidFill>
                  <a:srgbClr val="0070C0"/>
                </a:solidFill>
                <a:latin typeface="Courier New" panose="02070309020205020404" pitchFamily="49" charset="0"/>
                <a:cs typeface="Courier New" panose="02070309020205020404" pitchFamily="49" charset="0"/>
              </a:rPr>
              <a:t> </a:t>
            </a:r>
            <a:r>
              <a:rPr lang="zh-CN" altLang="en-US"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算法</a:t>
            </a:r>
            <a:r>
              <a:rPr lang="en-US" altLang="zh-CN"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10.1</a:t>
            </a:r>
          </a:p>
          <a:p>
            <a:r>
              <a:rPr lang="en-US" altLang="zh-CN" b="1" dirty="0">
                <a:latin typeface="Courier New" panose="02070309020205020404" pitchFamily="49" charset="0"/>
                <a:cs typeface="Courier New" panose="02070309020205020404" pitchFamily="49" charset="0"/>
              </a:rPr>
              <a:t>   </a:t>
            </a:r>
            <a:r>
              <a:rPr lang="en-US" altLang="zh-CN" b="1" dirty="0">
                <a:solidFill>
                  <a:schemeClr val="accent6">
                    <a:lumMod val="75000"/>
                  </a:schemeClr>
                </a:solidFill>
                <a:latin typeface="Courier New" panose="02070309020205020404" pitchFamily="49" charset="0"/>
                <a:cs typeface="Courier New" panose="02070309020205020404" pitchFamily="49" charset="0"/>
              </a:rPr>
              <a:t>// </a:t>
            </a:r>
            <a:r>
              <a:rPr lang="zh-CN" altLang="en-US" b="1" dirty="0">
                <a:solidFill>
                  <a:schemeClr val="accent6">
                    <a:lumMod val="75000"/>
                  </a:schemeClr>
                </a:solidFill>
                <a:latin typeface="Courier New" panose="02070309020205020404" pitchFamily="49" charset="0"/>
                <a:cs typeface="Courier New" panose="02070309020205020404" pitchFamily="49" charset="0"/>
              </a:rPr>
              <a:t>对顺序表</a:t>
            </a:r>
            <a:r>
              <a:rPr lang="en-US" altLang="zh-CN" b="1" dirty="0">
                <a:solidFill>
                  <a:schemeClr val="accent6">
                    <a:lumMod val="75000"/>
                  </a:schemeClr>
                </a:solidFill>
                <a:latin typeface="Courier New" panose="02070309020205020404" pitchFamily="49" charset="0"/>
                <a:cs typeface="Courier New" panose="02070309020205020404" pitchFamily="49" charset="0"/>
              </a:rPr>
              <a:t>L</a:t>
            </a:r>
            <a:r>
              <a:rPr lang="zh-CN" altLang="en-US" b="1" dirty="0">
                <a:solidFill>
                  <a:schemeClr val="accent6">
                    <a:lumMod val="75000"/>
                  </a:schemeClr>
                </a:solidFill>
                <a:latin typeface="Courier New" panose="02070309020205020404" pitchFamily="49" charset="0"/>
                <a:cs typeface="Courier New" panose="02070309020205020404" pitchFamily="49" charset="0"/>
              </a:rPr>
              <a:t>作直接插入排序。</a:t>
            </a:r>
          </a:p>
          <a:p>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for</a:t>
            </a:r>
            <a:r>
              <a:rPr lang="en-US" altLang="zh-CN" b="1" dirty="0">
                <a:latin typeface="Courier New" panose="02070309020205020404" pitchFamily="49" charset="0"/>
                <a:cs typeface="Courier New" panose="02070309020205020404" pitchFamily="49" charset="0"/>
              </a:rPr>
              <a:t> (</a:t>
            </a:r>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en-US" altLang="zh-CN" b="1" dirty="0">
                <a:latin typeface="Courier New" panose="02070309020205020404" pitchFamily="49" charset="0"/>
                <a:cs typeface="Courier New" panose="02070309020205020404" pitchFamily="49" charset="0"/>
              </a:rPr>
              <a:t> </a:t>
            </a:r>
            <a:r>
              <a:rPr lang="en-US" altLang="zh-CN" b="1" dirty="0" err="1">
                <a:latin typeface="Courier New" panose="02070309020205020404" pitchFamily="49" charset="0"/>
                <a:cs typeface="Courier New" panose="02070309020205020404" pitchFamily="49" charset="0"/>
              </a:rPr>
              <a:t>i</a:t>
            </a:r>
            <a:r>
              <a:rPr lang="en-US" altLang="zh-CN" b="1" dirty="0">
                <a:latin typeface="Courier New" panose="02070309020205020404" pitchFamily="49" charset="0"/>
                <a:cs typeface="Courier New" panose="02070309020205020404" pitchFamily="49" charset="0"/>
              </a:rPr>
              <a:t>=2; </a:t>
            </a:r>
            <a:r>
              <a:rPr lang="en-US" altLang="zh-CN" b="1" dirty="0" err="1">
                <a:latin typeface="Courier New" panose="02070309020205020404" pitchFamily="49" charset="0"/>
                <a:cs typeface="Courier New" panose="02070309020205020404" pitchFamily="49" charset="0"/>
              </a:rPr>
              <a:t>i</a:t>
            </a:r>
            <a:r>
              <a:rPr lang="en-US" altLang="zh-CN" b="1" dirty="0">
                <a:latin typeface="Courier New" panose="02070309020205020404" pitchFamily="49" charset="0"/>
                <a:cs typeface="Courier New" panose="02070309020205020404" pitchFamily="49" charset="0"/>
              </a:rPr>
              <a:t>&lt;=L-&gt;</a:t>
            </a:r>
            <a:r>
              <a:rPr lang="en-US" altLang="zh-CN" b="1" dirty="0" err="1">
                <a:latin typeface="Courier New" panose="02070309020205020404" pitchFamily="49" charset="0"/>
                <a:cs typeface="Courier New" panose="02070309020205020404" pitchFamily="49" charset="0"/>
              </a:rPr>
              <a:t>len</a:t>
            </a:r>
            <a:r>
              <a:rPr lang="en-US" altLang="zh-CN" b="1" dirty="0">
                <a:latin typeface="Courier New" panose="02070309020205020404" pitchFamily="49" charset="0"/>
                <a:cs typeface="Courier New" panose="02070309020205020404" pitchFamily="49" charset="0"/>
              </a:rPr>
              <a:t>; ++</a:t>
            </a:r>
            <a:r>
              <a:rPr lang="en-US" altLang="zh-CN" b="1" dirty="0" err="1">
                <a:latin typeface="Courier New" panose="02070309020205020404" pitchFamily="49" charset="0"/>
                <a:cs typeface="Courier New" panose="02070309020205020404" pitchFamily="49" charset="0"/>
              </a:rPr>
              <a:t>i</a:t>
            </a:r>
            <a:r>
              <a:rPr lang="en-US" altLang="zh-CN" b="1" dirty="0">
                <a:latin typeface="Courier New" panose="02070309020205020404" pitchFamily="49" charset="0"/>
                <a:cs typeface="Courier New" panose="02070309020205020404" pitchFamily="49" charset="0"/>
              </a:rPr>
              <a:t>)  </a:t>
            </a:r>
            <a:r>
              <a:rPr lang="en-US" altLang="zh-CN" b="1" dirty="0">
                <a:solidFill>
                  <a:schemeClr val="accent6">
                    <a:lumMod val="75000"/>
                  </a:schemeClr>
                </a:solidFill>
                <a:latin typeface="Courier New" panose="02070309020205020404" pitchFamily="49" charset="0"/>
                <a:cs typeface="Courier New" panose="02070309020205020404" pitchFamily="49" charset="0"/>
              </a:rPr>
              <a:t>//</a:t>
            </a:r>
            <a:r>
              <a:rPr lang="zh-CN" altLang="en-US" b="1" dirty="0">
                <a:solidFill>
                  <a:schemeClr val="accent6">
                    <a:lumMod val="75000"/>
                  </a:schemeClr>
                </a:solidFill>
                <a:latin typeface="Courier New" panose="02070309020205020404" pitchFamily="49" charset="0"/>
                <a:cs typeface="Courier New" panose="02070309020205020404" pitchFamily="49" charset="0"/>
              </a:rPr>
              <a:t> 初始有序子表仅</a:t>
            </a:r>
            <a:r>
              <a:rPr lang="en-US" altLang="zh-CN" b="1" dirty="0">
                <a:solidFill>
                  <a:srgbClr val="C00000"/>
                </a:solidFill>
                <a:latin typeface="Courier New" panose="02070309020205020404" pitchFamily="49" charset="0"/>
                <a:cs typeface="Courier New" panose="02070309020205020404" pitchFamily="49" charset="0"/>
              </a:rPr>
              <a:t>L-&gt;r[1]</a:t>
            </a:r>
            <a:r>
              <a:rPr lang="zh-CN" altLang="en-US" b="1" dirty="0">
                <a:solidFill>
                  <a:schemeClr val="accent6">
                    <a:lumMod val="75000"/>
                  </a:schemeClr>
                </a:solidFill>
                <a:latin typeface="Courier New" panose="02070309020205020404" pitchFamily="49" charset="0"/>
                <a:cs typeface="Courier New" panose="02070309020205020404" pitchFamily="49" charset="0"/>
              </a:rPr>
              <a:t>，共</a:t>
            </a:r>
            <a:r>
              <a:rPr lang="en-US" altLang="zh-CN" b="1" dirty="0">
                <a:solidFill>
                  <a:schemeClr val="accent6">
                    <a:lumMod val="75000"/>
                  </a:schemeClr>
                </a:solidFill>
                <a:latin typeface="Courier New" panose="02070309020205020404" pitchFamily="49" charset="0"/>
                <a:cs typeface="Courier New" panose="02070309020205020404" pitchFamily="49" charset="0"/>
              </a:rPr>
              <a:t>L-&gt;Len-1</a:t>
            </a:r>
            <a:r>
              <a:rPr lang="zh-CN" altLang="en-US" b="1" dirty="0">
                <a:solidFill>
                  <a:schemeClr val="accent6">
                    <a:lumMod val="75000"/>
                  </a:schemeClr>
                </a:solidFill>
                <a:latin typeface="Courier New" panose="02070309020205020404" pitchFamily="49" charset="0"/>
                <a:cs typeface="Courier New" panose="02070309020205020404" pitchFamily="49" charset="0"/>
              </a:rPr>
              <a:t>趟</a:t>
            </a:r>
            <a:endParaRPr lang="en-US" altLang="zh-CN" b="1" dirty="0">
              <a:solidFill>
                <a:schemeClr val="accent6">
                  <a:lumMod val="75000"/>
                </a:schemeClr>
              </a:solidFill>
              <a:latin typeface="Courier New" panose="02070309020205020404" pitchFamily="49" charset="0"/>
              <a:cs typeface="Courier New" panose="02070309020205020404" pitchFamily="49" charset="0"/>
            </a:endParaRPr>
          </a:p>
          <a:p>
            <a:r>
              <a:rPr lang="en-US" altLang="zh-CN" b="1" dirty="0">
                <a:latin typeface="Courier New" panose="02070309020205020404" pitchFamily="49" charset="0"/>
                <a:cs typeface="Courier New" panose="02070309020205020404" pitchFamily="49" charset="0"/>
              </a:rPr>
              <a:t>      </a:t>
            </a:r>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en-US" altLang="zh-CN" b="1" dirty="0">
                <a:latin typeface="Courier New" panose="02070309020205020404" pitchFamily="49" charset="0"/>
                <a:cs typeface="Courier New" panose="02070309020205020404" pitchFamily="49" charset="0"/>
              </a:rPr>
              <a:t> (LT(L-&gt;r[</a:t>
            </a:r>
            <a:r>
              <a:rPr lang="en-US" altLang="zh-CN" b="1" dirty="0" err="1">
                <a:latin typeface="Courier New" panose="02070309020205020404" pitchFamily="49" charset="0"/>
                <a:cs typeface="Courier New" panose="02070309020205020404" pitchFamily="49" charset="0"/>
              </a:rPr>
              <a:t>i</a:t>
            </a:r>
            <a:r>
              <a:rPr lang="en-US" altLang="zh-CN" b="1" dirty="0">
                <a:latin typeface="Courier New" panose="02070309020205020404" pitchFamily="49" charset="0"/>
                <a:cs typeface="Courier New" panose="02070309020205020404" pitchFamily="49" charset="0"/>
              </a:rPr>
              <a:t>], L-&gt;r[</a:t>
            </a:r>
            <a:r>
              <a:rPr lang="en-US" altLang="zh-CN" b="1" dirty="0" err="1">
                <a:latin typeface="Courier New" panose="02070309020205020404" pitchFamily="49" charset="0"/>
                <a:cs typeface="Courier New" panose="02070309020205020404" pitchFamily="49" charset="0"/>
              </a:rPr>
              <a:t>i</a:t>
            </a:r>
            <a:r>
              <a:rPr lang="en-US" altLang="zh-CN" b="1" dirty="0">
                <a:latin typeface="Courier New" panose="02070309020205020404" pitchFamily="49" charset="0"/>
                <a:cs typeface="Courier New" panose="02070309020205020404" pitchFamily="49" charset="0"/>
              </a:rPr>
              <a:t>-1])) </a:t>
            </a:r>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en-US" altLang="zh-CN" b="1" dirty="0">
                <a:latin typeface="Courier New" panose="02070309020205020404" pitchFamily="49" charset="0"/>
                <a:cs typeface="Courier New" panose="02070309020205020404" pitchFamily="49" charset="0"/>
              </a:rPr>
              <a:t>  </a:t>
            </a:r>
            <a:r>
              <a:rPr lang="en-US" altLang="zh-CN" b="1" dirty="0">
                <a:solidFill>
                  <a:schemeClr val="accent6">
                    <a:lumMod val="75000"/>
                  </a:schemeClr>
                </a:solidFill>
                <a:latin typeface="Courier New" panose="02070309020205020404" pitchFamily="49" charset="0"/>
                <a:cs typeface="Courier New" panose="02070309020205020404" pitchFamily="49" charset="0"/>
              </a:rPr>
              <a:t>// "</a:t>
            </a:r>
            <a:r>
              <a:rPr lang="en-US" altLang="zh-CN" b="1" dirty="0">
                <a:solidFill>
                  <a:srgbClr val="C00000"/>
                </a:solidFill>
                <a:latin typeface="Courier New" panose="02070309020205020404" pitchFamily="49" charset="0"/>
                <a:cs typeface="Courier New" panose="02070309020205020404" pitchFamily="49" charset="0"/>
              </a:rPr>
              <a:t>&lt;</a:t>
            </a:r>
            <a:r>
              <a:rPr lang="en-US" altLang="zh-CN" b="1" dirty="0">
                <a:solidFill>
                  <a:schemeClr val="accent6">
                    <a:lumMod val="75000"/>
                  </a:schemeClr>
                </a:solidFill>
                <a:latin typeface="Courier New" panose="02070309020205020404" pitchFamily="49" charset="0"/>
                <a:cs typeface="Courier New" panose="02070309020205020404" pitchFamily="49" charset="0"/>
              </a:rPr>
              <a:t>"</a:t>
            </a:r>
            <a:r>
              <a:rPr lang="zh-CN" altLang="en-US" b="1" dirty="0">
                <a:solidFill>
                  <a:schemeClr val="accent6">
                    <a:lumMod val="75000"/>
                  </a:schemeClr>
                </a:solidFill>
                <a:latin typeface="Courier New" panose="02070309020205020404" pitchFamily="49" charset="0"/>
                <a:cs typeface="Courier New" panose="02070309020205020404" pitchFamily="49" charset="0"/>
              </a:rPr>
              <a:t>时，需将</a:t>
            </a:r>
            <a:r>
              <a:rPr lang="en-US" altLang="zh-CN" b="1" dirty="0">
                <a:solidFill>
                  <a:srgbClr val="C00000"/>
                </a:solidFill>
                <a:latin typeface="Courier New" panose="02070309020205020404" pitchFamily="49" charset="0"/>
                <a:cs typeface="Courier New" panose="02070309020205020404" pitchFamily="49" charset="0"/>
              </a:rPr>
              <a:t>L-&gt;r[</a:t>
            </a:r>
            <a:r>
              <a:rPr lang="en-US" altLang="zh-CN" b="1" dirty="0" err="1">
                <a:solidFill>
                  <a:srgbClr val="C00000"/>
                </a:solidFill>
                <a:latin typeface="Courier New" panose="02070309020205020404" pitchFamily="49" charset="0"/>
                <a:cs typeface="Courier New" panose="02070309020205020404" pitchFamily="49" charset="0"/>
              </a:rPr>
              <a:t>i</a:t>
            </a:r>
            <a:r>
              <a:rPr lang="en-US" altLang="zh-CN" b="1" dirty="0">
                <a:solidFill>
                  <a:srgbClr val="C00000"/>
                </a:solidFill>
                <a:latin typeface="Courier New" panose="02070309020205020404" pitchFamily="49" charset="0"/>
                <a:cs typeface="Courier New" panose="02070309020205020404" pitchFamily="49" charset="0"/>
              </a:rPr>
              <a:t>]</a:t>
            </a:r>
            <a:r>
              <a:rPr lang="zh-CN" altLang="en-US" b="1" dirty="0">
                <a:solidFill>
                  <a:schemeClr val="accent6">
                    <a:lumMod val="75000"/>
                  </a:schemeClr>
                </a:solidFill>
                <a:latin typeface="Courier New" panose="02070309020205020404" pitchFamily="49" charset="0"/>
                <a:cs typeface="Courier New" panose="02070309020205020404" pitchFamily="49" charset="0"/>
              </a:rPr>
              <a:t>插入有序子表</a:t>
            </a:r>
          </a:p>
          <a:p>
            <a:r>
              <a:rPr lang="zh-CN" altLang="en-US" b="1" dirty="0">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L-&gt;r[0] = L-&gt;r[</a:t>
            </a:r>
            <a:r>
              <a:rPr lang="en-US" altLang="zh-CN" b="1" dirty="0" err="1">
                <a:latin typeface="Courier New" panose="02070309020205020404" pitchFamily="49" charset="0"/>
                <a:cs typeface="Courier New" panose="02070309020205020404" pitchFamily="49" charset="0"/>
              </a:rPr>
              <a:t>i</a:t>
            </a:r>
            <a:r>
              <a:rPr lang="en-US" altLang="zh-CN" b="1" dirty="0">
                <a:latin typeface="Courier New" panose="02070309020205020404" pitchFamily="49" charset="0"/>
                <a:cs typeface="Courier New" panose="02070309020205020404" pitchFamily="49" charset="0"/>
              </a:rPr>
              <a:t>];       </a:t>
            </a:r>
            <a:r>
              <a:rPr lang="en-US" altLang="zh-CN" b="1" dirty="0">
                <a:solidFill>
                  <a:schemeClr val="accent6">
                    <a:lumMod val="75000"/>
                  </a:schemeClr>
                </a:solidFill>
                <a:latin typeface="Courier New" panose="02070309020205020404" pitchFamily="49" charset="0"/>
                <a:cs typeface="Courier New" panose="02070309020205020404" pitchFamily="49" charset="0"/>
              </a:rPr>
              <a:t>// </a:t>
            </a:r>
            <a:r>
              <a:rPr lang="zh-CN" altLang="en-US" b="1" dirty="0">
                <a:solidFill>
                  <a:schemeClr val="accent6">
                    <a:lumMod val="75000"/>
                  </a:schemeClr>
                </a:solidFill>
                <a:latin typeface="Courier New" panose="02070309020205020404" pitchFamily="49" charset="0"/>
                <a:cs typeface="Courier New" panose="02070309020205020404" pitchFamily="49" charset="0"/>
              </a:rPr>
              <a:t>复制为哨兵</a:t>
            </a:r>
            <a:endParaRPr lang="en-US" altLang="zh-CN" b="1" dirty="0">
              <a:solidFill>
                <a:schemeClr val="accent6">
                  <a:lumMod val="75000"/>
                </a:schemeClr>
              </a:solidFill>
              <a:latin typeface="Courier New" panose="02070309020205020404" pitchFamily="49" charset="0"/>
              <a:cs typeface="Courier New" panose="02070309020205020404" pitchFamily="49" charset="0"/>
            </a:endParaRPr>
          </a:p>
          <a:p>
            <a:r>
              <a:rPr lang="en-US" altLang="zh-CN" b="1" dirty="0">
                <a:latin typeface="Courier New" panose="02070309020205020404" pitchFamily="49" charset="0"/>
                <a:cs typeface="Courier New" panose="02070309020205020404" pitchFamily="49" charset="0"/>
              </a:rPr>
              <a:t>         L-&gt;r[</a:t>
            </a:r>
            <a:r>
              <a:rPr lang="en-US" altLang="zh-CN" b="1" dirty="0" err="1">
                <a:latin typeface="Courier New" panose="02070309020205020404" pitchFamily="49" charset="0"/>
                <a:cs typeface="Courier New" panose="02070309020205020404" pitchFamily="49" charset="0"/>
              </a:rPr>
              <a:t>i</a:t>
            </a:r>
            <a:r>
              <a:rPr lang="en-US" altLang="zh-CN" b="1" dirty="0">
                <a:latin typeface="Courier New" panose="02070309020205020404" pitchFamily="49" charset="0"/>
                <a:cs typeface="Courier New" panose="02070309020205020404" pitchFamily="49" charset="0"/>
              </a:rPr>
              <a:t>] = L-&gt;r[i-1];     </a:t>
            </a:r>
            <a:r>
              <a:rPr lang="en-US" altLang="zh-CN" b="1" dirty="0">
                <a:solidFill>
                  <a:schemeClr val="accent6">
                    <a:lumMod val="75000"/>
                  </a:schemeClr>
                </a:solidFill>
                <a:latin typeface="Courier New" panose="02070309020205020404" pitchFamily="49" charset="0"/>
                <a:cs typeface="Courier New" panose="02070309020205020404" pitchFamily="49" charset="0"/>
              </a:rPr>
              <a:t>// </a:t>
            </a:r>
            <a:r>
              <a:rPr lang="zh-CN" altLang="en-US" b="1" dirty="0">
                <a:solidFill>
                  <a:schemeClr val="accent6">
                    <a:lumMod val="75000"/>
                  </a:schemeClr>
                </a:solidFill>
                <a:latin typeface="Courier New" panose="02070309020205020404" pitchFamily="49" charset="0"/>
                <a:cs typeface="Courier New" panose="02070309020205020404" pitchFamily="49" charset="0"/>
              </a:rPr>
              <a:t>有序子表的表末元素后移</a:t>
            </a:r>
          </a:p>
          <a:p>
            <a:r>
              <a:rPr lang="zh-CN" altLang="en-US" b="1" dirty="0">
                <a:latin typeface="Courier New" panose="02070309020205020404" pitchFamily="49" charset="0"/>
                <a:cs typeface="Courier New" panose="02070309020205020404" pitchFamily="49" charset="0"/>
              </a:rPr>
              <a:t>         </a:t>
            </a:r>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for</a:t>
            </a:r>
            <a:r>
              <a:rPr lang="en-US" altLang="zh-CN" b="1" dirty="0">
                <a:latin typeface="Courier New" panose="02070309020205020404" pitchFamily="49" charset="0"/>
                <a:cs typeface="Courier New" panose="02070309020205020404" pitchFamily="49" charset="0"/>
              </a:rPr>
              <a:t> (</a:t>
            </a:r>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en-US" altLang="zh-CN" b="1" dirty="0">
                <a:latin typeface="Courier New" panose="02070309020205020404" pitchFamily="49" charset="0"/>
                <a:cs typeface="Courier New" panose="02070309020205020404" pitchFamily="49" charset="0"/>
              </a:rPr>
              <a:t> j=i-2;  LT(L-&gt;r[0], L-&gt;r[j]);  --j)</a:t>
            </a:r>
          </a:p>
          <a:p>
            <a:r>
              <a:rPr lang="en-US" altLang="zh-CN" b="1" dirty="0">
                <a:latin typeface="Courier New" panose="02070309020205020404" pitchFamily="49" charset="0"/>
                <a:cs typeface="Courier New" panose="02070309020205020404" pitchFamily="49" charset="0"/>
              </a:rPr>
              <a:t>            L-&gt;r[j+1] = L-&gt;r[j];  </a:t>
            </a:r>
            <a:r>
              <a:rPr lang="en-US" altLang="zh-CN" b="1" dirty="0">
                <a:solidFill>
                  <a:schemeClr val="accent6">
                    <a:lumMod val="75000"/>
                  </a:schemeClr>
                </a:solidFill>
                <a:latin typeface="Courier New" panose="02070309020205020404" pitchFamily="49" charset="0"/>
                <a:cs typeface="Courier New" panose="02070309020205020404" pitchFamily="49" charset="0"/>
              </a:rPr>
              <a:t>// </a:t>
            </a:r>
            <a:r>
              <a:rPr lang="zh-CN" altLang="en-US" b="1" dirty="0">
                <a:solidFill>
                  <a:schemeClr val="accent6">
                    <a:lumMod val="75000"/>
                  </a:schemeClr>
                </a:solidFill>
                <a:latin typeface="Courier New" panose="02070309020205020404" pitchFamily="49" charset="0"/>
                <a:cs typeface="Courier New" panose="02070309020205020404" pitchFamily="49" charset="0"/>
              </a:rPr>
              <a:t>记录后移</a:t>
            </a:r>
          </a:p>
          <a:p>
            <a:r>
              <a:rPr lang="zh-CN" altLang="en-US" b="1" dirty="0">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L-&gt;r[j+1] = L-&gt;r[0];     </a:t>
            </a:r>
            <a:r>
              <a:rPr lang="en-US" altLang="zh-CN" b="1" dirty="0">
                <a:solidFill>
                  <a:schemeClr val="accent6">
                    <a:lumMod val="75000"/>
                  </a:schemeClr>
                </a:solidFill>
                <a:latin typeface="Courier New" panose="02070309020205020404" pitchFamily="49" charset="0"/>
                <a:cs typeface="Courier New" panose="02070309020205020404" pitchFamily="49" charset="0"/>
              </a:rPr>
              <a:t>// </a:t>
            </a:r>
            <a:r>
              <a:rPr lang="zh-CN" altLang="en-US" b="1" dirty="0">
                <a:solidFill>
                  <a:schemeClr val="accent6">
                    <a:lumMod val="75000"/>
                  </a:schemeClr>
                </a:solidFill>
                <a:latin typeface="Courier New" panose="02070309020205020404" pitchFamily="49" charset="0"/>
                <a:cs typeface="Courier New" panose="02070309020205020404" pitchFamily="49" charset="0"/>
              </a:rPr>
              <a:t>插入到正确位置</a:t>
            </a:r>
          </a:p>
          <a:p>
            <a:r>
              <a:rPr lang="zh-CN" altLang="en-US" b="1" dirty="0">
                <a:latin typeface="Courier New" panose="02070309020205020404" pitchFamily="49" charset="0"/>
                <a:cs typeface="Courier New" panose="02070309020205020404" pitchFamily="49" charset="0"/>
              </a:rPr>
              <a:t>      </a:t>
            </a:r>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zh-CN" altLang="en-US" b="1" dirty="0">
              <a:solidFill>
                <a:srgbClr val="0070C0"/>
              </a:solidFill>
              <a:latin typeface="Courier New" panose="02070309020205020404" pitchFamily="49" charset="0"/>
              <a:cs typeface="Courier New" panose="02070309020205020404" pitchFamily="49" charset="0"/>
            </a:endParaRPr>
          </a:p>
        </p:txBody>
      </p:sp>
      <p:sp>
        <p:nvSpPr>
          <p:cNvPr id="114" name="矩形: 圆角 113">
            <a:extLst>
              <a:ext uri="{FF2B5EF4-FFF2-40B4-BE49-F238E27FC236}">
                <a16:creationId xmlns:a16="http://schemas.microsoft.com/office/drawing/2014/main" id="{DED37A41-87F0-46E0-B07F-7334291CEFA8}"/>
              </a:ext>
            </a:extLst>
          </p:cNvPr>
          <p:cNvSpPr/>
          <p:nvPr/>
        </p:nvSpPr>
        <p:spPr>
          <a:xfrm>
            <a:off x="1378168" y="247616"/>
            <a:ext cx="3559657" cy="486866"/>
          </a:xfrm>
          <a:prstGeom prst="roundRect">
            <a:avLst/>
          </a:prstGeom>
          <a:solidFill>
            <a:schemeClr val="tx2">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C00000"/>
                </a:solidFill>
                <a:effectLst>
                  <a:outerShdw blurRad="38100" dist="38100" dir="2700000" algn="tl">
                    <a:srgbClr val="000000">
                      <a:alpha val="43137"/>
                    </a:srgbClr>
                  </a:outerShdw>
                </a:effectLst>
              </a:rPr>
              <a:t>算法</a:t>
            </a:r>
            <a:r>
              <a:rPr lang="en-US" altLang="zh-CN" sz="2400" b="1" dirty="0">
                <a:solidFill>
                  <a:srgbClr val="C00000"/>
                </a:solidFill>
                <a:effectLst>
                  <a:outerShdw blurRad="38100" dist="38100" dir="2700000" algn="tl">
                    <a:srgbClr val="000000">
                      <a:alpha val="43137"/>
                    </a:srgbClr>
                  </a:outerShdw>
                </a:effectLst>
              </a:rPr>
              <a:t>10.1  </a:t>
            </a:r>
            <a:r>
              <a:rPr lang="zh-CN" altLang="en-US" sz="2400" b="1" dirty="0">
                <a:solidFill>
                  <a:srgbClr val="002060"/>
                </a:solidFill>
                <a:effectLst>
                  <a:outerShdw blurRad="38100" dist="38100" dir="2700000" algn="tl">
                    <a:srgbClr val="000000">
                      <a:alpha val="43137"/>
                    </a:srgbClr>
                  </a:outerShdw>
                </a:effectLst>
              </a:rPr>
              <a:t>直接插入排序</a:t>
            </a:r>
          </a:p>
        </p:txBody>
      </p:sp>
      <p:sp>
        <p:nvSpPr>
          <p:cNvPr id="2" name="文本框 1">
            <a:extLst>
              <a:ext uri="{FF2B5EF4-FFF2-40B4-BE49-F238E27FC236}">
                <a16:creationId xmlns:a16="http://schemas.microsoft.com/office/drawing/2014/main" id="{2BF00E18-CE0A-40D0-A9C0-4DAD3F6F2873}"/>
              </a:ext>
            </a:extLst>
          </p:cNvPr>
          <p:cNvSpPr txBox="1"/>
          <p:nvPr/>
        </p:nvSpPr>
        <p:spPr>
          <a:xfrm>
            <a:off x="590958" y="1066248"/>
            <a:ext cx="5837240" cy="1802225"/>
          </a:xfrm>
          <a:prstGeom prst="rect">
            <a:avLst/>
          </a:prstGeom>
          <a:noFill/>
        </p:spPr>
        <p:txBody>
          <a:bodyPr wrap="square" rtlCol="0">
            <a:spAutoFit/>
          </a:bodyPr>
          <a:lstStyle/>
          <a:p>
            <a:pPr>
              <a:lnSpc>
                <a:spcPct val="114000"/>
              </a:lnSpc>
            </a:pPr>
            <a:r>
              <a:rPr lang="zh-CN" altLang="en-US" sz="2000" b="1" dirty="0">
                <a:latin typeface="宋体" panose="02010600030101010101" pitchFamily="2" charset="-122"/>
                <a:ea typeface="宋体" panose="02010600030101010101" pitchFamily="2" charset="-122"/>
              </a:rPr>
              <a:t>综所上述，实现直接插入排序的</a:t>
            </a:r>
            <a:r>
              <a:rPr lang="zh-CN" altLang="en-US" sz="2000" b="1"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算法</a:t>
            </a:r>
            <a:r>
              <a:rPr lang="en-US" altLang="zh-CN" sz="2000" b="1"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10.1</a:t>
            </a:r>
            <a:r>
              <a:rPr lang="zh-CN" altLang="en-US" sz="2000" b="1" dirty="0">
                <a:latin typeface="宋体" panose="02010600030101010101" pitchFamily="2" charset="-122"/>
                <a:ea typeface="宋体" panose="02010600030101010101" pitchFamily="2" charset="-122"/>
              </a:rPr>
              <a:t>设计如下。</a:t>
            </a:r>
            <a:endParaRPr lang="en-US" altLang="zh-CN" sz="2000" b="1" dirty="0">
              <a:latin typeface="宋体" panose="02010600030101010101" pitchFamily="2" charset="-122"/>
              <a:ea typeface="宋体" panose="02010600030101010101" pitchFamily="2" charset="-122"/>
            </a:endParaRPr>
          </a:p>
          <a:p>
            <a:pPr>
              <a:lnSpc>
                <a:spcPct val="114000"/>
              </a:lnSpc>
            </a:pPr>
            <a:r>
              <a:rPr lang="zh-CN" altLang="en-US" sz="2000" b="1" dirty="0">
                <a:latin typeface="宋体" panose="02010600030101010101" pitchFamily="2" charset="-122"/>
                <a:ea typeface="宋体" panose="02010600030101010101" pitchFamily="2" charset="-122"/>
              </a:rPr>
              <a:t>对于长度为</a:t>
            </a:r>
            <a:r>
              <a:rPr lang="en-US" altLang="zh-CN" sz="2000" b="1" dirty="0">
                <a:solidFill>
                  <a:srgbClr val="C00000"/>
                </a:solidFill>
                <a:latin typeface="宋体" panose="02010600030101010101" pitchFamily="2" charset="-122"/>
                <a:ea typeface="宋体" panose="02010600030101010101" pitchFamily="2" charset="-122"/>
              </a:rPr>
              <a:t>n</a:t>
            </a:r>
            <a:r>
              <a:rPr lang="zh-CN" altLang="en-US" sz="2000" b="1" dirty="0">
                <a:latin typeface="宋体" panose="02010600030101010101" pitchFamily="2" charset="-122"/>
                <a:ea typeface="宋体" panose="02010600030101010101" pitchFamily="2" charset="-122"/>
              </a:rPr>
              <a:t>的顺序表，进行</a:t>
            </a:r>
            <a:r>
              <a:rPr lang="en-US" altLang="zh-CN" sz="2000" b="1" dirty="0">
                <a:solidFill>
                  <a:srgbClr val="C00000"/>
                </a:solidFill>
                <a:latin typeface="宋体" panose="02010600030101010101" pitchFamily="2" charset="-122"/>
                <a:ea typeface="宋体" panose="02010600030101010101" pitchFamily="2" charset="-122"/>
              </a:rPr>
              <a:t>n-1</a:t>
            </a:r>
            <a:r>
              <a:rPr lang="zh-CN" altLang="en-US" sz="2000" b="1" dirty="0">
                <a:latin typeface="宋体" panose="02010600030101010101" pitchFamily="2" charset="-122"/>
                <a:ea typeface="宋体" panose="02010600030101010101" pitchFamily="2" charset="-122"/>
              </a:rPr>
              <a:t>趟的插入排序。</a:t>
            </a:r>
            <a:endParaRPr lang="en-US" altLang="zh-CN" sz="2000" b="1" dirty="0">
              <a:latin typeface="宋体" panose="02010600030101010101" pitchFamily="2" charset="-122"/>
              <a:ea typeface="宋体" panose="02010600030101010101" pitchFamily="2" charset="-122"/>
            </a:endParaRPr>
          </a:p>
          <a:p>
            <a:pPr>
              <a:lnSpc>
                <a:spcPct val="114000"/>
              </a:lnSpc>
            </a:pPr>
            <a:r>
              <a:rPr lang="zh-CN" altLang="en-US" sz="2000" b="1" dirty="0">
                <a:latin typeface="宋体" panose="02010600030101010101" pitchFamily="2" charset="-122"/>
                <a:ea typeface="宋体" panose="02010600030101010101" pitchFamily="2" charset="-122"/>
              </a:rPr>
              <a:t>右上方的示例是一个长度为</a:t>
            </a:r>
            <a:r>
              <a:rPr lang="en-US" altLang="zh-CN" sz="2000" b="1" dirty="0">
                <a:solidFill>
                  <a:srgbClr val="C00000"/>
                </a:solidFill>
                <a:latin typeface="宋体" panose="02010600030101010101" pitchFamily="2" charset="-122"/>
                <a:ea typeface="宋体" panose="02010600030101010101" pitchFamily="2" charset="-122"/>
              </a:rPr>
              <a:t>8</a:t>
            </a:r>
            <a:r>
              <a:rPr lang="zh-CN" altLang="en-US" sz="2000" b="1" dirty="0">
                <a:latin typeface="宋体" panose="02010600030101010101" pitchFamily="2" charset="-122"/>
                <a:ea typeface="宋体" panose="02010600030101010101" pitchFamily="2" charset="-122"/>
              </a:rPr>
              <a:t>的线性表，有两个</a:t>
            </a:r>
            <a:r>
              <a:rPr lang="en-US" altLang="zh-CN" sz="2000" b="1" dirty="0">
                <a:solidFill>
                  <a:srgbClr val="C00000"/>
                </a:solidFill>
                <a:latin typeface="宋体" panose="02010600030101010101" pitchFamily="2" charset="-122"/>
                <a:ea typeface="宋体" panose="02010600030101010101" pitchFamily="2" charset="-122"/>
              </a:rPr>
              <a:t>49</a:t>
            </a:r>
            <a:r>
              <a:rPr lang="zh-CN" altLang="en-US" sz="2000" b="1" dirty="0">
                <a:latin typeface="宋体" panose="02010600030101010101" pitchFamily="2" charset="-122"/>
                <a:ea typeface="宋体" panose="02010600030101010101" pitchFamily="2" charset="-122"/>
              </a:rPr>
              <a:t>，后一个顶上加了横杠，以示区分，可观察排序后，两个</a:t>
            </a:r>
            <a:r>
              <a:rPr lang="en-US" altLang="zh-CN" sz="2000" b="1" dirty="0">
                <a:solidFill>
                  <a:srgbClr val="C00000"/>
                </a:solidFill>
                <a:latin typeface="宋体" panose="02010600030101010101" pitchFamily="2" charset="-122"/>
                <a:ea typeface="宋体" panose="02010600030101010101" pitchFamily="2" charset="-122"/>
              </a:rPr>
              <a:t>49</a:t>
            </a:r>
            <a:r>
              <a:rPr lang="zh-CN" altLang="en-US" sz="2000" b="1" dirty="0">
                <a:latin typeface="宋体" panose="02010600030101010101" pitchFamily="2" charset="-122"/>
                <a:ea typeface="宋体" panose="02010600030101010101" pitchFamily="2" charset="-122"/>
              </a:rPr>
              <a:t>的相对次序是否改变？</a:t>
            </a:r>
          </a:p>
        </p:txBody>
      </p:sp>
      <p:cxnSp>
        <p:nvCxnSpPr>
          <p:cNvPr id="4" name="直接连接符 3">
            <a:extLst>
              <a:ext uri="{FF2B5EF4-FFF2-40B4-BE49-F238E27FC236}">
                <a16:creationId xmlns:a16="http://schemas.microsoft.com/office/drawing/2014/main" id="{95FE6893-5EBA-4023-A5C3-8E0E95B27E0A}"/>
              </a:ext>
            </a:extLst>
          </p:cNvPr>
          <p:cNvCxnSpPr>
            <a:cxnSpLocks/>
          </p:cNvCxnSpPr>
          <p:nvPr/>
        </p:nvCxnSpPr>
        <p:spPr>
          <a:xfrm>
            <a:off x="1510394" y="4079020"/>
            <a:ext cx="3465304"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2" name="直接连接符 111">
            <a:extLst>
              <a:ext uri="{FF2B5EF4-FFF2-40B4-BE49-F238E27FC236}">
                <a16:creationId xmlns:a16="http://schemas.microsoft.com/office/drawing/2014/main" id="{25B6A908-9DB4-4F4C-94F4-52CD6B87E2BC}"/>
              </a:ext>
            </a:extLst>
          </p:cNvPr>
          <p:cNvCxnSpPr>
            <a:cxnSpLocks/>
          </p:cNvCxnSpPr>
          <p:nvPr/>
        </p:nvCxnSpPr>
        <p:spPr>
          <a:xfrm>
            <a:off x="1925187" y="4350690"/>
            <a:ext cx="5083592"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5" name="直接连接符 114">
            <a:extLst>
              <a:ext uri="{FF2B5EF4-FFF2-40B4-BE49-F238E27FC236}">
                <a16:creationId xmlns:a16="http://schemas.microsoft.com/office/drawing/2014/main" id="{CFF58C7D-1687-4C30-9E74-08907926D2F3}"/>
              </a:ext>
            </a:extLst>
          </p:cNvPr>
          <p:cNvCxnSpPr>
            <a:cxnSpLocks/>
          </p:cNvCxnSpPr>
          <p:nvPr/>
        </p:nvCxnSpPr>
        <p:spPr>
          <a:xfrm>
            <a:off x="2314801" y="4597180"/>
            <a:ext cx="2534437"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6" name="直接连接符 115">
            <a:extLst>
              <a:ext uri="{FF2B5EF4-FFF2-40B4-BE49-F238E27FC236}">
                <a16:creationId xmlns:a16="http://schemas.microsoft.com/office/drawing/2014/main" id="{2471C327-DD83-4270-8C31-E188943999AF}"/>
              </a:ext>
            </a:extLst>
          </p:cNvPr>
          <p:cNvCxnSpPr>
            <a:cxnSpLocks/>
          </p:cNvCxnSpPr>
          <p:nvPr/>
        </p:nvCxnSpPr>
        <p:spPr>
          <a:xfrm>
            <a:off x="2314801" y="4899329"/>
            <a:ext cx="2738718"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7" name="直接连接符 116">
            <a:extLst>
              <a:ext uri="{FF2B5EF4-FFF2-40B4-BE49-F238E27FC236}">
                <a16:creationId xmlns:a16="http://schemas.microsoft.com/office/drawing/2014/main" id="{067A622A-D8A0-428A-A29E-EBEE711799A6}"/>
              </a:ext>
            </a:extLst>
          </p:cNvPr>
          <p:cNvCxnSpPr>
            <a:cxnSpLocks/>
          </p:cNvCxnSpPr>
          <p:nvPr/>
        </p:nvCxnSpPr>
        <p:spPr>
          <a:xfrm>
            <a:off x="2377086" y="5153771"/>
            <a:ext cx="6056506"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8" name="直接连接符 117">
            <a:extLst>
              <a:ext uri="{FF2B5EF4-FFF2-40B4-BE49-F238E27FC236}">
                <a16:creationId xmlns:a16="http://schemas.microsoft.com/office/drawing/2014/main" id="{DB8B8D42-47BD-495E-ADD5-CA488C8ADFA0}"/>
              </a:ext>
            </a:extLst>
          </p:cNvPr>
          <p:cNvCxnSpPr>
            <a:cxnSpLocks/>
          </p:cNvCxnSpPr>
          <p:nvPr/>
        </p:nvCxnSpPr>
        <p:spPr>
          <a:xfrm>
            <a:off x="2689935" y="5447970"/>
            <a:ext cx="2806193"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9" name="直接连接符 118">
            <a:extLst>
              <a:ext uri="{FF2B5EF4-FFF2-40B4-BE49-F238E27FC236}">
                <a16:creationId xmlns:a16="http://schemas.microsoft.com/office/drawing/2014/main" id="{2891ED1D-7193-4961-AD0E-C7D7CC726D7C}"/>
              </a:ext>
            </a:extLst>
          </p:cNvPr>
          <p:cNvCxnSpPr>
            <a:cxnSpLocks/>
          </p:cNvCxnSpPr>
          <p:nvPr/>
        </p:nvCxnSpPr>
        <p:spPr>
          <a:xfrm>
            <a:off x="2314801" y="5742168"/>
            <a:ext cx="2782493"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18" name="组合 17">
            <a:extLst>
              <a:ext uri="{FF2B5EF4-FFF2-40B4-BE49-F238E27FC236}">
                <a16:creationId xmlns:a16="http://schemas.microsoft.com/office/drawing/2014/main" id="{DFEEEBD0-81B3-4095-9C4D-AD2AC55185B4}"/>
              </a:ext>
            </a:extLst>
          </p:cNvPr>
          <p:cNvGrpSpPr/>
          <p:nvPr/>
        </p:nvGrpSpPr>
        <p:grpSpPr>
          <a:xfrm>
            <a:off x="7385181" y="1625342"/>
            <a:ext cx="491174" cy="314349"/>
            <a:chOff x="7385181" y="1625342"/>
            <a:chExt cx="491174" cy="314349"/>
          </a:xfrm>
        </p:grpSpPr>
        <p:cxnSp>
          <p:nvCxnSpPr>
            <p:cNvPr id="5" name="直接连接符 4">
              <a:extLst>
                <a:ext uri="{FF2B5EF4-FFF2-40B4-BE49-F238E27FC236}">
                  <a16:creationId xmlns:a16="http://schemas.microsoft.com/office/drawing/2014/main" id="{379B7399-3728-4B6B-8C8F-537A42DEB427}"/>
                </a:ext>
              </a:extLst>
            </p:cNvPr>
            <p:cNvCxnSpPr>
              <a:cxnSpLocks/>
            </p:cNvCxnSpPr>
            <p:nvPr/>
          </p:nvCxnSpPr>
          <p:spPr>
            <a:xfrm>
              <a:off x="7385181" y="1625342"/>
              <a:ext cx="204587" cy="314209"/>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20" name="直接连接符 119">
              <a:extLst>
                <a:ext uri="{FF2B5EF4-FFF2-40B4-BE49-F238E27FC236}">
                  <a16:creationId xmlns:a16="http://schemas.microsoft.com/office/drawing/2014/main" id="{F1AAF298-FC90-4DD5-89D1-9C578475074D}"/>
                </a:ext>
              </a:extLst>
            </p:cNvPr>
            <p:cNvCxnSpPr>
              <a:cxnSpLocks/>
            </p:cNvCxnSpPr>
            <p:nvPr/>
          </p:nvCxnSpPr>
          <p:spPr>
            <a:xfrm flipH="1">
              <a:off x="7692329" y="1631230"/>
              <a:ext cx="184026" cy="308461"/>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grpSp>
      <p:sp>
        <p:nvSpPr>
          <p:cNvPr id="121" name="文本框 120">
            <a:extLst>
              <a:ext uri="{FF2B5EF4-FFF2-40B4-BE49-F238E27FC236}">
                <a16:creationId xmlns:a16="http://schemas.microsoft.com/office/drawing/2014/main" id="{58C572CC-BD38-4A69-9313-229AECA25C20}"/>
              </a:ext>
            </a:extLst>
          </p:cNvPr>
          <p:cNvSpPr txBox="1"/>
          <p:nvPr/>
        </p:nvSpPr>
        <p:spPr>
          <a:xfrm>
            <a:off x="7540246" y="1899264"/>
            <a:ext cx="191904" cy="317651"/>
          </a:xfrm>
          <a:prstGeom prst="rect">
            <a:avLst/>
          </a:prstGeom>
          <a:noFill/>
        </p:spPr>
        <p:txBody>
          <a:bodyPr wrap="square" lIns="0" tIns="0" rIns="0" bIns="0" rtlCol="0" anchor="ctr" anchorCtr="1">
            <a:spAutoFit/>
          </a:bodyPr>
          <a:lstStyle/>
          <a:p>
            <a:pPr algn="ctr">
              <a:lnSpc>
                <a:spcPct val="85000"/>
              </a:lnSpc>
            </a:pPr>
            <a:r>
              <a:rPr lang="en-US" altLang="zh-CN" sz="2400" b="1" dirty="0">
                <a:solidFill>
                  <a:srgbClr val="C00000"/>
                </a:solidFill>
              </a:rPr>
              <a:t>&lt;</a:t>
            </a:r>
            <a:endParaRPr lang="zh-CN" altLang="en-US" sz="2400" b="1" dirty="0">
              <a:solidFill>
                <a:srgbClr val="C00000"/>
              </a:solidFill>
            </a:endParaRPr>
          </a:p>
        </p:txBody>
      </p:sp>
      <p:sp>
        <p:nvSpPr>
          <p:cNvPr id="122" name="文本框 121">
            <a:extLst>
              <a:ext uri="{FF2B5EF4-FFF2-40B4-BE49-F238E27FC236}">
                <a16:creationId xmlns:a16="http://schemas.microsoft.com/office/drawing/2014/main" id="{4E34EAE8-E516-42F7-805E-A6F6F3EB9206}"/>
              </a:ext>
            </a:extLst>
          </p:cNvPr>
          <p:cNvSpPr txBox="1"/>
          <p:nvPr/>
        </p:nvSpPr>
        <p:spPr>
          <a:xfrm>
            <a:off x="7544242" y="1922277"/>
            <a:ext cx="152400" cy="261610"/>
          </a:xfrm>
          <a:prstGeom prst="rect">
            <a:avLst/>
          </a:prstGeom>
          <a:noFill/>
        </p:spPr>
        <p:txBody>
          <a:bodyPr wrap="square" lIns="0" tIns="0" rIns="0" bIns="0" rtlCol="0" anchor="ctr" anchorCtr="1">
            <a:spAutoFit/>
          </a:bodyPr>
          <a:lstStyle/>
          <a:p>
            <a:pPr algn="ctr">
              <a:lnSpc>
                <a:spcPct val="85000"/>
              </a:lnSpc>
            </a:pPr>
            <a:r>
              <a:rPr lang="en-US" altLang="zh-CN" sz="2000" b="1" dirty="0">
                <a:solidFill>
                  <a:srgbClr val="C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a:t>
            </a:r>
            <a:endParaRPr lang="zh-CN" altLang="en-US" sz="2000" b="1" dirty="0">
              <a:solidFill>
                <a:srgbClr val="C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p:txBody>
      </p:sp>
      <p:grpSp>
        <p:nvGrpSpPr>
          <p:cNvPr id="123" name="组合 122">
            <a:extLst>
              <a:ext uri="{FF2B5EF4-FFF2-40B4-BE49-F238E27FC236}">
                <a16:creationId xmlns:a16="http://schemas.microsoft.com/office/drawing/2014/main" id="{1CB06572-B4B1-4D95-9409-F00CA9CB3FA3}"/>
              </a:ext>
            </a:extLst>
          </p:cNvPr>
          <p:cNvGrpSpPr/>
          <p:nvPr/>
        </p:nvGrpSpPr>
        <p:grpSpPr>
          <a:xfrm>
            <a:off x="7402363" y="1624488"/>
            <a:ext cx="933444" cy="311924"/>
            <a:chOff x="7385181" y="1625342"/>
            <a:chExt cx="933444" cy="311924"/>
          </a:xfrm>
        </p:grpSpPr>
        <p:cxnSp>
          <p:nvCxnSpPr>
            <p:cNvPr id="124" name="直接连接符 123">
              <a:extLst>
                <a:ext uri="{FF2B5EF4-FFF2-40B4-BE49-F238E27FC236}">
                  <a16:creationId xmlns:a16="http://schemas.microsoft.com/office/drawing/2014/main" id="{18C1BF92-5F75-49E4-B9B3-6A82F921CDF8}"/>
                </a:ext>
              </a:extLst>
            </p:cNvPr>
            <p:cNvCxnSpPr>
              <a:cxnSpLocks/>
            </p:cNvCxnSpPr>
            <p:nvPr/>
          </p:nvCxnSpPr>
          <p:spPr>
            <a:xfrm>
              <a:off x="7385181" y="1625342"/>
              <a:ext cx="394759" cy="310998"/>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25" name="直接连接符 124">
              <a:extLst>
                <a:ext uri="{FF2B5EF4-FFF2-40B4-BE49-F238E27FC236}">
                  <a16:creationId xmlns:a16="http://schemas.microsoft.com/office/drawing/2014/main" id="{B9CA30AF-610B-44CD-96B7-04DE66B52835}"/>
                </a:ext>
              </a:extLst>
            </p:cNvPr>
            <p:cNvCxnSpPr>
              <a:cxnSpLocks/>
            </p:cNvCxnSpPr>
            <p:nvPr/>
          </p:nvCxnSpPr>
          <p:spPr>
            <a:xfrm flipH="1">
              <a:off x="7956831" y="1647634"/>
              <a:ext cx="361794" cy="289632"/>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grpSp>
      <p:sp>
        <p:nvSpPr>
          <p:cNvPr id="126" name="文本框 125">
            <a:extLst>
              <a:ext uri="{FF2B5EF4-FFF2-40B4-BE49-F238E27FC236}">
                <a16:creationId xmlns:a16="http://schemas.microsoft.com/office/drawing/2014/main" id="{BA533559-D42D-4D18-9015-034832EC3726}"/>
              </a:ext>
            </a:extLst>
          </p:cNvPr>
          <p:cNvSpPr txBox="1"/>
          <p:nvPr/>
        </p:nvSpPr>
        <p:spPr>
          <a:xfrm>
            <a:off x="7745966" y="1880139"/>
            <a:ext cx="255200" cy="317651"/>
          </a:xfrm>
          <a:prstGeom prst="rect">
            <a:avLst/>
          </a:prstGeom>
          <a:noFill/>
        </p:spPr>
        <p:txBody>
          <a:bodyPr wrap="square" lIns="0" tIns="0" rIns="0" bIns="0" rtlCol="0" anchor="ctr" anchorCtr="1">
            <a:spAutoFit/>
          </a:bodyPr>
          <a:lstStyle/>
          <a:p>
            <a:pPr algn="ctr">
              <a:lnSpc>
                <a:spcPct val="85000"/>
              </a:lnSpc>
            </a:pPr>
            <a:r>
              <a:rPr lang="en-US" altLang="zh-CN" sz="2400" b="1" dirty="0">
                <a:solidFill>
                  <a:srgbClr val="C00000"/>
                </a:solidFill>
              </a:rPr>
              <a:t>&lt;</a:t>
            </a:r>
            <a:endParaRPr lang="zh-CN" altLang="en-US" sz="2400" b="1" dirty="0">
              <a:solidFill>
                <a:srgbClr val="C00000"/>
              </a:solidFill>
            </a:endParaRPr>
          </a:p>
        </p:txBody>
      </p:sp>
      <p:grpSp>
        <p:nvGrpSpPr>
          <p:cNvPr id="127" name="组合 126">
            <a:extLst>
              <a:ext uri="{FF2B5EF4-FFF2-40B4-BE49-F238E27FC236}">
                <a16:creationId xmlns:a16="http://schemas.microsoft.com/office/drawing/2014/main" id="{586C81AD-84AF-4E9B-B973-3C80A370600D}"/>
              </a:ext>
            </a:extLst>
          </p:cNvPr>
          <p:cNvGrpSpPr/>
          <p:nvPr/>
        </p:nvGrpSpPr>
        <p:grpSpPr>
          <a:xfrm>
            <a:off x="7413679" y="1643299"/>
            <a:ext cx="1349341" cy="281754"/>
            <a:chOff x="6969284" y="1644153"/>
            <a:chExt cx="1349341" cy="281754"/>
          </a:xfrm>
        </p:grpSpPr>
        <p:cxnSp>
          <p:nvCxnSpPr>
            <p:cNvPr id="128" name="直接连接符 127">
              <a:extLst>
                <a:ext uri="{FF2B5EF4-FFF2-40B4-BE49-F238E27FC236}">
                  <a16:creationId xmlns:a16="http://schemas.microsoft.com/office/drawing/2014/main" id="{2B3C8D71-9C16-4083-8768-2557B6CD73A1}"/>
                </a:ext>
              </a:extLst>
            </p:cNvPr>
            <p:cNvCxnSpPr>
              <a:cxnSpLocks/>
            </p:cNvCxnSpPr>
            <p:nvPr/>
          </p:nvCxnSpPr>
          <p:spPr>
            <a:xfrm>
              <a:off x="6969284" y="1644153"/>
              <a:ext cx="641915" cy="270945"/>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29" name="直接连接符 128">
              <a:extLst>
                <a:ext uri="{FF2B5EF4-FFF2-40B4-BE49-F238E27FC236}">
                  <a16:creationId xmlns:a16="http://schemas.microsoft.com/office/drawing/2014/main" id="{4B544B48-93AD-496D-BED5-E1218BD12496}"/>
                </a:ext>
              </a:extLst>
            </p:cNvPr>
            <p:cNvCxnSpPr>
              <a:cxnSpLocks/>
            </p:cNvCxnSpPr>
            <p:nvPr/>
          </p:nvCxnSpPr>
          <p:spPr>
            <a:xfrm flipH="1">
              <a:off x="7668963" y="1647634"/>
              <a:ext cx="649662" cy="278273"/>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grpSp>
      <p:sp>
        <p:nvSpPr>
          <p:cNvPr id="130" name="文本框 129">
            <a:extLst>
              <a:ext uri="{FF2B5EF4-FFF2-40B4-BE49-F238E27FC236}">
                <a16:creationId xmlns:a16="http://schemas.microsoft.com/office/drawing/2014/main" id="{77EBE660-5910-43E5-8914-862D4DF1A8D0}"/>
              </a:ext>
            </a:extLst>
          </p:cNvPr>
          <p:cNvSpPr txBox="1"/>
          <p:nvPr/>
        </p:nvSpPr>
        <p:spPr>
          <a:xfrm>
            <a:off x="7993210" y="1899726"/>
            <a:ext cx="152400" cy="261610"/>
          </a:xfrm>
          <a:prstGeom prst="rect">
            <a:avLst/>
          </a:prstGeom>
          <a:noFill/>
        </p:spPr>
        <p:txBody>
          <a:bodyPr wrap="square" lIns="0" tIns="0" rIns="0" bIns="0" rtlCol="0" anchor="ctr" anchorCtr="1">
            <a:spAutoFit/>
          </a:bodyPr>
          <a:lstStyle/>
          <a:p>
            <a:pPr algn="ctr">
              <a:lnSpc>
                <a:spcPct val="85000"/>
              </a:lnSpc>
            </a:pPr>
            <a:r>
              <a:rPr lang="en-US" altLang="zh-CN" sz="2000" b="1" dirty="0">
                <a:solidFill>
                  <a:srgbClr val="C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a:t>
            </a:r>
            <a:endParaRPr lang="zh-CN" altLang="en-US" sz="2000" b="1" dirty="0">
              <a:solidFill>
                <a:srgbClr val="C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p:txBody>
      </p:sp>
      <p:sp>
        <p:nvSpPr>
          <p:cNvPr id="131" name="文本框 130">
            <a:extLst>
              <a:ext uri="{FF2B5EF4-FFF2-40B4-BE49-F238E27FC236}">
                <a16:creationId xmlns:a16="http://schemas.microsoft.com/office/drawing/2014/main" id="{5E5C02FB-805B-4C82-83C8-C673FCE6799A}"/>
              </a:ext>
            </a:extLst>
          </p:cNvPr>
          <p:cNvSpPr txBox="1"/>
          <p:nvPr/>
        </p:nvSpPr>
        <p:spPr>
          <a:xfrm>
            <a:off x="7937139" y="1874728"/>
            <a:ext cx="255200" cy="317651"/>
          </a:xfrm>
          <a:prstGeom prst="rect">
            <a:avLst/>
          </a:prstGeom>
          <a:noFill/>
        </p:spPr>
        <p:txBody>
          <a:bodyPr wrap="square" lIns="0" tIns="0" rIns="0" bIns="0" rtlCol="0" anchor="ctr" anchorCtr="1">
            <a:spAutoFit/>
          </a:bodyPr>
          <a:lstStyle/>
          <a:p>
            <a:pPr algn="ctr">
              <a:lnSpc>
                <a:spcPct val="85000"/>
              </a:lnSpc>
            </a:pPr>
            <a:r>
              <a:rPr lang="en-US" altLang="zh-CN" sz="2400" b="1" dirty="0">
                <a:solidFill>
                  <a:srgbClr val="C00000"/>
                </a:solidFill>
              </a:rPr>
              <a:t>&lt;</a:t>
            </a:r>
            <a:endParaRPr lang="zh-CN" altLang="en-US" sz="2400" b="1" dirty="0">
              <a:solidFill>
                <a:srgbClr val="C00000"/>
              </a:solidFill>
            </a:endParaRPr>
          </a:p>
        </p:txBody>
      </p:sp>
      <p:grpSp>
        <p:nvGrpSpPr>
          <p:cNvPr id="132" name="组合 131">
            <a:extLst>
              <a:ext uri="{FF2B5EF4-FFF2-40B4-BE49-F238E27FC236}">
                <a16:creationId xmlns:a16="http://schemas.microsoft.com/office/drawing/2014/main" id="{607CFD05-8F72-4E12-B7F6-9046E64E93CB}"/>
              </a:ext>
            </a:extLst>
          </p:cNvPr>
          <p:cNvGrpSpPr/>
          <p:nvPr/>
        </p:nvGrpSpPr>
        <p:grpSpPr>
          <a:xfrm>
            <a:off x="7383703" y="1641927"/>
            <a:ext cx="1834472" cy="311516"/>
            <a:chOff x="6969284" y="1628909"/>
            <a:chExt cx="1834472" cy="311516"/>
          </a:xfrm>
        </p:grpSpPr>
        <p:cxnSp>
          <p:nvCxnSpPr>
            <p:cNvPr id="133" name="直接连接符 132">
              <a:extLst>
                <a:ext uri="{FF2B5EF4-FFF2-40B4-BE49-F238E27FC236}">
                  <a16:creationId xmlns:a16="http://schemas.microsoft.com/office/drawing/2014/main" id="{2BA72A6C-2A1F-4AFB-85B4-A379E8C67886}"/>
                </a:ext>
              </a:extLst>
            </p:cNvPr>
            <p:cNvCxnSpPr>
              <a:cxnSpLocks/>
            </p:cNvCxnSpPr>
            <p:nvPr/>
          </p:nvCxnSpPr>
          <p:spPr>
            <a:xfrm>
              <a:off x="6969284" y="1644153"/>
              <a:ext cx="910629" cy="296272"/>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34" name="直接连接符 133">
              <a:extLst>
                <a:ext uri="{FF2B5EF4-FFF2-40B4-BE49-F238E27FC236}">
                  <a16:creationId xmlns:a16="http://schemas.microsoft.com/office/drawing/2014/main" id="{49E21C79-340B-4854-B26C-7CDC3545266E}"/>
                </a:ext>
              </a:extLst>
            </p:cNvPr>
            <p:cNvCxnSpPr>
              <a:cxnSpLocks/>
            </p:cNvCxnSpPr>
            <p:nvPr/>
          </p:nvCxnSpPr>
          <p:spPr>
            <a:xfrm flipH="1">
              <a:off x="7969779" y="1628909"/>
              <a:ext cx="833977" cy="311516"/>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grpSp>
      <p:sp>
        <p:nvSpPr>
          <p:cNvPr id="135" name="文本框 134">
            <a:extLst>
              <a:ext uri="{FF2B5EF4-FFF2-40B4-BE49-F238E27FC236}">
                <a16:creationId xmlns:a16="http://schemas.microsoft.com/office/drawing/2014/main" id="{FB00FE48-A153-42BC-8FF6-4DACDD0EF734}"/>
              </a:ext>
            </a:extLst>
          </p:cNvPr>
          <p:cNvSpPr txBox="1"/>
          <p:nvPr/>
        </p:nvSpPr>
        <p:spPr>
          <a:xfrm>
            <a:off x="8207697" y="1893028"/>
            <a:ext cx="255200" cy="317651"/>
          </a:xfrm>
          <a:prstGeom prst="rect">
            <a:avLst/>
          </a:prstGeom>
          <a:noFill/>
        </p:spPr>
        <p:txBody>
          <a:bodyPr wrap="square" lIns="0" tIns="0" rIns="0" bIns="0" rtlCol="0" anchor="ctr" anchorCtr="1">
            <a:spAutoFit/>
          </a:bodyPr>
          <a:lstStyle/>
          <a:p>
            <a:pPr algn="ctr">
              <a:lnSpc>
                <a:spcPct val="85000"/>
              </a:lnSpc>
            </a:pPr>
            <a:r>
              <a:rPr lang="en-US" altLang="zh-CN" sz="2400" b="1" dirty="0">
                <a:solidFill>
                  <a:srgbClr val="C00000"/>
                </a:solidFill>
              </a:rPr>
              <a:t>&lt;</a:t>
            </a:r>
            <a:endParaRPr lang="zh-CN" altLang="en-US" sz="2400" b="1" dirty="0">
              <a:solidFill>
                <a:srgbClr val="C00000"/>
              </a:solidFill>
            </a:endParaRPr>
          </a:p>
        </p:txBody>
      </p:sp>
      <p:sp>
        <p:nvSpPr>
          <p:cNvPr id="137" name="文本框 136">
            <a:extLst>
              <a:ext uri="{FF2B5EF4-FFF2-40B4-BE49-F238E27FC236}">
                <a16:creationId xmlns:a16="http://schemas.microsoft.com/office/drawing/2014/main" id="{089A5607-8D02-4C7F-93E6-C6B0C560A6BE}"/>
              </a:ext>
            </a:extLst>
          </p:cNvPr>
          <p:cNvSpPr txBox="1"/>
          <p:nvPr/>
        </p:nvSpPr>
        <p:spPr>
          <a:xfrm>
            <a:off x="8249642" y="1917884"/>
            <a:ext cx="152400" cy="261610"/>
          </a:xfrm>
          <a:prstGeom prst="rect">
            <a:avLst/>
          </a:prstGeom>
          <a:noFill/>
        </p:spPr>
        <p:txBody>
          <a:bodyPr wrap="square" lIns="0" tIns="0" rIns="0" bIns="0" rtlCol="0" anchor="ctr" anchorCtr="1">
            <a:spAutoFit/>
          </a:bodyPr>
          <a:lstStyle/>
          <a:p>
            <a:pPr algn="ctr">
              <a:lnSpc>
                <a:spcPct val="85000"/>
              </a:lnSpc>
            </a:pPr>
            <a:r>
              <a:rPr lang="en-US" altLang="zh-CN" sz="2000" b="1" dirty="0">
                <a:solidFill>
                  <a:srgbClr val="C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a:t>
            </a:r>
            <a:endParaRPr lang="zh-CN" altLang="en-US" sz="2000" b="1" dirty="0">
              <a:solidFill>
                <a:srgbClr val="C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p:txBody>
      </p:sp>
      <p:grpSp>
        <p:nvGrpSpPr>
          <p:cNvPr id="138" name="组合 137">
            <a:extLst>
              <a:ext uri="{FF2B5EF4-FFF2-40B4-BE49-F238E27FC236}">
                <a16:creationId xmlns:a16="http://schemas.microsoft.com/office/drawing/2014/main" id="{96912CDA-4B07-4965-A5FD-0F6C2E82CFFC}"/>
              </a:ext>
            </a:extLst>
          </p:cNvPr>
          <p:cNvGrpSpPr/>
          <p:nvPr/>
        </p:nvGrpSpPr>
        <p:grpSpPr>
          <a:xfrm>
            <a:off x="7385180" y="1639083"/>
            <a:ext cx="2306679" cy="314950"/>
            <a:chOff x="6969284" y="1630455"/>
            <a:chExt cx="2306679" cy="314950"/>
          </a:xfrm>
        </p:grpSpPr>
        <p:cxnSp>
          <p:nvCxnSpPr>
            <p:cNvPr id="139" name="直接连接符 138">
              <a:extLst>
                <a:ext uri="{FF2B5EF4-FFF2-40B4-BE49-F238E27FC236}">
                  <a16:creationId xmlns:a16="http://schemas.microsoft.com/office/drawing/2014/main" id="{F47430EB-86C9-40F4-B2E5-606DFC1F75DF}"/>
                </a:ext>
              </a:extLst>
            </p:cNvPr>
            <p:cNvCxnSpPr>
              <a:cxnSpLocks/>
            </p:cNvCxnSpPr>
            <p:nvPr/>
          </p:nvCxnSpPr>
          <p:spPr>
            <a:xfrm>
              <a:off x="6969284" y="1644153"/>
              <a:ext cx="1142362" cy="298839"/>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40" name="直接连接符 139">
              <a:extLst>
                <a:ext uri="{FF2B5EF4-FFF2-40B4-BE49-F238E27FC236}">
                  <a16:creationId xmlns:a16="http://schemas.microsoft.com/office/drawing/2014/main" id="{FB341EA1-F688-4E9D-B7B0-BAFBFFA469BC}"/>
                </a:ext>
              </a:extLst>
            </p:cNvPr>
            <p:cNvCxnSpPr>
              <a:cxnSpLocks/>
            </p:cNvCxnSpPr>
            <p:nvPr/>
          </p:nvCxnSpPr>
          <p:spPr>
            <a:xfrm flipH="1">
              <a:off x="8211464" y="1630455"/>
              <a:ext cx="1064499" cy="31495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grpSp>
      <p:sp>
        <p:nvSpPr>
          <p:cNvPr id="141" name="文本框 140">
            <a:extLst>
              <a:ext uri="{FF2B5EF4-FFF2-40B4-BE49-F238E27FC236}">
                <a16:creationId xmlns:a16="http://schemas.microsoft.com/office/drawing/2014/main" id="{CDE5E951-B5F4-49E6-A6F1-C4C06C2D0B39}"/>
              </a:ext>
            </a:extLst>
          </p:cNvPr>
          <p:cNvSpPr txBox="1"/>
          <p:nvPr/>
        </p:nvSpPr>
        <p:spPr>
          <a:xfrm>
            <a:off x="8447489" y="1886986"/>
            <a:ext cx="255200" cy="317651"/>
          </a:xfrm>
          <a:prstGeom prst="rect">
            <a:avLst/>
          </a:prstGeom>
          <a:noFill/>
        </p:spPr>
        <p:txBody>
          <a:bodyPr wrap="square" lIns="0" tIns="0" rIns="0" bIns="0" rtlCol="0" anchor="ctr" anchorCtr="1">
            <a:spAutoFit/>
          </a:bodyPr>
          <a:lstStyle/>
          <a:p>
            <a:pPr algn="ctr">
              <a:lnSpc>
                <a:spcPct val="85000"/>
              </a:lnSpc>
            </a:pPr>
            <a:r>
              <a:rPr lang="en-US" altLang="zh-CN" sz="2400" b="1" dirty="0">
                <a:solidFill>
                  <a:srgbClr val="C00000"/>
                </a:solidFill>
              </a:rPr>
              <a:t>&lt;</a:t>
            </a:r>
            <a:endParaRPr lang="zh-CN" altLang="en-US" sz="2400" b="1" dirty="0">
              <a:solidFill>
                <a:srgbClr val="C00000"/>
              </a:solidFill>
            </a:endParaRPr>
          </a:p>
        </p:txBody>
      </p:sp>
      <p:grpSp>
        <p:nvGrpSpPr>
          <p:cNvPr id="142" name="组合 141">
            <a:extLst>
              <a:ext uri="{FF2B5EF4-FFF2-40B4-BE49-F238E27FC236}">
                <a16:creationId xmlns:a16="http://schemas.microsoft.com/office/drawing/2014/main" id="{9ED63E81-1041-4EFA-9D02-499966562851}"/>
              </a:ext>
            </a:extLst>
          </p:cNvPr>
          <p:cNvGrpSpPr/>
          <p:nvPr/>
        </p:nvGrpSpPr>
        <p:grpSpPr>
          <a:xfrm>
            <a:off x="7374409" y="1659884"/>
            <a:ext cx="2781588" cy="289622"/>
            <a:chOff x="6969284" y="1643193"/>
            <a:chExt cx="2781588" cy="289622"/>
          </a:xfrm>
        </p:grpSpPr>
        <p:cxnSp>
          <p:nvCxnSpPr>
            <p:cNvPr id="143" name="直接连接符 142">
              <a:extLst>
                <a:ext uri="{FF2B5EF4-FFF2-40B4-BE49-F238E27FC236}">
                  <a16:creationId xmlns:a16="http://schemas.microsoft.com/office/drawing/2014/main" id="{90AC8D36-369D-497F-94EE-87F646CD1C8C}"/>
                </a:ext>
              </a:extLst>
            </p:cNvPr>
            <p:cNvCxnSpPr>
              <a:cxnSpLocks/>
            </p:cNvCxnSpPr>
            <p:nvPr/>
          </p:nvCxnSpPr>
          <p:spPr>
            <a:xfrm>
              <a:off x="6969284" y="1644153"/>
              <a:ext cx="1404247" cy="284708"/>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44" name="直接连接符 143">
              <a:extLst>
                <a:ext uri="{FF2B5EF4-FFF2-40B4-BE49-F238E27FC236}">
                  <a16:creationId xmlns:a16="http://schemas.microsoft.com/office/drawing/2014/main" id="{9F458075-1641-423C-A554-A85A90881793}"/>
                </a:ext>
              </a:extLst>
            </p:cNvPr>
            <p:cNvCxnSpPr>
              <a:cxnSpLocks/>
            </p:cNvCxnSpPr>
            <p:nvPr/>
          </p:nvCxnSpPr>
          <p:spPr>
            <a:xfrm flipH="1">
              <a:off x="8449437" y="1643193"/>
              <a:ext cx="1301435" cy="289622"/>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grpSp>
      <p:sp>
        <p:nvSpPr>
          <p:cNvPr id="145" name="文本框 144">
            <a:extLst>
              <a:ext uri="{FF2B5EF4-FFF2-40B4-BE49-F238E27FC236}">
                <a16:creationId xmlns:a16="http://schemas.microsoft.com/office/drawing/2014/main" id="{88C83574-B9CA-4EED-B3E0-C8010C3F0BFB}"/>
              </a:ext>
            </a:extLst>
          </p:cNvPr>
          <p:cNvSpPr txBox="1"/>
          <p:nvPr/>
        </p:nvSpPr>
        <p:spPr>
          <a:xfrm>
            <a:off x="8660024" y="1880555"/>
            <a:ext cx="255200" cy="317651"/>
          </a:xfrm>
          <a:prstGeom prst="rect">
            <a:avLst/>
          </a:prstGeom>
          <a:noFill/>
        </p:spPr>
        <p:txBody>
          <a:bodyPr wrap="square" lIns="0" tIns="0" rIns="0" bIns="0" rtlCol="0" anchor="ctr" anchorCtr="1">
            <a:spAutoFit/>
          </a:bodyPr>
          <a:lstStyle/>
          <a:p>
            <a:pPr algn="ctr">
              <a:lnSpc>
                <a:spcPct val="85000"/>
              </a:lnSpc>
            </a:pPr>
            <a:r>
              <a:rPr lang="en-US" altLang="zh-CN" sz="2400" b="1" dirty="0">
                <a:solidFill>
                  <a:srgbClr val="C00000"/>
                </a:solidFill>
              </a:rPr>
              <a:t>&lt;</a:t>
            </a:r>
            <a:endParaRPr lang="zh-CN" altLang="en-US" sz="2400" b="1" dirty="0">
              <a:solidFill>
                <a:srgbClr val="C00000"/>
              </a:solidFill>
            </a:endParaRPr>
          </a:p>
        </p:txBody>
      </p:sp>
    </p:spTree>
    <p:extLst>
      <p:ext uri="{BB962C8B-B14F-4D97-AF65-F5344CB8AC3E}">
        <p14:creationId xmlns:p14="http://schemas.microsoft.com/office/powerpoint/2010/main" val="2388646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113"/>
                                        </p:tgtEl>
                                        <p:attrNameLst>
                                          <p:attrName>style.visibility</p:attrName>
                                        </p:attrNameLst>
                                      </p:cBhvr>
                                      <p:to>
                                        <p:strVal val="visible"/>
                                      </p:to>
                                    </p:set>
                                    <p:animEffect transition="in" filter="fade">
                                      <p:cBhvr>
                                        <p:cTn id="12" dur="1000"/>
                                        <p:tgtEl>
                                          <p:spTgt spid="113"/>
                                        </p:tgtEl>
                                      </p:cBhvr>
                                    </p:animEffect>
                                    <p:anim calcmode="lin" valueType="num">
                                      <p:cBhvr>
                                        <p:cTn id="13" dur="1000" fill="hold"/>
                                        <p:tgtEl>
                                          <p:spTgt spid="113"/>
                                        </p:tgtEl>
                                        <p:attrNameLst>
                                          <p:attrName>ppt_x</p:attrName>
                                        </p:attrNameLst>
                                      </p:cBhvr>
                                      <p:tavLst>
                                        <p:tav tm="0">
                                          <p:val>
                                            <p:strVal val="#ppt_x"/>
                                          </p:val>
                                        </p:tav>
                                        <p:tav tm="100000">
                                          <p:val>
                                            <p:strVal val="#ppt_x"/>
                                          </p:val>
                                        </p:tav>
                                      </p:tavLst>
                                    </p:anim>
                                    <p:anim calcmode="lin" valueType="num">
                                      <p:cBhvr>
                                        <p:cTn id="14" dur="1000" fill="hold"/>
                                        <p:tgtEl>
                                          <p:spTgt spid="113"/>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grpId="0" nodeType="clickEffect">
                                  <p:stCondLst>
                                    <p:cond delay="0"/>
                                  </p:stCondLst>
                                  <p:childTnLst>
                                    <p:set>
                                      <p:cBhvr>
                                        <p:cTn id="18" dur="1" fill="hold">
                                          <p:stCondLst>
                                            <p:cond delay="0"/>
                                          </p:stCondLst>
                                        </p:cTn>
                                        <p:tgtEl>
                                          <p:spTgt spid="2">
                                            <p:txEl>
                                              <p:pRg st="1" end="1"/>
                                            </p:txEl>
                                          </p:spTgt>
                                        </p:tgtEl>
                                        <p:attrNameLst>
                                          <p:attrName>style.visibility</p:attrName>
                                        </p:attrNameLst>
                                      </p:cBhvr>
                                      <p:to>
                                        <p:strVal val="visible"/>
                                      </p:to>
                                    </p:set>
                                    <p:animEffect transition="in" filter="wipe(up)">
                                      <p:cBhvr>
                                        <p:cTn id="19" dur="500"/>
                                        <p:tgtEl>
                                          <p:spTgt spid="2">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31" presetClass="entr" presetSubtype="0" fill="hold" grpId="0" nodeType="clickEffect">
                                  <p:stCondLst>
                                    <p:cond delay="0"/>
                                  </p:stCondLst>
                                  <p:childTnLst>
                                    <p:set>
                                      <p:cBhvr>
                                        <p:cTn id="23" dur="1" fill="hold">
                                          <p:stCondLst>
                                            <p:cond delay="0"/>
                                          </p:stCondLst>
                                        </p:cTn>
                                        <p:tgtEl>
                                          <p:spTgt spid="67"/>
                                        </p:tgtEl>
                                        <p:attrNameLst>
                                          <p:attrName>style.visibility</p:attrName>
                                        </p:attrNameLst>
                                      </p:cBhvr>
                                      <p:to>
                                        <p:strVal val="visible"/>
                                      </p:to>
                                    </p:set>
                                    <p:anim calcmode="lin" valueType="num">
                                      <p:cBhvr>
                                        <p:cTn id="24" dur="1000" fill="hold"/>
                                        <p:tgtEl>
                                          <p:spTgt spid="67"/>
                                        </p:tgtEl>
                                        <p:attrNameLst>
                                          <p:attrName>ppt_w</p:attrName>
                                        </p:attrNameLst>
                                      </p:cBhvr>
                                      <p:tavLst>
                                        <p:tav tm="0">
                                          <p:val>
                                            <p:fltVal val="0"/>
                                          </p:val>
                                        </p:tav>
                                        <p:tav tm="100000">
                                          <p:val>
                                            <p:strVal val="#ppt_w"/>
                                          </p:val>
                                        </p:tav>
                                      </p:tavLst>
                                    </p:anim>
                                    <p:anim calcmode="lin" valueType="num">
                                      <p:cBhvr>
                                        <p:cTn id="25" dur="1000" fill="hold"/>
                                        <p:tgtEl>
                                          <p:spTgt spid="67"/>
                                        </p:tgtEl>
                                        <p:attrNameLst>
                                          <p:attrName>ppt_h</p:attrName>
                                        </p:attrNameLst>
                                      </p:cBhvr>
                                      <p:tavLst>
                                        <p:tav tm="0">
                                          <p:val>
                                            <p:fltVal val="0"/>
                                          </p:val>
                                        </p:tav>
                                        <p:tav tm="100000">
                                          <p:val>
                                            <p:strVal val="#ppt_h"/>
                                          </p:val>
                                        </p:tav>
                                      </p:tavLst>
                                    </p:anim>
                                    <p:anim calcmode="lin" valueType="num">
                                      <p:cBhvr>
                                        <p:cTn id="26" dur="1000" fill="hold"/>
                                        <p:tgtEl>
                                          <p:spTgt spid="67"/>
                                        </p:tgtEl>
                                        <p:attrNameLst>
                                          <p:attrName>style.rotation</p:attrName>
                                        </p:attrNameLst>
                                      </p:cBhvr>
                                      <p:tavLst>
                                        <p:tav tm="0">
                                          <p:val>
                                            <p:fltVal val="90"/>
                                          </p:val>
                                        </p:tav>
                                        <p:tav tm="100000">
                                          <p:val>
                                            <p:fltVal val="0"/>
                                          </p:val>
                                        </p:tav>
                                      </p:tavLst>
                                    </p:anim>
                                    <p:animEffect transition="in" filter="fade">
                                      <p:cBhvr>
                                        <p:cTn id="27" dur="1000"/>
                                        <p:tgtEl>
                                          <p:spTgt spid="67"/>
                                        </p:tgtEl>
                                      </p:cBhvr>
                                    </p:animEffect>
                                  </p:childTnLst>
                                </p:cTn>
                              </p:par>
                            </p:childTnLst>
                          </p:cTn>
                        </p:par>
                        <p:par>
                          <p:cTn id="28" fill="hold">
                            <p:stCondLst>
                              <p:cond delay="1000"/>
                            </p:stCondLst>
                            <p:childTnLst>
                              <p:par>
                                <p:cTn id="29" presetID="31" presetClass="entr" presetSubtype="0" fill="hold" grpId="0" nodeType="afterEffect">
                                  <p:stCondLst>
                                    <p:cond delay="0"/>
                                  </p:stCondLst>
                                  <p:childTnLst>
                                    <p:set>
                                      <p:cBhvr>
                                        <p:cTn id="30" dur="1" fill="hold">
                                          <p:stCondLst>
                                            <p:cond delay="0"/>
                                          </p:stCondLst>
                                        </p:cTn>
                                        <p:tgtEl>
                                          <p:spTgt spid="68"/>
                                        </p:tgtEl>
                                        <p:attrNameLst>
                                          <p:attrName>style.visibility</p:attrName>
                                        </p:attrNameLst>
                                      </p:cBhvr>
                                      <p:to>
                                        <p:strVal val="visible"/>
                                      </p:to>
                                    </p:set>
                                    <p:anim calcmode="lin" valueType="num">
                                      <p:cBhvr>
                                        <p:cTn id="31" dur="500" fill="hold"/>
                                        <p:tgtEl>
                                          <p:spTgt spid="68"/>
                                        </p:tgtEl>
                                        <p:attrNameLst>
                                          <p:attrName>ppt_w</p:attrName>
                                        </p:attrNameLst>
                                      </p:cBhvr>
                                      <p:tavLst>
                                        <p:tav tm="0">
                                          <p:val>
                                            <p:fltVal val="0"/>
                                          </p:val>
                                        </p:tav>
                                        <p:tav tm="100000">
                                          <p:val>
                                            <p:strVal val="#ppt_w"/>
                                          </p:val>
                                        </p:tav>
                                      </p:tavLst>
                                    </p:anim>
                                    <p:anim calcmode="lin" valueType="num">
                                      <p:cBhvr>
                                        <p:cTn id="32" dur="500" fill="hold"/>
                                        <p:tgtEl>
                                          <p:spTgt spid="68"/>
                                        </p:tgtEl>
                                        <p:attrNameLst>
                                          <p:attrName>ppt_h</p:attrName>
                                        </p:attrNameLst>
                                      </p:cBhvr>
                                      <p:tavLst>
                                        <p:tav tm="0">
                                          <p:val>
                                            <p:fltVal val="0"/>
                                          </p:val>
                                        </p:tav>
                                        <p:tav tm="100000">
                                          <p:val>
                                            <p:strVal val="#ppt_h"/>
                                          </p:val>
                                        </p:tav>
                                      </p:tavLst>
                                    </p:anim>
                                    <p:anim calcmode="lin" valueType="num">
                                      <p:cBhvr>
                                        <p:cTn id="33" dur="500" fill="hold"/>
                                        <p:tgtEl>
                                          <p:spTgt spid="68"/>
                                        </p:tgtEl>
                                        <p:attrNameLst>
                                          <p:attrName>style.rotation</p:attrName>
                                        </p:attrNameLst>
                                      </p:cBhvr>
                                      <p:tavLst>
                                        <p:tav tm="0">
                                          <p:val>
                                            <p:fltVal val="90"/>
                                          </p:val>
                                        </p:tav>
                                        <p:tav tm="100000">
                                          <p:val>
                                            <p:fltVal val="0"/>
                                          </p:val>
                                        </p:tav>
                                      </p:tavLst>
                                    </p:anim>
                                    <p:animEffect transition="in" filter="fade">
                                      <p:cBhvr>
                                        <p:cTn id="34" dur="500"/>
                                        <p:tgtEl>
                                          <p:spTgt spid="68"/>
                                        </p:tgtEl>
                                      </p:cBhvr>
                                    </p:animEffect>
                                  </p:childTnLst>
                                </p:cTn>
                              </p:par>
                            </p:childTnLst>
                          </p:cTn>
                        </p:par>
                        <p:par>
                          <p:cTn id="35" fill="hold">
                            <p:stCondLst>
                              <p:cond delay="1500"/>
                            </p:stCondLst>
                            <p:childTnLst>
                              <p:par>
                                <p:cTn id="36" presetID="31" presetClass="entr" presetSubtype="0" fill="hold" grpId="0" nodeType="afterEffect">
                                  <p:stCondLst>
                                    <p:cond delay="0"/>
                                  </p:stCondLst>
                                  <p:childTnLst>
                                    <p:set>
                                      <p:cBhvr>
                                        <p:cTn id="37" dur="1" fill="hold">
                                          <p:stCondLst>
                                            <p:cond delay="0"/>
                                          </p:stCondLst>
                                        </p:cTn>
                                        <p:tgtEl>
                                          <p:spTgt spid="69"/>
                                        </p:tgtEl>
                                        <p:attrNameLst>
                                          <p:attrName>style.visibility</p:attrName>
                                        </p:attrNameLst>
                                      </p:cBhvr>
                                      <p:to>
                                        <p:strVal val="visible"/>
                                      </p:to>
                                    </p:set>
                                    <p:anim calcmode="lin" valueType="num">
                                      <p:cBhvr>
                                        <p:cTn id="38" dur="500" fill="hold"/>
                                        <p:tgtEl>
                                          <p:spTgt spid="69"/>
                                        </p:tgtEl>
                                        <p:attrNameLst>
                                          <p:attrName>ppt_w</p:attrName>
                                        </p:attrNameLst>
                                      </p:cBhvr>
                                      <p:tavLst>
                                        <p:tav tm="0">
                                          <p:val>
                                            <p:fltVal val="0"/>
                                          </p:val>
                                        </p:tav>
                                        <p:tav tm="100000">
                                          <p:val>
                                            <p:strVal val="#ppt_w"/>
                                          </p:val>
                                        </p:tav>
                                      </p:tavLst>
                                    </p:anim>
                                    <p:anim calcmode="lin" valueType="num">
                                      <p:cBhvr>
                                        <p:cTn id="39" dur="500" fill="hold"/>
                                        <p:tgtEl>
                                          <p:spTgt spid="69"/>
                                        </p:tgtEl>
                                        <p:attrNameLst>
                                          <p:attrName>ppt_h</p:attrName>
                                        </p:attrNameLst>
                                      </p:cBhvr>
                                      <p:tavLst>
                                        <p:tav tm="0">
                                          <p:val>
                                            <p:fltVal val="0"/>
                                          </p:val>
                                        </p:tav>
                                        <p:tav tm="100000">
                                          <p:val>
                                            <p:strVal val="#ppt_h"/>
                                          </p:val>
                                        </p:tav>
                                      </p:tavLst>
                                    </p:anim>
                                    <p:anim calcmode="lin" valueType="num">
                                      <p:cBhvr>
                                        <p:cTn id="40" dur="500" fill="hold"/>
                                        <p:tgtEl>
                                          <p:spTgt spid="69"/>
                                        </p:tgtEl>
                                        <p:attrNameLst>
                                          <p:attrName>style.rotation</p:attrName>
                                        </p:attrNameLst>
                                      </p:cBhvr>
                                      <p:tavLst>
                                        <p:tav tm="0">
                                          <p:val>
                                            <p:fltVal val="90"/>
                                          </p:val>
                                        </p:tav>
                                        <p:tav tm="100000">
                                          <p:val>
                                            <p:fltVal val="0"/>
                                          </p:val>
                                        </p:tav>
                                      </p:tavLst>
                                    </p:anim>
                                    <p:animEffect transition="in" filter="fade">
                                      <p:cBhvr>
                                        <p:cTn id="41" dur="500"/>
                                        <p:tgtEl>
                                          <p:spTgt spid="69"/>
                                        </p:tgtEl>
                                      </p:cBhvr>
                                    </p:animEffect>
                                  </p:childTnLst>
                                </p:cTn>
                              </p:par>
                            </p:childTnLst>
                          </p:cTn>
                        </p:par>
                        <p:par>
                          <p:cTn id="42" fill="hold">
                            <p:stCondLst>
                              <p:cond delay="2000"/>
                            </p:stCondLst>
                            <p:childTnLst>
                              <p:par>
                                <p:cTn id="43" presetID="31" presetClass="entr" presetSubtype="0" fill="hold" grpId="0" nodeType="afterEffect">
                                  <p:stCondLst>
                                    <p:cond delay="0"/>
                                  </p:stCondLst>
                                  <p:childTnLst>
                                    <p:set>
                                      <p:cBhvr>
                                        <p:cTn id="44" dur="1" fill="hold">
                                          <p:stCondLst>
                                            <p:cond delay="0"/>
                                          </p:stCondLst>
                                        </p:cTn>
                                        <p:tgtEl>
                                          <p:spTgt spid="70"/>
                                        </p:tgtEl>
                                        <p:attrNameLst>
                                          <p:attrName>style.visibility</p:attrName>
                                        </p:attrNameLst>
                                      </p:cBhvr>
                                      <p:to>
                                        <p:strVal val="visible"/>
                                      </p:to>
                                    </p:set>
                                    <p:anim calcmode="lin" valueType="num">
                                      <p:cBhvr>
                                        <p:cTn id="45" dur="500" fill="hold"/>
                                        <p:tgtEl>
                                          <p:spTgt spid="70"/>
                                        </p:tgtEl>
                                        <p:attrNameLst>
                                          <p:attrName>ppt_w</p:attrName>
                                        </p:attrNameLst>
                                      </p:cBhvr>
                                      <p:tavLst>
                                        <p:tav tm="0">
                                          <p:val>
                                            <p:fltVal val="0"/>
                                          </p:val>
                                        </p:tav>
                                        <p:tav tm="100000">
                                          <p:val>
                                            <p:strVal val="#ppt_w"/>
                                          </p:val>
                                        </p:tav>
                                      </p:tavLst>
                                    </p:anim>
                                    <p:anim calcmode="lin" valueType="num">
                                      <p:cBhvr>
                                        <p:cTn id="46" dur="500" fill="hold"/>
                                        <p:tgtEl>
                                          <p:spTgt spid="70"/>
                                        </p:tgtEl>
                                        <p:attrNameLst>
                                          <p:attrName>ppt_h</p:attrName>
                                        </p:attrNameLst>
                                      </p:cBhvr>
                                      <p:tavLst>
                                        <p:tav tm="0">
                                          <p:val>
                                            <p:fltVal val="0"/>
                                          </p:val>
                                        </p:tav>
                                        <p:tav tm="100000">
                                          <p:val>
                                            <p:strVal val="#ppt_h"/>
                                          </p:val>
                                        </p:tav>
                                      </p:tavLst>
                                    </p:anim>
                                    <p:anim calcmode="lin" valueType="num">
                                      <p:cBhvr>
                                        <p:cTn id="47" dur="500" fill="hold"/>
                                        <p:tgtEl>
                                          <p:spTgt spid="70"/>
                                        </p:tgtEl>
                                        <p:attrNameLst>
                                          <p:attrName>style.rotation</p:attrName>
                                        </p:attrNameLst>
                                      </p:cBhvr>
                                      <p:tavLst>
                                        <p:tav tm="0">
                                          <p:val>
                                            <p:fltVal val="90"/>
                                          </p:val>
                                        </p:tav>
                                        <p:tav tm="100000">
                                          <p:val>
                                            <p:fltVal val="0"/>
                                          </p:val>
                                        </p:tav>
                                      </p:tavLst>
                                    </p:anim>
                                    <p:animEffect transition="in" filter="fade">
                                      <p:cBhvr>
                                        <p:cTn id="48" dur="500"/>
                                        <p:tgtEl>
                                          <p:spTgt spid="70"/>
                                        </p:tgtEl>
                                      </p:cBhvr>
                                    </p:animEffect>
                                  </p:childTnLst>
                                </p:cTn>
                              </p:par>
                            </p:childTnLst>
                          </p:cTn>
                        </p:par>
                        <p:par>
                          <p:cTn id="49" fill="hold">
                            <p:stCondLst>
                              <p:cond delay="2500"/>
                            </p:stCondLst>
                            <p:childTnLst>
                              <p:par>
                                <p:cTn id="50" presetID="31" presetClass="entr" presetSubtype="0" fill="hold" grpId="0" nodeType="afterEffect">
                                  <p:stCondLst>
                                    <p:cond delay="0"/>
                                  </p:stCondLst>
                                  <p:childTnLst>
                                    <p:set>
                                      <p:cBhvr>
                                        <p:cTn id="51" dur="1" fill="hold">
                                          <p:stCondLst>
                                            <p:cond delay="0"/>
                                          </p:stCondLst>
                                        </p:cTn>
                                        <p:tgtEl>
                                          <p:spTgt spid="71"/>
                                        </p:tgtEl>
                                        <p:attrNameLst>
                                          <p:attrName>style.visibility</p:attrName>
                                        </p:attrNameLst>
                                      </p:cBhvr>
                                      <p:to>
                                        <p:strVal val="visible"/>
                                      </p:to>
                                    </p:set>
                                    <p:anim calcmode="lin" valueType="num">
                                      <p:cBhvr>
                                        <p:cTn id="52" dur="500" fill="hold"/>
                                        <p:tgtEl>
                                          <p:spTgt spid="71"/>
                                        </p:tgtEl>
                                        <p:attrNameLst>
                                          <p:attrName>ppt_w</p:attrName>
                                        </p:attrNameLst>
                                      </p:cBhvr>
                                      <p:tavLst>
                                        <p:tav tm="0">
                                          <p:val>
                                            <p:fltVal val="0"/>
                                          </p:val>
                                        </p:tav>
                                        <p:tav tm="100000">
                                          <p:val>
                                            <p:strVal val="#ppt_w"/>
                                          </p:val>
                                        </p:tav>
                                      </p:tavLst>
                                    </p:anim>
                                    <p:anim calcmode="lin" valueType="num">
                                      <p:cBhvr>
                                        <p:cTn id="53" dur="500" fill="hold"/>
                                        <p:tgtEl>
                                          <p:spTgt spid="71"/>
                                        </p:tgtEl>
                                        <p:attrNameLst>
                                          <p:attrName>ppt_h</p:attrName>
                                        </p:attrNameLst>
                                      </p:cBhvr>
                                      <p:tavLst>
                                        <p:tav tm="0">
                                          <p:val>
                                            <p:fltVal val="0"/>
                                          </p:val>
                                        </p:tav>
                                        <p:tav tm="100000">
                                          <p:val>
                                            <p:strVal val="#ppt_h"/>
                                          </p:val>
                                        </p:tav>
                                      </p:tavLst>
                                    </p:anim>
                                    <p:anim calcmode="lin" valueType="num">
                                      <p:cBhvr>
                                        <p:cTn id="54" dur="500" fill="hold"/>
                                        <p:tgtEl>
                                          <p:spTgt spid="71"/>
                                        </p:tgtEl>
                                        <p:attrNameLst>
                                          <p:attrName>style.rotation</p:attrName>
                                        </p:attrNameLst>
                                      </p:cBhvr>
                                      <p:tavLst>
                                        <p:tav tm="0">
                                          <p:val>
                                            <p:fltVal val="90"/>
                                          </p:val>
                                        </p:tav>
                                        <p:tav tm="100000">
                                          <p:val>
                                            <p:fltVal val="0"/>
                                          </p:val>
                                        </p:tav>
                                      </p:tavLst>
                                    </p:anim>
                                    <p:animEffect transition="in" filter="fade">
                                      <p:cBhvr>
                                        <p:cTn id="55" dur="500"/>
                                        <p:tgtEl>
                                          <p:spTgt spid="71"/>
                                        </p:tgtEl>
                                      </p:cBhvr>
                                    </p:animEffect>
                                  </p:childTnLst>
                                </p:cTn>
                              </p:par>
                            </p:childTnLst>
                          </p:cTn>
                        </p:par>
                        <p:par>
                          <p:cTn id="56" fill="hold">
                            <p:stCondLst>
                              <p:cond delay="3000"/>
                            </p:stCondLst>
                            <p:childTnLst>
                              <p:par>
                                <p:cTn id="57" presetID="31" presetClass="entr" presetSubtype="0" fill="hold" grpId="0" nodeType="afterEffect">
                                  <p:stCondLst>
                                    <p:cond delay="0"/>
                                  </p:stCondLst>
                                  <p:childTnLst>
                                    <p:set>
                                      <p:cBhvr>
                                        <p:cTn id="58" dur="1" fill="hold">
                                          <p:stCondLst>
                                            <p:cond delay="0"/>
                                          </p:stCondLst>
                                        </p:cTn>
                                        <p:tgtEl>
                                          <p:spTgt spid="72"/>
                                        </p:tgtEl>
                                        <p:attrNameLst>
                                          <p:attrName>style.visibility</p:attrName>
                                        </p:attrNameLst>
                                      </p:cBhvr>
                                      <p:to>
                                        <p:strVal val="visible"/>
                                      </p:to>
                                    </p:set>
                                    <p:anim calcmode="lin" valueType="num">
                                      <p:cBhvr>
                                        <p:cTn id="59" dur="500" fill="hold"/>
                                        <p:tgtEl>
                                          <p:spTgt spid="72"/>
                                        </p:tgtEl>
                                        <p:attrNameLst>
                                          <p:attrName>ppt_w</p:attrName>
                                        </p:attrNameLst>
                                      </p:cBhvr>
                                      <p:tavLst>
                                        <p:tav tm="0">
                                          <p:val>
                                            <p:fltVal val="0"/>
                                          </p:val>
                                        </p:tav>
                                        <p:tav tm="100000">
                                          <p:val>
                                            <p:strVal val="#ppt_w"/>
                                          </p:val>
                                        </p:tav>
                                      </p:tavLst>
                                    </p:anim>
                                    <p:anim calcmode="lin" valueType="num">
                                      <p:cBhvr>
                                        <p:cTn id="60" dur="500" fill="hold"/>
                                        <p:tgtEl>
                                          <p:spTgt spid="72"/>
                                        </p:tgtEl>
                                        <p:attrNameLst>
                                          <p:attrName>ppt_h</p:attrName>
                                        </p:attrNameLst>
                                      </p:cBhvr>
                                      <p:tavLst>
                                        <p:tav tm="0">
                                          <p:val>
                                            <p:fltVal val="0"/>
                                          </p:val>
                                        </p:tav>
                                        <p:tav tm="100000">
                                          <p:val>
                                            <p:strVal val="#ppt_h"/>
                                          </p:val>
                                        </p:tav>
                                      </p:tavLst>
                                    </p:anim>
                                    <p:anim calcmode="lin" valueType="num">
                                      <p:cBhvr>
                                        <p:cTn id="61" dur="500" fill="hold"/>
                                        <p:tgtEl>
                                          <p:spTgt spid="72"/>
                                        </p:tgtEl>
                                        <p:attrNameLst>
                                          <p:attrName>style.rotation</p:attrName>
                                        </p:attrNameLst>
                                      </p:cBhvr>
                                      <p:tavLst>
                                        <p:tav tm="0">
                                          <p:val>
                                            <p:fltVal val="90"/>
                                          </p:val>
                                        </p:tav>
                                        <p:tav tm="100000">
                                          <p:val>
                                            <p:fltVal val="0"/>
                                          </p:val>
                                        </p:tav>
                                      </p:tavLst>
                                    </p:anim>
                                    <p:animEffect transition="in" filter="fade">
                                      <p:cBhvr>
                                        <p:cTn id="62" dur="500"/>
                                        <p:tgtEl>
                                          <p:spTgt spid="72"/>
                                        </p:tgtEl>
                                      </p:cBhvr>
                                    </p:animEffect>
                                  </p:childTnLst>
                                </p:cTn>
                              </p:par>
                            </p:childTnLst>
                          </p:cTn>
                        </p:par>
                        <p:par>
                          <p:cTn id="63" fill="hold">
                            <p:stCondLst>
                              <p:cond delay="3500"/>
                            </p:stCondLst>
                            <p:childTnLst>
                              <p:par>
                                <p:cTn id="64" presetID="31" presetClass="entr" presetSubtype="0" fill="hold" grpId="0" nodeType="afterEffect">
                                  <p:stCondLst>
                                    <p:cond delay="0"/>
                                  </p:stCondLst>
                                  <p:childTnLst>
                                    <p:set>
                                      <p:cBhvr>
                                        <p:cTn id="65" dur="1" fill="hold">
                                          <p:stCondLst>
                                            <p:cond delay="0"/>
                                          </p:stCondLst>
                                        </p:cTn>
                                        <p:tgtEl>
                                          <p:spTgt spid="73"/>
                                        </p:tgtEl>
                                        <p:attrNameLst>
                                          <p:attrName>style.visibility</p:attrName>
                                        </p:attrNameLst>
                                      </p:cBhvr>
                                      <p:to>
                                        <p:strVal val="visible"/>
                                      </p:to>
                                    </p:set>
                                    <p:anim calcmode="lin" valueType="num">
                                      <p:cBhvr>
                                        <p:cTn id="66" dur="500" fill="hold"/>
                                        <p:tgtEl>
                                          <p:spTgt spid="73"/>
                                        </p:tgtEl>
                                        <p:attrNameLst>
                                          <p:attrName>ppt_w</p:attrName>
                                        </p:attrNameLst>
                                      </p:cBhvr>
                                      <p:tavLst>
                                        <p:tav tm="0">
                                          <p:val>
                                            <p:fltVal val="0"/>
                                          </p:val>
                                        </p:tav>
                                        <p:tav tm="100000">
                                          <p:val>
                                            <p:strVal val="#ppt_w"/>
                                          </p:val>
                                        </p:tav>
                                      </p:tavLst>
                                    </p:anim>
                                    <p:anim calcmode="lin" valueType="num">
                                      <p:cBhvr>
                                        <p:cTn id="67" dur="500" fill="hold"/>
                                        <p:tgtEl>
                                          <p:spTgt spid="73"/>
                                        </p:tgtEl>
                                        <p:attrNameLst>
                                          <p:attrName>ppt_h</p:attrName>
                                        </p:attrNameLst>
                                      </p:cBhvr>
                                      <p:tavLst>
                                        <p:tav tm="0">
                                          <p:val>
                                            <p:fltVal val="0"/>
                                          </p:val>
                                        </p:tav>
                                        <p:tav tm="100000">
                                          <p:val>
                                            <p:strVal val="#ppt_h"/>
                                          </p:val>
                                        </p:tav>
                                      </p:tavLst>
                                    </p:anim>
                                    <p:anim calcmode="lin" valueType="num">
                                      <p:cBhvr>
                                        <p:cTn id="68" dur="500" fill="hold"/>
                                        <p:tgtEl>
                                          <p:spTgt spid="73"/>
                                        </p:tgtEl>
                                        <p:attrNameLst>
                                          <p:attrName>style.rotation</p:attrName>
                                        </p:attrNameLst>
                                      </p:cBhvr>
                                      <p:tavLst>
                                        <p:tav tm="0">
                                          <p:val>
                                            <p:fltVal val="90"/>
                                          </p:val>
                                        </p:tav>
                                        <p:tav tm="100000">
                                          <p:val>
                                            <p:fltVal val="0"/>
                                          </p:val>
                                        </p:tav>
                                      </p:tavLst>
                                    </p:anim>
                                    <p:animEffect transition="in" filter="fade">
                                      <p:cBhvr>
                                        <p:cTn id="69" dur="500"/>
                                        <p:tgtEl>
                                          <p:spTgt spid="73"/>
                                        </p:tgtEl>
                                      </p:cBhvr>
                                    </p:animEffect>
                                  </p:childTnLst>
                                </p:cTn>
                              </p:par>
                            </p:childTnLst>
                          </p:cTn>
                        </p:par>
                        <p:par>
                          <p:cTn id="70" fill="hold">
                            <p:stCondLst>
                              <p:cond delay="4000"/>
                            </p:stCondLst>
                            <p:childTnLst>
                              <p:par>
                                <p:cTn id="71" presetID="31" presetClass="entr" presetSubtype="0" fill="hold" nodeType="afterEffect">
                                  <p:stCondLst>
                                    <p:cond delay="0"/>
                                  </p:stCondLst>
                                  <p:childTnLst>
                                    <p:set>
                                      <p:cBhvr>
                                        <p:cTn id="72" dur="1" fill="hold">
                                          <p:stCondLst>
                                            <p:cond delay="0"/>
                                          </p:stCondLst>
                                        </p:cTn>
                                        <p:tgtEl>
                                          <p:spTgt spid="77"/>
                                        </p:tgtEl>
                                        <p:attrNameLst>
                                          <p:attrName>style.visibility</p:attrName>
                                        </p:attrNameLst>
                                      </p:cBhvr>
                                      <p:to>
                                        <p:strVal val="visible"/>
                                      </p:to>
                                    </p:set>
                                    <p:anim calcmode="lin" valueType="num">
                                      <p:cBhvr>
                                        <p:cTn id="73" dur="500" fill="hold"/>
                                        <p:tgtEl>
                                          <p:spTgt spid="77"/>
                                        </p:tgtEl>
                                        <p:attrNameLst>
                                          <p:attrName>ppt_w</p:attrName>
                                        </p:attrNameLst>
                                      </p:cBhvr>
                                      <p:tavLst>
                                        <p:tav tm="0">
                                          <p:val>
                                            <p:fltVal val="0"/>
                                          </p:val>
                                        </p:tav>
                                        <p:tav tm="100000">
                                          <p:val>
                                            <p:strVal val="#ppt_w"/>
                                          </p:val>
                                        </p:tav>
                                      </p:tavLst>
                                    </p:anim>
                                    <p:anim calcmode="lin" valueType="num">
                                      <p:cBhvr>
                                        <p:cTn id="74" dur="500" fill="hold"/>
                                        <p:tgtEl>
                                          <p:spTgt spid="77"/>
                                        </p:tgtEl>
                                        <p:attrNameLst>
                                          <p:attrName>ppt_h</p:attrName>
                                        </p:attrNameLst>
                                      </p:cBhvr>
                                      <p:tavLst>
                                        <p:tav tm="0">
                                          <p:val>
                                            <p:fltVal val="0"/>
                                          </p:val>
                                        </p:tav>
                                        <p:tav tm="100000">
                                          <p:val>
                                            <p:strVal val="#ppt_h"/>
                                          </p:val>
                                        </p:tav>
                                      </p:tavLst>
                                    </p:anim>
                                    <p:anim calcmode="lin" valueType="num">
                                      <p:cBhvr>
                                        <p:cTn id="75" dur="500" fill="hold"/>
                                        <p:tgtEl>
                                          <p:spTgt spid="77"/>
                                        </p:tgtEl>
                                        <p:attrNameLst>
                                          <p:attrName>style.rotation</p:attrName>
                                        </p:attrNameLst>
                                      </p:cBhvr>
                                      <p:tavLst>
                                        <p:tav tm="0">
                                          <p:val>
                                            <p:fltVal val="90"/>
                                          </p:val>
                                        </p:tav>
                                        <p:tav tm="100000">
                                          <p:val>
                                            <p:fltVal val="0"/>
                                          </p:val>
                                        </p:tav>
                                      </p:tavLst>
                                    </p:anim>
                                    <p:animEffect transition="in" filter="fade">
                                      <p:cBhvr>
                                        <p:cTn id="76" dur="500"/>
                                        <p:tgtEl>
                                          <p:spTgt spid="77"/>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1" fill="hold" grpId="0" nodeType="clickEffect">
                                  <p:stCondLst>
                                    <p:cond delay="0"/>
                                  </p:stCondLst>
                                  <p:childTnLst>
                                    <p:set>
                                      <p:cBhvr>
                                        <p:cTn id="80" dur="1" fill="hold">
                                          <p:stCondLst>
                                            <p:cond delay="0"/>
                                          </p:stCondLst>
                                        </p:cTn>
                                        <p:tgtEl>
                                          <p:spTgt spid="2">
                                            <p:txEl>
                                              <p:pRg st="2" end="2"/>
                                            </p:txEl>
                                          </p:spTgt>
                                        </p:tgtEl>
                                        <p:attrNameLst>
                                          <p:attrName>style.visibility</p:attrName>
                                        </p:attrNameLst>
                                      </p:cBhvr>
                                      <p:to>
                                        <p:strVal val="visible"/>
                                      </p:to>
                                    </p:set>
                                    <p:animEffect transition="in" filter="wipe(up)">
                                      <p:cBhvr>
                                        <p:cTn id="81" dur="500"/>
                                        <p:tgtEl>
                                          <p:spTgt spid="2">
                                            <p:txEl>
                                              <p:pRg st="2" end="2"/>
                                            </p:txEl>
                                          </p:spTgt>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nodeType="clickEffect">
                                  <p:stCondLst>
                                    <p:cond delay="0"/>
                                  </p:stCondLst>
                                  <p:childTnLst>
                                    <p:set>
                                      <p:cBhvr>
                                        <p:cTn id="85" dur="1" fill="hold">
                                          <p:stCondLst>
                                            <p:cond delay="0"/>
                                          </p:stCondLst>
                                        </p:cTn>
                                        <p:tgtEl>
                                          <p:spTgt spid="4"/>
                                        </p:tgtEl>
                                        <p:attrNameLst>
                                          <p:attrName>style.visibility</p:attrName>
                                        </p:attrNameLst>
                                      </p:cBhvr>
                                      <p:to>
                                        <p:strVal val="visible"/>
                                      </p:to>
                                    </p:set>
                                    <p:animEffect transition="in" filter="wipe(left)">
                                      <p:cBhvr>
                                        <p:cTn id="86" dur="500"/>
                                        <p:tgtEl>
                                          <p:spTgt spid="4"/>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xit" presetSubtype="1" fill="hold" nodeType="clickEffect">
                                  <p:stCondLst>
                                    <p:cond delay="0"/>
                                  </p:stCondLst>
                                  <p:childTnLst>
                                    <p:animEffect transition="out" filter="wipe(up)">
                                      <p:cBhvr>
                                        <p:cTn id="90" dur="500"/>
                                        <p:tgtEl>
                                          <p:spTgt spid="4"/>
                                        </p:tgtEl>
                                      </p:cBhvr>
                                    </p:animEffect>
                                    <p:set>
                                      <p:cBhvr>
                                        <p:cTn id="91" dur="1" fill="hold">
                                          <p:stCondLst>
                                            <p:cond delay="499"/>
                                          </p:stCondLst>
                                        </p:cTn>
                                        <p:tgtEl>
                                          <p:spTgt spid="4"/>
                                        </p:tgtEl>
                                        <p:attrNameLst>
                                          <p:attrName>style.visibility</p:attrName>
                                        </p:attrNameLst>
                                      </p:cBhvr>
                                      <p:to>
                                        <p:strVal val="hidden"/>
                                      </p:to>
                                    </p:set>
                                  </p:childTnLst>
                                </p:cTn>
                              </p:par>
                            </p:childTnLst>
                          </p:cTn>
                        </p:par>
                        <p:par>
                          <p:cTn id="92" fill="hold">
                            <p:stCondLst>
                              <p:cond delay="500"/>
                            </p:stCondLst>
                            <p:childTnLst>
                              <p:par>
                                <p:cTn id="93" presetID="22" presetClass="entr" presetSubtype="8" fill="hold" nodeType="afterEffect">
                                  <p:stCondLst>
                                    <p:cond delay="0"/>
                                  </p:stCondLst>
                                  <p:childTnLst>
                                    <p:set>
                                      <p:cBhvr>
                                        <p:cTn id="94" dur="1" fill="hold">
                                          <p:stCondLst>
                                            <p:cond delay="0"/>
                                          </p:stCondLst>
                                        </p:cTn>
                                        <p:tgtEl>
                                          <p:spTgt spid="112"/>
                                        </p:tgtEl>
                                        <p:attrNameLst>
                                          <p:attrName>style.visibility</p:attrName>
                                        </p:attrNameLst>
                                      </p:cBhvr>
                                      <p:to>
                                        <p:strVal val="visible"/>
                                      </p:to>
                                    </p:set>
                                    <p:animEffect transition="in" filter="wipe(left)">
                                      <p:cBhvr>
                                        <p:cTn id="95" dur="1000"/>
                                        <p:tgtEl>
                                          <p:spTgt spid="112"/>
                                        </p:tgtEl>
                                      </p:cBhvr>
                                    </p:animEffect>
                                  </p:childTnLst>
                                </p:cTn>
                              </p:par>
                            </p:childTnLst>
                          </p:cTn>
                        </p:par>
                      </p:childTnLst>
                    </p:cTn>
                  </p:par>
                  <p:par>
                    <p:cTn id="96" fill="hold">
                      <p:stCondLst>
                        <p:cond delay="indefinite"/>
                      </p:stCondLst>
                      <p:childTnLst>
                        <p:par>
                          <p:cTn id="97" fill="hold">
                            <p:stCondLst>
                              <p:cond delay="0"/>
                            </p:stCondLst>
                            <p:childTnLst>
                              <p:par>
                                <p:cTn id="98" presetID="45" presetClass="entr" presetSubtype="0" fill="hold" grpId="0" nodeType="clickEffect">
                                  <p:stCondLst>
                                    <p:cond delay="0"/>
                                  </p:stCondLst>
                                  <p:childTnLst>
                                    <p:set>
                                      <p:cBhvr>
                                        <p:cTn id="99" dur="1" fill="hold">
                                          <p:stCondLst>
                                            <p:cond delay="0"/>
                                          </p:stCondLst>
                                        </p:cTn>
                                        <p:tgtEl>
                                          <p:spTgt spid="78"/>
                                        </p:tgtEl>
                                        <p:attrNameLst>
                                          <p:attrName>style.visibility</p:attrName>
                                        </p:attrNameLst>
                                      </p:cBhvr>
                                      <p:to>
                                        <p:strVal val="visible"/>
                                      </p:to>
                                    </p:set>
                                    <p:animEffect transition="in" filter="fade">
                                      <p:cBhvr>
                                        <p:cTn id="100" dur="2000"/>
                                        <p:tgtEl>
                                          <p:spTgt spid="78"/>
                                        </p:tgtEl>
                                      </p:cBhvr>
                                    </p:animEffect>
                                    <p:anim calcmode="lin" valueType="num">
                                      <p:cBhvr>
                                        <p:cTn id="101" dur="2000" fill="hold"/>
                                        <p:tgtEl>
                                          <p:spTgt spid="78"/>
                                        </p:tgtEl>
                                        <p:attrNameLst>
                                          <p:attrName>ppt_w</p:attrName>
                                        </p:attrNameLst>
                                      </p:cBhvr>
                                      <p:tavLst>
                                        <p:tav tm="0" fmla="#ppt_w*sin(2.5*pi*$)">
                                          <p:val>
                                            <p:fltVal val="0"/>
                                          </p:val>
                                        </p:tav>
                                        <p:tav tm="100000">
                                          <p:val>
                                            <p:fltVal val="1"/>
                                          </p:val>
                                        </p:tav>
                                      </p:tavLst>
                                    </p:anim>
                                    <p:anim calcmode="lin" valueType="num">
                                      <p:cBhvr>
                                        <p:cTn id="102" dur="2000" fill="hold"/>
                                        <p:tgtEl>
                                          <p:spTgt spid="78"/>
                                        </p:tgtEl>
                                        <p:attrNameLst>
                                          <p:attrName>ppt_h</p:attrName>
                                        </p:attrNameLst>
                                      </p:cBhvr>
                                      <p:tavLst>
                                        <p:tav tm="0">
                                          <p:val>
                                            <p:strVal val="#ppt_h"/>
                                          </p:val>
                                        </p:tav>
                                        <p:tav tm="100000">
                                          <p:val>
                                            <p:strVal val="#ppt_h"/>
                                          </p:val>
                                        </p:tav>
                                      </p:tavLst>
                                    </p:anim>
                                  </p:childTnLst>
                                </p:cTn>
                              </p:par>
                            </p:childTnLst>
                          </p:cTn>
                        </p:par>
                      </p:childTnLst>
                    </p:cTn>
                  </p:par>
                  <p:par>
                    <p:cTn id="103" fill="hold">
                      <p:stCondLst>
                        <p:cond delay="indefinite"/>
                      </p:stCondLst>
                      <p:childTnLst>
                        <p:par>
                          <p:cTn id="104" fill="hold">
                            <p:stCondLst>
                              <p:cond delay="0"/>
                            </p:stCondLst>
                            <p:childTnLst>
                              <p:par>
                                <p:cTn id="105" presetID="22" presetClass="exit" presetSubtype="1" fill="hold" nodeType="clickEffect">
                                  <p:stCondLst>
                                    <p:cond delay="0"/>
                                  </p:stCondLst>
                                  <p:childTnLst>
                                    <p:animEffect transition="out" filter="wipe(up)">
                                      <p:cBhvr>
                                        <p:cTn id="106" dur="500"/>
                                        <p:tgtEl>
                                          <p:spTgt spid="112"/>
                                        </p:tgtEl>
                                      </p:cBhvr>
                                    </p:animEffect>
                                    <p:set>
                                      <p:cBhvr>
                                        <p:cTn id="107" dur="1" fill="hold">
                                          <p:stCondLst>
                                            <p:cond delay="499"/>
                                          </p:stCondLst>
                                        </p:cTn>
                                        <p:tgtEl>
                                          <p:spTgt spid="112"/>
                                        </p:tgtEl>
                                        <p:attrNameLst>
                                          <p:attrName>style.visibility</p:attrName>
                                        </p:attrNameLst>
                                      </p:cBhvr>
                                      <p:to>
                                        <p:strVal val="hidden"/>
                                      </p:to>
                                    </p:set>
                                  </p:childTnLst>
                                </p:cTn>
                              </p:par>
                            </p:childTnLst>
                          </p:cTn>
                        </p:par>
                        <p:par>
                          <p:cTn id="108" fill="hold">
                            <p:stCondLst>
                              <p:cond delay="500"/>
                            </p:stCondLst>
                            <p:childTnLst>
                              <p:par>
                                <p:cTn id="109" presetID="22" presetClass="entr" presetSubtype="8" fill="hold" nodeType="afterEffect">
                                  <p:stCondLst>
                                    <p:cond delay="0"/>
                                  </p:stCondLst>
                                  <p:childTnLst>
                                    <p:set>
                                      <p:cBhvr>
                                        <p:cTn id="110" dur="1" fill="hold">
                                          <p:stCondLst>
                                            <p:cond delay="0"/>
                                          </p:stCondLst>
                                        </p:cTn>
                                        <p:tgtEl>
                                          <p:spTgt spid="115"/>
                                        </p:tgtEl>
                                        <p:attrNameLst>
                                          <p:attrName>style.visibility</p:attrName>
                                        </p:attrNameLst>
                                      </p:cBhvr>
                                      <p:to>
                                        <p:strVal val="visible"/>
                                      </p:to>
                                    </p:set>
                                    <p:animEffect transition="in" filter="wipe(left)">
                                      <p:cBhvr>
                                        <p:cTn id="111" dur="1000"/>
                                        <p:tgtEl>
                                          <p:spTgt spid="115"/>
                                        </p:tgtEl>
                                      </p:cBhvr>
                                    </p:animEffect>
                                  </p:childTnLst>
                                </p:cTn>
                              </p:par>
                            </p:childTnLst>
                          </p:cTn>
                        </p:par>
                        <p:par>
                          <p:cTn id="112" fill="hold">
                            <p:stCondLst>
                              <p:cond delay="2500"/>
                            </p:stCondLst>
                            <p:childTnLst>
                              <p:par>
                                <p:cTn id="113" presetID="37" presetClass="path" presetSubtype="0" accel="50000" decel="50000" fill="hold" grpId="1" nodeType="afterEffect">
                                  <p:stCondLst>
                                    <p:cond delay="0"/>
                                  </p:stCondLst>
                                  <p:childTnLst>
                                    <p:animMotion origin="layout" path="M -1.25E-6 -0.00023 L -0.02044 0.03981 C -0.02461 0.04884 -0.03099 0.05393 -0.03776 0.05393 C -0.04531 0.05393 -0.05143 0.04884 -0.0556 0.03981 L -0.07591 -0.00023 " pathEditMode="relative" rAng="0" ptsTypes="AAAAA">
                                      <p:cBhvr>
                                        <p:cTn id="114" dur="2000" fill="hold"/>
                                        <p:tgtEl>
                                          <p:spTgt spid="68"/>
                                        </p:tgtEl>
                                        <p:attrNameLst>
                                          <p:attrName>ppt_x</p:attrName>
                                          <p:attrName>ppt_y</p:attrName>
                                        </p:attrNameLst>
                                      </p:cBhvr>
                                      <p:rCtr x="-3802" y="2708"/>
                                    </p:animMotion>
                                  </p:childTnLst>
                                </p:cTn>
                              </p:par>
                            </p:childTnLst>
                          </p:cTn>
                        </p:par>
                      </p:childTnLst>
                    </p:cTn>
                  </p:par>
                  <p:par>
                    <p:cTn id="115" fill="hold">
                      <p:stCondLst>
                        <p:cond delay="indefinite"/>
                      </p:stCondLst>
                      <p:childTnLst>
                        <p:par>
                          <p:cTn id="116" fill="hold">
                            <p:stCondLst>
                              <p:cond delay="0"/>
                            </p:stCondLst>
                            <p:childTnLst>
                              <p:par>
                                <p:cTn id="117" presetID="22" presetClass="exit" presetSubtype="1" fill="hold" nodeType="clickEffect">
                                  <p:stCondLst>
                                    <p:cond delay="0"/>
                                  </p:stCondLst>
                                  <p:childTnLst>
                                    <p:animEffect transition="out" filter="wipe(up)">
                                      <p:cBhvr>
                                        <p:cTn id="118" dur="500"/>
                                        <p:tgtEl>
                                          <p:spTgt spid="115"/>
                                        </p:tgtEl>
                                      </p:cBhvr>
                                    </p:animEffect>
                                    <p:set>
                                      <p:cBhvr>
                                        <p:cTn id="119" dur="1" fill="hold">
                                          <p:stCondLst>
                                            <p:cond delay="499"/>
                                          </p:stCondLst>
                                        </p:cTn>
                                        <p:tgtEl>
                                          <p:spTgt spid="115"/>
                                        </p:tgtEl>
                                        <p:attrNameLst>
                                          <p:attrName>style.visibility</p:attrName>
                                        </p:attrNameLst>
                                      </p:cBhvr>
                                      <p:to>
                                        <p:strVal val="hidden"/>
                                      </p:to>
                                    </p:set>
                                  </p:childTnLst>
                                </p:cTn>
                              </p:par>
                            </p:childTnLst>
                          </p:cTn>
                        </p:par>
                        <p:par>
                          <p:cTn id="120" fill="hold">
                            <p:stCondLst>
                              <p:cond delay="500"/>
                            </p:stCondLst>
                            <p:childTnLst>
                              <p:par>
                                <p:cTn id="121" presetID="22" presetClass="entr" presetSubtype="8" fill="hold" nodeType="afterEffect">
                                  <p:stCondLst>
                                    <p:cond delay="0"/>
                                  </p:stCondLst>
                                  <p:childTnLst>
                                    <p:set>
                                      <p:cBhvr>
                                        <p:cTn id="122" dur="1" fill="hold">
                                          <p:stCondLst>
                                            <p:cond delay="0"/>
                                          </p:stCondLst>
                                        </p:cTn>
                                        <p:tgtEl>
                                          <p:spTgt spid="116"/>
                                        </p:tgtEl>
                                        <p:attrNameLst>
                                          <p:attrName>style.visibility</p:attrName>
                                        </p:attrNameLst>
                                      </p:cBhvr>
                                      <p:to>
                                        <p:strVal val="visible"/>
                                      </p:to>
                                    </p:set>
                                    <p:animEffect transition="in" filter="wipe(left)">
                                      <p:cBhvr>
                                        <p:cTn id="123" dur="1000"/>
                                        <p:tgtEl>
                                          <p:spTgt spid="116"/>
                                        </p:tgtEl>
                                      </p:cBhvr>
                                    </p:animEffect>
                                  </p:childTnLst>
                                </p:cTn>
                              </p:par>
                            </p:childTnLst>
                          </p:cTn>
                        </p:par>
                        <p:par>
                          <p:cTn id="124" fill="hold">
                            <p:stCondLst>
                              <p:cond delay="2500"/>
                            </p:stCondLst>
                            <p:childTnLst>
                              <p:par>
                                <p:cTn id="125" presetID="63" presetClass="path" presetSubtype="0" accel="50000" decel="50000" fill="hold" grpId="1" nodeType="afterEffect">
                                  <p:stCondLst>
                                    <p:cond delay="0"/>
                                  </p:stCondLst>
                                  <p:childTnLst>
                                    <p:animMotion origin="layout" path="M -2.08333E-7 -1.48148E-6 L 0.03815 0.00093 " pathEditMode="relative" rAng="0" ptsTypes="AA">
                                      <p:cBhvr>
                                        <p:cTn id="126" dur="2000" fill="hold"/>
                                        <p:tgtEl>
                                          <p:spTgt spid="67"/>
                                        </p:tgtEl>
                                        <p:attrNameLst>
                                          <p:attrName>ppt_x</p:attrName>
                                          <p:attrName>ppt_y</p:attrName>
                                        </p:attrNameLst>
                                      </p:cBhvr>
                                      <p:rCtr x="1901" y="46"/>
                                    </p:animMotion>
                                  </p:childTnLst>
                                </p:cTn>
                              </p:par>
                            </p:childTnLst>
                          </p:cTn>
                        </p:par>
                        <p:par>
                          <p:cTn id="127" fill="hold">
                            <p:stCondLst>
                              <p:cond delay="4500"/>
                            </p:stCondLst>
                            <p:childTnLst>
                              <p:par>
                                <p:cTn id="128" presetID="10" presetClass="exit" presetSubtype="0" fill="hold" grpId="1" nodeType="afterEffect">
                                  <p:stCondLst>
                                    <p:cond delay="0"/>
                                  </p:stCondLst>
                                  <p:childTnLst>
                                    <p:animEffect transition="out" filter="fade">
                                      <p:cBhvr>
                                        <p:cTn id="129" dur="500"/>
                                        <p:tgtEl>
                                          <p:spTgt spid="78"/>
                                        </p:tgtEl>
                                      </p:cBhvr>
                                    </p:animEffect>
                                    <p:set>
                                      <p:cBhvr>
                                        <p:cTn id="130" dur="1" fill="hold">
                                          <p:stCondLst>
                                            <p:cond delay="499"/>
                                          </p:stCondLst>
                                        </p:cTn>
                                        <p:tgtEl>
                                          <p:spTgt spid="78"/>
                                        </p:tgtEl>
                                        <p:attrNameLst>
                                          <p:attrName>style.visibility</p:attrName>
                                        </p:attrNameLst>
                                      </p:cBhvr>
                                      <p:to>
                                        <p:strVal val="hidden"/>
                                      </p:to>
                                    </p:set>
                                  </p:childTnLst>
                                </p:cTn>
                              </p:par>
                            </p:childTnLst>
                          </p:cTn>
                        </p:par>
                      </p:childTnLst>
                    </p:cTn>
                  </p:par>
                  <p:par>
                    <p:cTn id="131" fill="hold">
                      <p:stCondLst>
                        <p:cond delay="indefinite"/>
                      </p:stCondLst>
                      <p:childTnLst>
                        <p:par>
                          <p:cTn id="132" fill="hold">
                            <p:stCondLst>
                              <p:cond delay="0"/>
                            </p:stCondLst>
                            <p:childTnLst>
                              <p:par>
                                <p:cTn id="133" presetID="22" presetClass="exit" presetSubtype="1" fill="hold" nodeType="clickEffect">
                                  <p:stCondLst>
                                    <p:cond delay="0"/>
                                  </p:stCondLst>
                                  <p:childTnLst>
                                    <p:animEffect transition="out" filter="wipe(up)">
                                      <p:cBhvr>
                                        <p:cTn id="134" dur="500"/>
                                        <p:tgtEl>
                                          <p:spTgt spid="116"/>
                                        </p:tgtEl>
                                      </p:cBhvr>
                                    </p:animEffect>
                                    <p:set>
                                      <p:cBhvr>
                                        <p:cTn id="135" dur="1" fill="hold">
                                          <p:stCondLst>
                                            <p:cond delay="499"/>
                                          </p:stCondLst>
                                        </p:cTn>
                                        <p:tgtEl>
                                          <p:spTgt spid="116"/>
                                        </p:tgtEl>
                                        <p:attrNameLst>
                                          <p:attrName>style.visibility</p:attrName>
                                        </p:attrNameLst>
                                      </p:cBhvr>
                                      <p:to>
                                        <p:strVal val="hidden"/>
                                      </p:to>
                                    </p:set>
                                  </p:childTnLst>
                                </p:cTn>
                              </p:par>
                            </p:childTnLst>
                          </p:cTn>
                        </p:par>
                        <p:par>
                          <p:cTn id="136" fill="hold">
                            <p:stCondLst>
                              <p:cond delay="500"/>
                            </p:stCondLst>
                            <p:childTnLst>
                              <p:par>
                                <p:cTn id="137" presetID="22" presetClass="entr" presetSubtype="8" fill="hold" nodeType="afterEffect">
                                  <p:stCondLst>
                                    <p:cond delay="0"/>
                                  </p:stCondLst>
                                  <p:childTnLst>
                                    <p:set>
                                      <p:cBhvr>
                                        <p:cTn id="138" dur="1" fill="hold">
                                          <p:stCondLst>
                                            <p:cond delay="0"/>
                                          </p:stCondLst>
                                        </p:cTn>
                                        <p:tgtEl>
                                          <p:spTgt spid="117"/>
                                        </p:tgtEl>
                                        <p:attrNameLst>
                                          <p:attrName>style.visibility</p:attrName>
                                        </p:attrNameLst>
                                      </p:cBhvr>
                                      <p:to>
                                        <p:strVal val="visible"/>
                                      </p:to>
                                    </p:set>
                                    <p:animEffect transition="in" filter="wipe(left)">
                                      <p:cBhvr>
                                        <p:cTn id="139" dur="1000"/>
                                        <p:tgtEl>
                                          <p:spTgt spid="117"/>
                                        </p:tgtEl>
                                      </p:cBhvr>
                                    </p:animEffect>
                                  </p:childTnLst>
                                </p:cTn>
                              </p:par>
                            </p:childTnLst>
                          </p:cTn>
                        </p:par>
                      </p:childTnLst>
                    </p:cTn>
                  </p:par>
                  <p:par>
                    <p:cTn id="140" fill="hold">
                      <p:stCondLst>
                        <p:cond delay="indefinite"/>
                      </p:stCondLst>
                      <p:childTnLst>
                        <p:par>
                          <p:cTn id="141" fill="hold">
                            <p:stCondLst>
                              <p:cond delay="0"/>
                            </p:stCondLst>
                            <p:childTnLst>
                              <p:par>
                                <p:cTn id="142" presetID="22" presetClass="exit" presetSubtype="1" fill="hold" nodeType="clickEffect">
                                  <p:stCondLst>
                                    <p:cond delay="0"/>
                                  </p:stCondLst>
                                  <p:childTnLst>
                                    <p:animEffect transition="out" filter="wipe(up)">
                                      <p:cBhvr>
                                        <p:cTn id="143" dur="500"/>
                                        <p:tgtEl>
                                          <p:spTgt spid="117"/>
                                        </p:tgtEl>
                                      </p:cBhvr>
                                    </p:animEffect>
                                    <p:set>
                                      <p:cBhvr>
                                        <p:cTn id="144" dur="1" fill="hold">
                                          <p:stCondLst>
                                            <p:cond delay="499"/>
                                          </p:stCondLst>
                                        </p:cTn>
                                        <p:tgtEl>
                                          <p:spTgt spid="117"/>
                                        </p:tgtEl>
                                        <p:attrNameLst>
                                          <p:attrName>style.visibility</p:attrName>
                                        </p:attrNameLst>
                                      </p:cBhvr>
                                      <p:to>
                                        <p:strVal val="hidden"/>
                                      </p:to>
                                    </p:set>
                                  </p:childTnLst>
                                </p:cTn>
                              </p:par>
                            </p:childTnLst>
                          </p:cTn>
                        </p:par>
                        <p:par>
                          <p:cTn id="145" fill="hold">
                            <p:stCondLst>
                              <p:cond delay="500"/>
                            </p:stCondLst>
                            <p:childTnLst>
                              <p:par>
                                <p:cTn id="146" presetID="22" presetClass="entr" presetSubtype="8" fill="hold" nodeType="afterEffect">
                                  <p:stCondLst>
                                    <p:cond delay="0"/>
                                  </p:stCondLst>
                                  <p:childTnLst>
                                    <p:set>
                                      <p:cBhvr>
                                        <p:cTn id="147" dur="1" fill="hold">
                                          <p:stCondLst>
                                            <p:cond delay="0"/>
                                          </p:stCondLst>
                                        </p:cTn>
                                        <p:tgtEl>
                                          <p:spTgt spid="119"/>
                                        </p:tgtEl>
                                        <p:attrNameLst>
                                          <p:attrName>style.visibility</p:attrName>
                                        </p:attrNameLst>
                                      </p:cBhvr>
                                      <p:to>
                                        <p:strVal val="visible"/>
                                      </p:to>
                                    </p:set>
                                    <p:animEffect transition="in" filter="wipe(left)">
                                      <p:cBhvr>
                                        <p:cTn id="148" dur="1000"/>
                                        <p:tgtEl>
                                          <p:spTgt spid="119"/>
                                        </p:tgtEl>
                                      </p:cBhvr>
                                    </p:animEffect>
                                  </p:childTnLst>
                                </p:cTn>
                              </p:par>
                            </p:childTnLst>
                          </p:cTn>
                        </p:par>
                        <p:par>
                          <p:cTn id="149" fill="hold">
                            <p:stCondLst>
                              <p:cond delay="1500"/>
                            </p:stCondLst>
                            <p:childTnLst>
                              <p:par>
                                <p:cTn id="150" presetID="63" presetClass="path" presetSubtype="0" accel="50000" decel="50000" fill="hold" grpId="2" nodeType="afterEffect">
                                  <p:stCondLst>
                                    <p:cond delay="0"/>
                                  </p:stCondLst>
                                  <p:childTnLst>
                                    <p:animMotion origin="layout" path="M -0.07591 -0.00023 L -0.03815 -0.00116 " pathEditMode="relative" rAng="0" ptsTypes="AA">
                                      <p:cBhvr>
                                        <p:cTn id="151" dur="2000" fill="hold"/>
                                        <p:tgtEl>
                                          <p:spTgt spid="68"/>
                                        </p:tgtEl>
                                        <p:attrNameLst>
                                          <p:attrName>ppt_x</p:attrName>
                                          <p:attrName>ppt_y</p:attrName>
                                        </p:attrNameLst>
                                      </p:cBhvr>
                                      <p:rCtr x="1888" y="-46"/>
                                    </p:animMotion>
                                  </p:childTnLst>
                                </p:cTn>
                              </p:par>
                            </p:childTnLst>
                          </p:cTn>
                        </p:par>
                      </p:childTnLst>
                    </p:cTn>
                  </p:par>
                  <p:par>
                    <p:cTn id="152" fill="hold">
                      <p:stCondLst>
                        <p:cond delay="indefinite"/>
                      </p:stCondLst>
                      <p:childTnLst>
                        <p:par>
                          <p:cTn id="153" fill="hold">
                            <p:stCondLst>
                              <p:cond delay="0"/>
                            </p:stCondLst>
                            <p:childTnLst>
                              <p:par>
                                <p:cTn id="154" presetID="22" presetClass="exit" presetSubtype="1" fill="hold" nodeType="clickEffect">
                                  <p:stCondLst>
                                    <p:cond delay="0"/>
                                  </p:stCondLst>
                                  <p:childTnLst>
                                    <p:animEffect transition="out" filter="wipe(up)">
                                      <p:cBhvr>
                                        <p:cTn id="155" dur="500"/>
                                        <p:tgtEl>
                                          <p:spTgt spid="119"/>
                                        </p:tgtEl>
                                      </p:cBhvr>
                                    </p:animEffect>
                                    <p:set>
                                      <p:cBhvr>
                                        <p:cTn id="156" dur="1" fill="hold">
                                          <p:stCondLst>
                                            <p:cond delay="499"/>
                                          </p:stCondLst>
                                        </p:cTn>
                                        <p:tgtEl>
                                          <p:spTgt spid="119"/>
                                        </p:tgtEl>
                                        <p:attrNameLst>
                                          <p:attrName>style.visibility</p:attrName>
                                        </p:attrNameLst>
                                      </p:cBhvr>
                                      <p:to>
                                        <p:strVal val="hidden"/>
                                      </p:to>
                                    </p:set>
                                  </p:childTnLst>
                                </p:cTn>
                              </p:par>
                            </p:childTnLst>
                          </p:cTn>
                        </p:par>
                      </p:childTnLst>
                    </p:cTn>
                  </p:par>
                  <p:par>
                    <p:cTn id="157" fill="hold">
                      <p:stCondLst>
                        <p:cond delay="indefinite"/>
                      </p:stCondLst>
                      <p:childTnLst>
                        <p:par>
                          <p:cTn id="158" fill="hold">
                            <p:stCondLst>
                              <p:cond delay="0"/>
                            </p:stCondLst>
                            <p:childTnLst>
                              <p:par>
                                <p:cTn id="159" presetID="45" presetClass="entr" presetSubtype="0" fill="hold" grpId="0" nodeType="clickEffect">
                                  <p:stCondLst>
                                    <p:cond delay="0"/>
                                  </p:stCondLst>
                                  <p:childTnLst>
                                    <p:set>
                                      <p:cBhvr>
                                        <p:cTn id="160" dur="1" fill="hold">
                                          <p:stCondLst>
                                            <p:cond delay="0"/>
                                          </p:stCondLst>
                                        </p:cTn>
                                        <p:tgtEl>
                                          <p:spTgt spid="79"/>
                                        </p:tgtEl>
                                        <p:attrNameLst>
                                          <p:attrName>style.visibility</p:attrName>
                                        </p:attrNameLst>
                                      </p:cBhvr>
                                      <p:to>
                                        <p:strVal val="visible"/>
                                      </p:to>
                                    </p:set>
                                    <p:animEffect transition="in" filter="fade">
                                      <p:cBhvr>
                                        <p:cTn id="161" dur="2000"/>
                                        <p:tgtEl>
                                          <p:spTgt spid="79"/>
                                        </p:tgtEl>
                                      </p:cBhvr>
                                    </p:animEffect>
                                    <p:anim calcmode="lin" valueType="num">
                                      <p:cBhvr>
                                        <p:cTn id="162" dur="2000" fill="hold"/>
                                        <p:tgtEl>
                                          <p:spTgt spid="79"/>
                                        </p:tgtEl>
                                        <p:attrNameLst>
                                          <p:attrName>ppt_w</p:attrName>
                                        </p:attrNameLst>
                                      </p:cBhvr>
                                      <p:tavLst>
                                        <p:tav tm="0" fmla="#ppt_w*sin(2.5*pi*$)">
                                          <p:val>
                                            <p:fltVal val="0"/>
                                          </p:val>
                                        </p:tav>
                                        <p:tav tm="100000">
                                          <p:val>
                                            <p:fltVal val="1"/>
                                          </p:val>
                                        </p:tav>
                                      </p:tavLst>
                                    </p:anim>
                                    <p:anim calcmode="lin" valueType="num">
                                      <p:cBhvr>
                                        <p:cTn id="163" dur="2000" fill="hold"/>
                                        <p:tgtEl>
                                          <p:spTgt spid="79"/>
                                        </p:tgtEl>
                                        <p:attrNameLst>
                                          <p:attrName>ppt_h</p:attrName>
                                        </p:attrNameLst>
                                      </p:cBhvr>
                                      <p:tavLst>
                                        <p:tav tm="0">
                                          <p:val>
                                            <p:strVal val="#ppt_h"/>
                                          </p:val>
                                        </p:tav>
                                        <p:tav tm="100000">
                                          <p:val>
                                            <p:strVal val="#ppt_h"/>
                                          </p:val>
                                        </p:tav>
                                      </p:tavLst>
                                    </p:anim>
                                  </p:childTnLst>
                                </p:cTn>
                              </p:par>
                            </p:childTnLst>
                          </p:cTn>
                        </p:par>
                        <p:par>
                          <p:cTn id="164" fill="hold">
                            <p:stCondLst>
                              <p:cond delay="2000"/>
                            </p:stCondLst>
                            <p:childTnLst>
                              <p:par>
                                <p:cTn id="165" presetID="10" presetClass="exit" presetSubtype="0" fill="hold" grpId="1" nodeType="afterEffect">
                                  <p:stCondLst>
                                    <p:cond delay="0"/>
                                  </p:stCondLst>
                                  <p:childTnLst>
                                    <p:animEffect transition="out" filter="fade">
                                      <p:cBhvr>
                                        <p:cTn id="166" dur="500"/>
                                        <p:tgtEl>
                                          <p:spTgt spid="79"/>
                                        </p:tgtEl>
                                      </p:cBhvr>
                                    </p:animEffect>
                                    <p:set>
                                      <p:cBhvr>
                                        <p:cTn id="167" dur="1" fill="hold">
                                          <p:stCondLst>
                                            <p:cond delay="499"/>
                                          </p:stCondLst>
                                        </p:cTn>
                                        <p:tgtEl>
                                          <p:spTgt spid="79"/>
                                        </p:tgtEl>
                                        <p:attrNameLst>
                                          <p:attrName>style.visibility</p:attrName>
                                        </p:attrNameLst>
                                      </p:cBhvr>
                                      <p:to>
                                        <p:strVal val="hidden"/>
                                      </p:to>
                                    </p:set>
                                  </p:childTnLst>
                                </p:cTn>
                              </p:par>
                            </p:childTnLst>
                          </p:cTn>
                        </p:par>
                        <p:par>
                          <p:cTn id="168" fill="hold">
                            <p:stCondLst>
                              <p:cond delay="2500"/>
                            </p:stCondLst>
                            <p:childTnLst>
                              <p:par>
                                <p:cTn id="169" presetID="45" presetClass="entr" presetSubtype="0" fill="hold" grpId="0" nodeType="afterEffect">
                                  <p:stCondLst>
                                    <p:cond delay="0"/>
                                  </p:stCondLst>
                                  <p:childTnLst>
                                    <p:set>
                                      <p:cBhvr>
                                        <p:cTn id="170" dur="1" fill="hold">
                                          <p:stCondLst>
                                            <p:cond delay="0"/>
                                          </p:stCondLst>
                                        </p:cTn>
                                        <p:tgtEl>
                                          <p:spTgt spid="80"/>
                                        </p:tgtEl>
                                        <p:attrNameLst>
                                          <p:attrName>style.visibility</p:attrName>
                                        </p:attrNameLst>
                                      </p:cBhvr>
                                      <p:to>
                                        <p:strVal val="visible"/>
                                      </p:to>
                                    </p:set>
                                    <p:animEffect transition="in" filter="fade">
                                      <p:cBhvr>
                                        <p:cTn id="171" dur="2000"/>
                                        <p:tgtEl>
                                          <p:spTgt spid="80"/>
                                        </p:tgtEl>
                                      </p:cBhvr>
                                    </p:animEffect>
                                    <p:anim calcmode="lin" valueType="num">
                                      <p:cBhvr>
                                        <p:cTn id="172" dur="2000" fill="hold"/>
                                        <p:tgtEl>
                                          <p:spTgt spid="80"/>
                                        </p:tgtEl>
                                        <p:attrNameLst>
                                          <p:attrName>ppt_w</p:attrName>
                                        </p:attrNameLst>
                                      </p:cBhvr>
                                      <p:tavLst>
                                        <p:tav tm="0" fmla="#ppt_w*sin(2.5*pi*$)">
                                          <p:val>
                                            <p:fltVal val="0"/>
                                          </p:val>
                                        </p:tav>
                                        <p:tav tm="100000">
                                          <p:val>
                                            <p:fltVal val="1"/>
                                          </p:val>
                                        </p:tav>
                                      </p:tavLst>
                                    </p:anim>
                                    <p:anim calcmode="lin" valueType="num">
                                      <p:cBhvr>
                                        <p:cTn id="173" dur="2000" fill="hold"/>
                                        <p:tgtEl>
                                          <p:spTgt spid="80"/>
                                        </p:tgtEl>
                                        <p:attrNameLst>
                                          <p:attrName>ppt_h</p:attrName>
                                        </p:attrNameLst>
                                      </p:cBhvr>
                                      <p:tavLst>
                                        <p:tav tm="0">
                                          <p:val>
                                            <p:strVal val="#ppt_h"/>
                                          </p:val>
                                        </p:tav>
                                        <p:tav tm="100000">
                                          <p:val>
                                            <p:strVal val="#ppt_h"/>
                                          </p:val>
                                        </p:tav>
                                      </p:tavLst>
                                    </p:anim>
                                  </p:childTnLst>
                                </p:cTn>
                              </p:par>
                            </p:childTnLst>
                          </p:cTn>
                        </p:par>
                        <p:par>
                          <p:cTn id="174" fill="hold">
                            <p:stCondLst>
                              <p:cond delay="4500"/>
                            </p:stCondLst>
                            <p:childTnLst>
                              <p:par>
                                <p:cTn id="175" presetID="10" presetClass="exit" presetSubtype="0" fill="hold" grpId="1" nodeType="afterEffect">
                                  <p:stCondLst>
                                    <p:cond delay="0"/>
                                  </p:stCondLst>
                                  <p:childTnLst>
                                    <p:animEffect transition="out" filter="fade">
                                      <p:cBhvr>
                                        <p:cTn id="176" dur="500"/>
                                        <p:tgtEl>
                                          <p:spTgt spid="80"/>
                                        </p:tgtEl>
                                      </p:cBhvr>
                                    </p:animEffect>
                                    <p:set>
                                      <p:cBhvr>
                                        <p:cTn id="177" dur="1" fill="hold">
                                          <p:stCondLst>
                                            <p:cond delay="499"/>
                                          </p:stCondLst>
                                        </p:cTn>
                                        <p:tgtEl>
                                          <p:spTgt spid="80"/>
                                        </p:tgtEl>
                                        <p:attrNameLst>
                                          <p:attrName>style.visibility</p:attrName>
                                        </p:attrNameLst>
                                      </p:cBhvr>
                                      <p:to>
                                        <p:strVal val="hidden"/>
                                      </p:to>
                                    </p:set>
                                  </p:childTnLst>
                                </p:cTn>
                              </p:par>
                            </p:childTnLst>
                          </p:cTn>
                        </p:par>
                      </p:childTnLst>
                    </p:cTn>
                  </p:par>
                  <p:par>
                    <p:cTn id="178" fill="hold">
                      <p:stCondLst>
                        <p:cond delay="indefinite"/>
                      </p:stCondLst>
                      <p:childTnLst>
                        <p:par>
                          <p:cTn id="179" fill="hold">
                            <p:stCondLst>
                              <p:cond delay="0"/>
                            </p:stCondLst>
                            <p:childTnLst>
                              <p:par>
                                <p:cTn id="180" presetID="22" presetClass="entr" presetSubtype="8" fill="hold" nodeType="clickEffect">
                                  <p:stCondLst>
                                    <p:cond delay="0"/>
                                  </p:stCondLst>
                                  <p:childTnLst>
                                    <p:set>
                                      <p:cBhvr>
                                        <p:cTn id="181" dur="1" fill="hold">
                                          <p:stCondLst>
                                            <p:cond delay="0"/>
                                          </p:stCondLst>
                                        </p:cTn>
                                        <p:tgtEl>
                                          <p:spTgt spid="4"/>
                                        </p:tgtEl>
                                        <p:attrNameLst>
                                          <p:attrName>style.visibility</p:attrName>
                                        </p:attrNameLst>
                                      </p:cBhvr>
                                      <p:to>
                                        <p:strVal val="visible"/>
                                      </p:to>
                                    </p:set>
                                    <p:animEffect transition="in" filter="wipe(left)">
                                      <p:cBhvr>
                                        <p:cTn id="182" dur="1000"/>
                                        <p:tgtEl>
                                          <p:spTgt spid="4"/>
                                        </p:tgtEl>
                                      </p:cBhvr>
                                    </p:animEffect>
                                  </p:childTnLst>
                                </p:cTn>
                              </p:par>
                            </p:childTnLst>
                          </p:cTn>
                        </p:par>
                      </p:childTnLst>
                    </p:cTn>
                  </p:par>
                  <p:par>
                    <p:cTn id="183" fill="hold">
                      <p:stCondLst>
                        <p:cond delay="indefinite"/>
                      </p:stCondLst>
                      <p:childTnLst>
                        <p:par>
                          <p:cTn id="184" fill="hold">
                            <p:stCondLst>
                              <p:cond delay="0"/>
                            </p:stCondLst>
                            <p:childTnLst>
                              <p:par>
                                <p:cTn id="185" presetID="22" presetClass="exit" presetSubtype="1" fill="hold" nodeType="clickEffect">
                                  <p:stCondLst>
                                    <p:cond delay="0"/>
                                  </p:stCondLst>
                                  <p:childTnLst>
                                    <p:animEffect transition="out" filter="wipe(up)">
                                      <p:cBhvr>
                                        <p:cTn id="186" dur="500"/>
                                        <p:tgtEl>
                                          <p:spTgt spid="4"/>
                                        </p:tgtEl>
                                      </p:cBhvr>
                                    </p:animEffect>
                                    <p:set>
                                      <p:cBhvr>
                                        <p:cTn id="187" dur="1" fill="hold">
                                          <p:stCondLst>
                                            <p:cond delay="499"/>
                                          </p:stCondLst>
                                        </p:cTn>
                                        <p:tgtEl>
                                          <p:spTgt spid="4"/>
                                        </p:tgtEl>
                                        <p:attrNameLst>
                                          <p:attrName>style.visibility</p:attrName>
                                        </p:attrNameLst>
                                      </p:cBhvr>
                                      <p:to>
                                        <p:strVal val="hidden"/>
                                      </p:to>
                                    </p:set>
                                  </p:childTnLst>
                                </p:cTn>
                              </p:par>
                            </p:childTnLst>
                          </p:cTn>
                        </p:par>
                        <p:par>
                          <p:cTn id="188" fill="hold">
                            <p:stCondLst>
                              <p:cond delay="500"/>
                            </p:stCondLst>
                            <p:childTnLst>
                              <p:par>
                                <p:cTn id="189" presetID="22" presetClass="entr" presetSubtype="8" fill="hold" nodeType="afterEffect">
                                  <p:stCondLst>
                                    <p:cond delay="0"/>
                                  </p:stCondLst>
                                  <p:childTnLst>
                                    <p:set>
                                      <p:cBhvr>
                                        <p:cTn id="190" dur="1" fill="hold">
                                          <p:stCondLst>
                                            <p:cond delay="0"/>
                                          </p:stCondLst>
                                        </p:cTn>
                                        <p:tgtEl>
                                          <p:spTgt spid="112"/>
                                        </p:tgtEl>
                                        <p:attrNameLst>
                                          <p:attrName>style.visibility</p:attrName>
                                        </p:attrNameLst>
                                      </p:cBhvr>
                                      <p:to>
                                        <p:strVal val="visible"/>
                                      </p:to>
                                    </p:set>
                                    <p:animEffect transition="in" filter="wipe(left)">
                                      <p:cBhvr>
                                        <p:cTn id="191" dur="1000"/>
                                        <p:tgtEl>
                                          <p:spTgt spid="112"/>
                                        </p:tgtEl>
                                      </p:cBhvr>
                                    </p:animEffect>
                                  </p:childTnLst>
                                </p:cTn>
                              </p:par>
                            </p:childTnLst>
                          </p:cTn>
                        </p:par>
                      </p:childTnLst>
                    </p:cTn>
                  </p:par>
                  <p:par>
                    <p:cTn id="192" fill="hold">
                      <p:stCondLst>
                        <p:cond delay="indefinite"/>
                      </p:stCondLst>
                      <p:childTnLst>
                        <p:par>
                          <p:cTn id="193" fill="hold">
                            <p:stCondLst>
                              <p:cond delay="0"/>
                            </p:stCondLst>
                            <p:childTnLst>
                              <p:par>
                                <p:cTn id="194" presetID="45" presetClass="entr" presetSubtype="0" fill="hold" grpId="0" nodeType="clickEffect">
                                  <p:stCondLst>
                                    <p:cond delay="0"/>
                                  </p:stCondLst>
                                  <p:childTnLst>
                                    <p:set>
                                      <p:cBhvr>
                                        <p:cTn id="195" dur="1" fill="hold">
                                          <p:stCondLst>
                                            <p:cond delay="0"/>
                                          </p:stCondLst>
                                        </p:cTn>
                                        <p:tgtEl>
                                          <p:spTgt spid="81"/>
                                        </p:tgtEl>
                                        <p:attrNameLst>
                                          <p:attrName>style.visibility</p:attrName>
                                        </p:attrNameLst>
                                      </p:cBhvr>
                                      <p:to>
                                        <p:strVal val="visible"/>
                                      </p:to>
                                    </p:set>
                                    <p:animEffect transition="in" filter="fade">
                                      <p:cBhvr>
                                        <p:cTn id="196" dur="2000"/>
                                        <p:tgtEl>
                                          <p:spTgt spid="81"/>
                                        </p:tgtEl>
                                      </p:cBhvr>
                                    </p:animEffect>
                                    <p:anim calcmode="lin" valueType="num">
                                      <p:cBhvr>
                                        <p:cTn id="197" dur="2000" fill="hold"/>
                                        <p:tgtEl>
                                          <p:spTgt spid="81"/>
                                        </p:tgtEl>
                                        <p:attrNameLst>
                                          <p:attrName>ppt_w</p:attrName>
                                        </p:attrNameLst>
                                      </p:cBhvr>
                                      <p:tavLst>
                                        <p:tav tm="0" fmla="#ppt_w*sin(2.5*pi*$)">
                                          <p:val>
                                            <p:fltVal val="0"/>
                                          </p:val>
                                        </p:tav>
                                        <p:tav tm="100000">
                                          <p:val>
                                            <p:fltVal val="1"/>
                                          </p:val>
                                        </p:tav>
                                      </p:tavLst>
                                    </p:anim>
                                    <p:anim calcmode="lin" valueType="num">
                                      <p:cBhvr>
                                        <p:cTn id="198" dur="2000" fill="hold"/>
                                        <p:tgtEl>
                                          <p:spTgt spid="81"/>
                                        </p:tgtEl>
                                        <p:attrNameLst>
                                          <p:attrName>ppt_h</p:attrName>
                                        </p:attrNameLst>
                                      </p:cBhvr>
                                      <p:tavLst>
                                        <p:tav tm="0">
                                          <p:val>
                                            <p:strVal val="#ppt_h"/>
                                          </p:val>
                                        </p:tav>
                                        <p:tav tm="100000">
                                          <p:val>
                                            <p:strVal val="#ppt_h"/>
                                          </p:val>
                                        </p:tav>
                                      </p:tavLst>
                                    </p:anim>
                                  </p:childTnLst>
                                </p:cTn>
                              </p:par>
                            </p:childTnLst>
                          </p:cTn>
                        </p:par>
                        <p:par>
                          <p:cTn id="199" fill="hold">
                            <p:stCondLst>
                              <p:cond delay="2000"/>
                            </p:stCondLst>
                            <p:childTnLst>
                              <p:par>
                                <p:cTn id="200" presetID="22" presetClass="exit" presetSubtype="1" fill="hold" nodeType="afterEffect">
                                  <p:stCondLst>
                                    <p:cond delay="0"/>
                                  </p:stCondLst>
                                  <p:childTnLst>
                                    <p:animEffect transition="out" filter="wipe(up)">
                                      <p:cBhvr>
                                        <p:cTn id="201" dur="500"/>
                                        <p:tgtEl>
                                          <p:spTgt spid="112"/>
                                        </p:tgtEl>
                                      </p:cBhvr>
                                    </p:animEffect>
                                    <p:set>
                                      <p:cBhvr>
                                        <p:cTn id="202" dur="1" fill="hold">
                                          <p:stCondLst>
                                            <p:cond delay="499"/>
                                          </p:stCondLst>
                                        </p:cTn>
                                        <p:tgtEl>
                                          <p:spTgt spid="112"/>
                                        </p:tgtEl>
                                        <p:attrNameLst>
                                          <p:attrName>style.visibility</p:attrName>
                                        </p:attrNameLst>
                                      </p:cBhvr>
                                      <p:to>
                                        <p:strVal val="hidden"/>
                                      </p:to>
                                    </p:set>
                                  </p:childTnLst>
                                </p:cTn>
                              </p:par>
                            </p:childTnLst>
                          </p:cTn>
                        </p:par>
                        <p:par>
                          <p:cTn id="203" fill="hold">
                            <p:stCondLst>
                              <p:cond delay="2500"/>
                            </p:stCondLst>
                            <p:childTnLst>
                              <p:par>
                                <p:cTn id="204" presetID="22" presetClass="entr" presetSubtype="8" fill="hold" nodeType="afterEffect">
                                  <p:stCondLst>
                                    <p:cond delay="0"/>
                                  </p:stCondLst>
                                  <p:childTnLst>
                                    <p:set>
                                      <p:cBhvr>
                                        <p:cTn id="205" dur="1" fill="hold">
                                          <p:stCondLst>
                                            <p:cond delay="0"/>
                                          </p:stCondLst>
                                        </p:cTn>
                                        <p:tgtEl>
                                          <p:spTgt spid="115"/>
                                        </p:tgtEl>
                                        <p:attrNameLst>
                                          <p:attrName>style.visibility</p:attrName>
                                        </p:attrNameLst>
                                      </p:cBhvr>
                                      <p:to>
                                        <p:strVal val="visible"/>
                                      </p:to>
                                    </p:set>
                                    <p:animEffect transition="in" filter="wipe(left)">
                                      <p:cBhvr>
                                        <p:cTn id="206" dur="1000"/>
                                        <p:tgtEl>
                                          <p:spTgt spid="115"/>
                                        </p:tgtEl>
                                      </p:cBhvr>
                                    </p:animEffect>
                                  </p:childTnLst>
                                </p:cTn>
                              </p:par>
                            </p:childTnLst>
                          </p:cTn>
                        </p:par>
                        <p:par>
                          <p:cTn id="207" fill="hold">
                            <p:stCondLst>
                              <p:cond delay="3500"/>
                            </p:stCondLst>
                            <p:childTnLst>
                              <p:par>
                                <p:cTn id="208" presetID="37" presetClass="path" presetSubtype="0" accel="50000" decel="50000" fill="hold" grpId="1" nodeType="afterEffect">
                                  <p:stCondLst>
                                    <p:cond delay="0"/>
                                  </p:stCondLst>
                                  <p:childTnLst>
                                    <p:animMotion origin="layout" path="M -1.45833E-6 -0.00023 L -0.05065 0.03982 C -0.06107 0.04884 -0.07695 0.05394 -0.09349 0.05394 C -0.11237 0.05394 -0.12747 0.04884 -0.13789 0.03982 L -0.18841 -0.00023 " pathEditMode="relative" rAng="0" ptsTypes="AAAAA">
                                      <p:cBhvr>
                                        <p:cTn id="209" dur="2000" fill="hold"/>
                                        <p:tgtEl>
                                          <p:spTgt spid="71"/>
                                        </p:tgtEl>
                                        <p:attrNameLst>
                                          <p:attrName>ppt_x</p:attrName>
                                          <p:attrName>ppt_y</p:attrName>
                                        </p:attrNameLst>
                                      </p:cBhvr>
                                      <p:rCtr x="-9427" y="2708"/>
                                    </p:animMotion>
                                  </p:childTnLst>
                                </p:cTn>
                              </p:par>
                            </p:childTnLst>
                          </p:cTn>
                        </p:par>
                      </p:childTnLst>
                    </p:cTn>
                  </p:par>
                  <p:par>
                    <p:cTn id="210" fill="hold">
                      <p:stCondLst>
                        <p:cond delay="indefinite"/>
                      </p:stCondLst>
                      <p:childTnLst>
                        <p:par>
                          <p:cTn id="211" fill="hold">
                            <p:stCondLst>
                              <p:cond delay="0"/>
                            </p:stCondLst>
                            <p:childTnLst>
                              <p:par>
                                <p:cTn id="212" presetID="22" presetClass="exit" presetSubtype="1" fill="hold" nodeType="clickEffect">
                                  <p:stCondLst>
                                    <p:cond delay="0"/>
                                  </p:stCondLst>
                                  <p:childTnLst>
                                    <p:animEffect transition="out" filter="wipe(up)">
                                      <p:cBhvr>
                                        <p:cTn id="213" dur="500"/>
                                        <p:tgtEl>
                                          <p:spTgt spid="115"/>
                                        </p:tgtEl>
                                      </p:cBhvr>
                                    </p:animEffect>
                                    <p:set>
                                      <p:cBhvr>
                                        <p:cTn id="214" dur="1" fill="hold">
                                          <p:stCondLst>
                                            <p:cond delay="499"/>
                                          </p:stCondLst>
                                        </p:cTn>
                                        <p:tgtEl>
                                          <p:spTgt spid="115"/>
                                        </p:tgtEl>
                                        <p:attrNameLst>
                                          <p:attrName>style.visibility</p:attrName>
                                        </p:attrNameLst>
                                      </p:cBhvr>
                                      <p:to>
                                        <p:strVal val="hidden"/>
                                      </p:to>
                                    </p:set>
                                  </p:childTnLst>
                                </p:cTn>
                              </p:par>
                            </p:childTnLst>
                          </p:cTn>
                        </p:par>
                        <p:par>
                          <p:cTn id="215" fill="hold">
                            <p:stCondLst>
                              <p:cond delay="500"/>
                            </p:stCondLst>
                            <p:childTnLst>
                              <p:par>
                                <p:cTn id="216" presetID="22" presetClass="entr" presetSubtype="8" fill="hold" nodeType="afterEffect">
                                  <p:stCondLst>
                                    <p:cond delay="0"/>
                                  </p:stCondLst>
                                  <p:childTnLst>
                                    <p:set>
                                      <p:cBhvr>
                                        <p:cTn id="217" dur="1" fill="hold">
                                          <p:stCondLst>
                                            <p:cond delay="0"/>
                                          </p:stCondLst>
                                        </p:cTn>
                                        <p:tgtEl>
                                          <p:spTgt spid="116"/>
                                        </p:tgtEl>
                                        <p:attrNameLst>
                                          <p:attrName>style.visibility</p:attrName>
                                        </p:attrNameLst>
                                      </p:cBhvr>
                                      <p:to>
                                        <p:strVal val="visible"/>
                                      </p:to>
                                    </p:set>
                                    <p:animEffect transition="in" filter="wipe(left)">
                                      <p:cBhvr>
                                        <p:cTn id="218" dur="1000"/>
                                        <p:tgtEl>
                                          <p:spTgt spid="116"/>
                                        </p:tgtEl>
                                      </p:cBhvr>
                                    </p:animEffect>
                                  </p:childTnLst>
                                </p:cTn>
                              </p:par>
                            </p:childTnLst>
                          </p:cTn>
                        </p:par>
                        <p:par>
                          <p:cTn id="219" fill="hold">
                            <p:stCondLst>
                              <p:cond delay="1500"/>
                            </p:stCondLst>
                            <p:childTnLst>
                              <p:par>
                                <p:cTn id="220" presetID="63" presetClass="path" presetSubtype="0" accel="50000" decel="50000" fill="hold" grpId="1" nodeType="afterEffect">
                                  <p:stCondLst>
                                    <p:cond delay="0"/>
                                  </p:stCondLst>
                                  <p:childTnLst>
                                    <p:animMotion origin="layout" path="M -2.5E-6 2.59259E-6 L 0.03672 -0.00116 " pathEditMode="relative" rAng="0" ptsTypes="AA">
                                      <p:cBhvr>
                                        <p:cTn id="221" dur="2000" fill="hold"/>
                                        <p:tgtEl>
                                          <p:spTgt spid="70"/>
                                        </p:tgtEl>
                                        <p:attrNameLst>
                                          <p:attrName>ppt_x</p:attrName>
                                          <p:attrName>ppt_y</p:attrName>
                                        </p:attrNameLst>
                                      </p:cBhvr>
                                      <p:rCtr x="1836" y="-69"/>
                                    </p:animMotion>
                                  </p:childTnLst>
                                </p:cTn>
                              </p:par>
                            </p:childTnLst>
                          </p:cTn>
                        </p:par>
                        <p:par>
                          <p:cTn id="222" fill="hold">
                            <p:stCondLst>
                              <p:cond delay="3500"/>
                            </p:stCondLst>
                            <p:childTnLst>
                              <p:par>
                                <p:cTn id="223" presetID="10" presetClass="exit" presetSubtype="0" fill="hold" grpId="1" nodeType="afterEffect">
                                  <p:stCondLst>
                                    <p:cond delay="0"/>
                                  </p:stCondLst>
                                  <p:childTnLst>
                                    <p:animEffect transition="out" filter="fade">
                                      <p:cBhvr>
                                        <p:cTn id="224" dur="500"/>
                                        <p:tgtEl>
                                          <p:spTgt spid="81"/>
                                        </p:tgtEl>
                                      </p:cBhvr>
                                    </p:animEffect>
                                    <p:set>
                                      <p:cBhvr>
                                        <p:cTn id="225" dur="1" fill="hold">
                                          <p:stCondLst>
                                            <p:cond delay="499"/>
                                          </p:stCondLst>
                                        </p:cTn>
                                        <p:tgtEl>
                                          <p:spTgt spid="81"/>
                                        </p:tgtEl>
                                        <p:attrNameLst>
                                          <p:attrName>style.visibility</p:attrName>
                                        </p:attrNameLst>
                                      </p:cBhvr>
                                      <p:to>
                                        <p:strVal val="hidden"/>
                                      </p:to>
                                    </p:set>
                                  </p:childTnLst>
                                </p:cTn>
                              </p:par>
                            </p:childTnLst>
                          </p:cTn>
                        </p:par>
                      </p:childTnLst>
                    </p:cTn>
                  </p:par>
                  <p:par>
                    <p:cTn id="226" fill="hold">
                      <p:stCondLst>
                        <p:cond delay="indefinite"/>
                      </p:stCondLst>
                      <p:childTnLst>
                        <p:par>
                          <p:cTn id="227" fill="hold">
                            <p:stCondLst>
                              <p:cond delay="0"/>
                            </p:stCondLst>
                            <p:childTnLst>
                              <p:par>
                                <p:cTn id="228" presetID="22" presetClass="exit" presetSubtype="1" fill="hold" nodeType="clickEffect">
                                  <p:stCondLst>
                                    <p:cond delay="0"/>
                                  </p:stCondLst>
                                  <p:childTnLst>
                                    <p:animEffect transition="out" filter="wipe(up)">
                                      <p:cBhvr>
                                        <p:cTn id="229" dur="500"/>
                                        <p:tgtEl>
                                          <p:spTgt spid="116"/>
                                        </p:tgtEl>
                                      </p:cBhvr>
                                    </p:animEffect>
                                    <p:set>
                                      <p:cBhvr>
                                        <p:cTn id="230" dur="1" fill="hold">
                                          <p:stCondLst>
                                            <p:cond delay="499"/>
                                          </p:stCondLst>
                                        </p:cTn>
                                        <p:tgtEl>
                                          <p:spTgt spid="116"/>
                                        </p:tgtEl>
                                        <p:attrNameLst>
                                          <p:attrName>style.visibility</p:attrName>
                                        </p:attrNameLst>
                                      </p:cBhvr>
                                      <p:to>
                                        <p:strVal val="hidden"/>
                                      </p:to>
                                    </p:set>
                                  </p:childTnLst>
                                </p:cTn>
                              </p:par>
                            </p:childTnLst>
                          </p:cTn>
                        </p:par>
                        <p:par>
                          <p:cTn id="231" fill="hold">
                            <p:stCondLst>
                              <p:cond delay="500"/>
                            </p:stCondLst>
                            <p:childTnLst>
                              <p:par>
                                <p:cTn id="232" presetID="22" presetClass="entr" presetSubtype="8" fill="hold" nodeType="afterEffect">
                                  <p:stCondLst>
                                    <p:cond delay="0"/>
                                  </p:stCondLst>
                                  <p:childTnLst>
                                    <p:set>
                                      <p:cBhvr>
                                        <p:cTn id="233" dur="1" fill="hold">
                                          <p:stCondLst>
                                            <p:cond delay="0"/>
                                          </p:stCondLst>
                                        </p:cTn>
                                        <p:tgtEl>
                                          <p:spTgt spid="117"/>
                                        </p:tgtEl>
                                        <p:attrNameLst>
                                          <p:attrName>style.visibility</p:attrName>
                                        </p:attrNameLst>
                                      </p:cBhvr>
                                      <p:to>
                                        <p:strVal val="visible"/>
                                      </p:to>
                                    </p:set>
                                    <p:animEffect transition="in" filter="wipe(left)">
                                      <p:cBhvr>
                                        <p:cTn id="234" dur="1000"/>
                                        <p:tgtEl>
                                          <p:spTgt spid="117"/>
                                        </p:tgtEl>
                                      </p:cBhvr>
                                    </p:animEffect>
                                  </p:childTnLst>
                                </p:cTn>
                              </p:par>
                            </p:childTnLst>
                          </p:cTn>
                        </p:par>
                      </p:childTnLst>
                    </p:cTn>
                  </p:par>
                  <p:par>
                    <p:cTn id="235" fill="hold">
                      <p:stCondLst>
                        <p:cond delay="indefinite"/>
                      </p:stCondLst>
                      <p:childTnLst>
                        <p:par>
                          <p:cTn id="236" fill="hold">
                            <p:stCondLst>
                              <p:cond delay="0"/>
                            </p:stCondLst>
                            <p:childTnLst>
                              <p:par>
                                <p:cTn id="237" presetID="22" presetClass="entr" presetSubtype="1" fill="hold" nodeType="clickEffect">
                                  <p:stCondLst>
                                    <p:cond delay="0"/>
                                  </p:stCondLst>
                                  <p:childTnLst>
                                    <p:set>
                                      <p:cBhvr>
                                        <p:cTn id="238" dur="1" fill="hold">
                                          <p:stCondLst>
                                            <p:cond delay="0"/>
                                          </p:stCondLst>
                                        </p:cTn>
                                        <p:tgtEl>
                                          <p:spTgt spid="127"/>
                                        </p:tgtEl>
                                        <p:attrNameLst>
                                          <p:attrName>style.visibility</p:attrName>
                                        </p:attrNameLst>
                                      </p:cBhvr>
                                      <p:to>
                                        <p:strVal val="visible"/>
                                      </p:to>
                                    </p:set>
                                    <p:animEffect transition="in" filter="wipe(up)">
                                      <p:cBhvr>
                                        <p:cTn id="239" dur="1000"/>
                                        <p:tgtEl>
                                          <p:spTgt spid="127"/>
                                        </p:tgtEl>
                                      </p:cBhvr>
                                    </p:animEffect>
                                  </p:childTnLst>
                                </p:cTn>
                              </p:par>
                            </p:childTnLst>
                          </p:cTn>
                        </p:par>
                        <p:par>
                          <p:cTn id="240" fill="hold">
                            <p:stCondLst>
                              <p:cond delay="1000"/>
                            </p:stCondLst>
                            <p:childTnLst>
                              <p:par>
                                <p:cTn id="241" presetID="45" presetClass="entr" presetSubtype="0" fill="hold" grpId="0" nodeType="afterEffect">
                                  <p:stCondLst>
                                    <p:cond delay="0"/>
                                  </p:stCondLst>
                                  <p:childTnLst>
                                    <p:set>
                                      <p:cBhvr>
                                        <p:cTn id="242" dur="1" fill="hold">
                                          <p:stCondLst>
                                            <p:cond delay="0"/>
                                          </p:stCondLst>
                                        </p:cTn>
                                        <p:tgtEl>
                                          <p:spTgt spid="130"/>
                                        </p:tgtEl>
                                        <p:attrNameLst>
                                          <p:attrName>style.visibility</p:attrName>
                                        </p:attrNameLst>
                                      </p:cBhvr>
                                      <p:to>
                                        <p:strVal val="visible"/>
                                      </p:to>
                                    </p:set>
                                    <p:animEffect transition="in" filter="fade">
                                      <p:cBhvr>
                                        <p:cTn id="243" dur="2000"/>
                                        <p:tgtEl>
                                          <p:spTgt spid="130"/>
                                        </p:tgtEl>
                                      </p:cBhvr>
                                    </p:animEffect>
                                    <p:anim calcmode="lin" valueType="num">
                                      <p:cBhvr>
                                        <p:cTn id="244" dur="2000" fill="hold"/>
                                        <p:tgtEl>
                                          <p:spTgt spid="130"/>
                                        </p:tgtEl>
                                        <p:attrNameLst>
                                          <p:attrName>ppt_w</p:attrName>
                                        </p:attrNameLst>
                                      </p:cBhvr>
                                      <p:tavLst>
                                        <p:tav tm="0" fmla="#ppt_w*sin(2.5*pi*$)">
                                          <p:val>
                                            <p:fltVal val="0"/>
                                          </p:val>
                                        </p:tav>
                                        <p:tav tm="100000">
                                          <p:val>
                                            <p:fltVal val="1"/>
                                          </p:val>
                                        </p:tav>
                                      </p:tavLst>
                                    </p:anim>
                                    <p:anim calcmode="lin" valueType="num">
                                      <p:cBhvr>
                                        <p:cTn id="245" dur="2000" fill="hold"/>
                                        <p:tgtEl>
                                          <p:spTgt spid="130"/>
                                        </p:tgtEl>
                                        <p:attrNameLst>
                                          <p:attrName>ppt_h</p:attrName>
                                        </p:attrNameLst>
                                      </p:cBhvr>
                                      <p:tavLst>
                                        <p:tav tm="0">
                                          <p:val>
                                            <p:strVal val="#ppt_h"/>
                                          </p:val>
                                        </p:tav>
                                        <p:tav tm="100000">
                                          <p:val>
                                            <p:strVal val="#ppt_h"/>
                                          </p:val>
                                        </p:tav>
                                      </p:tavLst>
                                    </p:anim>
                                  </p:childTnLst>
                                </p:cTn>
                              </p:par>
                            </p:childTnLst>
                          </p:cTn>
                        </p:par>
                        <p:par>
                          <p:cTn id="246" fill="hold">
                            <p:stCondLst>
                              <p:cond delay="3000"/>
                            </p:stCondLst>
                            <p:childTnLst>
                              <p:par>
                                <p:cTn id="247" presetID="22" presetClass="exit" presetSubtype="1" fill="hold" nodeType="afterEffect">
                                  <p:stCondLst>
                                    <p:cond delay="0"/>
                                  </p:stCondLst>
                                  <p:childTnLst>
                                    <p:animEffect transition="out" filter="wipe(up)">
                                      <p:cBhvr>
                                        <p:cTn id="248" dur="500"/>
                                        <p:tgtEl>
                                          <p:spTgt spid="117"/>
                                        </p:tgtEl>
                                      </p:cBhvr>
                                    </p:animEffect>
                                    <p:set>
                                      <p:cBhvr>
                                        <p:cTn id="249" dur="1" fill="hold">
                                          <p:stCondLst>
                                            <p:cond delay="499"/>
                                          </p:stCondLst>
                                        </p:cTn>
                                        <p:tgtEl>
                                          <p:spTgt spid="117"/>
                                        </p:tgtEl>
                                        <p:attrNameLst>
                                          <p:attrName>style.visibility</p:attrName>
                                        </p:attrNameLst>
                                      </p:cBhvr>
                                      <p:to>
                                        <p:strVal val="hidden"/>
                                      </p:to>
                                    </p:set>
                                  </p:childTnLst>
                                </p:cTn>
                              </p:par>
                            </p:childTnLst>
                          </p:cTn>
                        </p:par>
                        <p:par>
                          <p:cTn id="250" fill="hold">
                            <p:stCondLst>
                              <p:cond delay="3500"/>
                            </p:stCondLst>
                            <p:childTnLst>
                              <p:par>
                                <p:cTn id="251" presetID="22" presetClass="entr" presetSubtype="8" fill="hold" nodeType="afterEffect">
                                  <p:stCondLst>
                                    <p:cond delay="0"/>
                                  </p:stCondLst>
                                  <p:childTnLst>
                                    <p:set>
                                      <p:cBhvr>
                                        <p:cTn id="252" dur="1" fill="hold">
                                          <p:stCondLst>
                                            <p:cond delay="0"/>
                                          </p:stCondLst>
                                        </p:cTn>
                                        <p:tgtEl>
                                          <p:spTgt spid="119"/>
                                        </p:tgtEl>
                                        <p:attrNameLst>
                                          <p:attrName>style.visibility</p:attrName>
                                        </p:attrNameLst>
                                      </p:cBhvr>
                                      <p:to>
                                        <p:strVal val="visible"/>
                                      </p:to>
                                    </p:set>
                                    <p:animEffect transition="in" filter="wipe(left)">
                                      <p:cBhvr>
                                        <p:cTn id="253" dur="1000"/>
                                        <p:tgtEl>
                                          <p:spTgt spid="119"/>
                                        </p:tgtEl>
                                      </p:cBhvr>
                                    </p:animEffect>
                                  </p:childTnLst>
                                </p:cTn>
                              </p:par>
                            </p:childTnLst>
                          </p:cTn>
                        </p:par>
                        <p:par>
                          <p:cTn id="254" fill="hold">
                            <p:stCondLst>
                              <p:cond delay="4500"/>
                            </p:stCondLst>
                            <p:childTnLst>
                              <p:par>
                                <p:cTn id="255" presetID="37" presetClass="path" presetSubtype="0" accel="50000" decel="50000" fill="hold" grpId="5" nodeType="afterEffect">
                                  <p:stCondLst>
                                    <p:cond delay="0"/>
                                  </p:stCondLst>
                                  <p:childTnLst>
                                    <p:animMotion origin="layout" path="M -0.18841 0.0007 L -0.14805 0.04074 C -0.13958 0.04977 -0.12695 0.05486 -0.11367 0.05486 C -0.09857 0.05486 -0.08646 0.04977 -0.07799 0.04074 L -0.0375 0.0007 " pathEditMode="relative" rAng="0" ptsTypes="AAAAA">
                                      <p:cBhvr>
                                        <p:cTn id="256" dur="2000" fill="hold"/>
                                        <p:tgtEl>
                                          <p:spTgt spid="71"/>
                                        </p:tgtEl>
                                        <p:attrNameLst>
                                          <p:attrName>ppt_x</p:attrName>
                                          <p:attrName>ppt_y</p:attrName>
                                        </p:attrNameLst>
                                      </p:cBhvr>
                                      <p:rCtr x="7539" y="2708"/>
                                    </p:animMotion>
                                  </p:childTnLst>
                                </p:cTn>
                              </p:par>
                            </p:childTnLst>
                          </p:cTn>
                        </p:par>
                        <p:par>
                          <p:cTn id="257" fill="hold">
                            <p:stCondLst>
                              <p:cond delay="6500"/>
                            </p:stCondLst>
                            <p:childTnLst>
                              <p:par>
                                <p:cTn id="258" presetID="10" presetClass="exit" presetSubtype="0" fill="hold" nodeType="afterEffect">
                                  <p:stCondLst>
                                    <p:cond delay="0"/>
                                  </p:stCondLst>
                                  <p:childTnLst>
                                    <p:animEffect transition="out" filter="fade">
                                      <p:cBhvr>
                                        <p:cTn id="259" dur="500"/>
                                        <p:tgtEl>
                                          <p:spTgt spid="127"/>
                                        </p:tgtEl>
                                      </p:cBhvr>
                                    </p:animEffect>
                                    <p:set>
                                      <p:cBhvr>
                                        <p:cTn id="260" dur="1" fill="hold">
                                          <p:stCondLst>
                                            <p:cond delay="499"/>
                                          </p:stCondLst>
                                        </p:cTn>
                                        <p:tgtEl>
                                          <p:spTgt spid="127"/>
                                        </p:tgtEl>
                                        <p:attrNameLst>
                                          <p:attrName>style.visibility</p:attrName>
                                        </p:attrNameLst>
                                      </p:cBhvr>
                                      <p:to>
                                        <p:strVal val="hidden"/>
                                      </p:to>
                                    </p:set>
                                  </p:childTnLst>
                                </p:cTn>
                              </p:par>
                              <p:par>
                                <p:cTn id="261" presetID="10" presetClass="exit" presetSubtype="0" fill="hold" grpId="1" nodeType="withEffect">
                                  <p:stCondLst>
                                    <p:cond delay="0"/>
                                  </p:stCondLst>
                                  <p:childTnLst>
                                    <p:animEffect transition="out" filter="fade">
                                      <p:cBhvr>
                                        <p:cTn id="262" dur="500"/>
                                        <p:tgtEl>
                                          <p:spTgt spid="130"/>
                                        </p:tgtEl>
                                      </p:cBhvr>
                                    </p:animEffect>
                                    <p:set>
                                      <p:cBhvr>
                                        <p:cTn id="263" dur="1" fill="hold">
                                          <p:stCondLst>
                                            <p:cond delay="499"/>
                                          </p:stCondLst>
                                        </p:cTn>
                                        <p:tgtEl>
                                          <p:spTgt spid="130"/>
                                        </p:tgtEl>
                                        <p:attrNameLst>
                                          <p:attrName>style.visibility</p:attrName>
                                        </p:attrNameLst>
                                      </p:cBhvr>
                                      <p:to>
                                        <p:strVal val="hidden"/>
                                      </p:to>
                                    </p:set>
                                  </p:childTnLst>
                                </p:cTn>
                              </p:par>
                            </p:childTnLst>
                          </p:cTn>
                        </p:par>
                      </p:childTnLst>
                    </p:cTn>
                  </p:par>
                  <p:par>
                    <p:cTn id="264" fill="hold">
                      <p:stCondLst>
                        <p:cond delay="indefinite"/>
                      </p:stCondLst>
                      <p:childTnLst>
                        <p:par>
                          <p:cTn id="265" fill="hold">
                            <p:stCondLst>
                              <p:cond delay="0"/>
                            </p:stCondLst>
                            <p:childTnLst>
                              <p:par>
                                <p:cTn id="266" presetID="22" presetClass="exit" presetSubtype="1" fill="hold" nodeType="clickEffect">
                                  <p:stCondLst>
                                    <p:cond delay="0"/>
                                  </p:stCondLst>
                                  <p:childTnLst>
                                    <p:animEffect transition="out" filter="wipe(up)">
                                      <p:cBhvr>
                                        <p:cTn id="267" dur="500"/>
                                        <p:tgtEl>
                                          <p:spTgt spid="119"/>
                                        </p:tgtEl>
                                      </p:cBhvr>
                                    </p:animEffect>
                                    <p:set>
                                      <p:cBhvr>
                                        <p:cTn id="268" dur="1" fill="hold">
                                          <p:stCondLst>
                                            <p:cond delay="499"/>
                                          </p:stCondLst>
                                        </p:cTn>
                                        <p:tgtEl>
                                          <p:spTgt spid="119"/>
                                        </p:tgtEl>
                                        <p:attrNameLst>
                                          <p:attrName>style.visibility</p:attrName>
                                        </p:attrNameLst>
                                      </p:cBhvr>
                                      <p:to>
                                        <p:strVal val="hidden"/>
                                      </p:to>
                                    </p:set>
                                  </p:childTnLst>
                                </p:cTn>
                              </p:par>
                              <p:par>
                                <p:cTn id="269" presetID="22" presetClass="entr" presetSubtype="8" fill="hold" nodeType="withEffect">
                                  <p:stCondLst>
                                    <p:cond delay="0"/>
                                  </p:stCondLst>
                                  <p:childTnLst>
                                    <p:set>
                                      <p:cBhvr>
                                        <p:cTn id="270" dur="1" fill="hold">
                                          <p:stCondLst>
                                            <p:cond delay="0"/>
                                          </p:stCondLst>
                                        </p:cTn>
                                        <p:tgtEl>
                                          <p:spTgt spid="4"/>
                                        </p:tgtEl>
                                        <p:attrNameLst>
                                          <p:attrName>style.visibility</p:attrName>
                                        </p:attrNameLst>
                                      </p:cBhvr>
                                      <p:to>
                                        <p:strVal val="visible"/>
                                      </p:to>
                                    </p:set>
                                    <p:animEffect transition="in" filter="wipe(left)">
                                      <p:cBhvr>
                                        <p:cTn id="271" dur="1000"/>
                                        <p:tgtEl>
                                          <p:spTgt spid="4"/>
                                        </p:tgtEl>
                                      </p:cBhvr>
                                    </p:animEffect>
                                  </p:childTnLst>
                                </p:cTn>
                              </p:par>
                            </p:childTnLst>
                          </p:cTn>
                        </p:par>
                      </p:childTnLst>
                    </p:cTn>
                  </p:par>
                  <p:par>
                    <p:cTn id="272" fill="hold">
                      <p:stCondLst>
                        <p:cond delay="indefinite"/>
                      </p:stCondLst>
                      <p:childTnLst>
                        <p:par>
                          <p:cTn id="273" fill="hold">
                            <p:stCondLst>
                              <p:cond delay="0"/>
                            </p:stCondLst>
                            <p:childTnLst>
                              <p:par>
                                <p:cTn id="274" presetID="22" presetClass="exit" presetSubtype="1" fill="hold" nodeType="clickEffect">
                                  <p:stCondLst>
                                    <p:cond delay="0"/>
                                  </p:stCondLst>
                                  <p:childTnLst>
                                    <p:animEffect transition="out" filter="wipe(up)">
                                      <p:cBhvr>
                                        <p:cTn id="275" dur="500"/>
                                        <p:tgtEl>
                                          <p:spTgt spid="4"/>
                                        </p:tgtEl>
                                      </p:cBhvr>
                                    </p:animEffect>
                                    <p:set>
                                      <p:cBhvr>
                                        <p:cTn id="276" dur="1" fill="hold">
                                          <p:stCondLst>
                                            <p:cond delay="499"/>
                                          </p:stCondLst>
                                        </p:cTn>
                                        <p:tgtEl>
                                          <p:spTgt spid="4"/>
                                        </p:tgtEl>
                                        <p:attrNameLst>
                                          <p:attrName>style.visibility</p:attrName>
                                        </p:attrNameLst>
                                      </p:cBhvr>
                                      <p:to>
                                        <p:strVal val="hidden"/>
                                      </p:to>
                                    </p:set>
                                  </p:childTnLst>
                                </p:cTn>
                              </p:par>
                              <p:par>
                                <p:cTn id="277" presetID="22" presetClass="entr" presetSubtype="8" fill="hold" nodeType="withEffect">
                                  <p:stCondLst>
                                    <p:cond delay="0"/>
                                  </p:stCondLst>
                                  <p:childTnLst>
                                    <p:set>
                                      <p:cBhvr>
                                        <p:cTn id="278" dur="1" fill="hold">
                                          <p:stCondLst>
                                            <p:cond delay="0"/>
                                          </p:stCondLst>
                                        </p:cTn>
                                        <p:tgtEl>
                                          <p:spTgt spid="112"/>
                                        </p:tgtEl>
                                        <p:attrNameLst>
                                          <p:attrName>style.visibility</p:attrName>
                                        </p:attrNameLst>
                                      </p:cBhvr>
                                      <p:to>
                                        <p:strVal val="visible"/>
                                      </p:to>
                                    </p:set>
                                    <p:animEffect transition="in" filter="wipe(left)">
                                      <p:cBhvr>
                                        <p:cTn id="279" dur="1000"/>
                                        <p:tgtEl>
                                          <p:spTgt spid="112"/>
                                        </p:tgtEl>
                                      </p:cBhvr>
                                    </p:animEffect>
                                  </p:childTnLst>
                                </p:cTn>
                              </p:par>
                            </p:childTnLst>
                          </p:cTn>
                        </p:par>
                      </p:childTnLst>
                    </p:cTn>
                  </p:par>
                  <p:par>
                    <p:cTn id="280" fill="hold">
                      <p:stCondLst>
                        <p:cond delay="indefinite"/>
                      </p:stCondLst>
                      <p:childTnLst>
                        <p:par>
                          <p:cTn id="281" fill="hold">
                            <p:stCondLst>
                              <p:cond delay="0"/>
                            </p:stCondLst>
                            <p:childTnLst>
                              <p:par>
                                <p:cTn id="282" presetID="45" presetClass="entr" presetSubtype="0" fill="hold" grpId="0" nodeType="clickEffect">
                                  <p:stCondLst>
                                    <p:cond delay="0"/>
                                  </p:stCondLst>
                                  <p:childTnLst>
                                    <p:set>
                                      <p:cBhvr>
                                        <p:cTn id="283" dur="1" fill="hold">
                                          <p:stCondLst>
                                            <p:cond delay="0"/>
                                          </p:stCondLst>
                                        </p:cTn>
                                        <p:tgtEl>
                                          <p:spTgt spid="88"/>
                                        </p:tgtEl>
                                        <p:attrNameLst>
                                          <p:attrName>style.visibility</p:attrName>
                                        </p:attrNameLst>
                                      </p:cBhvr>
                                      <p:to>
                                        <p:strVal val="visible"/>
                                      </p:to>
                                    </p:set>
                                    <p:animEffect transition="in" filter="fade">
                                      <p:cBhvr>
                                        <p:cTn id="284" dur="2000"/>
                                        <p:tgtEl>
                                          <p:spTgt spid="88"/>
                                        </p:tgtEl>
                                      </p:cBhvr>
                                    </p:animEffect>
                                    <p:anim calcmode="lin" valueType="num">
                                      <p:cBhvr>
                                        <p:cTn id="285" dur="2000" fill="hold"/>
                                        <p:tgtEl>
                                          <p:spTgt spid="88"/>
                                        </p:tgtEl>
                                        <p:attrNameLst>
                                          <p:attrName>ppt_w</p:attrName>
                                        </p:attrNameLst>
                                      </p:cBhvr>
                                      <p:tavLst>
                                        <p:tav tm="0" fmla="#ppt_w*sin(2.5*pi*$)">
                                          <p:val>
                                            <p:fltVal val="0"/>
                                          </p:val>
                                        </p:tav>
                                        <p:tav tm="100000">
                                          <p:val>
                                            <p:fltVal val="1"/>
                                          </p:val>
                                        </p:tav>
                                      </p:tavLst>
                                    </p:anim>
                                    <p:anim calcmode="lin" valueType="num">
                                      <p:cBhvr>
                                        <p:cTn id="286" dur="2000" fill="hold"/>
                                        <p:tgtEl>
                                          <p:spTgt spid="88"/>
                                        </p:tgtEl>
                                        <p:attrNameLst>
                                          <p:attrName>ppt_h</p:attrName>
                                        </p:attrNameLst>
                                      </p:cBhvr>
                                      <p:tavLst>
                                        <p:tav tm="0">
                                          <p:val>
                                            <p:strVal val="#ppt_h"/>
                                          </p:val>
                                        </p:tav>
                                        <p:tav tm="100000">
                                          <p:val>
                                            <p:strVal val="#ppt_h"/>
                                          </p:val>
                                        </p:tav>
                                      </p:tavLst>
                                    </p:anim>
                                  </p:childTnLst>
                                </p:cTn>
                              </p:par>
                            </p:childTnLst>
                          </p:cTn>
                        </p:par>
                      </p:childTnLst>
                    </p:cTn>
                  </p:par>
                  <p:par>
                    <p:cTn id="287" fill="hold">
                      <p:stCondLst>
                        <p:cond delay="indefinite"/>
                      </p:stCondLst>
                      <p:childTnLst>
                        <p:par>
                          <p:cTn id="288" fill="hold">
                            <p:stCondLst>
                              <p:cond delay="0"/>
                            </p:stCondLst>
                            <p:childTnLst>
                              <p:par>
                                <p:cTn id="289" presetID="22" presetClass="exit" presetSubtype="1" fill="hold" nodeType="clickEffect">
                                  <p:stCondLst>
                                    <p:cond delay="0"/>
                                  </p:stCondLst>
                                  <p:childTnLst>
                                    <p:animEffect transition="out" filter="wipe(up)">
                                      <p:cBhvr>
                                        <p:cTn id="290" dur="500"/>
                                        <p:tgtEl>
                                          <p:spTgt spid="112"/>
                                        </p:tgtEl>
                                      </p:cBhvr>
                                    </p:animEffect>
                                    <p:set>
                                      <p:cBhvr>
                                        <p:cTn id="291" dur="1" fill="hold">
                                          <p:stCondLst>
                                            <p:cond delay="499"/>
                                          </p:stCondLst>
                                        </p:cTn>
                                        <p:tgtEl>
                                          <p:spTgt spid="112"/>
                                        </p:tgtEl>
                                        <p:attrNameLst>
                                          <p:attrName>style.visibility</p:attrName>
                                        </p:attrNameLst>
                                      </p:cBhvr>
                                      <p:to>
                                        <p:strVal val="hidden"/>
                                      </p:to>
                                    </p:set>
                                  </p:childTnLst>
                                </p:cTn>
                              </p:par>
                              <p:par>
                                <p:cTn id="292" presetID="22" presetClass="entr" presetSubtype="8" fill="hold" nodeType="withEffect">
                                  <p:stCondLst>
                                    <p:cond delay="0"/>
                                  </p:stCondLst>
                                  <p:childTnLst>
                                    <p:set>
                                      <p:cBhvr>
                                        <p:cTn id="293" dur="1" fill="hold">
                                          <p:stCondLst>
                                            <p:cond delay="0"/>
                                          </p:stCondLst>
                                        </p:cTn>
                                        <p:tgtEl>
                                          <p:spTgt spid="115"/>
                                        </p:tgtEl>
                                        <p:attrNameLst>
                                          <p:attrName>style.visibility</p:attrName>
                                        </p:attrNameLst>
                                      </p:cBhvr>
                                      <p:to>
                                        <p:strVal val="visible"/>
                                      </p:to>
                                    </p:set>
                                    <p:animEffect transition="in" filter="wipe(left)">
                                      <p:cBhvr>
                                        <p:cTn id="294" dur="1000"/>
                                        <p:tgtEl>
                                          <p:spTgt spid="115"/>
                                        </p:tgtEl>
                                      </p:cBhvr>
                                    </p:animEffect>
                                  </p:childTnLst>
                                </p:cTn>
                              </p:par>
                            </p:childTnLst>
                          </p:cTn>
                        </p:par>
                        <p:par>
                          <p:cTn id="295" fill="hold">
                            <p:stCondLst>
                              <p:cond delay="1000"/>
                            </p:stCondLst>
                            <p:childTnLst>
                              <p:par>
                                <p:cTn id="296" presetID="37" presetClass="path" presetSubtype="0" accel="50000" decel="50000" fill="hold" grpId="1" nodeType="afterEffect">
                                  <p:stCondLst>
                                    <p:cond delay="0"/>
                                  </p:stCondLst>
                                  <p:childTnLst>
                                    <p:animMotion origin="layout" path="M 0.00013 -0.00023 L -0.0608 0.03981 C -0.07343 0.04884 -0.09244 0.05393 -0.1125 0.05393 C -0.13515 0.05393 -0.15338 0.04884 -0.16601 0.03981 L -0.22682 -0.00023 " pathEditMode="relative" rAng="0" ptsTypes="AAAAA">
                                      <p:cBhvr>
                                        <p:cTn id="297" dur="2000" fill="hold"/>
                                        <p:tgtEl>
                                          <p:spTgt spid="72"/>
                                        </p:tgtEl>
                                        <p:attrNameLst>
                                          <p:attrName>ppt_x</p:attrName>
                                          <p:attrName>ppt_y</p:attrName>
                                        </p:attrNameLst>
                                      </p:cBhvr>
                                      <p:rCtr x="-11354" y="2708"/>
                                    </p:animMotion>
                                  </p:childTnLst>
                                </p:cTn>
                              </p:par>
                            </p:childTnLst>
                          </p:cTn>
                        </p:par>
                      </p:childTnLst>
                    </p:cTn>
                  </p:par>
                  <p:par>
                    <p:cTn id="298" fill="hold">
                      <p:stCondLst>
                        <p:cond delay="indefinite"/>
                      </p:stCondLst>
                      <p:childTnLst>
                        <p:par>
                          <p:cTn id="299" fill="hold">
                            <p:stCondLst>
                              <p:cond delay="0"/>
                            </p:stCondLst>
                            <p:childTnLst>
                              <p:par>
                                <p:cTn id="300" presetID="22" presetClass="exit" presetSubtype="1" fill="hold" nodeType="clickEffect">
                                  <p:stCondLst>
                                    <p:cond delay="0"/>
                                  </p:stCondLst>
                                  <p:childTnLst>
                                    <p:animEffect transition="out" filter="wipe(up)">
                                      <p:cBhvr>
                                        <p:cTn id="301" dur="500"/>
                                        <p:tgtEl>
                                          <p:spTgt spid="115"/>
                                        </p:tgtEl>
                                      </p:cBhvr>
                                    </p:animEffect>
                                    <p:set>
                                      <p:cBhvr>
                                        <p:cTn id="302" dur="1" fill="hold">
                                          <p:stCondLst>
                                            <p:cond delay="499"/>
                                          </p:stCondLst>
                                        </p:cTn>
                                        <p:tgtEl>
                                          <p:spTgt spid="115"/>
                                        </p:tgtEl>
                                        <p:attrNameLst>
                                          <p:attrName>style.visibility</p:attrName>
                                        </p:attrNameLst>
                                      </p:cBhvr>
                                      <p:to>
                                        <p:strVal val="hidden"/>
                                      </p:to>
                                    </p:set>
                                  </p:childTnLst>
                                </p:cTn>
                              </p:par>
                              <p:par>
                                <p:cTn id="303" presetID="22" presetClass="entr" presetSubtype="8" fill="hold" nodeType="withEffect">
                                  <p:stCondLst>
                                    <p:cond delay="0"/>
                                  </p:stCondLst>
                                  <p:childTnLst>
                                    <p:set>
                                      <p:cBhvr>
                                        <p:cTn id="304" dur="1" fill="hold">
                                          <p:stCondLst>
                                            <p:cond delay="0"/>
                                          </p:stCondLst>
                                        </p:cTn>
                                        <p:tgtEl>
                                          <p:spTgt spid="116"/>
                                        </p:tgtEl>
                                        <p:attrNameLst>
                                          <p:attrName>style.visibility</p:attrName>
                                        </p:attrNameLst>
                                      </p:cBhvr>
                                      <p:to>
                                        <p:strVal val="visible"/>
                                      </p:to>
                                    </p:set>
                                    <p:animEffect transition="in" filter="wipe(left)">
                                      <p:cBhvr>
                                        <p:cTn id="305" dur="1000"/>
                                        <p:tgtEl>
                                          <p:spTgt spid="116"/>
                                        </p:tgtEl>
                                      </p:cBhvr>
                                    </p:animEffect>
                                  </p:childTnLst>
                                </p:cTn>
                              </p:par>
                            </p:childTnLst>
                          </p:cTn>
                        </p:par>
                        <p:par>
                          <p:cTn id="306" fill="hold">
                            <p:stCondLst>
                              <p:cond delay="1000"/>
                            </p:stCondLst>
                            <p:childTnLst>
                              <p:par>
                                <p:cTn id="307" presetID="63" presetClass="path" presetSubtype="0" accel="50000" decel="50000" fill="hold" grpId="2" nodeType="afterEffect">
                                  <p:stCondLst>
                                    <p:cond delay="0"/>
                                  </p:stCondLst>
                                  <p:childTnLst>
                                    <p:animMotion origin="layout" path="M 0.03672 -0.00116 L 0.07526 -0.00023 " pathEditMode="relative" rAng="0" ptsTypes="AA">
                                      <p:cBhvr>
                                        <p:cTn id="308" dur="2000" fill="hold"/>
                                        <p:tgtEl>
                                          <p:spTgt spid="70"/>
                                        </p:tgtEl>
                                        <p:attrNameLst>
                                          <p:attrName>ppt_x</p:attrName>
                                          <p:attrName>ppt_y</p:attrName>
                                        </p:attrNameLst>
                                      </p:cBhvr>
                                      <p:rCtr x="1927" y="46"/>
                                    </p:animMotion>
                                  </p:childTnLst>
                                </p:cTn>
                              </p:par>
                            </p:childTnLst>
                          </p:cTn>
                        </p:par>
                        <p:par>
                          <p:cTn id="309" fill="hold">
                            <p:stCondLst>
                              <p:cond delay="3000"/>
                            </p:stCondLst>
                            <p:childTnLst>
                              <p:par>
                                <p:cTn id="310" presetID="10" presetClass="exit" presetSubtype="0" fill="hold" grpId="1" nodeType="afterEffect">
                                  <p:stCondLst>
                                    <p:cond delay="0"/>
                                  </p:stCondLst>
                                  <p:childTnLst>
                                    <p:animEffect transition="out" filter="fade">
                                      <p:cBhvr>
                                        <p:cTn id="311" dur="500"/>
                                        <p:tgtEl>
                                          <p:spTgt spid="88"/>
                                        </p:tgtEl>
                                      </p:cBhvr>
                                    </p:animEffect>
                                    <p:set>
                                      <p:cBhvr>
                                        <p:cTn id="312" dur="1" fill="hold">
                                          <p:stCondLst>
                                            <p:cond delay="499"/>
                                          </p:stCondLst>
                                        </p:cTn>
                                        <p:tgtEl>
                                          <p:spTgt spid="88"/>
                                        </p:tgtEl>
                                        <p:attrNameLst>
                                          <p:attrName>style.visibility</p:attrName>
                                        </p:attrNameLst>
                                      </p:cBhvr>
                                      <p:to>
                                        <p:strVal val="hidden"/>
                                      </p:to>
                                    </p:set>
                                  </p:childTnLst>
                                </p:cTn>
                              </p:par>
                            </p:childTnLst>
                          </p:cTn>
                        </p:par>
                      </p:childTnLst>
                    </p:cTn>
                  </p:par>
                  <p:par>
                    <p:cTn id="313" fill="hold">
                      <p:stCondLst>
                        <p:cond delay="indefinite"/>
                      </p:stCondLst>
                      <p:childTnLst>
                        <p:par>
                          <p:cTn id="314" fill="hold">
                            <p:stCondLst>
                              <p:cond delay="0"/>
                            </p:stCondLst>
                            <p:childTnLst>
                              <p:par>
                                <p:cTn id="315" presetID="22" presetClass="exit" presetSubtype="1" fill="hold" nodeType="clickEffect">
                                  <p:stCondLst>
                                    <p:cond delay="0"/>
                                  </p:stCondLst>
                                  <p:childTnLst>
                                    <p:animEffect transition="out" filter="wipe(up)">
                                      <p:cBhvr>
                                        <p:cTn id="316" dur="500"/>
                                        <p:tgtEl>
                                          <p:spTgt spid="116"/>
                                        </p:tgtEl>
                                      </p:cBhvr>
                                    </p:animEffect>
                                    <p:set>
                                      <p:cBhvr>
                                        <p:cTn id="317" dur="1" fill="hold">
                                          <p:stCondLst>
                                            <p:cond delay="499"/>
                                          </p:stCondLst>
                                        </p:cTn>
                                        <p:tgtEl>
                                          <p:spTgt spid="116"/>
                                        </p:tgtEl>
                                        <p:attrNameLst>
                                          <p:attrName>style.visibility</p:attrName>
                                        </p:attrNameLst>
                                      </p:cBhvr>
                                      <p:to>
                                        <p:strVal val="hidden"/>
                                      </p:to>
                                    </p:set>
                                  </p:childTnLst>
                                </p:cTn>
                              </p:par>
                              <p:par>
                                <p:cTn id="318" presetID="22" presetClass="entr" presetSubtype="8" fill="hold" nodeType="withEffect">
                                  <p:stCondLst>
                                    <p:cond delay="0"/>
                                  </p:stCondLst>
                                  <p:childTnLst>
                                    <p:set>
                                      <p:cBhvr>
                                        <p:cTn id="319" dur="1" fill="hold">
                                          <p:stCondLst>
                                            <p:cond delay="0"/>
                                          </p:stCondLst>
                                        </p:cTn>
                                        <p:tgtEl>
                                          <p:spTgt spid="117"/>
                                        </p:tgtEl>
                                        <p:attrNameLst>
                                          <p:attrName>style.visibility</p:attrName>
                                        </p:attrNameLst>
                                      </p:cBhvr>
                                      <p:to>
                                        <p:strVal val="visible"/>
                                      </p:to>
                                    </p:set>
                                    <p:animEffect transition="in" filter="wipe(left)">
                                      <p:cBhvr>
                                        <p:cTn id="320" dur="1000"/>
                                        <p:tgtEl>
                                          <p:spTgt spid="117"/>
                                        </p:tgtEl>
                                      </p:cBhvr>
                                    </p:animEffect>
                                  </p:childTnLst>
                                </p:cTn>
                              </p:par>
                            </p:childTnLst>
                          </p:cTn>
                        </p:par>
                      </p:childTnLst>
                    </p:cTn>
                  </p:par>
                  <p:par>
                    <p:cTn id="321" fill="hold">
                      <p:stCondLst>
                        <p:cond delay="indefinite"/>
                      </p:stCondLst>
                      <p:childTnLst>
                        <p:par>
                          <p:cTn id="322" fill="hold">
                            <p:stCondLst>
                              <p:cond delay="0"/>
                            </p:stCondLst>
                            <p:childTnLst>
                              <p:par>
                                <p:cTn id="323" presetID="22" presetClass="entr" presetSubtype="1" fill="hold" nodeType="clickEffect">
                                  <p:stCondLst>
                                    <p:cond delay="0"/>
                                  </p:stCondLst>
                                  <p:childTnLst>
                                    <p:set>
                                      <p:cBhvr>
                                        <p:cTn id="324" dur="1" fill="hold">
                                          <p:stCondLst>
                                            <p:cond delay="0"/>
                                          </p:stCondLst>
                                        </p:cTn>
                                        <p:tgtEl>
                                          <p:spTgt spid="132"/>
                                        </p:tgtEl>
                                        <p:attrNameLst>
                                          <p:attrName>style.visibility</p:attrName>
                                        </p:attrNameLst>
                                      </p:cBhvr>
                                      <p:to>
                                        <p:strVal val="visible"/>
                                      </p:to>
                                    </p:set>
                                    <p:animEffect transition="in" filter="wipe(up)">
                                      <p:cBhvr>
                                        <p:cTn id="325" dur="1000"/>
                                        <p:tgtEl>
                                          <p:spTgt spid="132"/>
                                        </p:tgtEl>
                                      </p:cBhvr>
                                    </p:animEffect>
                                  </p:childTnLst>
                                </p:cTn>
                              </p:par>
                            </p:childTnLst>
                          </p:cTn>
                        </p:par>
                        <p:par>
                          <p:cTn id="326" fill="hold">
                            <p:stCondLst>
                              <p:cond delay="1000"/>
                            </p:stCondLst>
                            <p:childTnLst>
                              <p:par>
                                <p:cTn id="327" presetID="45" presetClass="entr" presetSubtype="0" fill="hold" grpId="0" nodeType="afterEffect">
                                  <p:stCondLst>
                                    <p:cond delay="0"/>
                                  </p:stCondLst>
                                  <p:childTnLst>
                                    <p:set>
                                      <p:cBhvr>
                                        <p:cTn id="328" dur="1" fill="hold">
                                          <p:stCondLst>
                                            <p:cond delay="0"/>
                                          </p:stCondLst>
                                        </p:cTn>
                                        <p:tgtEl>
                                          <p:spTgt spid="135"/>
                                        </p:tgtEl>
                                        <p:attrNameLst>
                                          <p:attrName>style.visibility</p:attrName>
                                        </p:attrNameLst>
                                      </p:cBhvr>
                                      <p:to>
                                        <p:strVal val="visible"/>
                                      </p:to>
                                    </p:set>
                                    <p:animEffect transition="in" filter="fade">
                                      <p:cBhvr>
                                        <p:cTn id="329" dur="2000"/>
                                        <p:tgtEl>
                                          <p:spTgt spid="135"/>
                                        </p:tgtEl>
                                      </p:cBhvr>
                                    </p:animEffect>
                                    <p:anim calcmode="lin" valueType="num">
                                      <p:cBhvr>
                                        <p:cTn id="330" dur="2000" fill="hold"/>
                                        <p:tgtEl>
                                          <p:spTgt spid="135"/>
                                        </p:tgtEl>
                                        <p:attrNameLst>
                                          <p:attrName>ppt_w</p:attrName>
                                        </p:attrNameLst>
                                      </p:cBhvr>
                                      <p:tavLst>
                                        <p:tav tm="0" fmla="#ppt_w*sin(2.5*pi*$)">
                                          <p:val>
                                            <p:fltVal val="0"/>
                                          </p:val>
                                        </p:tav>
                                        <p:tav tm="100000">
                                          <p:val>
                                            <p:fltVal val="1"/>
                                          </p:val>
                                        </p:tav>
                                      </p:tavLst>
                                    </p:anim>
                                    <p:anim calcmode="lin" valueType="num">
                                      <p:cBhvr>
                                        <p:cTn id="331" dur="2000" fill="hold"/>
                                        <p:tgtEl>
                                          <p:spTgt spid="135"/>
                                        </p:tgtEl>
                                        <p:attrNameLst>
                                          <p:attrName>ppt_h</p:attrName>
                                        </p:attrNameLst>
                                      </p:cBhvr>
                                      <p:tavLst>
                                        <p:tav tm="0">
                                          <p:val>
                                            <p:strVal val="#ppt_h"/>
                                          </p:val>
                                        </p:tav>
                                        <p:tav tm="100000">
                                          <p:val>
                                            <p:strVal val="#ppt_h"/>
                                          </p:val>
                                        </p:tav>
                                      </p:tavLst>
                                    </p:anim>
                                  </p:childTnLst>
                                </p:cTn>
                              </p:par>
                            </p:childTnLst>
                          </p:cTn>
                        </p:par>
                      </p:childTnLst>
                    </p:cTn>
                  </p:par>
                  <p:par>
                    <p:cTn id="332" fill="hold">
                      <p:stCondLst>
                        <p:cond delay="indefinite"/>
                      </p:stCondLst>
                      <p:childTnLst>
                        <p:par>
                          <p:cTn id="333" fill="hold">
                            <p:stCondLst>
                              <p:cond delay="0"/>
                            </p:stCondLst>
                            <p:childTnLst>
                              <p:par>
                                <p:cTn id="334" presetID="22" presetClass="exit" presetSubtype="1" fill="hold" nodeType="clickEffect">
                                  <p:stCondLst>
                                    <p:cond delay="0"/>
                                  </p:stCondLst>
                                  <p:childTnLst>
                                    <p:animEffect transition="out" filter="wipe(up)">
                                      <p:cBhvr>
                                        <p:cTn id="335" dur="500"/>
                                        <p:tgtEl>
                                          <p:spTgt spid="117"/>
                                        </p:tgtEl>
                                      </p:cBhvr>
                                    </p:animEffect>
                                    <p:set>
                                      <p:cBhvr>
                                        <p:cTn id="336" dur="1" fill="hold">
                                          <p:stCondLst>
                                            <p:cond delay="499"/>
                                          </p:stCondLst>
                                        </p:cTn>
                                        <p:tgtEl>
                                          <p:spTgt spid="117"/>
                                        </p:tgtEl>
                                        <p:attrNameLst>
                                          <p:attrName>style.visibility</p:attrName>
                                        </p:attrNameLst>
                                      </p:cBhvr>
                                      <p:to>
                                        <p:strVal val="hidden"/>
                                      </p:to>
                                    </p:set>
                                  </p:childTnLst>
                                </p:cTn>
                              </p:par>
                              <p:par>
                                <p:cTn id="337" presetID="22" presetClass="entr" presetSubtype="8" fill="hold" nodeType="withEffect">
                                  <p:stCondLst>
                                    <p:cond delay="0"/>
                                  </p:stCondLst>
                                  <p:childTnLst>
                                    <p:set>
                                      <p:cBhvr>
                                        <p:cTn id="338" dur="1" fill="hold">
                                          <p:stCondLst>
                                            <p:cond delay="0"/>
                                          </p:stCondLst>
                                        </p:cTn>
                                        <p:tgtEl>
                                          <p:spTgt spid="118"/>
                                        </p:tgtEl>
                                        <p:attrNameLst>
                                          <p:attrName>style.visibility</p:attrName>
                                        </p:attrNameLst>
                                      </p:cBhvr>
                                      <p:to>
                                        <p:strVal val="visible"/>
                                      </p:to>
                                    </p:set>
                                    <p:animEffect transition="in" filter="wipe(left)">
                                      <p:cBhvr>
                                        <p:cTn id="339" dur="1000"/>
                                        <p:tgtEl>
                                          <p:spTgt spid="118"/>
                                        </p:tgtEl>
                                      </p:cBhvr>
                                    </p:animEffect>
                                  </p:childTnLst>
                                </p:cTn>
                              </p:par>
                            </p:childTnLst>
                          </p:cTn>
                        </p:par>
                        <p:par>
                          <p:cTn id="340" fill="hold">
                            <p:stCondLst>
                              <p:cond delay="1000"/>
                            </p:stCondLst>
                            <p:childTnLst>
                              <p:par>
                                <p:cTn id="341" presetID="63" presetClass="path" presetSubtype="0" accel="50000" decel="50000" fill="hold" grpId="2" nodeType="afterEffect">
                                  <p:stCondLst>
                                    <p:cond delay="0"/>
                                  </p:stCondLst>
                                  <p:childTnLst>
                                    <p:animMotion origin="layout" path="M -0.03672 0.00093 L -1.45833E-6 -1.48148E-6 " pathEditMode="relative" rAng="0" ptsTypes="AA">
                                      <p:cBhvr>
                                        <p:cTn id="342" dur="2000" fill="hold"/>
                                        <p:tgtEl>
                                          <p:spTgt spid="71"/>
                                        </p:tgtEl>
                                        <p:attrNameLst>
                                          <p:attrName>ppt_x</p:attrName>
                                          <p:attrName>ppt_y</p:attrName>
                                        </p:attrNameLst>
                                      </p:cBhvr>
                                      <p:rCtr x="1836" y="-46"/>
                                    </p:animMotion>
                                  </p:childTnLst>
                                </p:cTn>
                              </p:par>
                            </p:childTnLst>
                          </p:cTn>
                        </p:par>
                        <p:par>
                          <p:cTn id="343" fill="hold">
                            <p:stCondLst>
                              <p:cond delay="3000"/>
                            </p:stCondLst>
                            <p:childTnLst>
                              <p:par>
                                <p:cTn id="344" presetID="10" presetClass="exit" presetSubtype="0" fill="hold" nodeType="afterEffect">
                                  <p:stCondLst>
                                    <p:cond delay="0"/>
                                  </p:stCondLst>
                                  <p:childTnLst>
                                    <p:animEffect transition="out" filter="fade">
                                      <p:cBhvr>
                                        <p:cTn id="345" dur="500"/>
                                        <p:tgtEl>
                                          <p:spTgt spid="132"/>
                                        </p:tgtEl>
                                      </p:cBhvr>
                                    </p:animEffect>
                                    <p:set>
                                      <p:cBhvr>
                                        <p:cTn id="346" dur="1" fill="hold">
                                          <p:stCondLst>
                                            <p:cond delay="499"/>
                                          </p:stCondLst>
                                        </p:cTn>
                                        <p:tgtEl>
                                          <p:spTgt spid="132"/>
                                        </p:tgtEl>
                                        <p:attrNameLst>
                                          <p:attrName>style.visibility</p:attrName>
                                        </p:attrNameLst>
                                      </p:cBhvr>
                                      <p:to>
                                        <p:strVal val="hidden"/>
                                      </p:to>
                                    </p:set>
                                  </p:childTnLst>
                                </p:cTn>
                              </p:par>
                              <p:par>
                                <p:cTn id="347" presetID="10" presetClass="exit" presetSubtype="0" fill="hold" grpId="2" nodeType="withEffect">
                                  <p:stCondLst>
                                    <p:cond delay="0"/>
                                  </p:stCondLst>
                                  <p:childTnLst>
                                    <p:animEffect transition="out" filter="fade">
                                      <p:cBhvr>
                                        <p:cTn id="348" dur="500"/>
                                        <p:tgtEl>
                                          <p:spTgt spid="135"/>
                                        </p:tgtEl>
                                      </p:cBhvr>
                                    </p:animEffect>
                                    <p:set>
                                      <p:cBhvr>
                                        <p:cTn id="349" dur="1" fill="hold">
                                          <p:stCondLst>
                                            <p:cond delay="499"/>
                                          </p:stCondLst>
                                        </p:cTn>
                                        <p:tgtEl>
                                          <p:spTgt spid="135"/>
                                        </p:tgtEl>
                                        <p:attrNameLst>
                                          <p:attrName>style.visibility</p:attrName>
                                        </p:attrNameLst>
                                      </p:cBhvr>
                                      <p:to>
                                        <p:strVal val="hidden"/>
                                      </p:to>
                                    </p:set>
                                  </p:childTnLst>
                                </p:cTn>
                              </p:par>
                            </p:childTnLst>
                          </p:cTn>
                        </p:par>
                      </p:childTnLst>
                    </p:cTn>
                  </p:par>
                  <p:par>
                    <p:cTn id="350" fill="hold">
                      <p:stCondLst>
                        <p:cond delay="indefinite"/>
                      </p:stCondLst>
                      <p:childTnLst>
                        <p:par>
                          <p:cTn id="351" fill="hold">
                            <p:stCondLst>
                              <p:cond delay="0"/>
                            </p:stCondLst>
                            <p:childTnLst>
                              <p:par>
                                <p:cTn id="352" presetID="22" presetClass="exit" presetSubtype="1" fill="hold" nodeType="clickEffect">
                                  <p:stCondLst>
                                    <p:cond delay="0"/>
                                  </p:stCondLst>
                                  <p:childTnLst>
                                    <p:animEffect transition="out" filter="wipe(up)">
                                      <p:cBhvr>
                                        <p:cTn id="353" dur="500"/>
                                        <p:tgtEl>
                                          <p:spTgt spid="118"/>
                                        </p:tgtEl>
                                      </p:cBhvr>
                                    </p:animEffect>
                                    <p:set>
                                      <p:cBhvr>
                                        <p:cTn id="354" dur="1" fill="hold">
                                          <p:stCondLst>
                                            <p:cond delay="499"/>
                                          </p:stCondLst>
                                        </p:cTn>
                                        <p:tgtEl>
                                          <p:spTgt spid="118"/>
                                        </p:tgtEl>
                                        <p:attrNameLst>
                                          <p:attrName>style.visibility</p:attrName>
                                        </p:attrNameLst>
                                      </p:cBhvr>
                                      <p:to>
                                        <p:strVal val="hidden"/>
                                      </p:to>
                                    </p:set>
                                  </p:childTnLst>
                                </p:cTn>
                              </p:par>
                            </p:childTnLst>
                          </p:cTn>
                        </p:par>
                        <p:par>
                          <p:cTn id="355" fill="hold">
                            <p:stCondLst>
                              <p:cond delay="500"/>
                            </p:stCondLst>
                            <p:childTnLst>
                              <p:par>
                                <p:cTn id="356" presetID="22" presetClass="entr" presetSubtype="4" fill="hold" nodeType="afterEffect">
                                  <p:stCondLst>
                                    <p:cond delay="0"/>
                                  </p:stCondLst>
                                  <p:childTnLst>
                                    <p:set>
                                      <p:cBhvr>
                                        <p:cTn id="357" dur="1" fill="hold">
                                          <p:stCondLst>
                                            <p:cond delay="0"/>
                                          </p:stCondLst>
                                        </p:cTn>
                                        <p:tgtEl>
                                          <p:spTgt spid="117"/>
                                        </p:tgtEl>
                                        <p:attrNameLst>
                                          <p:attrName>style.visibility</p:attrName>
                                        </p:attrNameLst>
                                      </p:cBhvr>
                                      <p:to>
                                        <p:strVal val="visible"/>
                                      </p:to>
                                    </p:set>
                                    <p:animEffect transition="in" filter="wipe(down)">
                                      <p:cBhvr>
                                        <p:cTn id="358" dur="1000"/>
                                        <p:tgtEl>
                                          <p:spTgt spid="117"/>
                                        </p:tgtEl>
                                      </p:cBhvr>
                                    </p:animEffect>
                                  </p:childTnLst>
                                </p:cTn>
                              </p:par>
                            </p:childTnLst>
                          </p:cTn>
                        </p:par>
                      </p:childTnLst>
                    </p:cTn>
                  </p:par>
                  <p:par>
                    <p:cTn id="359" fill="hold">
                      <p:stCondLst>
                        <p:cond delay="indefinite"/>
                      </p:stCondLst>
                      <p:childTnLst>
                        <p:par>
                          <p:cTn id="360" fill="hold">
                            <p:stCondLst>
                              <p:cond delay="0"/>
                            </p:stCondLst>
                            <p:childTnLst>
                              <p:par>
                                <p:cTn id="361" presetID="22" presetClass="entr" presetSubtype="1" fill="hold" nodeType="clickEffect">
                                  <p:stCondLst>
                                    <p:cond delay="0"/>
                                  </p:stCondLst>
                                  <p:childTnLst>
                                    <p:set>
                                      <p:cBhvr>
                                        <p:cTn id="362" dur="1" fill="hold">
                                          <p:stCondLst>
                                            <p:cond delay="0"/>
                                          </p:stCondLst>
                                        </p:cTn>
                                        <p:tgtEl>
                                          <p:spTgt spid="127"/>
                                        </p:tgtEl>
                                        <p:attrNameLst>
                                          <p:attrName>style.visibility</p:attrName>
                                        </p:attrNameLst>
                                      </p:cBhvr>
                                      <p:to>
                                        <p:strVal val="visible"/>
                                      </p:to>
                                    </p:set>
                                    <p:animEffect transition="in" filter="wipe(up)">
                                      <p:cBhvr>
                                        <p:cTn id="363" dur="1000"/>
                                        <p:tgtEl>
                                          <p:spTgt spid="127"/>
                                        </p:tgtEl>
                                      </p:cBhvr>
                                    </p:animEffect>
                                  </p:childTnLst>
                                </p:cTn>
                              </p:par>
                            </p:childTnLst>
                          </p:cTn>
                        </p:par>
                        <p:par>
                          <p:cTn id="364" fill="hold">
                            <p:stCondLst>
                              <p:cond delay="1000"/>
                            </p:stCondLst>
                            <p:childTnLst>
                              <p:par>
                                <p:cTn id="365" presetID="45" presetClass="entr" presetSubtype="0" fill="hold" grpId="0" nodeType="afterEffect">
                                  <p:stCondLst>
                                    <p:cond delay="0"/>
                                  </p:stCondLst>
                                  <p:childTnLst>
                                    <p:set>
                                      <p:cBhvr>
                                        <p:cTn id="366" dur="1" fill="hold">
                                          <p:stCondLst>
                                            <p:cond delay="0"/>
                                          </p:stCondLst>
                                        </p:cTn>
                                        <p:tgtEl>
                                          <p:spTgt spid="131"/>
                                        </p:tgtEl>
                                        <p:attrNameLst>
                                          <p:attrName>style.visibility</p:attrName>
                                        </p:attrNameLst>
                                      </p:cBhvr>
                                      <p:to>
                                        <p:strVal val="visible"/>
                                      </p:to>
                                    </p:set>
                                    <p:animEffect transition="in" filter="fade">
                                      <p:cBhvr>
                                        <p:cTn id="367" dur="2000"/>
                                        <p:tgtEl>
                                          <p:spTgt spid="131"/>
                                        </p:tgtEl>
                                      </p:cBhvr>
                                    </p:animEffect>
                                    <p:anim calcmode="lin" valueType="num">
                                      <p:cBhvr>
                                        <p:cTn id="368" dur="2000" fill="hold"/>
                                        <p:tgtEl>
                                          <p:spTgt spid="131"/>
                                        </p:tgtEl>
                                        <p:attrNameLst>
                                          <p:attrName>ppt_w</p:attrName>
                                        </p:attrNameLst>
                                      </p:cBhvr>
                                      <p:tavLst>
                                        <p:tav tm="0" fmla="#ppt_w*sin(2.5*pi*$)">
                                          <p:val>
                                            <p:fltVal val="0"/>
                                          </p:val>
                                        </p:tav>
                                        <p:tav tm="100000">
                                          <p:val>
                                            <p:fltVal val="1"/>
                                          </p:val>
                                        </p:tav>
                                      </p:tavLst>
                                    </p:anim>
                                    <p:anim calcmode="lin" valueType="num">
                                      <p:cBhvr>
                                        <p:cTn id="369" dur="2000" fill="hold"/>
                                        <p:tgtEl>
                                          <p:spTgt spid="131"/>
                                        </p:tgtEl>
                                        <p:attrNameLst>
                                          <p:attrName>ppt_h</p:attrName>
                                        </p:attrNameLst>
                                      </p:cBhvr>
                                      <p:tavLst>
                                        <p:tav tm="0">
                                          <p:val>
                                            <p:strVal val="#ppt_h"/>
                                          </p:val>
                                        </p:tav>
                                        <p:tav tm="100000">
                                          <p:val>
                                            <p:strVal val="#ppt_h"/>
                                          </p:val>
                                        </p:tav>
                                      </p:tavLst>
                                    </p:anim>
                                  </p:childTnLst>
                                </p:cTn>
                              </p:par>
                            </p:childTnLst>
                          </p:cTn>
                        </p:par>
                      </p:childTnLst>
                    </p:cTn>
                  </p:par>
                  <p:par>
                    <p:cTn id="370" fill="hold">
                      <p:stCondLst>
                        <p:cond delay="indefinite"/>
                      </p:stCondLst>
                      <p:childTnLst>
                        <p:par>
                          <p:cTn id="371" fill="hold">
                            <p:stCondLst>
                              <p:cond delay="0"/>
                            </p:stCondLst>
                            <p:childTnLst>
                              <p:par>
                                <p:cTn id="372" presetID="22" presetClass="exit" presetSubtype="1" fill="hold" nodeType="clickEffect">
                                  <p:stCondLst>
                                    <p:cond delay="0"/>
                                  </p:stCondLst>
                                  <p:childTnLst>
                                    <p:animEffect transition="out" filter="wipe(up)">
                                      <p:cBhvr>
                                        <p:cTn id="373" dur="500"/>
                                        <p:tgtEl>
                                          <p:spTgt spid="117"/>
                                        </p:tgtEl>
                                      </p:cBhvr>
                                    </p:animEffect>
                                    <p:set>
                                      <p:cBhvr>
                                        <p:cTn id="374" dur="1" fill="hold">
                                          <p:stCondLst>
                                            <p:cond delay="499"/>
                                          </p:stCondLst>
                                        </p:cTn>
                                        <p:tgtEl>
                                          <p:spTgt spid="117"/>
                                        </p:tgtEl>
                                        <p:attrNameLst>
                                          <p:attrName>style.visibility</p:attrName>
                                        </p:attrNameLst>
                                      </p:cBhvr>
                                      <p:to>
                                        <p:strVal val="hidden"/>
                                      </p:to>
                                    </p:set>
                                  </p:childTnLst>
                                </p:cTn>
                              </p:par>
                            </p:childTnLst>
                          </p:cTn>
                        </p:par>
                        <p:par>
                          <p:cTn id="375" fill="hold">
                            <p:stCondLst>
                              <p:cond delay="500"/>
                            </p:stCondLst>
                            <p:childTnLst>
                              <p:par>
                                <p:cTn id="376" presetID="22" presetClass="entr" presetSubtype="4" fill="hold" nodeType="afterEffect">
                                  <p:stCondLst>
                                    <p:cond delay="0"/>
                                  </p:stCondLst>
                                  <p:childTnLst>
                                    <p:set>
                                      <p:cBhvr>
                                        <p:cTn id="377" dur="1" fill="hold">
                                          <p:stCondLst>
                                            <p:cond delay="0"/>
                                          </p:stCondLst>
                                        </p:cTn>
                                        <p:tgtEl>
                                          <p:spTgt spid="118"/>
                                        </p:tgtEl>
                                        <p:attrNameLst>
                                          <p:attrName>style.visibility</p:attrName>
                                        </p:attrNameLst>
                                      </p:cBhvr>
                                      <p:to>
                                        <p:strVal val="visible"/>
                                      </p:to>
                                    </p:set>
                                    <p:animEffect transition="in" filter="wipe(down)">
                                      <p:cBhvr>
                                        <p:cTn id="378" dur="1000"/>
                                        <p:tgtEl>
                                          <p:spTgt spid="118"/>
                                        </p:tgtEl>
                                      </p:cBhvr>
                                    </p:animEffect>
                                  </p:childTnLst>
                                </p:cTn>
                              </p:par>
                            </p:childTnLst>
                          </p:cTn>
                        </p:par>
                        <p:par>
                          <p:cTn id="379" fill="hold">
                            <p:stCondLst>
                              <p:cond delay="1500"/>
                            </p:stCondLst>
                            <p:childTnLst>
                              <p:par>
                                <p:cTn id="380" presetID="63" presetClass="path" presetSubtype="0" accel="50000" decel="50000" fill="hold" grpId="1" nodeType="afterEffect">
                                  <p:stCondLst>
                                    <p:cond delay="0"/>
                                  </p:stCondLst>
                                  <p:childTnLst>
                                    <p:animMotion origin="layout" path="M -1.25E-6 2.59259E-6 L 0.03841 2.59259E-6 " pathEditMode="relative" rAng="0" ptsTypes="AA">
                                      <p:cBhvr>
                                        <p:cTn id="381" dur="2000" fill="hold"/>
                                        <p:tgtEl>
                                          <p:spTgt spid="69"/>
                                        </p:tgtEl>
                                        <p:attrNameLst>
                                          <p:attrName>ppt_x</p:attrName>
                                          <p:attrName>ppt_y</p:attrName>
                                        </p:attrNameLst>
                                      </p:cBhvr>
                                      <p:rCtr x="1914" y="0"/>
                                    </p:animMotion>
                                  </p:childTnLst>
                                </p:cTn>
                              </p:par>
                            </p:childTnLst>
                          </p:cTn>
                        </p:par>
                        <p:par>
                          <p:cTn id="382" fill="hold">
                            <p:stCondLst>
                              <p:cond delay="3500"/>
                            </p:stCondLst>
                            <p:childTnLst>
                              <p:par>
                                <p:cTn id="383" presetID="10" presetClass="exit" presetSubtype="0" fill="hold" nodeType="afterEffect">
                                  <p:stCondLst>
                                    <p:cond delay="0"/>
                                  </p:stCondLst>
                                  <p:childTnLst>
                                    <p:animEffect transition="out" filter="fade">
                                      <p:cBhvr>
                                        <p:cTn id="384" dur="500"/>
                                        <p:tgtEl>
                                          <p:spTgt spid="127"/>
                                        </p:tgtEl>
                                      </p:cBhvr>
                                    </p:animEffect>
                                    <p:set>
                                      <p:cBhvr>
                                        <p:cTn id="385" dur="1" fill="hold">
                                          <p:stCondLst>
                                            <p:cond delay="499"/>
                                          </p:stCondLst>
                                        </p:cTn>
                                        <p:tgtEl>
                                          <p:spTgt spid="127"/>
                                        </p:tgtEl>
                                        <p:attrNameLst>
                                          <p:attrName>style.visibility</p:attrName>
                                        </p:attrNameLst>
                                      </p:cBhvr>
                                      <p:to>
                                        <p:strVal val="hidden"/>
                                      </p:to>
                                    </p:set>
                                  </p:childTnLst>
                                </p:cTn>
                              </p:par>
                              <p:par>
                                <p:cTn id="386" presetID="10" presetClass="exit" presetSubtype="0" fill="hold" grpId="2" nodeType="withEffect">
                                  <p:stCondLst>
                                    <p:cond delay="0"/>
                                  </p:stCondLst>
                                  <p:childTnLst>
                                    <p:animEffect transition="out" filter="fade">
                                      <p:cBhvr>
                                        <p:cTn id="387" dur="500"/>
                                        <p:tgtEl>
                                          <p:spTgt spid="131"/>
                                        </p:tgtEl>
                                      </p:cBhvr>
                                    </p:animEffect>
                                    <p:set>
                                      <p:cBhvr>
                                        <p:cTn id="388" dur="1" fill="hold">
                                          <p:stCondLst>
                                            <p:cond delay="499"/>
                                          </p:stCondLst>
                                        </p:cTn>
                                        <p:tgtEl>
                                          <p:spTgt spid="131"/>
                                        </p:tgtEl>
                                        <p:attrNameLst>
                                          <p:attrName>style.visibility</p:attrName>
                                        </p:attrNameLst>
                                      </p:cBhvr>
                                      <p:to>
                                        <p:strVal val="hidden"/>
                                      </p:to>
                                    </p:set>
                                  </p:childTnLst>
                                </p:cTn>
                              </p:par>
                            </p:childTnLst>
                          </p:cTn>
                        </p:par>
                      </p:childTnLst>
                    </p:cTn>
                  </p:par>
                  <p:par>
                    <p:cTn id="389" fill="hold">
                      <p:stCondLst>
                        <p:cond delay="indefinite"/>
                      </p:stCondLst>
                      <p:childTnLst>
                        <p:par>
                          <p:cTn id="390" fill="hold">
                            <p:stCondLst>
                              <p:cond delay="0"/>
                            </p:stCondLst>
                            <p:childTnLst>
                              <p:par>
                                <p:cTn id="391" presetID="22" presetClass="exit" presetSubtype="1" fill="hold" nodeType="clickEffect">
                                  <p:stCondLst>
                                    <p:cond delay="0"/>
                                  </p:stCondLst>
                                  <p:childTnLst>
                                    <p:animEffect transition="out" filter="wipe(up)">
                                      <p:cBhvr>
                                        <p:cTn id="392" dur="500"/>
                                        <p:tgtEl>
                                          <p:spTgt spid="118"/>
                                        </p:tgtEl>
                                      </p:cBhvr>
                                    </p:animEffect>
                                    <p:set>
                                      <p:cBhvr>
                                        <p:cTn id="393" dur="1" fill="hold">
                                          <p:stCondLst>
                                            <p:cond delay="499"/>
                                          </p:stCondLst>
                                        </p:cTn>
                                        <p:tgtEl>
                                          <p:spTgt spid="118"/>
                                        </p:tgtEl>
                                        <p:attrNameLst>
                                          <p:attrName>style.visibility</p:attrName>
                                        </p:attrNameLst>
                                      </p:cBhvr>
                                      <p:to>
                                        <p:strVal val="hidden"/>
                                      </p:to>
                                    </p:set>
                                  </p:childTnLst>
                                </p:cTn>
                              </p:par>
                            </p:childTnLst>
                          </p:cTn>
                        </p:par>
                        <p:par>
                          <p:cTn id="394" fill="hold">
                            <p:stCondLst>
                              <p:cond delay="500"/>
                            </p:stCondLst>
                            <p:childTnLst>
                              <p:par>
                                <p:cTn id="395" presetID="22" presetClass="entr" presetSubtype="4" fill="hold" nodeType="afterEffect">
                                  <p:stCondLst>
                                    <p:cond delay="0"/>
                                  </p:stCondLst>
                                  <p:childTnLst>
                                    <p:set>
                                      <p:cBhvr>
                                        <p:cTn id="396" dur="1" fill="hold">
                                          <p:stCondLst>
                                            <p:cond delay="0"/>
                                          </p:stCondLst>
                                        </p:cTn>
                                        <p:tgtEl>
                                          <p:spTgt spid="117"/>
                                        </p:tgtEl>
                                        <p:attrNameLst>
                                          <p:attrName>style.visibility</p:attrName>
                                        </p:attrNameLst>
                                      </p:cBhvr>
                                      <p:to>
                                        <p:strVal val="visible"/>
                                      </p:to>
                                    </p:set>
                                    <p:animEffect transition="in" filter="wipe(down)">
                                      <p:cBhvr>
                                        <p:cTn id="397" dur="1000"/>
                                        <p:tgtEl>
                                          <p:spTgt spid="117"/>
                                        </p:tgtEl>
                                      </p:cBhvr>
                                    </p:animEffect>
                                  </p:childTnLst>
                                </p:cTn>
                              </p:par>
                            </p:childTnLst>
                          </p:cTn>
                        </p:par>
                        <p:par>
                          <p:cTn id="398" fill="hold">
                            <p:stCondLst>
                              <p:cond delay="1500"/>
                            </p:stCondLst>
                            <p:childTnLst>
                              <p:par>
                                <p:cTn id="399" presetID="22" presetClass="entr" presetSubtype="1" fill="hold" nodeType="afterEffect">
                                  <p:stCondLst>
                                    <p:cond delay="0"/>
                                  </p:stCondLst>
                                  <p:childTnLst>
                                    <p:set>
                                      <p:cBhvr>
                                        <p:cTn id="400" dur="1" fill="hold">
                                          <p:stCondLst>
                                            <p:cond delay="0"/>
                                          </p:stCondLst>
                                        </p:cTn>
                                        <p:tgtEl>
                                          <p:spTgt spid="123"/>
                                        </p:tgtEl>
                                        <p:attrNameLst>
                                          <p:attrName>style.visibility</p:attrName>
                                        </p:attrNameLst>
                                      </p:cBhvr>
                                      <p:to>
                                        <p:strVal val="visible"/>
                                      </p:to>
                                    </p:set>
                                    <p:animEffect transition="in" filter="wipe(up)">
                                      <p:cBhvr>
                                        <p:cTn id="401" dur="1000"/>
                                        <p:tgtEl>
                                          <p:spTgt spid="123"/>
                                        </p:tgtEl>
                                      </p:cBhvr>
                                    </p:animEffect>
                                  </p:childTnLst>
                                </p:cTn>
                              </p:par>
                            </p:childTnLst>
                          </p:cTn>
                        </p:par>
                        <p:par>
                          <p:cTn id="402" fill="hold">
                            <p:stCondLst>
                              <p:cond delay="2500"/>
                            </p:stCondLst>
                            <p:childTnLst>
                              <p:par>
                                <p:cTn id="403" presetID="45" presetClass="entr" presetSubtype="0" fill="hold" grpId="1" nodeType="afterEffect">
                                  <p:stCondLst>
                                    <p:cond delay="0"/>
                                  </p:stCondLst>
                                  <p:childTnLst>
                                    <p:set>
                                      <p:cBhvr>
                                        <p:cTn id="404" dur="1" fill="hold">
                                          <p:stCondLst>
                                            <p:cond delay="0"/>
                                          </p:stCondLst>
                                        </p:cTn>
                                        <p:tgtEl>
                                          <p:spTgt spid="126"/>
                                        </p:tgtEl>
                                        <p:attrNameLst>
                                          <p:attrName>style.visibility</p:attrName>
                                        </p:attrNameLst>
                                      </p:cBhvr>
                                      <p:to>
                                        <p:strVal val="visible"/>
                                      </p:to>
                                    </p:set>
                                    <p:animEffect transition="in" filter="fade">
                                      <p:cBhvr>
                                        <p:cTn id="405" dur="2000"/>
                                        <p:tgtEl>
                                          <p:spTgt spid="126"/>
                                        </p:tgtEl>
                                      </p:cBhvr>
                                    </p:animEffect>
                                    <p:anim calcmode="lin" valueType="num">
                                      <p:cBhvr>
                                        <p:cTn id="406" dur="2000" fill="hold"/>
                                        <p:tgtEl>
                                          <p:spTgt spid="126"/>
                                        </p:tgtEl>
                                        <p:attrNameLst>
                                          <p:attrName>ppt_w</p:attrName>
                                        </p:attrNameLst>
                                      </p:cBhvr>
                                      <p:tavLst>
                                        <p:tav tm="0" fmla="#ppt_w*sin(2.5*pi*$)">
                                          <p:val>
                                            <p:fltVal val="0"/>
                                          </p:val>
                                        </p:tav>
                                        <p:tav tm="100000">
                                          <p:val>
                                            <p:fltVal val="1"/>
                                          </p:val>
                                        </p:tav>
                                      </p:tavLst>
                                    </p:anim>
                                    <p:anim calcmode="lin" valueType="num">
                                      <p:cBhvr>
                                        <p:cTn id="407" dur="2000" fill="hold"/>
                                        <p:tgtEl>
                                          <p:spTgt spid="126"/>
                                        </p:tgtEl>
                                        <p:attrNameLst>
                                          <p:attrName>ppt_h</p:attrName>
                                        </p:attrNameLst>
                                      </p:cBhvr>
                                      <p:tavLst>
                                        <p:tav tm="0">
                                          <p:val>
                                            <p:strVal val="#ppt_h"/>
                                          </p:val>
                                        </p:tav>
                                        <p:tav tm="100000">
                                          <p:val>
                                            <p:strVal val="#ppt_h"/>
                                          </p:val>
                                        </p:tav>
                                      </p:tavLst>
                                    </p:anim>
                                  </p:childTnLst>
                                </p:cTn>
                              </p:par>
                            </p:childTnLst>
                          </p:cTn>
                        </p:par>
                      </p:childTnLst>
                    </p:cTn>
                  </p:par>
                  <p:par>
                    <p:cTn id="408" fill="hold">
                      <p:stCondLst>
                        <p:cond delay="indefinite"/>
                      </p:stCondLst>
                      <p:childTnLst>
                        <p:par>
                          <p:cTn id="409" fill="hold">
                            <p:stCondLst>
                              <p:cond delay="0"/>
                            </p:stCondLst>
                            <p:childTnLst>
                              <p:par>
                                <p:cTn id="410" presetID="22" presetClass="exit" presetSubtype="1" fill="hold" nodeType="clickEffect">
                                  <p:stCondLst>
                                    <p:cond delay="0"/>
                                  </p:stCondLst>
                                  <p:childTnLst>
                                    <p:animEffect transition="out" filter="wipe(up)">
                                      <p:cBhvr>
                                        <p:cTn id="411" dur="500"/>
                                        <p:tgtEl>
                                          <p:spTgt spid="117"/>
                                        </p:tgtEl>
                                      </p:cBhvr>
                                    </p:animEffect>
                                    <p:set>
                                      <p:cBhvr>
                                        <p:cTn id="412" dur="1" fill="hold">
                                          <p:stCondLst>
                                            <p:cond delay="499"/>
                                          </p:stCondLst>
                                        </p:cTn>
                                        <p:tgtEl>
                                          <p:spTgt spid="117"/>
                                        </p:tgtEl>
                                        <p:attrNameLst>
                                          <p:attrName>style.visibility</p:attrName>
                                        </p:attrNameLst>
                                      </p:cBhvr>
                                      <p:to>
                                        <p:strVal val="hidden"/>
                                      </p:to>
                                    </p:set>
                                  </p:childTnLst>
                                </p:cTn>
                              </p:par>
                            </p:childTnLst>
                          </p:cTn>
                        </p:par>
                        <p:par>
                          <p:cTn id="413" fill="hold">
                            <p:stCondLst>
                              <p:cond delay="500"/>
                            </p:stCondLst>
                            <p:childTnLst>
                              <p:par>
                                <p:cTn id="414" presetID="22" presetClass="entr" presetSubtype="4" fill="hold" nodeType="afterEffect">
                                  <p:stCondLst>
                                    <p:cond delay="0"/>
                                  </p:stCondLst>
                                  <p:childTnLst>
                                    <p:set>
                                      <p:cBhvr>
                                        <p:cTn id="415" dur="1" fill="hold">
                                          <p:stCondLst>
                                            <p:cond delay="0"/>
                                          </p:stCondLst>
                                        </p:cTn>
                                        <p:tgtEl>
                                          <p:spTgt spid="118"/>
                                        </p:tgtEl>
                                        <p:attrNameLst>
                                          <p:attrName>style.visibility</p:attrName>
                                        </p:attrNameLst>
                                      </p:cBhvr>
                                      <p:to>
                                        <p:strVal val="visible"/>
                                      </p:to>
                                    </p:set>
                                    <p:animEffect transition="in" filter="wipe(down)">
                                      <p:cBhvr>
                                        <p:cTn id="416" dur="1000"/>
                                        <p:tgtEl>
                                          <p:spTgt spid="118"/>
                                        </p:tgtEl>
                                      </p:cBhvr>
                                    </p:animEffect>
                                  </p:childTnLst>
                                </p:cTn>
                              </p:par>
                            </p:childTnLst>
                          </p:cTn>
                        </p:par>
                        <p:par>
                          <p:cTn id="417" fill="hold">
                            <p:stCondLst>
                              <p:cond delay="1500"/>
                            </p:stCondLst>
                            <p:childTnLst>
                              <p:par>
                                <p:cTn id="418" presetID="63" presetClass="path" presetSubtype="0" accel="50000" decel="50000" fill="hold" grpId="2" nodeType="afterEffect">
                                  <p:stCondLst>
                                    <p:cond delay="0"/>
                                  </p:stCondLst>
                                  <p:childTnLst>
                                    <p:animMotion origin="layout" path="M 0.03815 0.00093 L 0.07552 0.00116 " pathEditMode="relative" rAng="0" ptsTypes="AA">
                                      <p:cBhvr>
                                        <p:cTn id="419" dur="2000" fill="hold"/>
                                        <p:tgtEl>
                                          <p:spTgt spid="67"/>
                                        </p:tgtEl>
                                        <p:attrNameLst>
                                          <p:attrName>ppt_x</p:attrName>
                                          <p:attrName>ppt_y</p:attrName>
                                        </p:attrNameLst>
                                      </p:cBhvr>
                                      <p:rCtr x="1862" y="0"/>
                                    </p:animMotion>
                                  </p:childTnLst>
                                </p:cTn>
                              </p:par>
                            </p:childTnLst>
                          </p:cTn>
                        </p:par>
                        <p:par>
                          <p:cTn id="420" fill="hold">
                            <p:stCondLst>
                              <p:cond delay="3500"/>
                            </p:stCondLst>
                            <p:childTnLst>
                              <p:par>
                                <p:cTn id="421" presetID="10" presetClass="exit" presetSubtype="0" fill="hold" nodeType="afterEffect">
                                  <p:stCondLst>
                                    <p:cond delay="0"/>
                                  </p:stCondLst>
                                  <p:childTnLst>
                                    <p:animEffect transition="out" filter="fade">
                                      <p:cBhvr>
                                        <p:cTn id="422" dur="500"/>
                                        <p:tgtEl>
                                          <p:spTgt spid="123"/>
                                        </p:tgtEl>
                                      </p:cBhvr>
                                    </p:animEffect>
                                    <p:set>
                                      <p:cBhvr>
                                        <p:cTn id="423" dur="1" fill="hold">
                                          <p:stCondLst>
                                            <p:cond delay="499"/>
                                          </p:stCondLst>
                                        </p:cTn>
                                        <p:tgtEl>
                                          <p:spTgt spid="123"/>
                                        </p:tgtEl>
                                        <p:attrNameLst>
                                          <p:attrName>style.visibility</p:attrName>
                                        </p:attrNameLst>
                                      </p:cBhvr>
                                      <p:to>
                                        <p:strVal val="hidden"/>
                                      </p:to>
                                    </p:set>
                                  </p:childTnLst>
                                </p:cTn>
                              </p:par>
                              <p:par>
                                <p:cTn id="424" presetID="10" presetClass="exit" presetSubtype="0" fill="hold" grpId="3" nodeType="withEffect">
                                  <p:stCondLst>
                                    <p:cond delay="0"/>
                                  </p:stCondLst>
                                  <p:childTnLst>
                                    <p:animEffect transition="out" filter="fade">
                                      <p:cBhvr>
                                        <p:cTn id="425" dur="500"/>
                                        <p:tgtEl>
                                          <p:spTgt spid="126"/>
                                        </p:tgtEl>
                                      </p:cBhvr>
                                    </p:animEffect>
                                    <p:set>
                                      <p:cBhvr>
                                        <p:cTn id="426" dur="1" fill="hold">
                                          <p:stCondLst>
                                            <p:cond delay="499"/>
                                          </p:stCondLst>
                                        </p:cTn>
                                        <p:tgtEl>
                                          <p:spTgt spid="126"/>
                                        </p:tgtEl>
                                        <p:attrNameLst>
                                          <p:attrName>style.visibility</p:attrName>
                                        </p:attrNameLst>
                                      </p:cBhvr>
                                      <p:to>
                                        <p:strVal val="hidden"/>
                                      </p:to>
                                    </p:set>
                                  </p:childTnLst>
                                </p:cTn>
                              </p:par>
                            </p:childTnLst>
                          </p:cTn>
                        </p:par>
                      </p:childTnLst>
                    </p:cTn>
                  </p:par>
                  <p:par>
                    <p:cTn id="427" fill="hold">
                      <p:stCondLst>
                        <p:cond delay="indefinite"/>
                      </p:stCondLst>
                      <p:childTnLst>
                        <p:par>
                          <p:cTn id="428" fill="hold">
                            <p:stCondLst>
                              <p:cond delay="0"/>
                            </p:stCondLst>
                            <p:childTnLst>
                              <p:par>
                                <p:cTn id="429" presetID="22" presetClass="exit" presetSubtype="1" fill="hold" nodeType="clickEffect">
                                  <p:stCondLst>
                                    <p:cond delay="0"/>
                                  </p:stCondLst>
                                  <p:childTnLst>
                                    <p:animEffect transition="out" filter="wipe(up)">
                                      <p:cBhvr>
                                        <p:cTn id="430" dur="500"/>
                                        <p:tgtEl>
                                          <p:spTgt spid="118"/>
                                        </p:tgtEl>
                                      </p:cBhvr>
                                    </p:animEffect>
                                    <p:set>
                                      <p:cBhvr>
                                        <p:cTn id="431" dur="1" fill="hold">
                                          <p:stCondLst>
                                            <p:cond delay="499"/>
                                          </p:stCondLst>
                                        </p:cTn>
                                        <p:tgtEl>
                                          <p:spTgt spid="118"/>
                                        </p:tgtEl>
                                        <p:attrNameLst>
                                          <p:attrName>style.visibility</p:attrName>
                                        </p:attrNameLst>
                                      </p:cBhvr>
                                      <p:to>
                                        <p:strVal val="hidden"/>
                                      </p:to>
                                    </p:set>
                                  </p:childTnLst>
                                </p:cTn>
                              </p:par>
                            </p:childTnLst>
                          </p:cTn>
                        </p:par>
                        <p:par>
                          <p:cTn id="432" fill="hold">
                            <p:stCondLst>
                              <p:cond delay="500"/>
                            </p:stCondLst>
                            <p:childTnLst>
                              <p:par>
                                <p:cTn id="433" presetID="22" presetClass="entr" presetSubtype="4" fill="hold" nodeType="afterEffect">
                                  <p:stCondLst>
                                    <p:cond delay="0"/>
                                  </p:stCondLst>
                                  <p:childTnLst>
                                    <p:set>
                                      <p:cBhvr>
                                        <p:cTn id="434" dur="1" fill="hold">
                                          <p:stCondLst>
                                            <p:cond delay="0"/>
                                          </p:stCondLst>
                                        </p:cTn>
                                        <p:tgtEl>
                                          <p:spTgt spid="117"/>
                                        </p:tgtEl>
                                        <p:attrNameLst>
                                          <p:attrName>style.visibility</p:attrName>
                                        </p:attrNameLst>
                                      </p:cBhvr>
                                      <p:to>
                                        <p:strVal val="visible"/>
                                      </p:to>
                                    </p:set>
                                    <p:animEffect transition="in" filter="wipe(down)">
                                      <p:cBhvr>
                                        <p:cTn id="435" dur="1000"/>
                                        <p:tgtEl>
                                          <p:spTgt spid="117"/>
                                        </p:tgtEl>
                                      </p:cBhvr>
                                    </p:animEffect>
                                  </p:childTnLst>
                                </p:cTn>
                              </p:par>
                            </p:childTnLst>
                          </p:cTn>
                        </p:par>
                      </p:childTnLst>
                    </p:cTn>
                  </p:par>
                  <p:par>
                    <p:cTn id="436" fill="hold">
                      <p:stCondLst>
                        <p:cond delay="indefinite"/>
                      </p:stCondLst>
                      <p:childTnLst>
                        <p:par>
                          <p:cTn id="437" fill="hold">
                            <p:stCondLst>
                              <p:cond delay="0"/>
                            </p:stCondLst>
                            <p:childTnLst>
                              <p:par>
                                <p:cTn id="438" presetID="22" presetClass="entr" presetSubtype="1" fill="hold" nodeType="clickEffect">
                                  <p:stCondLst>
                                    <p:cond delay="0"/>
                                  </p:stCondLst>
                                  <p:childTnLst>
                                    <p:set>
                                      <p:cBhvr>
                                        <p:cTn id="439" dur="1" fill="hold">
                                          <p:stCondLst>
                                            <p:cond delay="0"/>
                                          </p:stCondLst>
                                        </p:cTn>
                                        <p:tgtEl>
                                          <p:spTgt spid="18"/>
                                        </p:tgtEl>
                                        <p:attrNameLst>
                                          <p:attrName>style.visibility</p:attrName>
                                        </p:attrNameLst>
                                      </p:cBhvr>
                                      <p:to>
                                        <p:strVal val="visible"/>
                                      </p:to>
                                    </p:set>
                                    <p:animEffect transition="in" filter="wipe(up)">
                                      <p:cBhvr>
                                        <p:cTn id="440" dur="1000"/>
                                        <p:tgtEl>
                                          <p:spTgt spid="18"/>
                                        </p:tgtEl>
                                      </p:cBhvr>
                                    </p:animEffect>
                                  </p:childTnLst>
                                </p:cTn>
                              </p:par>
                            </p:childTnLst>
                          </p:cTn>
                        </p:par>
                        <p:par>
                          <p:cTn id="441" fill="hold">
                            <p:stCondLst>
                              <p:cond delay="1000"/>
                            </p:stCondLst>
                            <p:childTnLst>
                              <p:par>
                                <p:cTn id="442" presetID="45" presetClass="entr" presetSubtype="0" fill="hold" grpId="0" nodeType="afterEffect">
                                  <p:stCondLst>
                                    <p:cond delay="0"/>
                                  </p:stCondLst>
                                  <p:childTnLst>
                                    <p:set>
                                      <p:cBhvr>
                                        <p:cTn id="443" dur="1" fill="hold">
                                          <p:stCondLst>
                                            <p:cond delay="0"/>
                                          </p:stCondLst>
                                        </p:cTn>
                                        <p:tgtEl>
                                          <p:spTgt spid="121"/>
                                        </p:tgtEl>
                                        <p:attrNameLst>
                                          <p:attrName>style.visibility</p:attrName>
                                        </p:attrNameLst>
                                      </p:cBhvr>
                                      <p:to>
                                        <p:strVal val="visible"/>
                                      </p:to>
                                    </p:set>
                                    <p:animEffect transition="in" filter="fade">
                                      <p:cBhvr>
                                        <p:cTn id="444" dur="2000"/>
                                        <p:tgtEl>
                                          <p:spTgt spid="121"/>
                                        </p:tgtEl>
                                      </p:cBhvr>
                                    </p:animEffect>
                                    <p:anim calcmode="lin" valueType="num">
                                      <p:cBhvr>
                                        <p:cTn id="445" dur="2000" fill="hold"/>
                                        <p:tgtEl>
                                          <p:spTgt spid="121"/>
                                        </p:tgtEl>
                                        <p:attrNameLst>
                                          <p:attrName>ppt_w</p:attrName>
                                        </p:attrNameLst>
                                      </p:cBhvr>
                                      <p:tavLst>
                                        <p:tav tm="0" fmla="#ppt_w*sin(2.5*pi*$)">
                                          <p:val>
                                            <p:fltVal val="0"/>
                                          </p:val>
                                        </p:tav>
                                        <p:tav tm="100000">
                                          <p:val>
                                            <p:fltVal val="1"/>
                                          </p:val>
                                        </p:tav>
                                      </p:tavLst>
                                    </p:anim>
                                    <p:anim calcmode="lin" valueType="num">
                                      <p:cBhvr>
                                        <p:cTn id="446" dur="2000" fill="hold"/>
                                        <p:tgtEl>
                                          <p:spTgt spid="121"/>
                                        </p:tgtEl>
                                        <p:attrNameLst>
                                          <p:attrName>ppt_h</p:attrName>
                                        </p:attrNameLst>
                                      </p:cBhvr>
                                      <p:tavLst>
                                        <p:tav tm="0">
                                          <p:val>
                                            <p:strVal val="#ppt_h"/>
                                          </p:val>
                                        </p:tav>
                                        <p:tav tm="100000">
                                          <p:val>
                                            <p:strVal val="#ppt_h"/>
                                          </p:val>
                                        </p:tav>
                                      </p:tavLst>
                                    </p:anim>
                                  </p:childTnLst>
                                </p:cTn>
                              </p:par>
                            </p:childTnLst>
                          </p:cTn>
                        </p:par>
                      </p:childTnLst>
                    </p:cTn>
                  </p:par>
                  <p:par>
                    <p:cTn id="447" fill="hold">
                      <p:stCondLst>
                        <p:cond delay="indefinite"/>
                      </p:stCondLst>
                      <p:childTnLst>
                        <p:par>
                          <p:cTn id="448" fill="hold">
                            <p:stCondLst>
                              <p:cond delay="0"/>
                            </p:stCondLst>
                            <p:childTnLst>
                              <p:par>
                                <p:cTn id="449" presetID="22" presetClass="exit" presetSubtype="1" fill="hold" nodeType="clickEffect">
                                  <p:stCondLst>
                                    <p:cond delay="0"/>
                                  </p:stCondLst>
                                  <p:childTnLst>
                                    <p:animEffect transition="out" filter="wipe(up)">
                                      <p:cBhvr>
                                        <p:cTn id="450" dur="500"/>
                                        <p:tgtEl>
                                          <p:spTgt spid="117"/>
                                        </p:tgtEl>
                                      </p:cBhvr>
                                    </p:animEffect>
                                    <p:set>
                                      <p:cBhvr>
                                        <p:cTn id="451" dur="1" fill="hold">
                                          <p:stCondLst>
                                            <p:cond delay="499"/>
                                          </p:stCondLst>
                                        </p:cTn>
                                        <p:tgtEl>
                                          <p:spTgt spid="117"/>
                                        </p:tgtEl>
                                        <p:attrNameLst>
                                          <p:attrName>style.visibility</p:attrName>
                                        </p:attrNameLst>
                                      </p:cBhvr>
                                      <p:to>
                                        <p:strVal val="hidden"/>
                                      </p:to>
                                    </p:set>
                                  </p:childTnLst>
                                </p:cTn>
                              </p:par>
                            </p:childTnLst>
                          </p:cTn>
                        </p:par>
                        <p:par>
                          <p:cTn id="452" fill="hold">
                            <p:stCondLst>
                              <p:cond delay="500"/>
                            </p:stCondLst>
                            <p:childTnLst>
                              <p:par>
                                <p:cTn id="453" presetID="22" presetClass="entr" presetSubtype="4" fill="hold" nodeType="afterEffect">
                                  <p:stCondLst>
                                    <p:cond delay="0"/>
                                  </p:stCondLst>
                                  <p:childTnLst>
                                    <p:set>
                                      <p:cBhvr>
                                        <p:cTn id="454" dur="1" fill="hold">
                                          <p:stCondLst>
                                            <p:cond delay="0"/>
                                          </p:stCondLst>
                                        </p:cTn>
                                        <p:tgtEl>
                                          <p:spTgt spid="118"/>
                                        </p:tgtEl>
                                        <p:attrNameLst>
                                          <p:attrName>style.visibility</p:attrName>
                                        </p:attrNameLst>
                                      </p:cBhvr>
                                      <p:to>
                                        <p:strVal val="visible"/>
                                      </p:to>
                                    </p:set>
                                    <p:animEffect transition="in" filter="wipe(down)">
                                      <p:cBhvr>
                                        <p:cTn id="455" dur="1000"/>
                                        <p:tgtEl>
                                          <p:spTgt spid="118"/>
                                        </p:tgtEl>
                                      </p:cBhvr>
                                    </p:animEffect>
                                  </p:childTnLst>
                                </p:cTn>
                              </p:par>
                            </p:childTnLst>
                          </p:cTn>
                        </p:par>
                        <p:par>
                          <p:cTn id="456" fill="hold">
                            <p:stCondLst>
                              <p:cond delay="1500"/>
                            </p:stCondLst>
                            <p:childTnLst>
                              <p:par>
                                <p:cTn id="457" presetID="63" presetClass="path" presetSubtype="0" accel="50000" decel="50000" fill="hold" grpId="3" nodeType="afterEffect">
                                  <p:stCondLst>
                                    <p:cond delay="0"/>
                                  </p:stCondLst>
                                  <p:childTnLst>
                                    <p:animMotion origin="layout" path="M -0.03815 -0.00116 L -1.25E-6 2.59259E-6 " pathEditMode="relative" rAng="0" ptsTypes="AA">
                                      <p:cBhvr>
                                        <p:cTn id="458" dur="2000" fill="hold"/>
                                        <p:tgtEl>
                                          <p:spTgt spid="68"/>
                                        </p:tgtEl>
                                        <p:attrNameLst>
                                          <p:attrName>ppt_x</p:attrName>
                                          <p:attrName>ppt_y</p:attrName>
                                        </p:attrNameLst>
                                      </p:cBhvr>
                                      <p:rCtr x="1901" y="46"/>
                                    </p:animMotion>
                                  </p:childTnLst>
                                </p:cTn>
                              </p:par>
                            </p:childTnLst>
                          </p:cTn>
                        </p:par>
                        <p:par>
                          <p:cTn id="459" fill="hold">
                            <p:stCondLst>
                              <p:cond delay="3500"/>
                            </p:stCondLst>
                            <p:childTnLst>
                              <p:par>
                                <p:cTn id="460" presetID="10" presetClass="exit" presetSubtype="0" fill="hold" nodeType="afterEffect">
                                  <p:stCondLst>
                                    <p:cond delay="0"/>
                                  </p:stCondLst>
                                  <p:childTnLst>
                                    <p:animEffect transition="out" filter="fade">
                                      <p:cBhvr>
                                        <p:cTn id="461" dur="500"/>
                                        <p:tgtEl>
                                          <p:spTgt spid="18"/>
                                        </p:tgtEl>
                                      </p:cBhvr>
                                    </p:animEffect>
                                    <p:set>
                                      <p:cBhvr>
                                        <p:cTn id="462" dur="1" fill="hold">
                                          <p:stCondLst>
                                            <p:cond delay="499"/>
                                          </p:stCondLst>
                                        </p:cTn>
                                        <p:tgtEl>
                                          <p:spTgt spid="18"/>
                                        </p:tgtEl>
                                        <p:attrNameLst>
                                          <p:attrName>style.visibility</p:attrName>
                                        </p:attrNameLst>
                                      </p:cBhvr>
                                      <p:to>
                                        <p:strVal val="hidden"/>
                                      </p:to>
                                    </p:set>
                                  </p:childTnLst>
                                </p:cTn>
                              </p:par>
                              <p:par>
                                <p:cTn id="463" presetID="10" presetClass="exit" presetSubtype="0" fill="hold" grpId="1" nodeType="withEffect">
                                  <p:stCondLst>
                                    <p:cond delay="0"/>
                                  </p:stCondLst>
                                  <p:childTnLst>
                                    <p:animEffect transition="out" filter="fade">
                                      <p:cBhvr>
                                        <p:cTn id="464" dur="500"/>
                                        <p:tgtEl>
                                          <p:spTgt spid="121"/>
                                        </p:tgtEl>
                                      </p:cBhvr>
                                    </p:animEffect>
                                    <p:set>
                                      <p:cBhvr>
                                        <p:cTn id="465" dur="1" fill="hold">
                                          <p:stCondLst>
                                            <p:cond delay="499"/>
                                          </p:stCondLst>
                                        </p:cTn>
                                        <p:tgtEl>
                                          <p:spTgt spid="121"/>
                                        </p:tgtEl>
                                        <p:attrNameLst>
                                          <p:attrName>style.visibility</p:attrName>
                                        </p:attrNameLst>
                                      </p:cBhvr>
                                      <p:to>
                                        <p:strVal val="hidden"/>
                                      </p:to>
                                    </p:set>
                                  </p:childTnLst>
                                </p:cTn>
                              </p:par>
                            </p:childTnLst>
                          </p:cTn>
                        </p:par>
                      </p:childTnLst>
                    </p:cTn>
                  </p:par>
                  <p:par>
                    <p:cTn id="466" fill="hold">
                      <p:stCondLst>
                        <p:cond delay="indefinite"/>
                      </p:stCondLst>
                      <p:childTnLst>
                        <p:par>
                          <p:cTn id="467" fill="hold">
                            <p:stCondLst>
                              <p:cond delay="0"/>
                            </p:stCondLst>
                            <p:childTnLst>
                              <p:par>
                                <p:cTn id="468" presetID="22" presetClass="exit" presetSubtype="1" fill="hold" nodeType="clickEffect">
                                  <p:stCondLst>
                                    <p:cond delay="0"/>
                                  </p:stCondLst>
                                  <p:childTnLst>
                                    <p:animEffect transition="out" filter="wipe(up)">
                                      <p:cBhvr>
                                        <p:cTn id="469" dur="500"/>
                                        <p:tgtEl>
                                          <p:spTgt spid="118"/>
                                        </p:tgtEl>
                                      </p:cBhvr>
                                    </p:animEffect>
                                    <p:set>
                                      <p:cBhvr>
                                        <p:cTn id="470" dur="1" fill="hold">
                                          <p:stCondLst>
                                            <p:cond delay="499"/>
                                          </p:stCondLst>
                                        </p:cTn>
                                        <p:tgtEl>
                                          <p:spTgt spid="118"/>
                                        </p:tgtEl>
                                        <p:attrNameLst>
                                          <p:attrName>style.visibility</p:attrName>
                                        </p:attrNameLst>
                                      </p:cBhvr>
                                      <p:to>
                                        <p:strVal val="hidden"/>
                                      </p:to>
                                    </p:set>
                                  </p:childTnLst>
                                </p:cTn>
                              </p:par>
                            </p:childTnLst>
                          </p:cTn>
                        </p:par>
                        <p:par>
                          <p:cTn id="471" fill="hold">
                            <p:stCondLst>
                              <p:cond delay="500"/>
                            </p:stCondLst>
                            <p:childTnLst>
                              <p:par>
                                <p:cTn id="472" presetID="22" presetClass="entr" presetSubtype="4" fill="hold" nodeType="afterEffect">
                                  <p:stCondLst>
                                    <p:cond delay="0"/>
                                  </p:stCondLst>
                                  <p:childTnLst>
                                    <p:set>
                                      <p:cBhvr>
                                        <p:cTn id="473" dur="1" fill="hold">
                                          <p:stCondLst>
                                            <p:cond delay="0"/>
                                          </p:stCondLst>
                                        </p:cTn>
                                        <p:tgtEl>
                                          <p:spTgt spid="117"/>
                                        </p:tgtEl>
                                        <p:attrNameLst>
                                          <p:attrName>style.visibility</p:attrName>
                                        </p:attrNameLst>
                                      </p:cBhvr>
                                      <p:to>
                                        <p:strVal val="visible"/>
                                      </p:to>
                                    </p:set>
                                    <p:animEffect transition="in" filter="wipe(down)">
                                      <p:cBhvr>
                                        <p:cTn id="474" dur="1000"/>
                                        <p:tgtEl>
                                          <p:spTgt spid="117"/>
                                        </p:tgtEl>
                                      </p:cBhvr>
                                    </p:animEffect>
                                  </p:childTnLst>
                                </p:cTn>
                              </p:par>
                            </p:childTnLst>
                          </p:cTn>
                        </p:par>
                      </p:childTnLst>
                    </p:cTn>
                  </p:par>
                  <p:par>
                    <p:cTn id="475" fill="hold">
                      <p:stCondLst>
                        <p:cond delay="indefinite"/>
                      </p:stCondLst>
                      <p:childTnLst>
                        <p:par>
                          <p:cTn id="476" fill="hold">
                            <p:stCondLst>
                              <p:cond delay="0"/>
                            </p:stCondLst>
                            <p:childTnLst>
                              <p:par>
                                <p:cTn id="477" presetID="22" presetClass="exit" presetSubtype="1" fill="hold" nodeType="clickEffect">
                                  <p:stCondLst>
                                    <p:cond delay="0"/>
                                  </p:stCondLst>
                                  <p:childTnLst>
                                    <p:animEffect transition="out" filter="wipe(up)">
                                      <p:cBhvr>
                                        <p:cTn id="478" dur="500"/>
                                        <p:tgtEl>
                                          <p:spTgt spid="117"/>
                                        </p:tgtEl>
                                      </p:cBhvr>
                                    </p:animEffect>
                                    <p:set>
                                      <p:cBhvr>
                                        <p:cTn id="479" dur="1" fill="hold">
                                          <p:stCondLst>
                                            <p:cond delay="499"/>
                                          </p:stCondLst>
                                        </p:cTn>
                                        <p:tgtEl>
                                          <p:spTgt spid="117"/>
                                        </p:tgtEl>
                                        <p:attrNameLst>
                                          <p:attrName>style.visibility</p:attrName>
                                        </p:attrNameLst>
                                      </p:cBhvr>
                                      <p:to>
                                        <p:strVal val="hidden"/>
                                      </p:to>
                                    </p:set>
                                  </p:childTnLst>
                                </p:cTn>
                              </p:par>
                              <p:par>
                                <p:cTn id="480" presetID="22" presetClass="entr" presetSubtype="8" fill="hold" nodeType="withEffect">
                                  <p:stCondLst>
                                    <p:cond delay="0"/>
                                  </p:stCondLst>
                                  <p:childTnLst>
                                    <p:set>
                                      <p:cBhvr>
                                        <p:cTn id="481" dur="1" fill="hold">
                                          <p:stCondLst>
                                            <p:cond delay="0"/>
                                          </p:stCondLst>
                                        </p:cTn>
                                        <p:tgtEl>
                                          <p:spTgt spid="119"/>
                                        </p:tgtEl>
                                        <p:attrNameLst>
                                          <p:attrName>style.visibility</p:attrName>
                                        </p:attrNameLst>
                                      </p:cBhvr>
                                      <p:to>
                                        <p:strVal val="visible"/>
                                      </p:to>
                                    </p:set>
                                    <p:animEffect transition="in" filter="wipe(left)">
                                      <p:cBhvr>
                                        <p:cTn id="482" dur="1000"/>
                                        <p:tgtEl>
                                          <p:spTgt spid="119"/>
                                        </p:tgtEl>
                                      </p:cBhvr>
                                    </p:animEffect>
                                  </p:childTnLst>
                                </p:cTn>
                              </p:par>
                            </p:childTnLst>
                          </p:cTn>
                        </p:par>
                      </p:childTnLst>
                    </p:cTn>
                  </p:par>
                  <p:par>
                    <p:cTn id="483" fill="hold">
                      <p:stCondLst>
                        <p:cond delay="indefinite"/>
                      </p:stCondLst>
                      <p:childTnLst>
                        <p:par>
                          <p:cTn id="484" fill="hold">
                            <p:stCondLst>
                              <p:cond delay="0"/>
                            </p:stCondLst>
                            <p:childTnLst>
                              <p:par>
                                <p:cTn id="485" presetID="63" presetClass="path" presetSubtype="0" accel="50000" decel="50000" fill="hold" grpId="2" nodeType="clickEffect">
                                  <p:stCondLst>
                                    <p:cond delay="0"/>
                                  </p:stCondLst>
                                  <p:childTnLst>
                                    <p:animMotion origin="layout" path="M -0.22682 -0.00023 L -0.18906 -0.00116 " pathEditMode="relative" rAng="0" ptsTypes="AA">
                                      <p:cBhvr>
                                        <p:cTn id="486" dur="2000" fill="hold"/>
                                        <p:tgtEl>
                                          <p:spTgt spid="72"/>
                                        </p:tgtEl>
                                        <p:attrNameLst>
                                          <p:attrName>ppt_x</p:attrName>
                                          <p:attrName>ppt_y</p:attrName>
                                        </p:attrNameLst>
                                      </p:cBhvr>
                                      <p:rCtr x="1888" y="-46"/>
                                    </p:animMotion>
                                  </p:childTnLst>
                                </p:cTn>
                              </p:par>
                            </p:childTnLst>
                          </p:cTn>
                        </p:par>
                      </p:childTnLst>
                    </p:cTn>
                  </p:par>
                  <p:par>
                    <p:cTn id="487" fill="hold">
                      <p:stCondLst>
                        <p:cond delay="indefinite"/>
                      </p:stCondLst>
                      <p:childTnLst>
                        <p:par>
                          <p:cTn id="488" fill="hold">
                            <p:stCondLst>
                              <p:cond delay="0"/>
                            </p:stCondLst>
                            <p:childTnLst>
                              <p:par>
                                <p:cTn id="489" presetID="22" presetClass="exit" presetSubtype="1" fill="hold" nodeType="clickEffect">
                                  <p:stCondLst>
                                    <p:cond delay="0"/>
                                  </p:stCondLst>
                                  <p:childTnLst>
                                    <p:animEffect transition="out" filter="wipe(up)">
                                      <p:cBhvr>
                                        <p:cTn id="490" dur="500"/>
                                        <p:tgtEl>
                                          <p:spTgt spid="119"/>
                                        </p:tgtEl>
                                      </p:cBhvr>
                                    </p:animEffect>
                                    <p:set>
                                      <p:cBhvr>
                                        <p:cTn id="491" dur="1" fill="hold">
                                          <p:stCondLst>
                                            <p:cond delay="499"/>
                                          </p:stCondLst>
                                        </p:cTn>
                                        <p:tgtEl>
                                          <p:spTgt spid="119"/>
                                        </p:tgtEl>
                                        <p:attrNameLst>
                                          <p:attrName>style.visibility</p:attrName>
                                        </p:attrNameLst>
                                      </p:cBhvr>
                                      <p:to>
                                        <p:strVal val="hidden"/>
                                      </p:to>
                                    </p:set>
                                  </p:childTnLst>
                                </p:cTn>
                              </p:par>
                            </p:childTnLst>
                          </p:cTn>
                        </p:par>
                      </p:childTnLst>
                    </p:cTn>
                  </p:par>
                  <p:par>
                    <p:cTn id="492" fill="hold">
                      <p:stCondLst>
                        <p:cond delay="indefinite"/>
                      </p:stCondLst>
                      <p:childTnLst>
                        <p:par>
                          <p:cTn id="493" fill="hold">
                            <p:stCondLst>
                              <p:cond delay="0"/>
                            </p:stCondLst>
                            <p:childTnLst>
                              <p:par>
                                <p:cTn id="494" presetID="45" presetClass="entr" presetSubtype="0" fill="hold" grpId="0" nodeType="clickEffect">
                                  <p:stCondLst>
                                    <p:cond delay="0"/>
                                  </p:stCondLst>
                                  <p:childTnLst>
                                    <p:set>
                                      <p:cBhvr>
                                        <p:cTn id="495" dur="1" fill="hold">
                                          <p:stCondLst>
                                            <p:cond delay="0"/>
                                          </p:stCondLst>
                                        </p:cTn>
                                        <p:tgtEl>
                                          <p:spTgt spid="98"/>
                                        </p:tgtEl>
                                        <p:attrNameLst>
                                          <p:attrName>style.visibility</p:attrName>
                                        </p:attrNameLst>
                                      </p:cBhvr>
                                      <p:to>
                                        <p:strVal val="visible"/>
                                      </p:to>
                                    </p:set>
                                    <p:animEffect transition="in" filter="fade">
                                      <p:cBhvr>
                                        <p:cTn id="496" dur="2000"/>
                                        <p:tgtEl>
                                          <p:spTgt spid="98"/>
                                        </p:tgtEl>
                                      </p:cBhvr>
                                    </p:animEffect>
                                    <p:anim calcmode="lin" valueType="num">
                                      <p:cBhvr>
                                        <p:cTn id="497" dur="2000" fill="hold"/>
                                        <p:tgtEl>
                                          <p:spTgt spid="98"/>
                                        </p:tgtEl>
                                        <p:attrNameLst>
                                          <p:attrName>ppt_w</p:attrName>
                                        </p:attrNameLst>
                                      </p:cBhvr>
                                      <p:tavLst>
                                        <p:tav tm="0" fmla="#ppt_w*sin(2.5*pi*$)">
                                          <p:val>
                                            <p:fltVal val="0"/>
                                          </p:val>
                                        </p:tav>
                                        <p:tav tm="100000">
                                          <p:val>
                                            <p:fltVal val="1"/>
                                          </p:val>
                                        </p:tav>
                                      </p:tavLst>
                                    </p:anim>
                                    <p:anim calcmode="lin" valueType="num">
                                      <p:cBhvr>
                                        <p:cTn id="498" dur="2000" fill="hold"/>
                                        <p:tgtEl>
                                          <p:spTgt spid="98"/>
                                        </p:tgtEl>
                                        <p:attrNameLst>
                                          <p:attrName>ppt_h</p:attrName>
                                        </p:attrNameLst>
                                      </p:cBhvr>
                                      <p:tavLst>
                                        <p:tav tm="0">
                                          <p:val>
                                            <p:strVal val="#ppt_h"/>
                                          </p:val>
                                        </p:tav>
                                        <p:tav tm="100000">
                                          <p:val>
                                            <p:strVal val="#ppt_h"/>
                                          </p:val>
                                        </p:tav>
                                      </p:tavLst>
                                    </p:anim>
                                  </p:childTnLst>
                                </p:cTn>
                              </p:par>
                            </p:childTnLst>
                          </p:cTn>
                        </p:par>
                        <p:par>
                          <p:cTn id="499" fill="hold">
                            <p:stCondLst>
                              <p:cond delay="2000"/>
                            </p:stCondLst>
                            <p:childTnLst>
                              <p:par>
                                <p:cTn id="500" presetID="37" presetClass="path" presetSubtype="0" accel="50000" decel="50000" fill="hold" grpId="1" nodeType="afterEffect">
                                  <p:stCondLst>
                                    <p:cond delay="0"/>
                                  </p:stCondLst>
                                  <p:childTnLst>
                                    <p:animMotion origin="layout" path="M -3.33333E-6 0.0007 L -0.07109 0.04074 C -0.0858 0.04977 -0.10807 0.05486 -0.13138 0.05486 C -0.15781 0.05486 -0.17903 0.04977 -0.19375 0.04074 L -0.26471 0.0007 " pathEditMode="relative" rAng="0" ptsTypes="AAAAA">
                                      <p:cBhvr>
                                        <p:cTn id="501" dur="2000" fill="hold"/>
                                        <p:tgtEl>
                                          <p:spTgt spid="73"/>
                                        </p:tgtEl>
                                        <p:attrNameLst>
                                          <p:attrName>ppt_x</p:attrName>
                                          <p:attrName>ppt_y</p:attrName>
                                        </p:attrNameLst>
                                      </p:cBhvr>
                                      <p:rCtr x="-13242" y="2708"/>
                                    </p:animMotion>
                                  </p:childTnLst>
                                </p:cTn>
                              </p:par>
                            </p:childTnLst>
                          </p:cTn>
                        </p:par>
                        <p:par>
                          <p:cTn id="502" fill="hold">
                            <p:stCondLst>
                              <p:cond delay="4000"/>
                            </p:stCondLst>
                            <p:childTnLst>
                              <p:par>
                                <p:cTn id="503" presetID="63" presetClass="path" presetSubtype="0" accel="50000" decel="50000" fill="hold" grpId="3" nodeType="afterEffect">
                                  <p:stCondLst>
                                    <p:cond delay="0"/>
                                  </p:stCondLst>
                                  <p:childTnLst>
                                    <p:animMotion origin="layout" path="M 0.07526 -0.00023 L 0.11302 -0.00023 " pathEditMode="relative" rAng="0" ptsTypes="AA">
                                      <p:cBhvr>
                                        <p:cTn id="504" dur="2000" fill="hold"/>
                                        <p:tgtEl>
                                          <p:spTgt spid="70"/>
                                        </p:tgtEl>
                                        <p:attrNameLst>
                                          <p:attrName>ppt_x</p:attrName>
                                          <p:attrName>ppt_y</p:attrName>
                                        </p:attrNameLst>
                                      </p:cBhvr>
                                      <p:rCtr x="1888" y="0"/>
                                    </p:animMotion>
                                  </p:childTnLst>
                                </p:cTn>
                              </p:par>
                            </p:childTnLst>
                          </p:cTn>
                        </p:par>
                        <p:par>
                          <p:cTn id="505" fill="hold">
                            <p:stCondLst>
                              <p:cond delay="6000"/>
                            </p:stCondLst>
                            <p:childTnLst>
                              <p:par>
                                <p:cTn id="506" presetID="10" presetClass="exit" presetSubtype="0" fill="hold" grpId="1" nodeType="afterEffect">
                                  <p:stCondLst>
                                    <p:cond delay="0"/>
                                  </p:stCondLst>
                                  <p:childTnLst>
                                    <p:animEffect transition="out" filter="fade">
                                      <p:cBhvr>
                                        <p:cTn id="507" dur="500"/>
                                        <p:tgtEl>
                                          <p:spTgt spid="98"/>
                                        </p:tgtEl>
                                      </p:cBhvr>
                                    </p:animEffect>
                                    <p:set>
                                      <p:cBhvr>
                                        <p:cTn id="508" dur="1" fill="hold">
                                          <p:stCondLst>
                                            <p:cond delay="499"/>
                                          </p:stCondLst>
                                        </p:cTn>
                                        <p:tgtEl>
                                          <p:spTgt spid="98"/>
                                        </p:tgtEl>
                                        <p:attrNameLst>
                                          <p:attrName>style.visibility</p:attrName>
                                        </p:attrNameLst>
                                      </p:cBhvr>
                                      <p:to>
                                        <p:strVal val="hidden"/>
                                      </p:to>
                                    </p:set>
                                  </p:childTnLst>
                                </p:cTn>
                              </p:par>
                            </p:childTnLst>
                          </p:cTn>
                        </p:par>
                      </p:childTnLst>
                    </p:cTn>
                  </p:par>
                  <p:par>
                    <p:cTn id="509" fill="hold">
                      <p:stCondLst>
                        <p:cond delay="indefinite"/>
                      </p:stCondLst>
                      <p:childTnLst>
                        <p:par>
                          <p:cTn id="510" fill="hold">
                            <p:stCondLst>
                              <p:cond delay="0"/>
                            </p:stCondLst>
                            <p:childTnLst>
                              <p:par>
                                <p:cTn id="511" presetID="22" presetClass="entr" presetSubtype="1" fill="hold" nodeType="clickEffect">
                                  <p:stCondLst>
                                    <p:cond delay="0"/>
                                  </p:stCondLst>
                                  <p:childTnLst>
                                    <p:set>
                                      <p:cBhvr>
                                        <p:cTn id="512" dur="1" fill="hold">
                                          <p:stCondLst>
                                            <p:cond delay="0"/>
                                          </p:stCondLst>
                                        </p:cTn>
                                        <p:tgtEl>
                                          <p:spTgt spid="138"/>
                                        </p:tgtEl>
                                        <p:attrNameLst>
                                          <p:attrName>style.visibility</p:attrName>
                                        </p:attrNameLst>
                                      </p:cBhvr>
                                      <p:to>
                                        <p:strVal val="visible"/>
                                      </p:to>
                                    </p:set>
                                    <p:animEffect transition="in" filter="wipe(up)">
                                      <p:cBhvr>
                                        <p:cTn id="513" dur="1000"/>
                                        <p:tgtEl>
                                          <p:spTgt spid="138"/>
                                        </p:tgtEl>
                                      </p:cBhvr>
                                    </p:animEffect>
                                  </p:childTnLst>
                                </p:cTn>
                              </p:par>
                            </p:childTnLst>
                          </p:cTn>
                        </p:par>
                        <p:par>
                          <p:cTn id="514" fill="hold">
                            <p:stCondLst>
                              <p:cond delay="1000"/>
                            </p:stCondLst>
                            <p:childTnLst>
                              <p:par>
                                <p:cTn id="515" presetID="45" presetClass="entr" presetSubtype="0" fill="hold" grpId="0" nodeType="afterEffect">
                                  <p:stCondLst>
                                    <p:cond delay="0"/>
                                  </p:stCondLst>
                                  <p:childTnLst>
                                    <p:set>
                                      <p:cBhvr>
                                        <p:cTn id="516" dur="1" fill="hold">
                                          <p:stCondLst>
                                            <p:cond delay="0"/>
                                          </p:stCondLst>
                                        </p:cTn>
                                        <p:tgtEl>
                                          <p:spTgt spid="141"/>
                                        </p:tgtEl>
                                        <p:attrNameLst>
                                          <p:attrName>style.visibility</p:attrName>
                                        </p:attrNameLst>
                                      </p:cBhvr>
                                      <p:to>
                                        <p:strVal val="visible"/>
                                      </p:to>
                                    </p:set>
                                    <p:animEffect transition="in" filter="fade">
                                      <p:cBhvr>
                                        <p:cTn id="517" dur="2000"/>
                                        <p:tgtEl>
                                          <p:spTgt spid="141"/>
                                        </p:tgtEl>
                                      </p:cBhvr>
                                    </p:animEffect>
                                    <p:anim calcmode="lin" valueType="num">
                                      <p:cBhvr>
                                        <p:cTn id="518" dur="2000" fill="hold"/>
                                        <p:tgtEl>
                                          <p:spTgt spid="141"/>
                                        </p:tgtEl>
                                        <p:attrNameLst>
                                          <p:attrName>ppt_w</p:attrName>
                                        </p:attrNameLst>
                                      </p:cBhvr>
                                      <p:tavLst>
                                        <p:tav tm="0" fmla="#ppt_w*sin(2.5*pi*$)">
                                          <p:val>
                                            <p:fltVal val="0"/>
                                          </p:val>
                                        </p:tav>
                                        <p:tav tm="100000">
                                          <p:val>
                                            <p:fltVal val="1"/>
                                          </p:val>
                                        </p:tav>
                                      </p:tavLst>
                                    </p:anim>
                                    <p:anim calcmode="lin" valueType="num">
                                      <p:cBhvr>
                                        <p:cTn id="519" dur="2000" fill="hold"/>
                                        <p:tgtEl>
                                          <p:spTgt spid="141"/>
                                        </p:tgtEl>
                                        <p:attrNameLst>
                                          <p:attrName>ppt_h</p:attrName>
                                        </p:attrNameLst>
                                      </p:cBhvr>
                                      <p:tavLst>
                                        <p:tav tm="0">
                                          <p:val>
                                            <p:strVal val="#ppt_h"/>
                                          </p:val>
                                        </p:tav>
                                        <p:tav tm="100000">
                                          <p:val>
                                            <p:strVal val="#ppt_h"/>
                                          </p:val>
                                        </p:tav>
                                      </p:tavLst>
                                    </p:anim>
                                  </p:childTnLst>
                                </p:cTn>
                              </p:par>
                            </p:childTnLst>
                          </p:cTn>
                        </p:par>
                        <p:par>
                          <p:cTn id="520" fill="hold">
                            <p:stCondLst>
                              <p:cond delay="3000"/>
                            </p:stCondLst>
                            <p:childTnLst>
                              <p:par>
                                <p:cTn id="521" presetID="63" presetClass="path" presetSubtype="0" accel="50000" decel="50000" fill="hold" grpId="3" nodeType="afterEffect">
                                  <p:stCondLst>
                                    <p:cond delay="0"/>
                                  </p:stCondLst>
                                  <p:childTnLst>
                                    <p:animMotion origin="layout" path="M -1.45833E-6 -1.48148E-6 L 0.03854 0.0007 " pathEditMode="relative" rAng="0" ptsTypes="AA">
                                      <p:cBhvr>
                                        <p:cTn id="522" dur="2000" fill="hold"/>
                                        <p:tgtEl>
                                          <p:spTgt spid="71"/>
                                        </p:tgtEl>
                                        <p:attrNameLst>
                                          <p:attrName>ppt_x</p:attrName>
                                          <p:attrName>ppt_y</p:attrName>
                                        </p:attrNameLst>
                                      </p:cBhvr>
                                      <p:rCtr x="1927" y="23"/>
                                    </p:animMotion>
                                  </p:childTnLst>
                                </p:cTn>
                              </p:par>
                            </p:childTnLst>
                          </p:cTn>
                        </p:par>
                        <p:par>
                          <p:cTn id="523" fill="hold">
                            <p:stCondLst>
                              <p:cond delay="5000"/>
                            </p:stCondLst>
                            <p:childTnLst>
                              <p:par>
                                <p:cTn id="524" presetID="10" presetClass="exit" presetSubtype="0" fill="hold" nodeType="afterEffect">
                                  <p:stCondLst>
                                    <p:cond delay="0"/>
                                  </p:stCondLst>
                                  <p:childTnLst>
                                    <p:animEffect transition="out" filter="fade">
                                      <p:cBhvr>
                                        <p:cTn id="525" dur="500"/>
                                        <p:tgtEl>
                                          <p:spTgt spid="138"/>
                                        </p:tgtEl>
                                      </p:cBhvr>
                                    </p:animEffect>
                                    <p:set>
                                      <p:cBhvr>
                                        <p:cTn id="526" dur="1" fill="hold">
                                          <p:stCondLst>
                                            <p:cond delay="499"/>
                                          </p:stCondLst>
                                        </p:cTn>
                                        <p:tgtEl>
                                          <p:spTgt spid="138"/>
                                        </p:tgtEl>
                                        <p:attrNameLst>
                                          <p:attrName>style.visibility</p:attrName>
                                        </p:attrNameLst>
                                      </p:cBhvr>
                                      <p:to>
                                        <p:strVal val="hidden"/>
                                      </p:to>
                                    </p:set>
                                  </p:childTnLst>
                                </p:cTn>
                              </p:par>
                              <p:par>
                                <p:cTn id="527" presetID="10" presetClass="exit" presetSubtype="0" fill="hold" grpId="2" nodeType="withEffect">
                                  <p:stCondLst>
                                    <p:cond delay="0"/>
                                  </p:stCondLst>
                                  <p:childTnLst>
                                    <p:animEffect transition="out" filter="fade">
                                      <p:cBhvr>
                                        <p:cTn id="528" dur="500"/>
                                        <p:tgtEl>
                                          <p:spTgt spid="141"/>
                                        </p:tgtEl>
                                      </p:cBhvr>
                                    </p:animEffect>
                                    <p:set>
                                      <p:cBhvr>
                                        <p:cTn id="529" dur="1" fill="hold">
                                          <p:stCondLst>
                                            <p:cond delay="499"/>
                                          </p:stCondLst>
                                        </p:cTn>
                                        <p:tgtEl>
                                          <p:spTgt spid="141"/>
                                        </p:tgtEl>
                                        <p:attrNameLst>
                                          <p:attrName>style.visibility</p:attrName>
                                        </p:attrNameLst>
                                      </p:cBhvr>
                                      <p:to>
                                        <p:strVal val="hidden"/>
                                      </p:to>
                                    </p:set>
                                  </p:childTnLst>
                                </p:cTn>
                              </p:par>
                            </p:childTnLst>
                          </p:cTn>
                        </p:par>
                        <p:par>
                          <p:cTn id="530" fill="hold">
                            <p:stCondLst>
                              <p:cond delay="5500"/>
                            </p:stCondLst>
                            <p:childTnLst>
                              <p:par>
                                <p:cTn id="531" presetID="22" presetClass="entr" presetSubtype="1" fill="hold" nodeType="afterEffect">
                                  <p:stCondLst>
                                    <p:cond delay="0"/>
                                  </p:stCondLst>
                                  <p:childTnLst>
                                    <p:set>
                                      <p:cBhvr>
                                        <p:cTn id="532" dur="1" fill="hold">
                                          <p:stCondLst>
                                            <p:cond delay="0"/>
                                          </p:stCondLst>
                                        </p:cTn>
                                        <p:tgtEl>
                                          <p:spTgt spid="132"/>
                                        </p:tgtEl>
                                        <p:attrNameLst>
                                          <p:attrName>style.visibility</p:attrName>
                                        </p:attrNameLst>
                                      </p:cBhvr>
                                      <p:to>
                                        <p:strVal val="visible"/>
                                      </p:to>
                                    </p:set>
                                    <p:animEffect transition="in" filter="wipe(up)">
                                      <p:cBhvr>
                                        <p:cTn id="533" dur="1000"/>
                                        <p:tgtEl>
                                          <p:spTgt spid="132"/>
                                        </p:tgtEl>
                                      </p:cBhvr>
                                    </p:animEffect>
                                  </p:childTnLst>
                                </p:cTn>
                              </p:par>
                            </p:childTnLst>
                          </p:cTn>
                        </p:par>
                        <p:par>
                          <p:cTn id="534" fill="hold">
                            <p:stCondLst>
                              <p:cond delay="6500"/>
                            </p:stCondLst>
                            <p:childTnLst>
                              <p:par>
                                <p:cTn id="535" presetID="45" presetClass="entr" presetSubtype="0" fill="hold" grpId="1" nodeType="afterEffect">
                                  <p:stCondLst>
                                    <p:cond delay="0"/>
                                  </p:stCondLst>
                                  <p:childTnLst>
                                    <p:set>
                                      <p:cBhvr>
                                        <p:cTn id="536" dur="1" fill="hold">
                                          <p:stCondLst>
                                            <p:cond delay="0"/>
                                          </p:stCondLst>
                                        </p:cTn>
                                        <p:tgtEl>
                                          <p:spTgt spid="135"/>
                                        </p:tgtEl>
                                        <p:attrNameLst>
                                          <p:attrName>style.visibility</p:attrName>
                                        </p:attrNameLst>
                                      </p:cBhvr>
                                      <p:to>
                                        <p:strVal val="visible"/>
                                      </p:to>
                                    </p:set>
                                    <p:animEffect transition="in" filter="fade">
                                      <p:cBhvr>
                                        <p:cTn id="537" dur="2000"/>
                                        <p:tgtEl>
                                          <p:spTgt spid="135"/>
                                        </p:tgtEl>
                                      </p:cBhvr>
                                    </p:animEffect>
                                    <p:anim calcmode="lin" valueType="num">
                                      <p:cBhvr>
                                        <p:cTn id="538" dur="2000" fill="hold"/>
                                        <p:tgtEl>
                                          <p:spTgt spid="135"/>
                                        </p:tgtEl>
                                        <p:attrNameLst>
                                          <p:attrName>ppt_w</p:attrName>
                                        </p:attrNameLst>
                                      </p:cBhvr>
                                      <p:tavLst>
                                        <p:tav tm="0" fmla="#ppt_w*sin(2.5*pi*$)">
                                          <p:val>
                                            <p:fltVal val="0"/>
                                          </p:val>
                                        </p:tav>
                                        <p:tav tm="100000">
                                          <p:val>
                                            <p:fltVal val="1"/>
                                          </p:val>
                                        </p:tav>
                                      </p:tavLst>
                                    </p:anim>
                                    <p:anim calcmode="lin" valueType="num">
                                      <p:cBhvr>
                                        <p:cTn id="539" dur="2000" fill="hold"/>
                                        <p:tgtEl>
                                          <p:spTgt spid="135"/>
                                        </p:tgtEl>
                                        <p:attrNameLst>
                                          <p:attrName>ppt_h</p:attrName>
                                        </p:attrNameLst>
                                      </p:cBhvr>
                                      <p:tavLst>
                                        <p:tav tm="0">
                                          <p:val>
                                            <p:strVal val="#ppt_h"/>
                                          </p:val>
                                        </p:tav>
                                        <p:tav tm="100000">
                                          <p:val>
                                            <p:strVal val="#ppt_h"/>
                                          </p:val>
                                        </p:tav>
                                      </p:tavLst>
                                    </p:anim>
                                  </p:childTnLst>
                                </p:cTn>
                              </p:par>
                            </p:childTnLst>
                          </p:cTn>
                        </p:par>
                        <p:par>
                          <p:cTn id="540" fill="hold">
                            <p:stCondLst>
                              <p:cond delay="8500"/>
                            </p:stCondLst>
                            <p:childTnLst>
                              <p:par>
                                <p:cTn id="541" presetID="63" presetClass="path" presetSubtype="0" accel="50000" decel="50000" fill="hold" grpId="2" nodeType="afterEffect">
                                  <p:stCondLst>
                                    <p:cond delay="0"/>
                                  </p:stCondLst>
                                  <p:childTnLst>
                                    <p:animMotion origin="layout" path="M 0.03841 2.59259E-6 L 0.07513 -0.00116 " pathEditMode="relative" rAng="0" ptsTypes="AA">
                                      <p:cBhvr>
                                        <p:cTn id="542" dur="2000" fill="hold"/>
                                        <p:tgtEl>
                                          <p:spTgt spid="69"/>
                                        </p:tgtEl>
                                        <p:attrNameLst>
                                          <p:attrName>ppt_x</p:attrName>
                                          <p:attrName>ppt_y</p:attrName>
                                        </p:attrNameLst>
                                      </p:cBhvr>
                                      <p:rCtr x="1836" y="-69"/>
                                    </p:animMotion>
                                  </p:childTnLst>
                                </p:cTn>
                              </p:par>
                            </p:childTnLst>
                          </p:cTn>
                        </p:par>
                        <p:par>
                          <p:cTn id="543" fill="hold">
                            <p:stCondLst>
                              <p:cond delay="10500"/>
                            </p:stCondLst>
                            <p:childTnLst>
                              <p:par>
                                <p:cTn id="544" presetID="10" presetClass="exit" presetSubtype="0" fill="hold" nodeType="afterEffect">
                                  <p:stCondLst>
                                    <p:cond delay="0"/>
                                  </p:stCondLst>
                                  <p:childTnLst>
                                    <p:animEffect transition="out" filter="fade">
                                      <p:cBhvr>
                                        <p:cTn id="545" dur="500"/>
                                        <p:tgtEl>
                                          <p:spTgt spid="132"/>
                                        </p:tgtEl>
                                      </p:cBhvr>
                                    </p:animEffect>
                                    <p:set>
                                      <p:cBhvr>
                                        <p:cTn id="546" dur="1" fill="hold">
                                          <p:stCondLst>
                                            <p:cond delay="499"/>
                                          </p:stCondLst>
                                        </p:cTn>
                                        <p:tgtEl>
                                          <p:spTgt spid="132"/>
                                        </p:tgtEl>
                                        <p:attrNameLst>
                                          <p:attrName>style.visibility</p:attrName>
                                        </p:attrNameLst>
                                      </p:cBhvr>
                                      <p:to>
                                        <p:strVal val="hidden"/>
                                      </p:to>
                                    </p:set>
                                  </p:childTnLst>
                                </p:cTn>
                              </p:par>
                              <p:par>
                                <p:cTn id="547" presetID="10" presetClass="exit" presetSubtype="0" fill="hold" grpId="3" nodeType="withEffect">
                                  <p:stCondLst>
                                    <p:cond delay="0"/>
                                  </p:stCondLst>
                                  <p:childTnLst>
                                    <p:animEffect transition="out" filter="fade">
                                      <p:cBhvr>
                                        <p:cTn id="548" dur="500"/>
                                        <p:tgtEl>
                                          <p:spTgt spid="135"/>
                                        </p:tgtEl>
                                      </p:cBhvr>
                                    </p:animEffect>
                                    <p:set>
                                      <p:cBhvr>
                                        <p:cTn id="549" dur="1" fill="hold">
                                          <p:stCondLst>
                                            <p:cond delay="499"/>
                                          </p:stCondLst>
                                        </p:cTn>
                                        <p:tgtEl>
                                          <p:spTgt spid="135"/>
                                        </p:tgtEl>
                                        <p:attrNameLst>
                                          <p:attrName>style.visibility</p:attrName>
                                        </p:attrNameLst>
                                      </p:cBhvr>
                                      <p:to>
                                        <p:strVal val="hidden"/>
                                      </p:to>
                                    </p:set>
                                  </p:childTnLst>
                                </p:cTn>
                              </p:par>
                            </p:childTnLst>
                          </p:cTn>
                        </p:par>
                        <p:par>
                          <p:cTn id="550" fill="hold">
                            <p:stCondLst>
                              <p:cond delay="11000"/>
                            </p:stCondLst>
                            <p:childTnLst>
                              <p:par>
                                <p:cTn id="551" presetID="22" presetClass="entr" presetSubtype="1" fill="hold" nodeType="afterEffect">
                                  <p:stCondLst>
                                    <p:cond delay="0"/>
                                  </p:stCondLst>
                                  <p:childTnLst>
                                    <p:set>
                                      <p:cBhvr>
                                        <p:cTn id="552" dur="1" fill="hold">
                                          <p:stCondLst>
                                            <p:cond delay="0"/>
                                          </p:stCondLst>
                                        </p:cTn>
                                        <p:tgtEl>
                                          <p:spTgt spid="127"/>
                                        </p:tgtEl>
                                        <p:attrNameLst>
                                          <p:attrName>style.visibility</p:attrName>
                                        </p:attrNameLst>
                                      </p:cBhvr>
                                      <p:to>
                                        <p:strVal val="visible"/>
                                      </p:to>
                                    </p:set>
                                    <p:animEffect transition="in" filter="wipe(up)">
                                      <p:cBhvr>
                                        <p:cTn id="553" dur="1000"/>
                                        <p:tgtEl>
                                          <p:spTgt spid="127"/>
                                        </p:tgtEl>
                                      </p:cBhvr>
                                    </p:animEffect>
                                  </p:childTnLst>
                                </p:cTn>
                              </p:par>
                            </p:childTnLst>
                          </p:cTn>
                        </p:par>
                        <p:par>
                          <p:cTn id="554" fill="hold">
                            <p:stCondLst>
                              <p:cond delay="12000"/>
                            </p:stCondLst>
                            <p:childTnLst>
                              <p:par>
                                <p:cTn id="555" presetID="45" presetClass="entr" presetSubtype="0" fill="hold" grpId="1" nodeType="afterEffect">
                                  <p:stCondLst>
                                    <p:cond delay="0"/>
                                  </p:stCondLst>
                                  <p:childTnLst>
                                    <p:set>
                                      <p:cBhvr>
                                        <p:cTn id="556" dur="1" fill="hold">
                                          <p:stCondLst>
                                            <p:cond delay="0"/>
                                          </p:stCondLst>
                                        </p:cTn>
                                        <p:tgtEl>
                                          <p:spTgt spid="131"/>
                                        </p:tgtEl>
                                        <p:attrNameLst>
                                          <p:attrName>style.visibility</p:attrName>
                                        </p:attrNameLst>
                                      </p:cBhvr>
                                      <p:to>
                                        <p:strVal val="visible"/>
                                      </p:to>
                                    </p:set>
                                    <p:animEffect transition="in" filter="fade">
                                      <p:cBhvr>
                                        <p:cTn id="557" dur="2000"/>
                                        <p:tgtEl>
                                          <p:spTgt spid="131"/>
                                        </p:tgtEl>
                                      </p:cBhvr>
                                    </p:animEffect>
                                    <p:anim calcmode="lin" valueType="num">
                                      <p:cBhvr>
                                        <p:cTn id="558" dur="2000" fill="hold"/>
                                        <p:tgtEl>
                                          <p:spTgt spid="131"/>
                                        </p:tgtEl>
                                        <p:attrNameLst>
                                          <p:attrName>ppt_w</p:attrName>
                                        </p:attrNameLst>
                                      </p:cBhvr>
                                      <p:tavLst>
                                        <p:tav tm="0" fmla="#ppt_w*sin(2.5*pi*$)">
                                          <p:val>
                                            <p:fltVal val="0"/>
                                          </p:val>
                                        </p:tav>
                                        <p:tav tm="100000">
                                          <p:val>
                                            <p:fltVal val="1"/>
                                          </p:val>
                                        </p:tav>
                                      </p:tavLst>
                                    </p:anim>
                                    <p:anim calcmode="lin" valueType="num">
                                      <p:cBhvr>
                                        <p:cTn id="559" dur="2000" fill="hold"/>
                                        <p:tgtEl>
                                          <p:spTgt spid="131"/>
                                        </p:tgtEl>
                                        <p:attrNameLst>
                                          <p:attrName>ppt_h</p:attrName>
                                        </p:attrNameLst>
                                      </p:cBhvr>
                                      <p:tavLst>
                                        <p:tav tm="0">
                                          <p:val>
                                            <p:strVal val="#ppt_h"/>
                                          </p:val>
                                        </p:tav>
                                        <p:tav tm="100000">
                                          <p:val>
                                            <p:strVal val="#ppt_h"/>
                                          </p:val>
                                        </p:tav>
                                      </p:tavLst>
                                    </p:anim>
                                  </p:childTnLst>
                                </p:cTn>
                              </p:par>
                            </p:childTnLst>
                          </p:cTn>
                        </p:par>
                        <p:par>
                          <p:cTn id="560" fill="hold">
                            <p:stCondLst>
                              <p:cond delay="14000"/>
                            </p:stCondLst>
                            <p:childTnLst>
                              <p:par>
                                <p:cTn id="561" presetID="63" presetClass="path" presetSubtype="0" accel="50000" decel="50000" fill="hold" grpId="3" nodeType="afterEffect">
                                  <p:stCondLst>
                                    <p:cond delay="0"/>
                                  </p:stCondLst>
                                  <p:childTnLst>
                                    <p:animMotion origin="layout" path="M 0.07552 0.00116 L 0.11393 0.00116 " pathEditMode="relative" rAng="0" ptsTypes="AA">
                                      <p:cBhvr>
                                        <p:cTn id="562" dur="2000" fill="hold"/>
                                        <p:tgtEl>
                                          <p:spTgt spid="67"/>
                                        </p:tgtEl>
                                        <p:attrNameLst>
                                          <p:attrName>ppt_x</p:attrName>
                                          <p:attrName>ppt_y</p:attrName>
                                        </p:attrNameLst>
                                      </p:cBhvr>
                                      <p:rCtr x="1914" y="0"/>
                                    </p:animMotion>
                                  </p:childTnLst>
                                </p:cTn>
                              </p:par>
                            </p:childTnLst>
                          </p:cTn>
                        </p:par>
                        <p:par>
                          <p:cTn id="563" fill="hold">
                            <p:stCondLst>
                              <p:cond delay="16000"/>
                            </p:stCondLst>
                            <p:childTnLst>
                              <p:par>
                                <p:cTn id="564" presetID="10" presetClass="exit" presetSubtype="0" fill="hold" nodeType="afterEffect">
                                  <p:stCondLst>
                                    <p:cond delay="0"/>
                                  </p:stCondLst>
                                  <p:childTnLst>
                                    <p:animEffect transition="out" filter="fade">
                                      <p:cBhvr>
                                        <p:cTn id="565" dur="500"/>
                                        <p:tgtEl>
                                          <p:spTgt spid="127"/>
                                        </p:tgtEl>
                                      </p:cBhvr>
                                    </p:animEffect>
                                    <p:set>
                                      <p:cBhvr>
                                        <p:cTn id="566" dur="1" fill="hold">
                                          <p:stCondLst>
                                            <p:cond delay="499"/>
                                          </p:stCondLst>
                                        </p:cTn>
                                        <p:tgtEl>
                                          <p:spTgt spid="127"/>
                                        </p:tgtEl>
                                        <p:attrNameLst>
                                          <p:attrName>style.visibility</p:attrName>
                                        </p:attrNameLst>
                                      </p:cBhvr>
                                      <p:to>
                                        <p:strVal val="hidden"/>
                                      </p:to>
                                    </p:set>
                                  </p:childTnLst>
                                </p:cTn>
                              </p:par>
                              <p:par>
                                <p:cTn id="567" presetID="10" presetClass="exit" presetSubtype="0" fill="hold" grpId="3" nodeType="withEffect">
                                  <p:stCondLst>
                                    <p:cond delay="0"/>
                                  </p:stCondLst>
                                  <p:childTnLst>
                                    <p:animEffect transition="out" filter="fade">
                                      <p:cBhvr>
                                        <p:cTn id="568" dur="500"/>
                                        <p:tgtEl>
                                          <p:spTgt spid="131"/>
                                        </p:tgtEl>
                                      </p:cBhvr>
                                    </p:animEffect>
                                    <p:set>
                                      <p:cBhvr>
                                        <p:cTn id="569" dur="1" fill="hold">
                                          <p:stCondLst>
                                            <p:cond delay="499"/>
                                          </p:stCondLst>
                                        </p:cTn>
                                        <p:tgtEl>
                                          <p:spTgt spid="131"/>
                                        </p:tgtEl>
                                        <p:attrNameLst>
                                          <p:attrName>style.visibility</p:attrName>
                                        </p:attrNameLst>
                                      </p:cBhvr>
                                      <p:to>
                                        <p:strVal val="hidden"/>
                                      </p:to>
                                    </p:set>
                                  </p:childTnLst>
                                </p:cTn>
                              </p:par>
                            </p:childTnLst>
                          </p:cTn>
                        </p:par>
                        <p:par>
                          <p:cTn id="570" fill="hold">
                            <p:stCondLst>
                              <p:cond delay="16500"/>
                            </p:stCondLst>
                            <p:childTnLst>
                              <p:par>
                                <p:cTn id="571" presetID="22" presetClass="entr" presetSubtype="1" fill="hold" nodeType="afterEffect">
                                  <p:stCondLst>
                                    <p:cond delay="0"/>
                                  </p:stCondLst>
                                  <p:childTnLst>
                                    <p:set>
                                      <p:cBhvr>
                                        <p:cTn id="572" dur="1" fill="hold">
                                          <p:stCondLst>
                                            <p:cond delay="0"/>
                                          </p:stCondLst>
                                        </p:cTn>
                                        <p:tgtEl>
                                          <p:spTgt spid="123"/>
                                        </p:tgtEl>
                                        <p:attrNameLst>
                                          <p:attrName>style.visibility</p:attrName>
                                        </p:attrNameLst>
                                      </p:cBhvr>
                                      <p:to>
                                        <p:strVal val="visible"/>
                                      </p:to>
                                    </p:set>
                                    <p:animEffect transition="in" filter="wipe(up)">
                                      <p:cBhvr>
                                        <p:cTn id="573" dur="1000"/>
                                        <p:tgtEl>
                                          <p:spTgt spid="123"/>
                                        </p:tgtEl>
                                      </p:cBhvr>
                                    </p:animEffect>
                                  </p:childTnLst>
                                </p:cTn>
                              </p:par>
                            </p:childTnLst>
                          </p:cTn>
                        </p:par>
                        <p:par>
                          <p:cTn id="574" fill="hold">
                            <p:stCondLst>
                              <p:cond delay="17500"/>
                            </p:stCondLst>
                            <p:childTnLst>
                              <p:par>
                                <p:cTn id="575" presetID="45" presetClass="entr" presetSubtype="0" fill="hold" grpId="0" nodeType="afterEffect">
                                  <p:stCondLst>
                                    <p:cond delay="0"/>
                                  </p:stCondLst>
                                  <p:childTnLst>
                                    <p:set>
                                      <p:cBhvr>
                                        <p:cTn id="576" dur="1" fill="hold">
                                          <p:stCondLst>
                                            <p:cond delay="0"/>
                                          </p:stCondLst>
                                        </p:cTn>
                                        <p:tgtEl>
                                          <p:spTgt spid="126"/>
                                        </p:tgtEl>
                                        <p:attrNameLst>
                                          <p:attrName>style.visibility</p:attrName>
                                        </p:attrNameLst>
                                      </p:cBhvr>
                                      <p:to>
                                        <p:strVal val="visible"/>
                                      </p:to>
                                    </p:set>
                                    <p:animEffect transition="in" filter="fade">
                                      <p:cBhvr>
                                        <p:cTn id="577" dur="2000"/>
                                        <p:tgtEl>
                                          <p:spTgt spid="126"/>
                                        </p:tgtEl>
                                      </p:cBhvr>
                                    </p:animEffect>
                                    <p:anim calcmode="lin" valueType="num">
                                      <p:cBhvr>
                                        <p:cTn id="578" dur="2000" fill="hold"/>
                                        <p:tgtEl>
                                          <p:spTgt spid="126"/>
                                        </p:tgtEl>
                                        <p:attrNameLst>
                                          <p:attrName>ppt_w</p:attrName>
                                        </p:attrNameLst>
                                      </p:cBhvr>
                                      <p:tavLst>
                                        <p:tav tm="0" fmla="#ppt_w*sin(2.5*pi*$)">
                                          <p:val>
                                            <p:fltVal val="0"/>
                                          </p:val>
                                        </p:tav>
                                        <p:tav tm="100000">
                                          <p:val>
                                            <p:fltVal val="1"/>
                                          </p:val>
                                        </p:tav>
                                      </p:tavLst>
                                    </p:anim>
                                    <p:anim calcmode="lin" valueType="num">
                                      <p:cBhvr>
                                        <p:cTn id="579" dur="2000" fill="hold"/>
                                        <p:tgtEl>
                                          <p:spTgt spid="126"/>
                                        </p:tgtEl>
                                        <p:attrNameLst>
                                          <p:attrName>ppt_h</p:attrName>
                                        </p:attrNameLst>
                                      </p:cBhvr>
                                      <p:tavLst>
                                        <p:tav tm="0">
                                          <p:val>
                                            <p:strVal val="#ppt_h"/>
                                          </p:val>
                                        </p:tav>
                                        <p:tav tm="100000">
                                          <p:val>
                                            <p:strVal val="#ppt_h"/>
                                          </p:val>
                                        </p:tav>
                                      </p:tavLst>
                                    </p:anim>
                                  </p:childTnLst>
                                </p:cTn>
                              </p:par>
                            </p:childTnLst>
                          </p:cTn>
                        </p:par>
                        <p:par>
                          <p:cTn id="580" fill="hold">
                            <p:stCondLst>
                              <p:cond delay="19500"/>
                            </p:stCondLst>
                            <p:childTnLst>
                              <p:par>
                                <p:cTn id="581" presetID="63" presetClass="path" presetSubtype="0" accel="50000" decel="50000" fill="hold" grpId="4" nodeType="afterEffect">
                                  <p:stCondLst>
                                    <p:cond delay="0"/>
                                  </p:stCondLst>
                                  <p:childTnLst>
                                    <p:animMotion origin="layout" path="M -1.25E-6 2.59259E-6 L 0.03737 2.59259E-6 " pathEditMode="relative" rAng="0" ptsTypes="AA">
                                      <p:cBhvr>
                                        <p:cTn id="582" dur="2000" fill="hold"/>
                                        <p:tgtEl>
                                          <p:spTgt spid="68"/>
                                        </p:tgtEl>
                                        <p:attrNameLst>
                                          <p:attrName>ppt_x</p:attrName>
                                          <p:attrName>ppt_y</p:attrName>
                                        </p:attrNameLst>
                                      </p:cBhvr>
                                      <p:rCtr x="1862" y="0"/>
                                    </p:animMotion>
                                  </p:childTnLst>
                                </p:cTn>
                              </p:par>
                            </p:childTnLst>
                          </p:cTn>
                        </p:par>
                        <p:par>
                          <p:cTn id="583" fill="hold">
                            <p:stCondLst>
                              <p:cond delay="21500"/>
                            </p:stCondLst>
                            <p:childTnLst>
                              <p:par>
                                <p:cTn id="584" presetID="10" presetClass="exit" presetSubtype="0" fill="hold" nodeType="afterEffect">
                                  <p:stCondLst>
                                    <p:cond delay="0"/>
                                  </p:stCondLst>
                                  <p:childTnLst>
                                    <p:animEffect transition="out" filter="fade">
                                      <p:cBhvr>
                                        <p:cTn id="585" dur="500"/>
                                        <p:tgtEl>
                                          <p:spTgt spid="123"/>
                                        </p:tgtEl>
                                      </p:cBhvr>
                                    </p:animEffect>
                                    <p:set>
                                      <p:cBhvr>
                                        <p:cTn id="586" dur="1" fill="hold">
                                          <p:stCondLst>
                                            <p:cond delay="499"/>
                                          </p:stCondLst>
                                        </p:cTn>
                                        <p:tgtEl>
                                          <p:spTgt spid="123"/>
                                        </p:tgtEl>
                                        <p:attrNameLst>
                                          <p:attrName>style.visibility</p:attrName>
                                        </p:attrNameLst>
                                      </p:cBhvr>
                                      <p:to>
                                        <p:strVal val="hidden"/>
                                      </p:to>
                                    </p:set>
                                  </p:childTnLst>
                                </p:cTn>
                              </p:par>
                              <p:par>
                                <p:cTn id="587" presetID="10" presetClass="exit" presetSubtype="0" fill="hold" grpId="2" nodeType="withEffect">
                                  <p:stCondLst>
                                    <p:cond delay="0"/>
                                  </p:stCondLst>
                                  <p:childTnLst>
                                    <p:animEffect transition="out" filter="fade">
                                      <p:cBhvr>
                                        <p:cTn id="588" dur="500"/>
                                        <p:tgtEl>
                                          <p:spTgt spid="126"/>
                                        </p:tgtEl>
                                      </p:cBhvr>
                                    </p:animEffect>
                                    <p:set>
                                      <p:cBhvr>
                                        <p:cTn id="589" dur="1" fill="hold">
                                          <p:stCondLst>
                                            <p:cond delay="499"/>
                                          </p:stCondLst>
                                        </p:cTn>
                                        <p:tgtEl>
                                          <p:spTgt spid="126"/>
                                        </p:tgtEl>
                                        <p:attrNameLst>
                                          <p:attrName>style.visibility</p:attrName>
                                        </p:attrNameLst>
                                      </p:cBhvr>
                                      <p:to>
                                        <p:strVal val="hidden"/>
                                      </p:to>
                                    </p:set>
                                  </p:childTnLst>
                                </p:cTn>
                              </p:par>
                            </p:childTnLst>
                          </p:cTn>
                        </p:par>
                        <p:par>
                          <p:cTn id="590" fill="hold">
                            <p:stCondLst>
                              <p:cond delay="22000"/>
                            </p:stCondLst>
                            <p:childTnLst>
                              <p:par>
                                <p:cTn id="591" presetID="22" presetClass="entr" presetSubtype="1" fill="hold" nodeType="afterEffect">
                                  <p:stCondLst>
                                    <p:cond delay="0"/>
                                  </p:stCondLst>
                                  <p:childTnLst>
                                    <p:set>
                                      <p:cBhvr>
                                        <p:cTn id="592" dur="1" fill="hold">
                                          <p:stCondLst>
                                            <p:cond delay="0"/>
                                          </p:stCondLst>
                                        </p:cTn>
                                        <p:tgtEl>
                                          <p:spTgt spid="18"/>
                                        </p:tgtEl>
                                        <p:attrNameLst>
                                          <p:attrName>style.visibility</p:attrName>
                                        </p:attrNameLst>
                                      </p:cBhvr>
                                      <p:to>
                                        <p:strVal val="visible"/>
                                      </p:to>
                                    </p:set>
                                    <p:animEffect transition="in" filter="wipe(up)">
                                      <p:cBhvr>
                                        <p:cTn id="593" dur="1000"/>
                                        <p:tgtEl>
                                          <p:spTgt spid="18"/>
                                        </p:tgtEl>
                                      </p:cBhvr>
                                    </p:animEffect>
                                  </p:childTnLst>
                                </p:cTn>
                              </p:par>
                            </p:childTnLst>
                          </p:cTn>
                        </p:par>
                        <p:par>
                          <p:cTn id="594" fill="hold">
                            <p:stCondLst>
                              <p:cond delay="23000"/>
                            </p:stCondLst>
                            <p:childTnLst>
                              <p:par>
                                <p:cTn id="595" presetID="45" presetClass="entr" presetSubtype="0" fill="hold" grpId="0" nodeType="afterEffect">
                                  <p:stCondLst>
                                    <p:cond delay="0"/>
                                  </p:stCondLst>
                                  <p:childTnLst>
                                    <p:set>
                                      <p:cBhvr>
                                        <p:cTn id="596" dur="1" fill="hold">
                                          <p:stCondLst>
                                            <p:cond delay="0"/>
                                          </p:stCondLst>
                                        </p:cTn>
                                        <p:tgtEl>
                                          <p:spTgt spid="122"/>
                                        </p:tgtEl>
                                        <p:attrNameLst>
                                          <p:attrName>style.visibility</p:attrName>
                                        </p:attrNameLst>
                                      </p:cBhvr>
                                      <p:to>
                                        <p:strVal val="visible"/>
                                      </p:to>
                                    </p:set>
                                    <p:animEffect transition="in" filter="fade">
                                      <p:cBhvr>
                                        <p:cTn id="597" dur="2000"/>
                                        <p:tgtEl>
                                          <p:spTgt spid="122"/>
                                        </p:tgtEl>
                                      </p:cBhvr>
                                    </p:animEffect>
                                    <p:anim calcmode="lin" valueType="num">
                                      <p:cBhvr>
                                        <p:cTn id="598" dur="2000" fill="hold"/>
                                        <p:tgtEl>
                                          <p:spTgt spid="122"/>
                                        </p:tgtEl>
                                        <p:attrNameLst>
                                          <p:attrName>ppt_w</p:attrName>
                                        </p:attrNameLst>
                                      </p:cBhvr>
                                      <p:tavLst>
                                        <p:tav tm="0" fmla="#ppt_w*sin(2.5*pi*$)">
                                          <p:val>
                                            <p:fltVal val="0"/>
                                          </p:val>
                                        </p:tav>
                                        <p:tav tm="100000">
                                          <p:val>
                                            <p:fltVal val="1"/>
                                          </p:val>
                                        </p:tav>
                                      </p:tavLst>
                                    </p:anim>
                                    <p:anim calcmode="lin" valueType="num">
                                      <p:cBhvr>
                                        <p:cTn id="599" dur="2000" fill="hold"/>
                                        <p:tgtEl>
                                          <p:spTgt spid="122"/>
                                        </p:tgtEl>
                                        <p:attrNameLst>
                                          <p:attrName>ppt_h</p:attrName>
                                        </p:attrNameLst>
                                      </p:cBhvr>
                                      <p:tavLst>
                                        <p:tav tm="0">
                                          <p:val>
                                            <p:strVal val="#ppt_h"/>
                                          </p:val>
                                        </p:tav>
                                        <p:tav tm="100000">
                                          <p:val>
                                            <p:strVal val="#ppt_h"/>
                                          </p:val>
                                        </p:tav>
                                      </p:tavLst>
                                    </p:anim>
                                  </p:childTnLst>
                                </p:cTn>
                              </p:par>
                            </p:childTnLst>
                          </p:cTn>
                        </p:par>
                        <p:par>
                          <p:cTn id="600" fill="hold">
                            <p:stCondLst>
                              <p:cond delay="25000"/>
                            </p:stCondLst>
                            <p:childTnLst>
                              <p:par>
                                <p:cTn id="601" presetID="37" presetClass="path" presetSubtype="0" accel="50000" decel="50000" fill="hold" grpId="2" nodeType="afterEffect">
                                  <p:stCondLst>
                                    <p:cond delay="0"/>
                                  </p:stCondLst>
                                  <p:childTnLst>
                                    <p:animMotion origin="layout" path="M -0.26471 0.0007 L -0.24453 0.04074 C -0.24036 0.04977 -0.23398 0.05486 -0.22734 0.05486 C -0.21979 0.05486 -0.21367 0.04977 -0.2095 0.04074 L -0.18919 0.0007 " pathEditMode="relative" rAng="0" ptsTypes="AAAAA">
                                      <p:cBhvr>
                                        <p:cTn id="602" dur="2000" fill="hold"/>
                                        <p:tgtEl>
                                          <p:spTgt spid="73"/>
                                        </p:tgtEl>
                                        <p:attrNameLst>
                                          <p:attrName>ppt_x</p:attrName>
                                          <p:attrName>ppt_y</p:attrName>
                                        </p:attrNameLst>
                                      </p:cBhvr>
                                      <p:rCtr x="3776" y="2708"/>
                                    </p:animMotion>
                                  </p:childTnLst>
                                </p:cTn>
                              </p:par>
                            </p:childTnLst>
                          </p:cTn>
                        </p:par>
                        <p:par>
                          <p:cTn id="603" fill="hold">
                            <p:stCondLst>
                              <p:cond delay="27000"/>
                            </p:stCondLst>
                            <p:childTnLst>
                              <p:par>
                                <p:cTn id="604" presetID="10" presetClass="exit" presetSubtype="0" fill="hold" nodeType="afterEffect">
                                  <p:stCondLst>
                                    <p:cond delay="0"/>
                                  </p:stCondLst>
                                  <p:childTnLst>
                                    <p:animEffect transition="out" filter="fade">
                                      <p:cBhvr>
                                        <p:cTn id="605" dur="500"/>
                                        <p:tgtEl>
                                          <p:spTgt spid="18"/>
                                        </p:tgtEl>
                                      </p:cBhvr>
                                    </p:animEffect>
                                    <p:set>
                                      <p:cBhvr>
                                        <p:cTn id="606" dur="1" fill="hold">
                                          <p:stCondLst>
                                            <p:cond delay="499"/>
                                          </p:stCondLst>
                                        </p:cTn>
                                        <p:tgtEl>
                                          <p:spTgt spid="18"/>
                                        </p:tgtEl>
                                        <p:attrNameLst>
                                          <p:attrName>style.visibility</p:attrName>
                                        </p:attrNameLst>
                                      </p:cBhvr>
                                      <p:to>
                                        <p:strVal val="hidden"/>
                                      </p:to>
                                    </p:set>
                                  </p:childTnLst>
                                </p:cTn>
                              </p:par>
                              <p:par>
                                <p:cTn id="607" presetID="10" presetClass="exit" presetSubtype="0" fill="hold" grpId="1" nodeType="withEffect">
                                  <p:stCondLst>
                                    <p:cond delay="0"/>
                                  </p:stCondLst>
                                  <p:childTnLst>
                                    <p:animEffect transition="out" filter="fade">
                                      <p:cBhvr>
                                        <p:cTn id="608" dur="500"/>
                                        <p:tgtEl>
                                          <p:spTgt spid="122"/>
                                        </p:tgtEl>
                                      </p:cBhvr>
                                    </p:animEffect>
                                    <p:set>
                                      <p:cBhvr>
                                        <p:cTn id="609" dur="1" fill="hold">
                                          <p:stCondLst>
                                            <p:cond delay="499"/>
                                          </p:stCondLst>
                                        </p:cTn>
                                        <p:tgtEl>
                                          <p:spTgt spid="122"/>
                                        </p:tgtEl>
                                        <p:attrNameLst>
                                          <p:attrName>style.visibility</p:attrName>
                                        </p:attrNameLst>
                                      </p:cBhvr>
                                      <p:to>
                                        <p:strVal val="hidden"/>
                                      </p:to>
                                    </p:set>
                                  </p:childTnLst>
                                </p:cTn>
                              </p:par>
                            </p:childTnLst>
                          </p:cTn>
                        </p:par>
                      </p:childTnLst>
                    </p:cTn>
                  </p:par>
                  <p:par>
                    <p:cTn id="610" fill="hold">
                      <p:stCondLst>
                        <p:cond delay="indefinite"/>
                      </p:stCondLst>
                      <p:childTnLst>
                        <p:par>
                          <p:cTn id="611" fill="hold">
                            <p:stCondLst>
                              <p:cond delay="0"/>
                            </p:stCondLst>
                            <p:childTnLst>
                              <p:par>
                                <p:cTn id="612" presetID="45" presetClass="entr" presetSubtype="0" fill="hold" grpId="0" nodeType="clickEffect">
                                  <p:stCondLst>
                                    <p:cond delay="0"/>
                                  </p:stCondLst>
                                  <p:childTnLst>
                                    <p:set>
                                      <p:cBhvr>
                                        <p:cTn id="613" dur="1" fill="hold">
                                          <p:stCondLst>
                                            <p:cond delay="0"/>
                                          </p:stCondLst>
                                        </p:cTn>
                                        <p:tgtEl>
                                          <p:spTgt spid="105"/>
                                        </p:tgtEl>
                                        <p:attrNameLst>
                                          <p:attrName>style.visibility</p:attrName>
                                        </p:attrNameLst>
                                      </p:cBhvr>
                                      <p:to>
                                        <p:strVal val="visible"/>
                                      </p:to>
                                    </p:set>
                                    <p:animEffect transition="in" filter="fade">
                                      <p:cBhvr>
                                        <p:cTn id="614" dur="2000"/>
                                        <p:tgtEl>
                                          <p:spTgt spid="105"/>
                                        </p:tgtEl>
                                      </p:cBhvr>
                                    </p:animEffect>
                                    <p:anim calcmode="lin" valueType="num">
                                      <p:cBhvr>
                                        <p:cTn id="615" dur="2000" fill="hold"/>
                                        <p:tgtEl>
                                          <p:spTgt spid="105"/>
                                        </p:tgtEl>
                                        <p:attrNameLst>
                                          <p:attrName>ppt_w</p:attrName>
                                        </p:attrNameLst>
                                      </p:cBhvr>
                                      <p:tavLst>
                                        <p:tav tm="0" fmla="#ppt_w*sin(2.5*pi*$)">
                                          <p:val>
                                            <p:fltVal val="0"/>
                                          </p:val>
                                        </p:tav>
                                        <p:tav tm="100000">
                                          <p:val>
                                            <p:fltVal val="1"/>
                                          </p:val>
                                        </p:tav>
                                      </p:tavLst>
                                    </p:anim>
                                    <p:anim calcmode="lin" valueType="num">
                                      <p:cBhvr>
                                        <p:cTn id="616" dur="2000" fill="hold"/>
                                        <p:tgtEl>
                                          <p:spTgt spid="105"/>
                                        </p:tgtEl>
                                        <p:attrNameLst>
                                          <p:attrName>ppt_h</p:attrName>
                                        </p:attrNameLst>
                                      </p:cBhvr>
                                      <p:tavLst>
                                        <p:tav tm="0">
                                          <p:val>
                                            <p:strVal val="#ppt_h"/>
                                          </p:val>
                                        </p:tav>
                                        <p:tav tm="100000">
                                          <p:val>
                                            <p:strVal val="#ppt_h"/>
                                          </p:val>
                                        </p:tav>
                                      </p:tavLst>
                                    </p:anim>
                                  </p:childTnLst>
                                </p:cTn>
                              </p:par>
                            </p:childTnLst>
                          </p:cTn>
                        </p:par>
                        <p:par>
                          <p:cTn id="617" fill="hold">
                            <p:stCondLst>
                              <p:cond delay="2000"/>
                            </p:stCondLst>
                            <p:childTnLst>
                              <p:par>
                                <p:cTn id="618" presetID="37" presetClass="path" presetSubtype="0" accel="50000" decel="50000" fill="hold" nodeType="afterEffect">
                                  <p:stCondLst>
                                    <p:cond delay="0"/>
                                  </p:stCondLst>
                                  <p:childTnLst>
                                    <p:animMotion origin="layout" path="M 0.00287 -0.00023 L -0.07903 0.03981 C -0.09609 0.04884 -0.12161 0.05393 -0.14843 0.05393 C -0.17903 0.05393 -0.20338 0.04884 -0.22044 0.03981 L -0.30221 -0.00023 " pathEditMode="relative" rAng="0" ptsTypes="AAAAA">
                                      <p:cBhvr>
                                        <p:cTn id="619" dur="2000" fill="hold"/>
                                        <p:tgtEl>
                                          <p:spTgt spid="77"/>
                                        </p:tgtEl>
                                        <p:attrNameLst>
                                          <p:attrName>ppt_x</p:attrName>
                                          <p:attrName>ppt_y</p:attrName>
                                        </p:attrNameLst>
                                      </p:cBhvr>
                                      <p:rCtr x="-15260" y="2708"/>
                                    </p:animMotion>
                                  </p:childTnLst>
                                </p:cTn>
                              </p:par>
                            </p:childTnLst>
                          </p:cTn>
                        </p:par>
                        <p:par>
                          <p:cTn id="620" fill="hold">
                            <p:stCondLst>
                              <p:cond delay="4000"/>
                            </p:stCondLst>
                            <p:childTnLst>
                              <p:par>
                                <p:cTn id="621" presetID="63" presetClass="path" presetSubtype="0" accel="50000" decel="50000" fill="hold" grpId="4" nodeType="afterEffect">
                                  <p:stCondLst>
                                    <p:cond delay="0"/>
                                  </p:stCondLst>
                                  <p:childTnLst>
                                    <p:animMotion origin="layout" path="M 0.11302 -0.00023 L 0.15078 -0.00139 " pathEditMode="relative" rAng="0" ptsTypes="AA">
                                      <p:cBhvr>
                                        <p:cTn id="622" dur="2000" fill="hold"/>
                                        <p:tgtEl>
                                          <p:spTgt spid="70"/>
                                        </p:tgtEl>
                                        <p:attrNameLst>
                                          <p:attrName>ppt_x</p:attrName>
                                          <p:attrName>ppt_y</p:attrName>
                                        </p:attrNameLst>
                                      </p:cBhvr>
                                      <p:rCtr x="1888" y="-69"/>
                                    </p:animMotion>
                                  </p:childTnLst>
                                </p:cTn>
                              </p:par>
                            </p:childTnLst>
                          </p:cTn>
                        </p:par>
                        <p:par>
                          <p:cTn id="623" fill="hold">
                            <p:stCondLst>
                              <p:cond delay="6000"/>
                            </p:stCondLst>
                            <p:childTnLst>
                              <p:par>
                                <p:cTn id="624" presetID="10" presetClass="exit" presetSubtype="0" fill="hold" grpId="1" nodeType="afterEffect">
                                  <p:stCondLst>
                                    <p:cond delay="0"/>
                                  </p:stCondLst>
                                  <p:childTnLst>
                                    <p:animEffect transition="out" filter="fade">
                                      <p:cBhvr>
                                        <p:cTn id="625" dur="500"/>
                                        <p:tgtEl>
                                          <p:spTgt spid="105"/>
                                        </p:tgtEl>
                                      </p:cBhvr>
                                    </p:animEffect>
                                    <p:set>
                                      <p:cBhvr>
                                        <p:cTn id="626" dur="1" fill="hold">
                                          <p:stCondLst>
                                            <p:cond delay="499"/>
                                          </p:stCondLst>
                                        </p:cTn>
                                        <p:tgtEl>
                                          <p:spTgt spid="105"/>
                                        </p:tgtEl>
                                        <p:attrNameLst>
                                          <p:attrName>style.visibility</p:attrName>
                                        </p:attrNameLst>
                                      </p:cBhvr>
                                      <p:to>
                                        <p:strVal val="hidden"/>
                                      </p:to>
                                    </p:set>
                                  </p:childTnLst>
                                </p:cTn>
                              </p:par>
                            </p:childTnLst>
                          </p:cTn>
                        </p:par>
                        <p:par>
                          <p:cTn id="627" fill="hold">
                            <p:stCondLst>
                              <p:cond delay="6500"/>
                            </p:stCondLst>
                            <p:childTnLst>
                              <p:par>
                                <p:cTn id="628" presetID="22" presetClass="entr" presetSubtype="1" fill="hold" nodeType="afterEffect">
                                  <p:stCondLst>
                                    <p:cond delay="0"/>
                                  </p:stCondLst>
                                  <p:childTnLst>
                                    <p:set>
                                      <p:cBhvr>
                                        <p:cTn id="629" dur="1" fill="hold">
                                          <p:stCondLst>
                                            <p:cond delay="0"/>
                                          </p:stCondLst>
                                        </p:cTn>
                                        <p:tgtEl>
                                          <p:spTgt spid="142"/>
                                        </p:tgtEl>
                                        <p:attrNameLst>
                                          <p:attrName>style.visibility</p:attrName>
                                        </p:attrNameLst>
                                      </p:cBhvr>
                                      <p:to>
                                        <p:strVal val="visible"/>
                                      </p:to>
                                    </p:set>
                                    <p:animEffect transition="in" filter="wipe(up)">
                                      <p:cBhvr>
                                        <p:cTn id="630" dur="1000"/>
                                        <p:tgtEl>
                                          <p:spTgt spid="142"/>
                                        </p:tgtEl>
                                      </p:cBhvr>
                                    </p:animEffect>
                                  </p:childTnLst>
                                </p:cTn>
                              </p:par>
                            </p:childTnLst>
                          </p:cTn>
                        </p:par>
                        <p:par>
                          <p:cTn id="631" fill="hold">
                            <p:stCondLst>
                              <p:cond delay="7500"/>
                            </p:stCondLst>
                            <p:childTnLst>
                              <p:par>
                                <p:cTn id="632" presetID="45" presetClass="entr" presetSubtype="0" fill="hold" grpId="0" nodeType="afterEffect">
                                  <p:stCondLst>
                                    <p:cond delay="0"/>
                                  </p:stCondLst>
                                  <p:childTnLst>
                                    <p:set>
                                      <p:cBhvr>
                                        <p:cTn id="633" dur="1" fill="hold">
                                          <p:stCondLst>
                                            <p:cond delay="0"/>
                                          </p:stCondLst>
                                        </p:cTn>
                                        <p:tgtEl>
                                          <p:spTgt spid="145"/>
                                        </p:tgtEl>
                                        <p:attrNameLst>
                                          <p:attrName>style.visibility</p:attrName>
                                        </p:attrNameLst>
                                      </p:cBhvr>
                                      <p:to>
                                        <p:strVal val="visible"/>
                                      </p:to>
                                    </p:set>
                                    <p:animEffect transition="in" filter="fade">
                                      <p:cBhvr>
                                        <p:cTn id="634" dur="2000"/>
                                        <p:tgtEl>
                                          <p:spTgt spid="145"/>
                                        </p:tgtEl>
                                      </p:cBhvr>
                                    </p:animEffect>
                                    <p:anim calcmode="lin" valueType="num">
                                      <p:cBhvr>
                                        <p:cTn id="635" dur="2000" fill="hold"/>
                                        <p:tgtEl>
                                          <p:spTgt spid="145"/>
                                        </p:tgtEl>
                                        <p:attrNameLst>
                                          <p:attrName>ppt_w</p:attrName>
                                        </p:attrNameLst>
                                      </p:cBhvr>
                                      <p:tavLst>
                                        <p:tav tm="0" fmla="#ppt_w*sin(2.5*pi*$)">
                                          <p:val>
                                            <p:fltVal val="0"/>
                                          </p:val>
                                        </p:tav>
                                        <p:tav tm="100000">
                                          <p:val>
                                            <p:fltVal val="1"/>
                                          </p:val>
                                        </p:tav>
                                      </p:tavLst>
                                    </p:anim>
                                    <p:anim calcmode="lin" valueType="num">
                                      <p:cBhvr>
                                        <p:cTn id="636" dur="2000" fill="hold"/>
                                        <p:tgtEl>
                                          <p:spTgt spid="145"/>
                                        </p:tgtEl>
                                        <p:attrNameLst>
                                          <p:attrName>ppt_h</p:attrName>
                                        </p:attrNameLst>
                                      </p:cBhvr>
                                      <p:tavLst>
                                        <p:tav tm="0">
                                          <p:val>
                                            <p:strVal val="#ppt_h"/>
                                          </p:val>
                                        </p:tav>
                                        <p:tav tm="100000">
                                          <p:val>
                                            <p:strVal val="#ppt_h"/>
                                          </p:val>
                                        </p:tav>
                                      </p:tavLst>
                                    </p:anim>
                                  </p:childTnLst>
                                </p:cTn>
                              </p:par>
                            </p:childTnLst>
                          </p:cTn>
                        </p:par>
                        <p:par>
                          <p:cTn id="637" fill="hold">
                            <p:stCondLst>
                              <p:cond delay="9500"/>
                            </p:stCondLst>
                            <p:childTnLst>
                              <p:par>
                                <p:cTn id="638" presetID="63" presetClass="path" presetSubtype="0" accel="50000" decel="50000" fill="hold" grpId="4" nodeType="afterEffect">
                                  <p:stCondLst>
                                    <p:cond delay="0"/>
                                  </p:stCondLst>
                                  <p:childTnLst>
                                    <p:animMotion origin="layout" path="M 0.03854 0.0007 L 0.0763 0.0007 " pathEditMode="relative" rAng="0" ptsTypes="AA">
                                      <p:cBhvr>
                                        <p:cTn id="639" dur="2000" fill="hold"/>
                                        <p:tgtEl>
                                          <p:spTgt spid="71"/>
                                        </p:tgtEl>
                                        <p:attrNameLst>
                                          <p:attrName>ppt_x</p:attrName>
                                          <p:attrName>ppt_y</p:attrName>
                                        </p:attrNameLst>
                                      </p:cBhvr>
                                      <p:rCtr x="1888" y="0"/>
                                    </p:animMotion>
                                  </p:childTnLst>
                                </p:cTn>
                              </p:par>
                            </p:childTnLst>
                          </p:cTn>
                        </p:par>
                        <p:par>
                          <p:cTn id="640" fill="hold">
                            <p:stCondLst>
                              <p:cond delay="11500"/>
                            </p:stCondLst>
                            <p:childTnLst>
                              <p:par>
                                <p:cTn id="641" presetID="10" presetClass="exit" presetSubtype="0" fill="hold" nodeType="afterEffect">
                                  <p:stCondLst>
                                    <p:cond delay="0"/>
                                  </p:stCondLst>
                                  <p:childTnLst>
                                    <p:animEffect transition="out" filter="fade">
                                      <p:cBhvr>
                                        <p:cTn id="642" dur="500"/>
                                        <p:tgtEl>
                                          <p:spTgt spid="142"/>
                                        </p:tgtEl>
                                      </p:cBhvr>
                                    </p:animEffect>
                                    <p:set>
                                      <p:cBhvr>
                                        <p:cTn id="643" dur="1" fill="hold">
                                          <p:stCondLst>
                                            <p:cond delay="499"/>
                                          </p:stCondLst>
                                        </p:cTn>
                                        <p:tgtEl>
                                          <p:spTgt spid="142"/>
                                        </p:tgtEl>
                                        <p:attrNameLst>
                                          <p:attrName>style.visibility</p:attrName>
                                        </p:attrNameLst>
                                      </p:cBhvr>
                                      <p:to>
                                        <p:strVal val="hidden"/>
                                      </p:to>
                                    </p:set>
                                  </p:childTnLst>
                                </p:cTn>
                              </p:par>
                              <p:par>
                                <p:cTn id="644" presetID="10" presetClass="exit" presetSubtype="0" fill="hold" grpId="1" nodeType="withEffect">
                                  <p:stCondLst>
                                    <p:cond delay="0"/>
                                  </p:stCondLst>
                                  <p:childTnLst>
                                    <p:animEffect transition="out" filter="fade">
                                      <p:cBhvr>
                                        <p:cTn id="645" dur="500"/>
                                        <p:tgtEl>
                                          <p:spTgt spid="145"/>
                                        </p:tgtEl>
                                      </p:cBhvr>
                                    </p:animEffect>
                                    <p:set>
                                      <p:cBhvr>
                                        <p:cTn id="646" dur="1" fill="hold">
                                          <p:stCondLst>
                                            <p:cond delay="499"/>
                                          </p:stCondLst>
                                        </p:cTn>
                                        <p:tgtEl>
                                          <p:spTgt spid="145"/>
                                        </p:tgtEl>
                                        <p:attrNameLst>
                                          <p:attrName>style.visibility</p:attrName>
                                        </p:attrNameLst>
                                      </p:cBhvr>
                                      <p:to>
                                        <p:strVal val="hidden"/>
                                      </p:to>
                                    </p:set>
                                  </p:childTnLst>
                                </p:cTn>
                              </p:par>
                            </p:childTnLst>
                          </p:cTn>
                        </p:par>
                        <p:par>
                          <p:cTn id="647" fill="hold">
                            <p:stCondLst>
                              <p:cond delay="12000"/>
                            </p:stCondLst>
                            <p:childTnLst>
                              <p:par>
                                <p:cTn id="648" presetID="22" presetClass="entr" presetSubtype="1" fill="hold" nodeType="afterEffect">
                                  <p:stCondLst>
                                    <p:cond delay="0"/>
                                  </p:stCondLst>
                                  <p:childTnLst>
                                    <p:set>
                                      <p:cBhvr>
                                        <p:cTn id="649" dur="1" fill="hold">
                                          <p:stCondLst>
                                            <p:cond delay="0"/>
                                          </p:stCondLst>
                                        </p:cTn>
                                        <p:tgtEl>
                                          <p:spTgt spid="138"/>
                                        </p:tgtEl>
                                        <p:attrNameLst>
                                          <p:attrName>style.visibility</p:attrName>
                                        </p:attrNameLst>
                                      </p:cBhvr>
                                      <p:to>
                                        <p:strVal val="visible"/>
                                      </p:to>
                                    </p:set>
                                    <p:animEffect transition="in" filter="wipe(up)">
                                      <p:cBhvr>
                                        <p:cTn id="650" dur="1000"/>
                                        <p:tgtEl>
                                          <p:spTgt spid="138"/>
                                        </p:tgtEl>
                                      </p:cBhvr>
                                    </p:animEffect>
                                  </p:childTnLst>
                                </p:cTn>
                              </p:par>
                            </p:childTnLst>
                          </p:cTn>
                        </p:par>
                        <p:par>
                          <p:cTn id="651" fill="hold">
                            <p:stCondLst>
                              <p:cond delay="13000"/>
                            </p:stCondLst>
                            <p:childTnLst>
                              <p:par>
                                <p:cTn id="652" presetID="45" presetClass="entr" presetSubtype="0" fill="hold" grpId="1" nodeType="afterEffect">
                                  <p:stCondLst>
                                    <p:cond delay="0"/>
                                  </p:stCondLst>
                                  <p:childTnLst>
                                    <p:set>
                                      <p:cBhvr>
                                        <p:cTn id="653" dur="1" fill="hold">
                                          <p:stCondLst>
                                            <p:cond delay="0"/>
                                          </p:stCondLst>
                                        </p:cTn>
                                        <p:tgtEl>
                                          <p:spTgt spid="141"/>
                                        </p:tgtEl>
                                        <p:attrNameLst>
                                          <p:attrName>style.visibility</p:attrName>
                                        </p:attrNameLst>
                                      </p:cBhvr>
                                      <p:to>
                                        <p:strVal val="visible"/>
                                      </p:to>
                                    </p:set>
                                    <p:animEffect transition="in" filter="fade">
                                      <p:cBhvr>
                                        <p:cTn id="654" dur="2000"/>
                                        <p:tgtEl>
                                          <p:spTgt spid="141"/>
                                        </p:tgtEl>
                                      </p:cBhvr>
                                    </p:animEffect>
                                    <p:anim calcmode="lin" valueType="num">
                                      <p:cBhvr>
                                        <p:cTn id="655" dur="2000" fill="hold"/>
                                        <p:tgtEl>
                                          <p:spTgt spid="141"/>
                                        </p:tgtEl>
                                        <p:attrNameLst>
                                          <p:attrName>ppt_w</p:attrName>
                                        </p:attrNameLst>
                                      </p:cBhvr>
                                      <p:tavLst>
                                        <p:tav tm="0" fmla="#ppt_w*sin(2.5*pi*$)">
                                          <p:val>
                                            <p:fltVal val="0"/>
                                          </p:val>
                                        </p:tav>
                                        <p:tav tm="100000">
                                          <p:val>
                                            <p:fltVal val="1"/>
                                          </p:val>
                                        </p:tav>
                                      </p:tavLst>
                                    </p:anim>
                                    <p:anim calcmode="lin" valueType="num">
                                      <p:cBhvr>
                                        <p:cTn id="656" dur="2000" fill="hold"/>
                                        <p:tgtEl>
                                          <p:spTgt spid="141"/>
                                        </p:tgtEl>
                                        <p:attrNameLst>
                                          <p:attrName>ppt_h</p:attrName>
                                        </p:attrNameLst>
                                      </p:cBhvr>
                                      <p:tavLst>
                                        <p:tav tm="0">
                                          <p:val>
                                            <p:strVal val="#ppt_h"/>
                                          </p:val>
                                        </p:tav>
                                        <p:tav tm="100000">
                                          <p:val>
                                            <p:strVal val="#ppt_h"/>
                                          </p:val>
                                        </p:tav>
                                      </p:tavLst>
                                    </p:anim>
                                  </p:childTnLst>
                                </p:cTn>
                              </p:par>
                            </p:childTnLst>
                          </p:cTn>
                        </p:par>
                        <p:par>
                          <p:cTn id="657" fill="hold">
                            <p:stCondLst>
                              <p:cond delay="15000"/>
                            </p:stCondLst>
                            <p:childTnLst>
                              <p:par>
                                <p:cTn id="658" presetID="63" presetClass="path" presetSubtype="0" accel="50000" decel="50000" fill="hold" grpId="3" nodeType="afterEffect">
                                  <p:stCondLst>
                                    <p:cond delay="0"/>
                                  </p:stCondLst>
                                  <p:childTnLst>
                                    <p:animMotion origin="layout" path="M 0.07513 -0.00116 L 0.11367 -0.00023 " pathEditMode="relative" rAng="0" ptsTypes="AA">
                                      <p:cBhvr>
                                        <p:cTn id="659" dur="2000" fill="hold"/>
                                        <p:tgtEl>
                                          <p:spTgt spid="69"/>
                                        </p:tgtEl>
                                        <p:attrNameLst>
                                          <p:attrName>ppt_x</p:attrName>
                                          <p:attrName>ppt_y</p:attrName>
                                        </p:attrNameLst>
                                      </p:cBhvr>
                                      <p:rCtr x="1927" y="46"/>
                                    </p:animMotion>
                                  </p:childTnLst>
                                </p:cTn>
                              </p:par>
                            </p:childTnLst>
                          </p:cTn>
                        </p:par>
                        <p:par>
                          <p:cTn id="660" fill="hold">
                            <p:stCondLst>
                              <p:cond delay="17000"/>
                            </p:stCondLst>
                            <p:childTnLst>
                              <p:par>
                                <p:cTn id="661" presetID="10" presetClass="exit" presetSubtype="0" fill="hold" nodeType="afterEffect">
                                  <p:stCondLst>
                                    <p:cond delay="0"/>
                                  </p:stCondLst>
                                  <p:childTnLst>
                                    <p:animEffect transition="out" filter="fade">
                                      <p:cBhvr>
                                        <p:cTn id="662" dur="500"/>
                                        <p:tgtEl>
                                          <p:spTgt spid="138"/>
                                        </p:tgtEl>
                                      </p:cBhvr>
                                    </p:animEffect>
                                    <p:set>
                                      <p:cBhvr>
                                        <p:cTn id="663" dur="1" fill="hold">
                                          <p:stCondLst>
                                            <p:cond delay="499"/>
                                          </p:stCondLst>
                                        </p:cTn>
                                        <p:tgtEl>
                                          <p:spTgt spid="138"/>
                                        </p:tgtEl>
                                        <p:attrNameLst>
                                          <p:attrName>style.visibility</p:attrName>
                                        </p:attrNameLst>
                                      </p:cBhvr>
                                      <p:to>
                                        <p:strVal val="hidden"/>
                                      </p:to>
                                    </p:set>
                                  </p:childTnLst>
                                </p:cTn>
                              </p:par>
                              <p:par>
                                <p:cTn id="664" presetID="10" presetClass="exit" presetSubtype="0" fill="hold" grpId="3" nodeType="withEffect">
                                  <p:stCondLst>
                                    <p:cond delay="0"/>
                                  </p:stCondLst>
                                  <p:childTnLst>
                                    <p:animEffect transition="out" filter="fade">
                                      <p:cBhvr>
                                        <p:cTn id="665" dur="500"/>
                                        <p:tgtEl>
                                          <p:spTgt spid="141"/>
                                        </p:tgtEl>
                                      </p:cBhvr>
                                    </p:animEffect>
                                    <p:set>
                                      <p:cBhvr>
                                        <p:cTn id="666" dur="1" fill="hold">
                                          <p:stCondLst>
                                            <p:cond delay="499"/>
                                          </p:stCondLst>
                                        </p:cTn>
                                        <p:tgtEl>
                                          <p:spTgt spid="141"/>
                                        </p:tgtEl>
                                        <p:attrNameLst>
                                          <p:attrName>style.visibility</p:attrName>
                                        </p:attrNameLst>
                                      </p:cBhvr>
                                      <p:to>
                                        <p:strVal val="hidden"/>
                                      </p:to>
                                    </p:set>
                                  </p:childTnLst>
                                </p:cTn>
                              </p:par>
                            </p:childTnLst>
                          </p:cTn>
                        </p:par>
                        <p:par>
                          <p:cTn id="667" fill="hold">
                            <p:stCondLst>
                              <p:cond delay="17500"/>
                            </p:stCondLst>
                            <p:childTnLst>
                              <p:par>
                                <p:cTn id="668" presetID="22" presetClass="entr" presetSubtype="1" fill="hold" nodeType="afterEffect">
                                  <p:stCondLst>
                                    <p:cond delay="0"/>
                                  </p:stCondLst>
                                  <p:childTnLst>
                                    <p:set>
                                      <p:cBhvr>
                                        <p:cTn id="669" dur="1" fill="hold">
                                          <p:stCondLst>
                                            <p:cond delay="0"/>
                                          </p:stCondLst>
                                        </p:cTn>
                                        <p:tgtEl>
                                          <p:spTgt spid="132"/>
                                        </p:tgtEl>
                                        <p:attrNameLst>
                                          <p:attrName>style.visibility</p:attrName>
                                        </p:attrNameLst>
                                      </p:cBhvr>
                                      <p:to>
                                        <p:strVal val="visible"/>
                                      </p:to>
                                    </p:set>
                                    <p:animEffect transition="in" filter="wipe(up)">
                                      <p:cBhvr>
                                        <p:cTn id="670" dur="1000"/>
                                        <p:tgtEl>
                                          <p:spTgt spid="132"/>
                                        </p:tgtEl>
                                      </p:cBhvr>
                                    </p:animEffect>
                                  </p:childTnLst>
                                </p:cTn>
                              </p:par>
                            </p:childTnLst>
                          </p:cTn>
                        </p:par>
                        <p:par>
                          <p:cTn id="671" fill="hold">
                            <p:stCondLst>
                              <p:cond delay="18500"/>
                            </p:stCondLst>
                            <p:childTnLst>
                              <p:par>
                                <p:cTn id="672" presetID="45" presetClass="entr" presetSubtype="0" fill="hold" grpId="0" nodeType="afterEffect">
                                  <p:stCondLst>
                                    <p:cond delay="0"/>
                                  </p:stCondLst>
                                  <p:childTnLst>
                                    <p:set>
                                      <p:cBhvr>
                                        <p:cTn id="673" dur="1" fill="hold">
                                          <p:stCondLst>
                                            <p:cond delay="0"/>
                                          </p:stCondLst>
                                        </p:cTn>
                                        <p:tgtEl>
                                          <p:spTgt spid="137"/>
                                        </p:tgtEl>
                                        <p:attrNameLst>
                                          <p:attrName>style.visibility</p:attrName>
                                        </p:attrNameLst>
                                      </p:cBhvr>
                                      <p:to>
                                        <p:strVal val="visible"/>
                                      </p:to>
                                    </p:set>
                                    <p:animEffect transition="in" filter="fade">
                                      <p:cBhvr>
                                        <p:cTn id="674" dur="2000"/>
                                        <p:tgtEl>
                                          <p:spTgt spid="137"/>
                                        </p:tgtEl>
                                      </p:cBhvr>
                                    </p:animEffect>
                                    <p:anim calcmode="lin" valueType="num">
                                      <p:cBhvr>
                                        <p:cTn id="675" dur="2000" fill="hold"/>
                                        <p:tgtEl>
                                          <p:spTgt spid="137"/>
                                        </p:tgtEl>
                                        <p:attrNameLst>
                                          <p:attrName>ppt_w</p:attrName>
                                        </p:attrNameLst>
                                      </p:cBhvr>
                                      <p:tavLst>
                                        <p:tav tm="0" fmla="#ppt_w*sin(2.5*pi*$)">
                                          <p:val>
                                            <p:fltVal val="0"/>
                                          </p:val>
                                        </p:tav>
                                        <p:tav tm="100000">
                                          <p:val>
                                            <p:fltVal val="1"/>
                                          </p:val>
                                        </p:tav>
                                      </p:tavLst>
                                    </p:anim>
                                    <p:anim calcmode="lin" valueType="num">
                                      <p:cBhvr>
                                        <p:cTn id="676" dur="2000" fill="hold"/>
                                        <p:tgtEl>
                                          <p:spTgt spid="137"/>
                                        </p:tgtEl>
                                        <p:attrNameLst>
                                          <p:attrName>ppt_h</p:attrName>
                                        </p:attrNameLst>
                                      </p:cBhvr>
                                      <p:tavLst>
                                        <p:tav tm="0">
                                          <p:val>
                                            <p:strVal val="#ppt_h"/>
                                          </p:val>
                                        </p:tav>
                                        <p:tav tm="100000">
                                          <p:val>
                                            <p:strVal val="#ppt_h"/>
                                          </p:val>
                                        </p:tav>
                                      </p:tavLst>
                                    </p:anim>
                                  </p:childTnLst>
                                </p:cTn>
                              </p:par>
                            </p:childTnLst>
                          </p:cTn>
                        </p:par>
                        <p:par>
                          <p:cTn id="677" fill="hold">
                            <p:stCondLst>
                              <p:cond delay="20500"/>
                            </p:stCondLst>
                            <p:childTnLst>
                              <p:par>
                                <p:cTn id="678" presetID="37" presetClass="path" presetSubtype="0" accel="50000" decel="50000" fill="hold" nodeType="afterEffect">
                                  <p:stCondLst>
                                    <p:cond delay="0"/>
                                  </p:stCondLst>
                                  <p:childTnLst>
                                    <p:animMotion origin="layout" path="M -0.30221 -0.00023 L -0.25143 0.03981 C -0.24088 0.04884 -0.225 0.05393 -0.20833 0.05393 C -0.18945 0.05393 -0.17422 0.04884 -0.16367 0.03981 L -0.11276 -0.00023 " pathEditMode="relative" rAng="0" ptsTypes="AAAAA">
                                      <p:cBhvr>
                                        <p:cTn id="679" dur="2000" fill="hold"/>
                                        <p:tgtEl>
                                          <p:spTgt spid="77"/>
                                        </p:tgtEl>
                                        <p:attrNameLst>
                                          <p:attrName>ppt_x</p:attrName>
                                          <p:attrName>ppt_y</p:attrName>
                                        </p:attrNameLst>
                                      </p:cBhvr>
                                      <p:rCtr x="9466" y="2708"/>
                                    </p:animMotion>
                                  </p:childTnLst>
                                </p:cTn>
                              </p:par>
                            </p:childTnLst>
                          </p:cTn>
                        </p:par>
                        <p:par>
                          <p:cTn id="680" fill="hold">
                            <p:stCondLst>
                              <p:cond delay="22500"/>
                            </p:stCondLst>
                            <p:childTnLst>
                              <p:par>
                                <p:cTn id="681" presetID="10" presetClass="exit" presetSubtype="0" fill="hold" nodeType="afterEffect">
                                  <p:stCondLst>
                                    <p:cond delay="0"/>
                                  </p:stCondLst>
                                  <p:childTnLst>
                                    <p:animEffect transition="out" filter="fade">
                                      <p:cBhvr>
                                        <p:cTn id="682" dur="500"/>
                                        <p:tgtEl>
                                          <p:spTgt spid="132"/>
                                        </p:tgtEl>
                                      </p:cBhvr>
                                    </p:animEffect>
                                    <p:set>
                                      <p:cBhvr>
                                        <p:cTn id="683" dur="1" fill="hold">
                                          <p:stCondLst>
                                            <p:cond delay="499"/>
                                          </p:stCondLst>
                                        </p:cTn>
                                        <p:tgtEl>
                                          <p:spTgt spid="132"/>
                                        </p:tgtEl>
                                        <p:attrNameLst>
                                          <p:attrName>style.visibility</p:attrName>
                                        </p:attrNameLst>
                                      </p:cBhvr>
                                      <p:to>
                                        <p:strVal val="hidden"/>
                                      </p:to>
                                    </p:set>
                                  </p:childTnLst>
                                </p:cTn>
                              </p:par>
                              <p:par>
                                <p:cTn id="684" presetID="10" presetClass="exit" presetSubtype="0" fill="hold" grpId="1" nodeType="withEffect">
                                  <p:stCondLst>
                                    <p:cond delay="0"/>
                                  </p:stCondLst>
                                  <p:childTnLst>
                                    <p:animEffect transition="out" filter="fade">
                                      <p:cBhvr>
                                        <p:cTn id="685" dur="500"/>
                                        <p:tgtEl>
                                          <p:spTgt spid="137"/>
                                        </p:tgtEl>
                                      </p:cBhvr>
                                    </p:animEffect>
                                    <p:set>
                                      <p:cBhvr>
                                        <p:cTn id="686" dur="1" fill="hold">
                                          <p:stCondLst>
                                            <p:cond delay="499"/>
                                          </p:stCondLst>
                                        </p:cTn>
                                        <p:tgtEl>
                                          <p:spTgt spid="13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p:bldP spid="67" grpId="1"/>
      <p:bldP spid="67" grpId="2"/>
      <p:bldP spid="67" grpId="3"/>
      <p:bldP spid="68" grpId="0"/>
      <p:bldP spid="68" grpId="1"/>
      <p:bldP spid="68" grpId="2"/>
      <p:bldP spid="68" grpId="3"/>
      <p:bldP spid="68" grpId="4"/>
      <p:bldP spid="69" grpId="0"/>
      <p:bldP spid="69" grpId="1"/>
      <p:bldP spid="69" grpId="2"/>
      <p:bldP spid="69" grpId="3"/>
      <p:bldP spid="70" grpId="0"/>
      <p:bldP spid="70" grpId="1"/>
      <p:bldP spid="70" grpId="2"/>
      <p:bldP spid="70" grpId="3"/>
      <p:bldP spid="70" grpId="4"/>
      <p:bldP spid="71" grpId="0"/>
      <p:bldP spid="71" grpId="1"/>
      <p:bldP spid="71" grpId="2"/>
      <p:bldP spid="71" grpId="3"/>
      <p:bldP spid="71" grpId="4"/>
      <p:bldP spid="71" grpId="5"/>
      <p:bldP spid="72" grpId="0"/>
      <p:bldP spid="72" grpId="1"/>
      <p:bldP spid="72" grpId="2"/>
      <p:bldP spid="73" grpId="0"/>
      <p:bldP spid="73" grpId="1"/>
      <p:bldP spid="73" grpId="2"/>
      <p:bldP spid="78" grpId="0"/>
      <p:bldP spid="78" grpId="1"/>
      <p:bldP spid="79" grpId="0"/>
      <p:bldP spid="79" grpId="1"/>
      <p:bldP spid="80" grpId="0"/>
      <p:bldP spid="80" grpId="1"/>
      <p:bldP spid="81" grpId="0"/>
      <p:bldP spid="81" grpId="1"/>
      <p:bldP spid="88" grpId="0"/>
      <p:bldP spid="88" grpId="1"/>
      <p:bldP spid="98" grpId="0"/>
      <p:bldP spid="98" grpId="1"/>
      <p:bldP spid="105" grpId="0"/>
      <p:bldP spid="105" grpId="1"/>
      <p:bldP spid="113" grpId="0" animBg="1"/>
      <p:bldP spid="2" grpId="0" uiExpand="1" build="p"/>
      <p:bldP spid="121" grpId="0"/>
      <p:bldP spid="121" grpId="1"/>
      <p:bldP spid="122" grpId="0"/>
      <p:bldP spid="122" grpId="1"/>
      <p:bldP spid="126" grpId="0"/>
      <p:bldP spid="126" grpId="1"/>
      <p:bldP spid="126" grpId="2"/>
      <p:bldP spid="126" grpId="3"/>
      <p:bldP spid="130" grpId="0"/>
      <p:bldP spid="130" grpId="1"/>
      <p:bldP spid="131" grpId="0"/>
      <p:bldP spid="131" grpId="1"/>
      <p:bldP spid="131" grpId="2"/>
      <p:bldP spid="131" grpId="3"/>
      <p:bldP spid="135" grpId="0"/>
      <p:bldP spid="135" grpId="1"/>
      <p:bldP spid="135" grpId="2"/>
      <p:bldP spid="135" grpId="3"/>
      <p:bldP spid="137" grpId="0"/>
      <p:bldP spid="137" grpId="1"/>
      <p:bldP spid="141" grpId="0"/>
      <p:bldP spid="141" grpId="1"/>
      <p:bldP spid="141" grpId="2"/>
      <p:bldP spid="141" grpId="3"/>
      <p:bldP spid="145" grpId="0"/>
      <p:bldP spid="145" grpId="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9" name="组合 168">
            <a:extLst>
              <a:ext uri="{FF2B5EF4-FFF2-40B4-BE49-F238E27FC236}">
                <a16:creationId xmlns:a16="http://schemas.microsoft.com/office/drawing/2014/main" id="{158D0A6E-F897-418F-BFB7-6D300DDD27C9}"/>
              </a:ext>
            </a:extLst>
          </p:cNvPr>
          <p:cNvGrpSpPr/>
          <p:nvPr/>
        </p:nvGrpSpPr>
        <p:grpSpPr>
          <a:xfrm>
            <a:off x="1202470" y="4696127"/>
            <a:ext cx="3618582" cy="371457"/>
            <a:chOff x="918165" y="4380800"/>
            <a:chExt cx="3618582" cy="371457"/>
          </a:xfrm>
        </p:grpSpPr>
        <p:sp>
          <p:nvSpPr>
            <p:cNvPr id="16" name="矩形 15">
              <a:extLst>
                <a:ext uri="{FF2B5EF4-FFF2-40B4-BE49-F238E27FC236}">
                  <a16:creationId xmlns:a16="http://schemas.microsoft.com/office/drawing/2014/main" id="{3CBC6A27-42EE-4011-B614-E027199B2760}"/>
                </a:ext>
              </a:extLst>
            </p:cNvPr>
            <p:cNvSpPr/>
            <p:nvPr/>
          </p:nvSpPr>
          <p:spPr>
            <a:xfrm>
              <a:off x="2120716" y="4380800"/>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rgbClr val="C00000"/>
                </a:solidFill>
              </a:endParaRPr>
            </a:p>
          </p:txBody>
        </p:sp>
        <p:sp>
          <p:nvSpPr>
            <p:cNvPr id="17" name="矩形 16">
              <a:extLst>
                <a:ext uri="{FF2B5EF4-FFF2-40B4-BE49-F238E27FC236}">
                  <a16:creationId xmlns:a16="http://schemas.microsoft.com/office/drawing/2014/main" id="{C0BDBCA6-F00A-4B40-8C7A-73E49DBCEC76}"/>
                </a:ext>
              </a:extLst>
            </p:cNvPr>
            <p:cNvSpPr/>
            <p:nvPr/>
          </p:nvSpPr>
          <p:spPr>
            <a:xfrm>
              <a:off x="2523388" y="4380800"/>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C00000"/>
                </a:solidFill>
              </a:endParaRPr>
            </a:p>
          </p:txBody>
        </p:sp>
        <p:sp>
          <p:nvSpPr>
            <p:cNvPr id="18" name="矩形 17">
              <a:extLst>
                <a:ext uri="{FF2B5EF4-FFF2-40B4-BE49-F238E27FC236}">
                  <a16:creationId xmlns:a16="http://schemas.microsoft.com/office/drawing/2014/main" id="{4BF3B7D4-2119-4BF9-A569-3B27E94C6586}"/>
                </a:ext>
              </a:extLst>
            </p:cNvPr>
            <p:cNvSpPr/>
            <p:nvPr/>
          </p:nvSpPr>
          <p:spPr>
            <a:xfrm>
              <a:off x="2926060" y="4380800"/>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rgbClr val="C00000"/>
                </a:solidFill>
              </a:endParaRPr>
            </a:p>
          </p:txBody>
        </p:sp>
        <p:sp>
          <p:nvSpPr>
            <p:cNvPr id="19" name="矩形 18">
              <a:extLst>
                <a:ext uri="{FF2B5EF4-FFF2-40B4-BE49-F238E27FC236}">
                  <a16:creationId xmlns:a16="http://schemas.microsoft.com/office/drawing/2014/main" id="{24769787-9592-4988-8CB9-0438B7B9F386}"/>
                </a:ext>
              </a:extLst>
            </p:cNvPr>
            <p:cNvSpPr/>
            <p:nvPr/>
          </p:nvSpPr>
          <p:spPr>
            <a:xfrm>
              <a:off x="3328732" y="4380800"/>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C00000"/>
                </a:solidFill>
              </a:endParaRPr>
            </a:p>
          </p:txBody>
        </p:sp>
        <p:sp>
          <p:nvSpPr>
            <p:cNvPr id="20" name="矩形 19">
              <a:extLst>
                <a:ext uri="{FF2B5EF4-FFF2-40B4-BE49-F238E27FC236}">
                  <a16:creationId xmlns:a16="http://schemas.microsoft.com/office/drawing/2014/main" id="{48F8442C-4D5F-4E64-AAD2-A3E5ADDC3D76}"/>
                </a:ext>
              </a:extLst>
            </p:cNvPr>
            <p:cNvSpPr/>
            <p:nvPr/>
          </p:nvSpPr>
          <p:spPr>
            <a:xfrm>
              <a:off x="3731404" y="4380800"/>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C00000"/>
                </a:solidFill>
              </a:endParaRPr>
            </a:p>
          </p:txBody>
        </p:sp>
        <p:sp>
          <p:nvSpPr>
            <p:cNvPr id="21" name="矩形 20">
              <a:extLst>
                <a:ext uri="{FF2B5EF4-FFF2-40B4-BE49-F238E27FC236}">
                  <a16:creationId xmlns:a16="http://schemas.microsoft.com/office/drawing/2014/main" id="{883DB263-322B-4825-ACB5-5A624C1B4353}"/>
                </a:ext>
              </a:extLst>
            </p:cNvPr>
            <p:cNvSpPr/>
            <p:nvPr/>
          </p:nvSpPr>
          <p:spPr>
            <a:xfrm>
              <a:off x="4134076" y="4380800"/>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C00000"/>
                </a:solidFill>
              </a:endParaRPr>
            </a:p>
          </p:txBody>
        </p:sp>
        <p:sp>
          <p:nvSpPr>
            <p:cNvPr id="72" name="矩形 71">
              <a:extLst>
                <a:ext uri="{FF2B5EF4-FFF2-40B4-BE49-F238E27FC236}">
                  <a16:creationId xmlns:a16="http://schemas.microsoft.com/office/drawing/2014/main" id="{DF10A1AA-D1FE-437B-BC04-CF7E0E740F7E}"/>
                </a:ext>
              </a:extLst>
            </p:cNvPr>
            <p:cNvSpPr/>
            <p:nvPr/>
          </p:nvSpPr>
          <p:spPr>
            <a:xfrm>
              <a:off x="1320837" y="4382925"/>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rgbClr val="C00000"/>
                </a:solidFill>
              </a:endParaRPr>
            </a:p>
          </p:txBody>
        </p:sp>
        <p:sp>
          <p:nvSpPr>
            <p:cNvPr id="73" name="矩形 72">
              <a:extLst>
                <a:ext uri="{FF2B5EF4-FFF2-40B4-BE49-F238E27FC236}">
                  <a16:creationId xmlns:a16="http://schemas.microsoft.com/office/drawing/2014/main" id="{8CB167B9-476A-4F32-90A8-AB15AEE74B9B}"/>
                </a:ext>
              </a:extLst>
            </p:cNvPr>
            <p:cNvSpPr/>
            <p:nvPr/>
          </p:nvSpPr>
          <p:spPr>
            <a:xfrm>
              <a:off x="1723509" y="4382925"/>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C00000"/>
                </a:solidFill>
              </a:endParaRPr>
            </a:p>
          </p:txBody>
        </p:sp>
        <p:sp>
          <p:nvSpPr>
            <p:cNvPr id="74" name="矩形 73">
              <a:extLst>
                <a:ext uri="{FF2B5EF4-FFF2-40B4-BE49-F238E27FC236}">
                  <a16:creationId xmlns:a16="http://schemas.microsoft.com/office/drawing/2014/main" id="{64095CF9-6DE7-4852-8491-FDEF8305978E}"/>
                </a:ext>
              </a:extLst>
            </p:cNvPr>
            <p:cNvSpPr/>
            <p:nvPr/>
          </p:nvSpPr>
          <p:spPr>
            <a:xfrm>
              <a:off x="918165" y="4382925"/>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rgbClr val="C00000"/>
                </a:solidFill>
              </a:endParaRPr>
            </a:p>
          </p:txBody>
        </p:sp>
      </p:grpSp>
      <p:sp>
        <p:nvSpPr>
          <p:cNvPr id="4" name="矩形: 圆角 3">
            <a:extLst>
              <a:ext uri="{FF2B5EF4-FFF2-40B4-BE49-F238E27FC236}">
                <a16:creationId xmlns:a16="http://schemas.microsoft.com/office/drawing/2014/main" id="{0746FCA6-99B3-429A-8D85-4F6343E95B37}"/>
              </a:ext>
            </a:extLst>
          </p:cNvPr>
          <p:cNvSpPr/>
          <p:nvPr/>
        </p:nvSpPr>
        <p:spPr>
          <a:xfrm>
            <a:off x="1403807" y="240799"/>
            <a:ext cx="4468806" cy="496189"/>
          </a:xfrm>
          <a:prstGeom prst="roundRect">
            <a:avLst/>
          </a:prstGeom>
          <a:solidFill>
            <a:schemeClr val="tx2">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rgbClr val="C00000"/>
                </a:solidFill>
                <a:effectLst>
                  <a:outerShdw blurRad="38100" dist="38100" dir="2700000" algn="tl">
                    <a:srgbClr val="000000">
                      <a:alpha val="43137"/>
                    </a:srgbClr>
                  </a:outerShdw>
                </a:effectLst>
              </a:rPr>
              <a:t>算法</a:t>
            </a:r>
            <a:r>
              <a:rPr lang="en-US" altLang="zh-CN" sz="2200" b="1" dirty="0">
                <a:solidFill>
                  <a:srgbClr val="C00000"/>
                </a:solidFill>
                <a:effectLst>
                  <a:outerShdw blurRad="38100" dist="38100" dir="2700000" algn="tl">
                    <a:srgbClr val="000000">
                      <a:alpha val="43137"/>
                    </a:srgbClr>
                  </a:outerShdw>
                </a:effectLst>
              </a:rPr>
              <a:t>10.3  </a:t>
            </a:r>
            <a:r>
              <a:rPr lang="zh-CN" altLang="en-US" sz="2200" b="1" dirty="0">
                <a:solidFill>
                  <a:srgbClr val="002060"/>
                </a:solidFill>
                <a:effectLst>
                  <a:outerShdw blurRad="38100" dist="38100" dir="2700000" algn="tl">
                    <a:srgbClr val="000000">
                      <a:alpha val="43137"/>
                    </a:srgbClr>
                  </a:outerShdw>
                </a:effectLst>
              </a:rPr>
              <a:t>表插入排序和记录重排</a:t>
            </a:r>
          </a:p>
        </p:txBody>
      </p:sp>
      <p:sp>
        <p:nvSpPr>
          <p:cNvPr id="22" name="文本框 21">
            <a:extLst>
              <a:ext uri="{FF2B5EF4-FFF2-40B4-BE49-F238E27FC236}">
                <a16:creationId xmlns:a16="http://schemas.microsoft.com/office/drawing/2014/main" id="{76FD564F-0905-4BFC-9D96-AF5D0D85A0E2}"/>
              </a:ext>
            </a:extLst>
          </p:cNvPr>
          <p:cNvSpPr txBox="1"/>
          <p:nvPr/>
        </p:nvSpPr>
        <p:spPr>
          <a:xfrm>
            <a:off x="4421113" y="4694251"/>
            <a:ext cx="402672" cy="359517"/>
          </a:xfrm>
          <a:prstGeom prst="rect">
            <a:avLst/>
          </a:prstGeom>
          <a:noFill/>
        </p:spPr>
        <p:txBody>
          <a:bodyPr wrap="square" lIns="0" tIns="36000" rIns="0" bIns="36000" rtlCol="0" anchor="ctr">
            <a:spAutoFit/>
          </a:bodyPr>
          <a:lstStyle/>
          <a:p>
            <a:pPr algn="ctr"/>
            <a:r>
              <a:rPr lang="en-US" altLang="zh-CN" b="1" dirty="0">
                <a:solidFill>
                  <a:srgbClr val="C00000"/>
                </a:solidFill>
              </a:rPr>
              <a:t>3</a:t>
            </a:r>
            <a:endParaRPr lang="zh-CN" altLang="en-US" b="1" dirty="0">
              <a:solidFill>
                <a:srgbClr val="C00000"/>
              </a:solidFill>
            </a:endParaRPr>
          </a:p>
        </p:txBody>
      </p:sp>
      <p:grpSp>
        <p:nvGrpSpPr>
          <p:cNvPr id="181" name="组合 180">
            <a:extLst>
              <a:ext uri="{FF2B5EF4-FFF2-40B4-BE49-F238E27FC236}">
                <a16:creationId xmlns:a16="http://schemas.microsoft.com/office/drawing/2014/main" id="{825C3354-D9F1-485C-AC99-119EE334328D}"/>
              </a:ext>
            </a:extLst>
          </p:cNvPr>
          <p:cNvGrpSpPr/>
          <p:nvPr/>
        </p:nvGrpSpPr>
        <p:grpSpPr>
          <a:xfrm>
            <a:off x="6075569" y="5327136"/>
            <a:ext cx="405776" cy="1067698"/>
            <a:chOff x="5788531" y="5000450"/>
            <a:chExt cx="405776" cy="1067698"/>
          </a:xfrm>
        </p:grpSpPr>
        <p:sp>
          <p:nvSpPr>
            <p:cNvPr id="48" name="文本框 47">
              <a:extLst>
                <a:ext uri="{FF2B5EF4-FFF2-40B4-BE49-F238E27FC236}">
                  <a16:creationId xmlns:a16="http://schemas.microsoft.com/office/drawing/2014/main" id="{411A55F7-91C5-4044-91A9-FF506D792E83}"/>
                </a:ext>
              </a:extLst>
            </p:cNvPr>
            <p:cNvSpPr txBox="1"/>
            <p:nvPr/>
          </p:nvSpPr>
          <p:spPr>
            <a:xfrm>
              <a:off x="5791635" y="5000450"/>
              <a:ext cx="402672" cy="318924"/>
            </a:xfrm>
            <a:prstGeom prst="rect">
              <a:avLst/>
            </a:prstGeom>
            <a:noFill/>
          </p:spPr>
          <p:txBody>
            <a:bodyPr wrap="square" lIns="0" tIns="36000" rIns="0" bIns="36000" rtlCol="0" anchor="ctr">
              <a:spAutoFit/>
            </a:bodyPr>
            <a:lstStyle/>
            <a:p>
              <a:pPr algn="ctr"/>
              <a:r>
                <a:rPr lang="en-US" altLang="zh-CN" sz="1600" b="1" dirty="0">
                  <a:solidFill>
                    <a:srgbClr val="0070C0"/>
                  </a:solidFill>
                </a:rPr>
                <a:t>4</a:t>
              </a:r>
              <a:endParaRPr lang="zh-CN" altLang="en-US" sz="1600" b="1" dirty="0">
                <a:solidFill>
                  <a:srgbClr val="0070C0"/>
                </a:solidFill>
              </a:endParaRPr>
            </a:p>
          </p:txBody>
        </p:sp>
        <p:sp>
          <p:nvSpPr>
            <p:cNvPr id="49" name="矩形 48">
              <a:extLst>
                <a:ext uri="{FF2B5EF4-FFF2-40B4-BE49-F238E27FC236}">
                  <a16:creationId xmlns:a16="http://schemas.microsoft.com/office/drawing/2014/main" id="{C5ADCD1E-7768-40EA-8138-7E64DCD74315}"/>
                </a:ext>
              </a:extLst>
            </p:cNvPr>
            <p:cNvSpPr/>
            <p:nvPr/>
          </p:nvSpPr>
          <p:spPr>
            <a:xfrm>
              <a:off x="5788532" y="5319865"/>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002060"/>
                </a:solidFill>
              </a:endParaRPr>
            </a:p>
          </p:txBody>
        </p:sp>
        <p:sp>
          <p:nvSpPr>
            <p:cNvPr id="50" name="文本框 49">
              <a:extLst>
                <a:ext uri="{FF2B5EF4-FFF2-40B4-BE49-F238E27FC236}">
                  <a16:creationId xmlns:a16="http://schemas.microsoft.com/office/drawing/2014/main" id="{A97F2EA9-D53C-4D0C-B39F-8E7CBCC79130}"/>
                </a:ext>
              </a:extLst>
            </p:cNvPr>
            <p:cNvSpPr txBox="1"/>
            <p:nvPr/>
          </p:nvSpPr>
          <p:spPr>
            <a:xfrm>
              <a:off x="5788531" y="5319865"/>
              <a:ext cx="402672" cy="359517"/>
            </a:xfrm>
            <a:prstGeom prst="rect">
              <a:avLst/>
            </a:prstGeom>
            <a:noFill/>
          </p:spPr>
          <p:txBody>
            <a:bodyPr wrap="square" lIns="0" tIns="36000" rIns="0" bIns="36000" rtlCol="0" anchor="ctr">
              <a:spAutoFit/>
            </a:bodyPr>
            <a:lstStyle/>
            <a:p>
              <a:pPr algn="ctr"/>
              <a:r>
                <a:rPr lang="en-US" altLang="zh-CN" b="1" dirty="0">
                  <a:solidFill>
                    <a:srgbClr val="002060"/>
                  </a:solidFill>
                </a:rPr>
                <a:t>97</a:t>
              </a:r>
              <a:endParaRPr lang="zh-CN" altLang="en-US" b="1" dirty="0">
                <a:solidFill>
                  <a:srgbClr val="002060"/>
                </a:solidFill>
              </a:endParaRPr>
            </a:p>
          </p:txBody>
        </p:sp>
        <p:sp>
          <p:nvSpPr>
            <p:cNvPr id="51" name="矩形 50">
              <a:extLst>
                <a:ext uri="{FF2B5EF4-FFF2-40B4-BE49-F238E27FC236}">
                  <a16:creationId xmlns:a16="http://schemas.microsoft.com/office/drawing/2014/main" id="{F348829D-F724-4F02-80D1-EF4C74748B35}"/>
                </a:ext>
              </a:extLst>
            </p:cNvPr>
            <p:cNvSpPr/>
            <p:nvPr/>
          </p:nvSpPr>
          <p:spPr>
            <a:xfrm>
              <a:off x="5788532" y="5698816"/>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C00000"/>
                  </a:solidFill>
                  <a:effectLst>
                    <a:outerShdw blurRad="38100" dist="38100" dir="2700000" algn="tl">
                      <a:srgbClr val="000000">
                        <a:alpha val="43137"/>
                      </a:srgbClr>
                    </a:outerShdw>
                  </a:effectLst>
                  <a:latin typeface="+mn-ea"/>
                </a:rPr>
                <a:t>∧</a:t>
              </a:r>
            </a:p>
          </p:txBody>
        </p:sp>
      </p:grpSp>
      <p:grpSp>
        <p:nvGrpSpPr>
          <p:cNvPr id="173" name="组合 172">
            <a:extLst>
              <a:ext uri="{FF2B5EF4-FFF2-40B4-BE49-F238E27FC236}">
                <a16:creationId xmlns:a16="http://schemas.microsoft.com/office/drawing/2014/main" id="{EC01DE9C-FF35-4C5D-AA80-5B63775C551E}"/>
              </a:ext>
            </a:extLst>
          </p:cNvPr>
          <p:cNvGrpSpPr/>
          <p:nvPr/>
        </p:nvGrpSpPr>
        <p:grpSpPr>
          <a:xfrm>
            <a:off x="903732" y="5315147"/>
            <a:ext cx="659656" cy="1095167"/>
            <a:chOff x="616694" y="4988461"/>
            <a:chExt cx="659656" cy="1095167"/>
          </a:xfrm>
        </p:grpSpPr>
        <p:grpSp>
          <p:nvGrpSpPr>
            <p:cNvPr id="61" name="组合 60">
              <a:extLst>
                <a:ext uri="{FF2B5EF4-FFF2-40B4-BE49-F238E27FC236}">
                  <a16:creationId xmlns:a16="http://schemas.microsoft.com/office/drawing/2014/main" id="{507687C1-06E1-4F9A-8A71-B7099C4CEB14}"/>
                </a:ext>
              </a:extLst>
            </p:cNvPr>
            <p:cNvGrpSpPr/>
            <p:nvPr/>
          </p:nvGrpSpPr>
          <p:grpSpPr>
            <a:xfrm>
              <a:off x="616694" y="4988461"/>
              <a:ext cx="438554" cy="1095167"/>
              <a:chOff x="849426" y="5092496"/>
              <a:chExt cx="438554" cy="1095167"/>
            </a:xfrm>
          </p:grpSpPr>
          <p:sp>
            <p:nvSpPr>
              <p:cNvPr id="62" name="文本框 61">
                <a:extLst>
                  <a:ext uri="{FF2B5EF4-FFF2-40B4-BE49-F238E27FC236}">
                    <a16:creationId xmlns:a16="http://schemas.microsoft.com/office/drawing/2014/main" id="{2E3D5768-5E50-4352-A7CE-1A2FBB93495B}"/>
                  </a:ext>
                </a:extLst>
              </p:cNvPr>
              <p:cNvSpPr txBox="1"/>
              <p:nvPr/>
            </p:nvSpPr>
            <p:spPr>
              <a:xfrm>
                <a:off x="885308" y="5092496"/>
                <a:ext cx="402672" cy="318924"/>
              </a:xfrm>
              <a:prstGeom prst="rect">
                <a:avLst/>
              </a:prstGeom>
              <a:noFill/>
            </p:spPr>
            <p:txBody>
              <a:bodyPr wrap="square" lIns="0" tIns="36000" rIns="0" bIns="36000" rtlCol="0" anchor="ctr">
                <a:spAutoFit/>
              </a:bodyPr>
              <a:lstStyle/>
              <a:p>
                <a:pPr algn="ctr"/>
                <a:r>
                  <a:rPr lang="en-US" altLang="zh-CN" sz="1600" b="1" dirty="0">
                    <a:solidFill>
                      <a:srgbClr val="0070C0"/>
                    </a:solidFill>
                  </a:rPr>
                  <a:t>0</a:t>
                </a:r>
                <a:endParaRPr lang="zh-CN" altLang="en-US" sz="1600" b="1" dirty="0">
                  <a:solidFill>
                    <a:srgbClr val="0070C0"/>
                  </a:solidFill>
                </a:endParaRPr>
              </a:p>
            </p:txBody>
          </p:sp>
          <p:sp>
            <p:nvSpPr>
              <p:cNvPr id="63" name="矩形 62">
                <a:extLst>
                  <a:ext uri="{FF2B5EF4-FFF2-40B4-BE49-F238E27FC236}">
                    <a16:creationId xmlns:a16="http://schemas.microsoft.com/office/drawing/2014/main" id="{8D2467D0-A6D9-4D17-ACE7-EBB614A88CA5}"/>
                  </a:ext>
                </a:extLst>
              </p:cNvPr>
              <p:cNvSpPr/>
              <p:nvPr/>
            </p:nvSpPr>
            <p:spPr>
              <a:xfrm>
                <a:off x="849427" y="5439380"/>
                <a:ext cx="402671" cy="369332"/>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002060"/>
                  </a:solidFill>
                </a:endParaRPr>
              </a:p>
            </p:txBody>
          </p:sp>
          <p:sp>
            <p:nvSpPr>
              <p:cNvPr id="64" name="矩形 63">
                <a:extLst>
                  <a:ext uri="{FF2B5EF4-FFF2-40B4-BE49-F238E27FC236}">
                    <a16:creationId xmlns:a16="http://schemas.microsoft.com/office/drawing/2014/main" id="{BC95CCEE-94C2-48A4-ABA5-D903F6FC2243}"/>
                  </a:ext>
                </a:extLst>
              </p:cNvPr>
              <p:cNvSpPr/>
              <p:nvPr/>
            </p:nvSpPr>
            <p:spPr>
              <a:xfrm>
                <a:off x="849427" y="5818331"/>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C00000"/>
                  </a:solidFill>
                </a:endParaRPr>
              </a:p>
            </p:txBody>
          </p:sp>
          <p:sp>
            <p:nvSpPr>
              <p:cNvPr id="65" name="文本框 64">
                <a:extLst>
                  <a:ext uri="{FF2B5EF4-FFF2-40B4-BE49-F238E27FC236}">
                    <a16:creationId xmlns:a16="http://schemas.microsoft.com/office/drawing/2014/main" id="{75D7FF07-4E9B-4557-A6E7-D0ECAAF9F14C}"/>
                  </a:ext>
                </a:extLst>
              </p:cNvPr>
              <p:cNvSpPr txBox="1"/>
              <p:nvPr/>
            </p:nvSpPr>
            <p:spPr>
              <a:xfrm>
                <a:off x="849426" y="5823238"/>
                <a:ext cx="402672" cy="349702"/>
              </a:xfrm>
              <a:prstGeom prst="rect">
                <a:avLst/>
              </a:prstGeom>
              <a:noFill/>
            </p:spPr>
            <p:txBody>
              <a:bodyPr wrap="square" lIns="0" tIns="36000" rIns="0" bIns="36000" rtlCol="0" anchor="ctr">
                <a:spAutoFit/>
              </a:bodyPr>
              <a:lstStyle/>
              <a:p>
                <a:pPr algn="ctr"/>
                <a:endParaRPr lang="zh-CN" altLang="en-US" b="1" dirty="0">
                  <a:solidFill>
                    <a:srgbClr val="C00000"/>
                  </a:solidFill>
                </a:endParaRPr>
              </a:p>
            </p:txBody>
          </p:sp>
        </p:grpSp>
        <p:cxnSp>
          <p:nvCxnSpPr>
            <p:cNvPr id="66" name="直接箭头连接符 65">
              <a:extLst>
                <a:ext uri="{FF2B5EF4-FFF2-40B4-BE49-F238E27FC236}">
                  <a16:creationId xmlns:a16="http://schemas.microsoft.com/office/drawing/2014/main" id="{810B9C26-DA78-482D-9E74-625FB88BA06A}"/>
                </a:ext>
              </a:extLst>
            </p:cNvPr>
            <p:cNvCxnSpPr>
              <a:cxnSpLocks/>
            </p:cNvCxnSpPr>
            <p:nvPr/>
          </p:nvCxnSpPr>
          <p:spPr>
            <a:xfrm>
              <a:off x="929645" y="5899571"/>
              <a:ext cx="346705" cy="0"/>
            </a:xfrm>
            <a:prstGeom prst="straightConnector1">
              <a:avLst/>
            </a:prstGeom>
            <a:ln w="28575">
              <a:solidFill>
                <a:srgbClr val="7030A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74" name="组合 173">
            <a:extLst>
              <a:ext uri="{FF2B5EF4-FFF2-40B4-BE49-F238E27FC236}">
                <a16:creationId xmlns:a16="http://schemas.microsoft.com/office/drawing/2014/main" id="{017278BB-DCEA-4E95-952A-024B7BD0433C}"/>
              </a:ext>
            </a:extLst>
          </p:cNvPr>
          <p:cNvGrpSpPr/>
          <p:nvPr/>
        </p:nvGrpSpPr>
        <p:grpSpPr>
          <a:xfrm>
            <a:off x="1567920" y="5315792"/>
            <a:ext cx="643169" cy="1079183"/>
            <a:chOff x="1280882" y="4989106"/>
            <a:chExt cx="643169" cy="1079183"/>
          </a:xfrm>
        </p:grpSpPr>
        <p:sp>
          <p:nvSpPr>
            <p:cNvPr id="40" name="文本框 39">
              <a:extLst>
                <a:ext uri="{FF2B5EF4-FFF2-40B4-BE49-F238E27FC236}">
                  <a16:creationId xmlns:a16="http://schemas.microsoft.com/office/drawing/2014/main" id="{32DD2E8D-6596-4064-900F-501CEBDD64BC}"/>
                </a:ext>
              </a:extLst>
            </p:cNvPr>
            <p:cNvSpPr txBox="1"/>
            <p:nvPr/>
          </p:nvSpPr>
          <p:spPr>
            <a:xfrm>
              <a:off x="1284995" y="4989106"/>
              <a:ext cx="402672" cy="318924"/>
            </a:xfrm>
            <a:prstGeom prst="rect">
              <a:avLst/>
            </a:prstGeom>
            <a:noFill/>
          </p:spPr>
          <p:txBody>
            <a:bodyPr wrap="square" lIns="0" tIns="36000" rIns="0" bIns="36000" rtlCol="0" anchor="ctr">
              <a:spAutoFit/>
            </a:bodyPr>
            <a:lstStyle/>
            <a:p>
              <a:pPr algn="ctr"/>
              <a:r>
                <a:rPr lang="en-US" altLang="zh-CN" sz="1600" b="1" dirty="0">
                  <a:solidFill>
                    <a:srgbClr val="0070C0"/>
                  </a:solidFill>
                </a:rPr>
                <a:t>6</a:t>
              </a:r>
              <a:endParaRPr lang="zh-CN" altLang="en-US" sz="1600" b="1" dirty="0">
                <a:solidFill>
                  <a:srgbClr val="0070C0"/>
                </a:solidFill>
              </a:endParaRPr>
            </a:p>
          </p:txBody>
        </p:sp>
        <p:sp>
          <p:nvSpPr>
            <p:cNvPr id="41" name="矩形 40">
              <a:extLst>
                <a:ext uri="{FF2B5EF4-FFF2-40B4-BE49-F238E27FC236}">
                  <a16:creationId xmlns:a16="http://schemas.microsoft.com/office/drawing/2014/main" id="{9F6AF9C3-07E5-4CD3-BBB7-878636DA6AEC}"/>
                </a:ext>
              </a:extLst>
            </p:cNvPr>
            <p:cNvSpPr/>
            <p:nvPr/>
          </p:nvSpPr>
          <p:spPr>
            <a:xfrm>
              <a:off x="1284996" y="5320006"/>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002060"/>
                </a:solidFill>
              </a:endParaRPr>
            </a:p>
          </p:txBody>
        </p:sp>
        <p:sp>
          <p:nvSpPr>
            <p:cNvPr id="42" name="文本框 41">
              <a:extLst>
                <a:ext uri="{FF2B5EF4-FFF2-40B4-BE49-F238E27FC236}">
                  <a16:creationId xmlns:a16="http://schemas.microsoft.com/office/drawing/2014/main" id="{7B3178E3-8CEA-48E7-9594-ABF10B8D1E3C}"/>
                </a:ext>
              </a:extLst>
            </p:cNvPr>
            <p:cNvSpPr txBox="1"/>
            <p:nvPr/>
          </p:nvSpPr>
          <p:spPr>
            <a:xfrm>
              <a:off x="1280882" y="5313528"/>
              <a:ext cx="402672" cy="359517"/>
            </a:xfrm>
            <a:prstGeom prst="rect">
              <a:avLst/>
            </a:prstGeom>
            <a:noFill/>
          </p:spPr>
          <p:txBody>
            <a:bodyPr wrap="square" lIns="0" tIns="36000" rIns="0" bIns="36000" rtlCol="0" anchor="ctr">
              <a:spAutoFit/>
            </a:bodyPr>
            <a:lstStyle/>
            <a:p>
              <a:pPr algn="ctr"/>
              <a:r>
                <a:rPr lang="en-US" altLang="zh-CN" b="1" dirty="0">
                  <a:solidFill>
                    <a:srgbClr val="002060"/>
                  </a:solidFill>
                </a:rPr>
                <a:t>13</a:t>
              </a:r>
              <a:endParaRPr lang="zh-CN" altLang="en-US" b="1" dirty="0">
                <a:solidFill>
                  <a:srgbClr val="002060"/>
                </a:solidFill>
              </a:endParaRPr>
            </a:p>
          </p:txBody>
        </p:sp>
        <p:sp>
          <p:nvSpPr>
            <p:cNvPr id="43" name="矩形 42">
              <a:extLst>
                <a:ext uri="{FF2B5EF4-FFF2-40B4-BE49-F238E27FC236}">
                  <a16:creationId xmlns:a16="http://schemas.microsoft.com/office/drawing/2014/main" id="{D615820C-1FA4-4153-9CCD-C2ECA8FD1B93}"/>
                </a:ext>
              </a:extLst>
            </p:cNvPr>
            <p:cNvSpPr/>
            <p:nvPr/>
          </p:nvSpPr>
          <p:spPr>
            <a:xfrm>
              <a:off x="1284996" y="5698957"/>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C00000"/>
                </a:solidFill>
              </a:endParaRPr>
            </a:p>
          </p:txBody>
        </p:sp>
        <p:cxnSp>
          <p:nvCxnSpPr>
            <p:cNvPr id="67" name="直接箭头连接符 66">
              <a:extLst>
                <a:ext uri="{FF2B5EF4-FFF2-40B4-BE49-F238E27FC236}">
                  <a16:creationId xmlns:a16="http://schemas.microsoft.com/office/drawing/2014/main" id="{BE891488-B2D8-461C-A584-A5193191A445}"/>
                </a:ext>
              </a:extLst>
            </p:cNvPr>
            <p:cNvCxnSpPr>
              <a:cxnSpLocks/>
            </p:cNvCxnSpPr>
            <p:nvPr/>
          </p:nvCxnSpPr>
          <p:spPr>
            <a:xfrm>
              <a:off x="1577346" y="5902816"/>
              <a:ext cx="346705" cy="0"/>
            </a:xfrm>
            <a:prstGeom prst="straightConnector1">
              <a:avLst/>
            </a:prstGeom>
            <a:ln w="28575">
              <a:solidFill>
                <a:srgbClr val="7030A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sp>
        <p:nvSpPr>
          <p:cNvPr id="75" name="文本框 74">
            <a:extLst>
              <a:ext uri="{FF2B5EF4-FFF2-40B4-BE49-F238E27FC236}">
                <a16:creationId xmlns:a16="http://schemas.microsoft.com/office/drawing/2014/main" id="{227270E8-F2BD-44D4-87AB-342824C341A7}"/>
              </a:ext>
            </a:extLst>
          </p:cNvPr>
          <p:cNvSpPr txBox="1"/>
          <p:nvPr/>
        </p:nvSpPr>
        <p:spPr>
          <a:xfrm>
            <a:off x="2069264" y="4743176"/>
            <a:ext cx="294862" cy="276999"/>
          </a:xfrm>
          <a:prstGeom prst="rect">
            <a:avLst/>
          </a:prstGeom>
          <a:noFill/>
        </p:spPr>
        <p:txBody>
          <a:bodyPr wrap="square" lIns="0" tIns="0" rIns="0" bIns="0" rtlCol="0" anchor="ctr">
            <a:spAutoFit/>
          </a:bodyPr>
          <a:lstStyle/>
          <a:p>
            <a:pPr algn="ctr"/>
            <a:r>
              <a:rPr lang="en-US" altLang="zh-CN" b="1" dirty="0">
                <a:solidFill>
                  <a:srgbClr val="C00000"/>
                </a:solidFill>
              </a:rPr>
              <a:t>1</a:t>
            </a:r>
            <a:endParaRPr lang="zh-CN" altLang="en-US" b="1" dirty="0">
              <a:solidFill>
                <a:srgbClr val="C00000"/>
              </a:solidFill>
            </a:endParaRPr>
          </a:p>
        </p:txBody>
      </p:sp>
      <p:grpSp>
        <p:nvGrpSpPr>
          <p:cNvPr id="175" name="组合 174">
            <a:extLst>
              <a:ext uri="{FF2B5EF4-FFF2-40B4-BE49-F238E27FC236}">
                <a16:creationId xmlns:a16="http://schemas.microsoft.com/office/drawing/2014/main" id="{56B8AC42-C9EC-4F23-9ED2-E73EA44CDCCD}"/>
              </a:ext>
            </a:extLst>
          </p:cNvPr>
          <p:cNvGrpSpPr/>
          <p:nvPr/>
        </p:nvGrpSpPr>
        <p:grpSpPr>
          <a:xfrm>
            <a:off x="2201936" y="5313914"/>
            <a:ext cx="656492" cy="1079092"/>
            <a:chOff x="1914898" y="4987228"/>
            <a:chExt cx="656492" cy="1079092"/>
          </a:xfrm>
        </p:grpSpPr>
        <p:sp>
          <p:nvSpPr>
            <p:cNvPr id="36" name="文本框 35">
              <a:extLst>
                <a:ext uri="{FF2B5EF4-FFF2-40B4-BE49-F238E27FC236}">
                  <a16:creationId xmlns:a16="http://schemas.microsoft.com/office/drawing/2014/main" id="{03A23FA8-91E6-49BD-A1A8-881A04F083A3}"/>
                </a:ext>
              </a:extLst>
            </p:cNvPr>
            <p:cNvSpPr txBox="1"/>
            <p:nvPr/>
          </p:nvSpPr>
          <p:spPr>
            <a:xfrm>
              <a:off x="1914898" y="4987228"/>
              <a:ext cx="402672" cy="318924"/>
            </a:xfrm>
            <a:prstGeom prst="rect">
              <a:avLst/>
            </a:prstGeom>
            <a:noFill/>
          </p:spPr>
          <p:txBody>
            <a:bodyPr wrap="square" lIns="0" tIns="36000" rIns="0" bIns="36000" rtlCol="0" anchor="ctr">
              <a:spAutoFit/>
            </a:bodyPr>
            <a:lstStyle/>
            <a:p>
              <a:pPr algn="ctr"/>
              <a:r>
                <a:rPr lang="en-US" altLang="zh-CN" sz="1600" b="1" dirty="0">
                  <a:solidFill>
                    <a:srgbClr val="0070C0"/>
                  </a:solidFill>
                </a:rPr>
                <a:t>7</a:t>
              </a:r>
              <a:endParaRPr lang="zh-CN" altLang="en-US" sz="1600" b="1" dirty="0">
                <a:solidFill>
                  <a:srgbClr val="0070C0"/>
                </a:solidFill>
              </a:endParaRPr>
            </a:p>
          </p:txBody>
        </p:sp>
        <p:sp>
          <p:nvSpPr>
            <p:cNvPr id="37" name="矩形 36">
              <a:extLst>
                <a:ext uri="{FF2B5EF4-FFF2-40B4-BE49-F238E27FC236}">
                  <a16:creationId xmlns:a16="http://schemas.microsoft.com/office/drawing/2014/main" id="{F3523025-C10C-4B96-BFE2-1CCCC4409758}"/>
                </a:ext>
              </a:extLst>
            </p:cNvPr>
            <p:cNvSpPr/>
            <p:nvPr/>
          </p:nvSpPr>
          <p:spPr>
            <a:xfrm>
              <a:off x="1917794" y="5318037"/>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002060"/>
                </a:solidFill>
              </a:endParaRPr>
            </a:p>
          </p:txBody>
        </p:sp>
        <p:sp>
          <p:nvSpPr>
            <p:cNvPr id="38" name="文本框 37">
              <a:extLst>
                <a:ext uri="{FF2B5EF4-FFF2-40B4-BE49-F238E27FC236}">
                  <a16:creationId xmlns:a16="http://schemas.microsoft.com/office/drawing/2014/main" id="{BEEF80C3-A335-47DA-9EBD-E811F0E22291}"/>
                </a:ext>
              </a:extLst>
            </p:cNvPr>
            <p:cNvSpPr txBox="1"/>
            <p:nvPr/>
          </p:nvSpPr>
          <p:spPr>
            <a:xfrm>
              <a:off x="1917793" y="5318037"/>
              <a:ext cx="402672" cy="359517"/>
            </a:xfrm>
            <a:prstGeom prst="rect">
              <a:avLst/>
            </a:prstGeom>
            <a:noFill/>
          </p:spPr>
          <p:txBody>
            <a:bodyPr wrap="square" lIns="0" tIns="36000" rIns="0" bIns="36000" rtlCol="0" anchor="ctr">
              <a:spAutoFit/>
            </a:bodyPr>
            <a:lstStyle/>
            <a:p>
              <a:pPr algn="ctr"/>
              <a:r>
                <a:rPr lang="en-US" altLang="zh-CN" b="1" dirty="0">
                  <a:solidFill>
                    <a:srgbClr val="002060"/>
                  </a:solidFill>
                </a:rPr>
                <a:t>27</a:t>
              </a:r>
              <a:endParaRPr lang="zh-CN" altLang="en-US" b="1" dirty="0">
                <a:solidFill>
                  <a:srgbClr val="002060"/>
                </a:solidFill>
              </a:endParaRPr>
            </a:p>
          </p:txBody>
        </p:sp>
        <p:sp>
          <p:nvSpPr>
            <p:cNvPr id="39" name="矩形 38">
              <a:extLst>
                <a:ext uri="{FF2B5EF4-FFF2-40B4-BE49-F238E27FC236}">
                  <a16:creationId xmlns:a16="http://schemas.microsoft.com/office/drawing/2014/main" id="{E2AEB236-A028-41E7-817C-9FC8376C6106}"/>
                </a:ext>
              </a:extLst>
            </p:cNvPr>
            <p:cNvSpPr/>
            <p:nvPr/>
          </p:nvSpPr>
          <p:spPr>
            <a:xfrm>
              <a:off x="1917794" y="5696988"/>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C00000"/>
                </a:solidFill>
              </a:endParaRPr>
            </a:p>
          </p:txBody>
        </p:sp>
        <p:cxnSp>
          <p:nvCxnSpPr>
            <p:cNvPr id="78" name="直接箭头连接符 77">
              <a:extLst>
                <a:ext uri="{FF2B5EF4-FFF2-40B4-BE49-F238E27FC236}">
                  <a16:creationId xmlns:a16="http://schemas.microsoft.com/office/drawing/2014/main" id="{EE353687-9EA9-4C93-BF7E-C3DA10C98885}"/>
                </a:ext>
              </a:extLst>
            </p:cNvPr>
            <p:cNvCxnSpPr>
              <a:cxnSpLocks/>
            </p:cNvCxnSpPr>
            <p:nvPr/>
          </p:nvCxnSpPr>
          <p:spPr>
            <a:xfrm>
              <a:off x="2224685" y="5896765"/>
              <a:ext cx="346705" cy="0"/>
            </a:xfrm>
            <a:prstGeom prst="straightConnector1">
              <a:avLst/>
            </a:prstGeom>
            <a:ln w="28575">
              <a:solidFill>
                <a:srgbClr val="7030A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76" name="组合 175">
            <a:extLst>
              <a:ext uri="{FF2B5EF4-FFF2-40B4-BE49-F238E27FC236}">
                <a16:creationId xmlns:a16="http://schemas.microsoft.com/office/drawing/2014/main" id="{BD636797-482E-4CFF-A6B2-F31551260CF1}"/>
              </a:ext>
            </a:extLst>
          </p:cNvPr>
          <p:cNvGrpSpPr/>
          <p:nvPr/>
        </p:nvGrpSpPr>
        <p:grpSpPr>
          <a:xfrm>
            <a:off x="2836906" y="5306803"/>
            <a:ext cx="669288" cy="1076795"/>
            <a:chOff x="2549868" y="4980117"/>
            <a:chExt cx="669288" cy="1076795"/>
          </a:xfrm>
        </p:grpSpPr>
        <p:sp>
          <p:nvSpPr>
            <p:cNvPr id="52" name="文本框 51">
              <a:extLst>
                <a:ext uri="{FF2B5EF4-FFF2-40B4-BE49-F238E27FC236}">
                  <a16:creationId xmlns:a16="http://schemas.microsoft.com/office/drawing/2014/main" id="{ABFE0B3A-544C-4408-8D97-FB74A73024A2}"/>
                </a:ext>
              </a:extLst>
            </p:cNvPr>
            <p:cNvSpPr txBox="1"/>
            <p:nvPr/>
          </p:nvSpPr>
          <p:spPr>
            <a:xfrm>
              <a:off x="2574824" y="4980117"/>
              <a:ext cx="402672" cy="318924"/>
            </a:xfrm>
            <a:prstGeom prst="rect">
              <a:avLst/>
            </a:prstGeom>
            <a:noFill/>
          </p:spPr>
          <p:txBody>
            <a:bodyPr wrap="square" lIns="0" tIns="36000" rIns="0" bIns="36000" rtlCol="0" anchor="ctr">
              <a:spAutoFit/>
            </a:bodyPr>
            <a:lstStyle/>
            <a:p>
              <a:pPr algn="ctr"/>
              <a:r>
                <a:rPr lang="en-US" altLang="zh-CN" sz="1600" b="1" dirty="0">
                  <a:solidFill>
                    <a:srgbClr val="0070C0"/>
                  </a:solidFill>
                </a:rPr>
                <a:t>2</a:t>
              </a:r>
              <a:endParaRPr lang="zh-CN" altLang="en-US" sz="1600" b="1" dirty="0">
                <a:solidFill>
                  <a:srgbClr val="0070C0"/>
                </a:solidFill>
              </a:endParaRPr>
            </a:p>
          </p:txBody>
        </p:sp>
        <p:sp>
          <p:nvSpPr>
            <p:cNvPr id="53" name="矩形 52">
              <a:extLst>
                <a:ext uri="{FF2B5EF4-FFF2-40B4-BE49-F238E27FC236}">
                  <a16:creationId xmlns:a16="http://schemas.microsoft.com/office/drawing/2014/main" id="{251010BA-F30E-4C42-8A71-0DD191AE1AC4}"/>
                </a:ext>
              </a:extLst>
            </p:cNvPr>
            <p:cNvSpPr/>
            <p:nvPr/>
          </p:nvSpPr>
          <p:spPr>
            <a:xfrm>
              <a:off x="2549869" y="5308629"/>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002060"/>
                </a:solidFill>
              </a:endParaRPr>
            </a:p>
          </p:txBody>
        </p:sp>
        <p:sp>
          <p:nvSpPr>
            <p:cNvPr id="54" name="文本框 53">
              <a:extLst>
                <a:ext uri="{FF2B5EF4-FFF2-40B4-BE49-F238E27FC236}">
                  <a16:creationId xmlns:a16="http://schemas.microsoft.com/office/drawing/2014/main" id="{09B76F7C-A4D2-4FBA-A12F-84C3A7FE2B09}"/>
                </a:ext>
              </a:extLst>
            </p:cNvPr>
            <p:cNvSpPr txBox="1"/>
            <p:nvPr/>
          </p:nvSpPr>
          <p:spPr>
            <a:xfrm>
              <a:off x="2549868" y="5308629"/>
              <a:ext cx="402672" cy="359517"/>
            </a:xfrm>
            <a:prstGeom prst="rect">
              <a:avLst/>
            </a:prstGeom>
            <a:noFill/>
          </p:spPr>
          <p:txBody>
            <a:bodyPr wrap="square" lIns="0" tIns="36000" rIns="0" bIns="36000" rtlCol="0" anchor="ctr">
              <a:spAutoFit/>
            </a:bodyPr>
            <a:lstStyle/>
            <a:p>
              <a:pPr algn="ctr"/>
              <a:r>
                <a:rPr lang="en-US" altLang="zh-CN" b="1" dirty="0">
                  <a:solidFill>
                    <a:srgbClr val="002060"/>
                  </a:solidFill>
                </a:rPr>
                <a:t>38</a:t>
              </a:r>
              <a:endParaRPr lang="zh-CN" altLang="en-US" b="1" dirty="0">
                <a:solidFill>
                  <a:srgbClr val="002060"/>
                </a:solidFill>
              </a:endParaRPr>
            </a:p>
          </p:txBody>
        </p:sp>
        <p:sp>
          <p:nvSpPr>
            <p:cNvPr id="55" name="矩形 54">
              <a:extLst>
                <a:ext uri="{FF2B5EF4-FFF2-40B4-BE49-F238E27FC236}">
                  <a16:creationId xmlns:a16="http://schemas.microsoft.com/office/drawing/2014/main" id="{03CC9C2D-097A-4960-AE83-23F1515F5935}"/>
                </a:ext>
              </a:extLst>
            </p:cNvPr>
            <p:cNvSpPr/>
            <p:nvPr/>
          </p:nvSpPr>
          <p:spPr>
            <a:xfrm>
              <a:off x="2549869" y="5687580"/>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C00000"/>
                </a:solidFill>
              </a:endParaRPr>
            </a:p>
          </p:txBody>
        </p:sp>
        <p:cxnSp>
          <p:nvCxnSpPr>
            <p:cNvPr id="80" name="直接箭头连接符 79">
              <a:extLst>
                <a:ext uri="{FF2B5EF4-FFF2-40B4-BE49-F238E27FC236}">
                  <a16:creationId xmlns:a16="http://schemas.microsoft.com/office/drawing/2014/main" id="{B48822B9-E818-427C-882B-57435F680C71}"/>
                </a:ext>
              </a:extLst>
            </p:cNvPr>
            <p:cNvCxnSpPr>
              <a:cxnSpLocks/>
            </p:cNvCxnSpPr>
            <p:nvPr/>
          </p:nvCxnSpPr>
          <p:spPr>
            <a:xfrm>
              <a:off x="2872451" y="5893659"/>
              <a:ext cx="346705" cy="0"/>
            </a:xfrm>
            <a:prstGeom prst="straightConnector1">
              <a:avLst/>
            </a:prstGeom>
            <a:ln w="28575">
              <a:solidFill>
                <a:srgbClr val="7030A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sp>
        <p:nvSpPr>
          <p:cNvPr id="81" name="文本框 80">
            <a:extLst>
              <a:ext uri="{FF2B5EF4-FFF2-40B4-BE49-F238E27FC236}">
                <a16:creationId xmlns:a16="http://schemas.microsoft.com/office/drawing/2014/main" id="{7DF5A80E-83FB-48EC-9575-1DC04881FBCC}"/>
              </a:ext>
            </a:extLst>
          </p:cNvPr>
          <p:cNvSpPr txBox="1"/>
          <p:nvPr/>
        </p:nvSpPr>
        <p:spPr>
          <a:xfrm>
            <a:off x="2826262" y="4708819"/>
            <a:ext cx="402672" cy="359517"/>
          </a:xfrm>
          <a:prstGeom prst="rect">
            <a:avLst/>
          </a:prstGeom>
          <a:noFill/>
        </p:spPr>
        <p:txBody>
          <a:bodyPr wrap="square" lIns="0" tIns="36000" rIns="0" bIns="36000" rtlCol="0" anchor="ctr">
            <a:spAutoFit/>
          </a:bodyPr>
          <a:lstStyle/>
          <a:p>
            <a:pPr algn="ctr"/>
            <a:r>
              <a:rPr lang="en-US" altLang="zh-CN" b="1" dirty="0">
                <a:solidFill>
                  <a:srgbClr val="C00000"/>
                </a:solidFill>
              </a:rPr>
              <a:t>0</a:t>
            </a:r>
            <a:endParaRPr lang="zh-CN" altLang="en-US" b="1" dirty="0">
              <a:solidFill>
                <a:srgbClr val="C00000"/>
              </a:solidFill>
            </a:endParaRPr>
          </a:p>
        </p:txBody>
      </p:sp>
      <p:grpSp>
        <p:nvGrpSpPr>
          <p:cNvPr id="177" name="组合 176">
            <a:extLst>
              <a:ext uri="{FF2B5EF4-FFF2-40B4-BE49-F238E27FC236}">
                <a16:creationId xmlns:a16="http://schemas.microsoft.com/office/drawing/2014/main" id="{9B45AADB-489D-45B5-8F43-490CB7C3E822}"/>
              </a:ext>
            </a:extLst>
          </p:cNvPr>
          <p:cNvGrpSpPr/>
          <p:nvPr/>
        </p:nvGrpSpPr>
        <p:grpSpPr>
          <a:xfrm>
            <a:off x="3502004" y="5312744"/>
            <a:ext cx="663754" cy="1076614"/>
            <a:chOff x="3214966" y="4986058"/>
            <a:chExt cx="663754" cy="1076614"/>
          </a:xfrm>
        </p:grpSpPr>
        <p:sp>
          <p:nvSpPr>
            <p:cNvPr id="56" name="文本框 55">
              <a:extLst>
                <a:ext uri="{FF2B5EF4-FFF2-40B4-BE49-F238E27FC236}">
                  <a16:creationId xmlns:a16="http://schemas.microsoft.com/office/drawing/2014/main" id="{D934DDFD-D233-45D3-B83A-C46148FB1819}"/>
                </a:ext>
              </a:extLst>
            </p:cNvPr>
            <p:cNvSpPr txBox="1"/>
            <p:nvPr/>
          </p:nvSpPr>
          <p:spPr>
            <a:xfrm>
              <a:off x="3225703" y="4986058"/>
              <a:ext cx="402672" cy="318924"/>
            </a:xfrm>
            <a:prstGeom prst="rect">
              <a:avLst/>
            </a:prstGeom>
            <a:noFill/>
          </p:spPr>
          <p:txBody>
            <a:bodyPr wrap="square" lIns="0" tIns="36000" rIns="0" bIns="36000" rtlCol="0" anchor="ctr">
              <a:spAutoFit/>
            </a:bodyPr>
            <a:lstStyle/>
            <a:p>
              <a:pPr algn="ctr"/>
              <a:r>
                <a:rPr lang="en-US" altLang="zh-CN" sz="1600" b="1" dirty="0">
                  <a:solidFill>
                    <a:srgbClr val="0070C0"/>
                  </a:solidFill>
                </a:rPr>
                <a:t>1</a:t>
              </a:r>
              <a:endParaRPr lang="zh-CN" altLang="en-US" sz="1600" b="1" dirty="0">
                <a:solidFill>
                  <a:srgbClr val="0070C0"/>
                </a:solidFill>
              </a:endParaRPr>
            </a:p>
          </p:txBody>
        </p:sp>
        <p:sp>
          <p:nvSpPr>
            <p:cNvPr id="57" name="矩形 56">
              <a:extLst>
                <a:ext uri="{FF2B5EF4-FFF2-40B4-BE49-F238E27FC236}">
                  <a16:creationId xmlns:a16="http://schemas.microsoft.com/office/drawing/2014/main" id="{DF99518F-4058-4BDC-86FE-9A9D952C5959}"/>
                </a:ext>
              </a:extLst>
            </p:cNvPr>
            <p:cNvSpPr/>
            <p:nvPr/>
          </p:nvSpPr>
          <p:spPr>
            <a:xfrm>
              <a:off x="3214967" y="5314389"/>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002060"/>
                </a:solidFill>
              </a:endParaRPr>
            </a:p>
          </p:txBody>
        </p:sp>
        <p:sp>
          <p:nvSpPr>
            <p:cNvPr id="58" name="文本框 57">
              <a:extLst>
                <a:ext uri="{FF2B5EF4-FFF2-40B4-BE49-F238E27FC236}">
                  <a16:creationId xmlns:a16="http://schemas.microsoft.com/office/drawing/2014/main" id="{061D2B97-03DD-49AD-99B5-A213DA29C346}"/>
                </a:ext>
              </a:extLst>
            </p:cNvPr>
            <p:cNvSpPr txBox="1"/>
            <p:nvPr/>
          </p:nvSpPr>
          <p:spPr>
            <a:xfrm>
              <a:off x="3214966" y="5314389"/>
              <a:ext cx="402672" cy="359517"/>
            </a:xfrm>
            <a:prstGeom prst="rect">
              <a:avLst/>
            </a:prstGeom>
            <a:noFill/>
          </p:spPr>
          <p:txBody>
            <a:bodyPr wrap="square" lIns="0" tIns="36000" rIns="0" bIns="36000" rtlCol="0" anchor="ctr">
              <a:spAutoFit/>
            </a:bodyPr>
            <a:lstStyle/>
            <a:p>
              <a:pPr algn="ctr"/>
              <a:r>
                <a:rPr lang="en-US" altLang="zh-CN" b="1" dirty="0">
                  <a:solidFill>
                    <a:srgbClr val="002060"/>
                  </a:solidFill>
                </a:rPr>
                <a:t>49</a:t>
              </a:r>
              <a:endParaRPr lang="zh-CN" altLang="en-US" b="1" dirty="0">
                <a:solidFill>
                  <a:srgbClr val="002060"/>
                </a:solidFill>
              </a:endParaRPr>
            </a:p>
          </p:txBody>
        </p:sp>
        <p:sp>
          <p:nvSpPr>
            <p:cNvPr id="59" name="矩形 58">
              <a:extLst>
                <a:ext uri="{FF2B5EF4-FFF2-40B4-BE49-F238E27FC236}">
                  <a16:creationId xmlns:a16="http://schemas.microsoft.com/office/drawing/2014/main" id="{A8E066C7-3781-4EAF-AC05-3F052B4B6AAC}"/>
                </a:ext>
              </a:extLst>
            </p:cNvPr>
            <p:cNvSpPr/>
            <p:nvPr/>
          </p:nvSpPr>
          <p:spPr>
            <a:xfrm>
              <a:off x="3214967" y="5693340"/>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C00000"/>
                </a:solidFill>
              </a:endParaRPr>
            </a:p>
          </p:txBody>
        </p:sp>
        <p:sp>
          <p:nvSpPr>
            <p:cNvPr id="60" name="文本框 59">
              <a:extLst>
                <a:ext uri="{FF2B5EF4-FFF2-40B4-BE49-F238E27FC236}">
                  <a16:creationId xmlns:a16="http://schemas.microsoft.com/office/drawing/2014/main" id="{034D8791-67C6-492A-947E-4A9BCD6F1234}"/>
                </a:ext>
              </a:extLst>
            </p:cNvPr>
            <p:cNvSpPr txBox="1"/>
            <p:nvPr/>
          </p:nvSpPr>
          <p:spPr>
            <a:xfrm>
              <a:off x="3214966" y="5693340"/>
              <a:ext cx="402672" cy="359517"/>
            </a:xfrm>
            <a:prstGeom prst="rect">
              <a:avLst/>
            </a:prstGeom>
            <a:noFill/>
          </p:spPr>
          <p:txBody>
            <a:bodyPr wrap="square" lIns="0" tIns="36000" rIns="0" bIns="36000" rtlCol="0" anchor="ctr">
              <a:spAutoFit/>
            </a:bodyPr>
            <a:lstStyle/>
            <a:p>
              <a:pPr algn="ctr"/>
              <a:endParaRPr lang="zh-CN" altLang="en-US" b="1" dirty="0">
                <a:solidFill>
                  <a:srgbClr val="C00000"/>
                </a:solidFill>
              </a:endParaRPr>
            </a:p>
          </p:txBody>
        </p:sp>
        <p:cxnSp>
          <p:nvCxnSpPr>
            <p:cNvPr id="82" name="直接箭头连接符 81">
              <a:extLst>
                <a:ext uri="{FF2B5EF4-FFF2-40B4-BE49-F238E27FC236}">
                  <a16:creationId xmlns:a16="http://schemas.microsoft.com/office/drawing/2014/main" id="{3A42BB87-962F-4924-AD45-A478AC8F1E60}"/>
                </a:ext>
              </a:extLst>
            </p:cNvPr>
            <p:cNvCxnSpPr>
              <a:cxnSpLocks/>
            </p:cNvCxnSpPr>
            <p:nvPr/>
          </p:nvCxnSpPr>
          <p:spPr>
            <a:xfrm>
              <a:off x="3532015" y="5903115"/>
              <a:ext cx="346705" cy="0"/>
            </a:xfrm>
            <a:prstGeom prst="straightConnector1">
              <a:avLst/>
            </a:prstGeom>
            <a:ln w="28575">
              <a:solidFill>
                <a:srgbClr val="7030A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78" name="组合 177">
            <a:extLst>
              <a:ext uri="{FF2B5EF4-FFF2-40B4-BE49-F238E27FC236}">
                <a16:creationId xmlns:a16="http://schemas.microsoft.com/office/drawing/2014/main" id="{1623134E-E2B3-42C2-94B1-13D82FD3F453}"/>
              </a:ext>
            </a:extLst>
          </p:cNvPr>
          <p:cNvGrpSpPr/>
          <p:nvPr/>
        </p:nvGrpSpPr>
        <p:grpSpPr>
          <a:xfrm>
            <a:off x="4164730" y="5311729"/>
            <a:ext cx="636253" cy="1084385"/>
            <a:chOff x="3877692" y="4985043"/>
            <a:chExt cx="636253" cy="1084385"/>
          </a:xfrm>
        </p:grpSpPr>
        <p:sp>
          <p:nvSpPr>
            <p:cNvPr id="32" name="矩形 31">
              <a:extLst>
                <a:ext uri="{FF2B5EF4-FFF2-40B4-BE49-F238E27FC236}">
                  <a16:creationId xmlns:a16="http://schemas.microsoft.com/office/drawing/2014/main" id="{1FCF102D-7A58-49D4-8148-418B9009E1B9}"/>
                </a:ext>
              </a:extLst>
            </p:cNvPr>
            <p:cNvSpPr/>
            <p:nvPr/>
          </p:nvSpPr>
          <p:spPr>
            <a:xfrm>
              <a:off x="3877693" y="5321145"/>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002060"/>
                </a:solidFill>
              </a:endParaRPr>
            </a:p>
          </p:txBody>
        </p:sp>
        <p:sp>
          <p:nvSpPr>
            <p:cNvPr id="33" name="文本框 32">
              <a:extLst>
                <a:ext uri="{FF2B5EF4-FFF2-40B4-BE49-F238E27FC236}">
                  <a16:creationId xmlns:a16="http://schemas.microsoft.com/office/drawing/2014/main" id="{0350BA65-642A-4D50-BC0A-FB4E3AEFADE7}"/>
                </a:ext>
              </a:extLst>
            </p:cNvPr>
            <p:cNvSpPr txBox="1"/>
            <p:nvPr/>
          </p:nvSpPr>
          <p:spPr>
            <a:xfrm>
              <a:off x="3877692" y="5330960"/>
              <a:ext cx="402672" cy="359517"/>
            </a:xfrm>
            <a:prstGeom prst="rect">
              <a:avLst/>
            </a:prstGeom>
            <a:noFill/>
          </p:spPr>
          <p:txBody>
            <a:bodyPr wrap="square" lIns="0" tIns="36000" rIns="0" bIns="36000" rtlCol="0" anchor="ctr">
              <a:spAutoFit/>
            </a:bodyPr>
            <a:lstStyle/>
            <a:p>
              <a:pPr algn="ctr"/>
              <a:r>
                <a:rPr lang="en-US" altLang="zh-CN" b="1" u="sng" dirty="0">
                  <a:solidFill>
                    <a:srgbClr val="002060"/>
                  </a:solidFill>
                </a:rPr>
                <a:t>49</a:t>
              </a:r>
              <a:endParaRPr lang="zh-CN" altLang="en-US" b="1" u="sng" dirty="0">
                <a:solidFill>
                  <a:srgbClr val="002060"/>
                </a:solidFill>
              </a:endParaRPr>
            </a:p>
          </p:txBody>
        </p:sp>
        <p:sp>
          <p:nvSpPr>
            <p:cNvPr id="34" name="矩形 33">
              <a:extLst>
                <a:ext uri="{FF2B5EF4-FFF2-40B4-BE49-F238E27FC236}">
                  <a16:creationId xmlns:a16="http://schemas.microsoft.com/office/drawing/2014/main" id="{D5D0335E-F363-43F9-87C1-45B8B0787C65}"/>
                </a:ext>
              </a:extLst>
            </p:cNvPr>
            <p:cNvSpPr/>
            <p:nvPr/>
          </p:nvSpPr>
          <p:spPr>
            <a:xfrm>
              <a:off x="3877693" y="5700096"/>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002060"/>
                </a:solidFill>
              </a:endParaRPr>
            </a:p>
          </p:txBody>
        </p:sp>
        <p:sp>
          <p:nvSpPr>
            <p:cNvPr id="35" name="文本框 34">
              <a:extLst>
                <a:ext uri="{FF2B5EF4-FFF2-40B4-BE49-F238E27FC236}">
                  <a16:creationId xmlns:a16="http://schemas.microsoft.com/office/drawing/2014/main" id="{1813C122-3796-4B2F-8764-9E30BFA18100}"/>
                </a:ext>
              </a:extLst>
            </p:cNvPr>
            <p:cNvSpPr txBox="1"/>
            <p:nvPr/>
          </p:nvSpPr>
          <p:spPr>
            <a:xfrm>
              <a:off x="3877692" y="4985043"/>
              <a:ext cx="402672" cy="318924"/>
            </a:xfrm>
            <a:prstGeom prst="rect">
              <a:avLst/>
            </a:prstGeom>
            <a:noFill/>
          </p:spPr>
          <p:txBody>
            <a:bodyPr wrap="square" lIns="0" tIns="36000" rIns="0" bIns="36000" rtlCol="0" anchor="ctr">
              <a:spAutoFit/>
            </a:bodyPr>
            <a:lstStyle/>
            <a:p>
              <a:pPr algn="ctr"/>
              <a:r>
                <a:rPr lang="en-US" altLang="zh-CN" sz="1600" b="1" dirty="0">
                  <a:solidFill>
                    <a:srgbClr val="0070C0"/>
                  </a:solidFill>
                </a:rPr>
                <a:t>8</a:t>
              </a:r>
              <a:endParaRPr lang="zh-CN" altLang="en-US" sz="1600" b="1" dirty="0">
                <a:solidFill>
                  <a:srgbClr val="0070C0"/>
                </a:solidFill>
              </a:endParaRPr>
            </a:p>
          </p:txBody>
        </p:sp>
        <p:cxnSp>
          <p:nvCxnSpPr>
            <p:cNvPr id="85" name="直接箭头连接符 84">
              <a:extLst>
                <a:ext uri="{FF2B5EF4-FFF2-40B4-BE49-F238E27FC236}">
                  <a16:creationId xmlns:a16="http://schemas.microsoft.com/office/drawing/2014/main" id="{AC59FA51-71FF-42D0-8C1D-9F1A23CC791F}"/>
                </a:ext>
              </a:extLst>
            </p:cNvPr>
            <p:cNvCxnSpPr>
              <a:cxnSpLocks/>
            </p:cNvCxnSpPr>
            <p:nvPr/>
          </p:nvCxnSpPr>
          <p:spPr>
            <a:xfrm>
              <a:off x="4167240" y="5902816"/>
              <a:ext cx="346705" cy="0"/>
            </a:xfrm>
            <a:prstGeom prst="straightConnector1">
              <a:avLst/>
            </a:prstGeom>
            <a:ln w="28575">
              <a:solidFill>
                <a:srgbClr val="7030A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79" name="组合 178">
            <a:extLst>
              <a:ext uri="{FF2B5EF4-FFF2-40B4-BE49-F238E27FC236}">
                <a16:creationId xmlns:a16="http://schemas.microsoft.com/office/drawing/2014/main" id="{7E4ED616-6750-4D3C-AFF6-94384C4A122D}"/>
              </a:ext>
            </a:extLst>
          </p:cNvPr>
          <p:cNvGrpSpPr/>
          <p:nvPr/>
        </p:nvGrpSpPr>
        <p:grpSpPr>
          <a:xfrm>
            <a:off x="4804274" y="5307116"/>
            <a:ext cx="650284" cy="1088998"/>
            <a:chOff x="4517236" y="4980430"/>
            <a:chExt cx="650284" cy="1088998"/>
          </a:xfrm>
        </p:grpSpPr>
        <p:sp>
          <p:nvSpPr>
            <p:cNvPr id="5" name="文本框 4">
              <a:extLst>
                <a:ext uri="{FF2B5EF4-FFF2-40B4-BE49-F238E27FC236}">
                  <a16:creationId xmlns:a16="http://schemas.microsoft.com/office/drawing/2014/main" id="{83366829-20B6-491F-B361-C98CE7A8F6D5}"/>
                </a:ext>
              </a:extLst>
            </p:cNvPr>
            <p:cNvSpPr txBox="1"/>
            <p:nvPr/>
          </p:nvSpPr>
          <p:spPr>
            <a:xfrm>
              <a:off x="4528571" y="4980430"/>
              <a:ext cx="402672" cy="318924"/>
            </a:xfrm>
            <a:prstGeom prst="rect">
              <a:avLst/>
            </a:prstGeom>
            <a:noFill/>
          </p:spPr>
          <p:txBody>
            <a:bodyPr wrap="square" lIns="0" tIns="36000" rIns="0" bIns="36000" rtlCol="0" anchor="ctr">
              <a:spAutoFit/>
            </a:bodyPr>
            <a:lstStyle/>
            <a:p>
              <a:pPr algn="ctr"/>
              <a:r>
                <a:rPr lang="en-US" altLang="zh-CN" sz="1600" b="1" dirty="0">
                  <a:solidFill>
                    <a:srgbClr val="0070C0"/>
                  </a:solidFill>
                </a:rPr>
                <a:t>3</a:t>
              </a:r>
              <a:endParaRPr lang="zh-CN" altLang="en-US" sz="1600" b="1" dirty="0">
                <a:solidFill>
                  <a:srgbClr val="0070C0"/>
                </a:solidFill>
              </a:endParaRPr>
            </a:p>
          </p:txBody>
        </p:sp>
        <p:sp>
          <p:nvSpPr>
            <p:cNvPr id="6" name="矩形 5">
              <a:extLst>
                <a:ext uri="{FF2B5EF4-FFF2-40B4-BE49-F238E27FC236}">
                  <a16:creationId xmlns:a16="http://schemas.microsoft.com/office/drawing/2014/main" id="{869FC5AA-7B1B-43C5-A09A-43A2D3F29994}"/>
                </a:ext>
              </a:extLst>
            </p:cNvPr>
            <p:cNvSpPr/>
            <p:nvPr/>
          </p:nvSpPr>
          <p:spPr>
            <a:xfrm>
              <a:off x="4517237" y="5321145"/>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002060"/>
                </a:solidFill>
              </a:endParaRPr>
            </a:p>
          </p:txBody>
        </p:sp>
        <p:sp>
          <p:nvSpPr>
            <p:cNvPr id="7" name="文本框 6">
              <a:extLst>
                <a:ext uri="{FF2B5EF4-FFF2-40B4-BE49-F238E27FC236}">
                  <a16:creationId xmlns:a16="http://schemas.microsoft.com/office/drawing/2014/main" id="{1E0157A0-301A-46AE-BAB1-A959F89EA68B}"/>
                </a:ext>
              </a:extLst>
            </p:cNvPr>
            <p:cNvSpPr txBox="1"/>
            <p:nvPr/>
          </p:nvSpPr>
          <p:spPr>
            <a:xfrm>
              <a:off x="4517236" y="5321145"/>
              <a:ext cx="402672" cy="359517"/>
            </a:xfrm>
            <a:prstGeom prst="rect">
              <a:avLst/>
            </a:prstGeom>
            <a:noFill/>
          </p:spPr>
          <p:txBody>
            <a:bodyPr wrap="square" lIns="0" tIns="36000" rIns="0" bIns="36000" rtlCol="0" anchor="ctr">
              <a:spAutoFit/>
            </a:bodyPr>
            <a:lstStyle/>
            <a:p>
              <a:pPr algn="ctr"/>
              <a:r>
                <a:rPr lang="en-US" altLang="zh-CN" b="1" dirty="0">
                  <a:solidFill>
                    <a:srgbClr val="002060"/>
                  </a:solidFill>
                </a:rPr>
                <a:t>65</a:t>
              </a:r>
              <a:endParaRPr lang="zh-CN" altLang="en-US" b="1" dirty="0">
                <a:solidFill>
                  <a:srgbClr val="002060"/>
                </a:solidFill>
              </a:endParaRPr>
            </a:p>
          </p:txBody>
        </p:sp>
        <p:sp>
          <p:nvSpPr>
            <p:cNvPr id="8" name="矩形 7">
              <a:extLst>
                <a:ext uri="{FF2B5EF4-FFF2-40B4-BE49-F238E27FC236}">
                  <a16:creationId xmlns:a16="http://schemas.microsoft.com/office/drawing/2014/main" id="{E96E3F2A-81EE-4346-81DC-7237034598B5}"/>
                </a:ext>
              </a:extLst>
            </p:cNvPr>
            <p:cNvSpPr/>
            <p:nvPr/>
          </p:nvSpPr>
          <p:spPr>
            <a:xfrm>
              <a:off x="4517237" y="5700096"/>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C00000"/>
                </a:solidFill>
              </a:endParaRPr>
            </a:p>
          </p:txBody>
        </p:sp>
        <p:cxnSp>
          <p:nvCxnSpPr>
            <p:cNvPr id="88" name="直接箭头连接符 87">
              <a:extLst>
                <a:ext uri="{FF2B5EF4-FFF2-40B4-BE49-F238E27FC236}">
                  <a16:creationId xmlns:a16="http://schemas.microsoft.com/office/drawing/2014/main" id="{B4A9CEE7-4367-4169-9109-97FF40568FFD}"/>
                </a:ext>
              </a:extLst>
            </p:cNvPr>
            <p:cNvCxnSpPr>
              <a:cxnSpLocks/>
            </p:cNvCxnSpPr>
            <p:nvPr/>
          </p:nvCxnSpPr>
          <p:spPr>
            <a:xfrm>
              <a:off x="4820815" y="5890116"/>
              <a:ext cx="346705" cy="0"/>
            </a:xfrm>
            <a:prstGeom prst="straightConnector1">
              <a:avLst/>
            </a:prstGeom>
            <a:ln w="28575">
              <a:solidFill>
                <a:srgbClr val="7030A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80" name="组合 179">
            <a:extLst>
              <a:ext uri="{FF2B5EF4-FFF2-40B4-BE49-F238E27FC236}">
                <a16:creationId xmlns:a16="http://schemas.microsoft.com/office/drawing/2014/main" id="{2B5D4ECA-F495-44B6-B78E-6E78093FBBCF}"/>
              </a:ext>
            </a:extLst>
          </p:cNvPr>
          <p:cNvGrpSpPr/>
          <p:nvPr/>
        </p:nvGrpSpPr>
        <p:grpSpPr>
          <a:xfrm>
            <a:off x="5442256" y="5320087"/>
            <a:ext cx="643330" cy="1074880"/>
            <a:chOff x="5155218" y="4993401"/>
            <a:chExt cx="643330" cy="1074880"/>
          </a:xfrm>
        </p:grpSpPr>
        <p:sp>
          <p:nvSpPr>
            <p:cNvPr id="44" name="文本框 43">
              <a:extLst>
                <a:ext uri="{FF2B5EF4-FFF2-40B4-BE49-F238E27FC236}">
                  <a16:creationId xmlns:a16="http://schemas.microsoft.com/office/drawing/2014/main" id="{99FA202D-6175-4BE2-9529-8FBE55523843}"/>
                </a:ext>
              </a:extLst>
            </p:cNvPr>
            <p:cNvSpPr txBox="1"/>
            <p:nvPr/>
          </p:nvSpPr>
          <p:spPr>
            <a:xfrm>
              <a:off x="5183441" y="4993401"/>
              <a:ext cx="402672" cy="318924"/>
            </a:xfrm>
            <a:prstGeom prst="rect">
              <a:avLst/>
            </a:prstGeom>
            <a:noFill/>
          </p:spPr>
          <p:txBody>
            <a:bodyPr wrap="square" lIns="0" tIns="36000" rIns="0" bIns="36000" rtlCol="0" anchor="ctr">
              <a:spAutoFit/>
            </a:bodyPr>
            <a:lstStyle/>
            <a:p>
              <a:pPr algn="ctr"/>
              <a:r>
                <a:rPr lang="en-US" altLang="zh-CN" sz="1600" b="1" dirty="0">
                  <a:solidFill>
                    <a:srgbClr val="0070C0"/>
                  </a:solidFill>
                </a:rPr>
                <a:t>5</a:t>
              </a:r>
              <a:endParaRPr lang="zh-CN" altLang="en-US" sz="1600" b="1" dirty="0">
                <a:solidFill>
                  <a:srgbClr val="0070C0"/>
                </a:solidFill>
              </a:endParaRPr>
            </a:p>
          </p:txBody>
        </p:sp>
        <p:sp>
          <p:nvSpPr>
            <p:cNvPr id="45" name="矩形 44">
              <a:extLst>
                <a:ext uri="{FF2B5EF4-FFF2-40B4-BE49-F238E27FC236}">
                  <a16:creationId xmlns:a16="http://schemas.microsoft.com/office/drawing/2014/main" id="{912CA64A-A1B3-428C-B121-7634964FFE75}"/>
                </a:ext>
              </a:extLst>
            </p:cNvPr>
            <p:cNvSpPr/>
            <p:nvPr/>
          </p:nvSpPr>
          <p:spPr>
            <a:xfrm>
              <a:off x="5155219" y="5319998"/>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002060"/>
                </a:solidFill>
              </a:endParaRPr>
            </a:p>
          </p:txBody>
        </p:sp>
        <p:sp>
          <p:nvSpPr>
            <p:cNvPr id="46" name="文本框 45">
              <a:extLst>
                <a:ext uri="{FF2B5EF4-FFF2-40B4-BE49-F238E27FC236}">
                  <a16:creationId xmlns:a16="http://schemas.microsoft.com/office/drawing/2014/main" id="{FA02F67D-0266-4049-97A5-3EDDD2B2DBD7}"/>
                </a:ext>
              </a:extLst>
            </p:cNvPr>
            <p:cNvSpPr txBox="1"/>
            <p:nvPr/>
          </p:nvSpPr>
          <p:spPr>
            <a:xfrm>
              <a:off x="5155218" y="5319998"/>
              <a:ext cx="402672" cy="359517"/>
            </a:xfrm>
            <a:prstGeom prst="rect">
              <a:avLst/>
            </a:prstGeom>
            <a:noFill/>
          </p:spPr>
          <p:txBody>
            <a:bodyPr wrap="square" lIns="0" tIns="36000" rIns="0" bIns="36000" rtlCol="0" anchor="ctr">
              <a:spAutoFit/>
            </a:bodyPr>
            <a:lstStyle/>
            <a:p>
              <a:pPr algn="ctr"/>
              <a:r>
                <a:rPr lang="en-US" altLang="zh-CN" b="1" dirty="0">
                  <a:solidFill>
                    <a:srgbClr val="002060"/>
                  </a:solidFill>
                </a:rPr>
                <a:t>76</a:t>
              </a:r>
              <a:endParaRPr lang="zh-CN" altLang="en-US" b="1" dirty="0">
                <a:solidFill>
                  <a:srgbClr val="002060"/>
                </a:solidFill>
              </a:endParaRPr>
            </a:p>
          </p:txBody>
        </p:sp>
        <p:sp>
          <p:nvSpPr>
            <p:cNvPr id="47" name="矩形 46">
              <a:extLst>
                <a:ext uri="{FF2B5EF4-FFF2-40B4-BE49-F238E27FC236}">
                  <a16:creationId xmlns:a16="http://schemas.microsoft.com/office/drawing/2014/main" id="{68CC2F64-D2CB-4BC9-9843-D2BB2B41EE86}"/>
                </a:ext>
              </a:extLst>
            </p:cNvPr>
            <p:cNvSpPr/>
            <p:nvPr/>
          </p:nvSpPr>
          <p:spPr>
            <a:xfrm>
              <a:off x="5155219" y="5698949"/>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C00000"/>
                </a:solidFill>
              </a:endParaRPr>
            </a:p>
          </p:txBody>
        </p:sp>
        <p:cxnSp>
          <p:nvCxnSpPr>
            <p:cNvPr id="90" name="直接箭头连接符 89">
              <a:extLst>
                <a:ext uri="{FF2B5EF4-FFF2-40B4-BE49-F238E27FC236}">
                  <a16:creationId xmlns:a16="http://schemas.microsoft.com/office/drawing/2014/main" id="{C10792B6-F83F-45C8-B8C9-B1EF32BED329}"/>
                </a:ext>
              </a:extLst>
            </p:cNvPr>
            <p:cNvCxnSpPr>
              <a:cxnSpLocks/>
            </p:cNvCxnSpPr>
            <p:nvPr/>
          </p:nvCxnSpPr>
          <p:spPr>
            <a:xfrm>
              <a:off x="5451843" y="5899571"/>
              <a:ext cx="346705" cy="0"/>
            </a:xfrm>
            <a:prstGeom prst="straightConnector1">
              <a:avLst/>
            </a:prstGeom>
            <a:ln w="28575">
              <a:solidFill>
                <a:srgbClr val="7030A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sp>
        <p:nvSpPr>
          <p:cNvPr id="116" name="文本框 115">
            <a:extLst>
              <a:ext uri="{FF2B5EF4-FFF2-40B4-BE49-F238E27FC236}">
                <a16:creationId xmlns:a16="http://schemas.microsoft.com/office/drawing/2014/main" id="{A78165C4-45AB-4116-B3D2-04EAE2AE096F}"/>
              </a:ext>
            </a:extLst>
          </p:cNvPr>
          <p:cNvSpPr txBox="1"/>
          <p:nvPr/>
        </p:nvSpPr>
        <p:spPr>
          <a:xfrm>
            <a:off x="3615768" y="4708077"/>
            <a:ext cx="402672" cy="359517"/>
          </a:xfrm>
          <a:prstGeom prst="rect">
            <a:avLst/>
          </a:prstGeom>
          <a:noFill/>
        </p:spPr>
        <p:txBody>
          <a:bodyPr wrap="square" lIns="0" tIns="36000" rIns="0" bIns="36000" rtlCol="0" anchor="ctr">
            <a:spAutoFit/>
          </a:bodyPr>
          <a:lstStyle/>
          <a:p>
            <a:pPr algn="ctr"/>
            <a:r>
              <a:rPr lang="en-US" altLang="zh-CN" b="1" dirty="0">
                <a:solidFill>
                  <a:srgbClr val="C00000"/>
                </a:solidFill>
              </a:rPr>
              <a:t>7</a:t>
            </a:r>
            <a:endParaRPr lang="zh-CN" altLang="en-US" b="1" dirty="0">
              <a:solidFill>
                <a:srgbClr val="C00000"/>
              </a:solidFill>
            </a:endParaRPr>
          </a:p>
        </p:txBody>
      </p:sp>
      <p:grpSp>
        <p:nvGrpSpPr>
          <p:cNvPr id="168" name="组合 167">
            <a:extLst>
              <a:ext uri="{FF2B5EF4-FFF2-40B4-BE49-F238E27FC236}">
                <a16:creationId xmlns:a16="http://schemas.microsoft.com/office/drawing/2014/main" id="{E5AFE4B9-09B1-4D80-95F5-E72D2099D1F1}"/>
              </a:ext>
            </a:extLst>
          </p:cNvPr>
          <p:cNvGrpSpPr/>
          <p:nvPr/>
        </p:nvGrpSpPr>
        <p:grpSpPr>
          <a:xfrm>
            <a:off x="2019544" y="5352084"/>
            <a:ext cx="3624048" cy="686554"/>
            <a:chOff x="912699" y="3690151"/>
            <a:chExt cx="3624048" cy="686554"/>
          </a:xfrm>
        </p:grpSpPr>
        <p:sp>
          <p:nvSpPr>
            <p:cNvPr id="9" name="矩形 8">
              <a:extLst>
                <a:ext uri="{FF2B5EF4-FFF2-40B4-BE49-F238E27FC236}">
                  <a16:creationId xmlns:a16="http://schemas.microsoft.com/office/drawing/2014/main" id="{8BA8EBB0-558A-4BB4-9710-55098C6CEC99}"/>
                </a:ext>
              </a:extLst>
            </p:cNvPr>
            <p:cNvSpPr/>
            <p:nvPr/>
          </p:nvSpPr>
          <p:spPr>
            <a:xfrm>
              <a:off x="2127443" y="4002647"/>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002060"/>
                </a:solidFill>
              </a:endParaRPr>
            </a:p>
          </p:txBody>
        </p:sp>
        <p:sp>
          <p:nvSpPr>
            <p:cNvPr id="10" name="矩形 9">
              <a:extLst>
                <a:ext uri="{FF2B5EF4-FFF2-40B4-BE49-F238E27FC236}">
                  <a16:creationId xmlns:a16="http://schemas.microsoft.com/office/drawing/2014/main" id="{23A341D6-5C4B-453B-A784-66492E4C64F4}"/>
                </a:ext>
              </a:extLst>
            </p:cNvPr>
            <p:cNvSpPr/>
            <p:nvPr/>
          </p:nvSpPr>
          <p:spPr>
            <a:xfrm>
              <a:off x="2523388" y="4001849"/>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002060"/>
                </a:solidFill>
              </a:endParaRPr>
            </a:p>
          </p:txBody>
        </p:sp>
        <p:sp>
          <p:nvSpPr>
            <p:cNvPr id="11" name="矩形 10">
              <a:extLst>
                <a:ext uri="{FF2B5EF4-FFF2-40B4-BE49-F238E27FC236}">
                  <a16:creationId xmlns:a16="http://schemas.microsoft.com/office/drawing/2014/main" id="{998D5889-A0AF-4819-9327-7CA8ED960F6A}"/>
                </a:ext>
              </a:extLst>
            </p:cNvPr>
            <p:cNvSpPr/>
            <p:nvPr/>
          </p:nvSpPr>
          <p:spPr>
            <a:xfrm>
              <a:off x="2926060" y="4001849"/>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002060"/>
                </a:solidFill>
              </a:endParaRPr>
            </a:p>
          </p:txBody>
        </p:sp>
        <p:sp>
          <p:nvSpPr>
            <p:cNvPr id="12" name="矩形 11">
              <a:extLst>
                <a:ext uri="{FF2B5EF4-FFF2-40B4-BE49-F238E27FC236}">
                  <a16:creationId xmlns:a16="http://schemas.microsoft.com/office/drawing/2014/main" id="{3C9BA47B-51DF-4F6F-8BEA-48BA64F9DFA8}"/>
                </a:ext>
              </a:extLst>
            </p:cNvPr>
            <p:cNvSpPr/>
            <p:nvPr/>
          </p:nvSpPr>
          <p:spPr>
            <a:xfrm>
              <a:off x="3328732" y="4001849"/>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002060"/>
                </a:solidFill>
              </a:endParaRPr>
            </a:p>
          </p:txBody>
        </p:sp>
        <p:sp>
          <p:nvSpPr>
            <p:cNvPr id="13" name="矩形 12">
              <a:extLst>
                <a:ext uri="{FF2B5EF4-FFF2-40B4-BE49-F238E27FC236}">
                  <a16:creationId xmlns:a16="http://schemas.microsoft.com/office/drawing/2014/main" id="{00D59A28-E25F-4C33-9C2D-D0567BE38F84}"/>
                </a:ext>
              </a:extLst>
            </p:cNvPr>
            <p:cNvSpPr/>
            <p:nvPr/>
          </p:nvSpPr>
          <p:spPr>
            <a:xfrm>
              <a:off x="3731404" y="4001849"/>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002060"/>
                </a:solidFill>
              </a:endParaRPr>
            </a:p>
          </p:txBody>
        </p:sp>
        <p:sp>
          <p:nvSpPr>
            <p:cNvPr id="14" name="矩形 13">
              <a:extLst>
                <a:ext uri="{FF2B5EF4-FFF2-40B4-BE49-F238E27FC236}">
                  <a16:creationId xmlns:a16="http://schemas.microsoft.com/office/drawing/2014/main" id="{E6F57942-1A41-4836-A1B6-126D35D3B7FE}"/>
                </a:ext>
              </a:extLst>
            </p:cNvPr>
            <p:cNvSpPr/>
            <p:nvPr/>
          </p:nvSpPr>
          <p:spPr>
            <a:xfrm>
              <a:off x="4134076" y="4001849"/>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002060"/>
                </a:solidFill>
              </a:endParaRPr>
            </a:p>
          </p:txBody>
        </p:sp>
        <p:sp>
          <p:nvSpPr>
            <p:cNvPr id="15" name="文本框 14">
              <a:extLst>
                <a:ext uri="{FF2B5EF4-FFF2-40B4-BE49-F238E27FC236}">
                  <a16:creationId xmlns:a16="http://schemas.microsoft.com/office/drawing/2014/main" id="{32855452-1BC9-4CC6-9E8A-C7760F49D38D}"/>
                </a:ext>
              </a:extLst>
            </p:cNvPr>
            <p:cNvSpPr txBox="1"/>
            <p:nvPr/>
          </p:nvSpPr>
          <p:spPr>
            <a:xfrm>
              <a:off x="4134075" y="4001849"/>
              <a:ext cx="402672" cy="359517"/>
            </a:xfrm>
            <a:prstGeom prst="rect">
              <a:avLst/>
            </a:prstGeom>
            <a:noFill/>
          </p:spPr>
          <p:txBody>
            <a:bodyPr wrap="square" lIns="0" tIns="36000" rIns="0" bIns="36000" rtlCol="0" anchor="ctr">
              <a:spAutoFit/>
            </a:bodyPr>
            <a:lstStyle/>
            <a:p>
              <a:pPr algn="ctr"/>
              <a:r>
                <a:rPr lang="en-US" altLang="zh-CN" b="1" dirty="0">
                  <a:solidFill>
                    <a:srgbClr val="002060"/>
                  </a:solidFill>
                </a:rPr>
                <a:t>97</a:t>
              </a:r>
              <a:endParaRPr lang="zh-CN" altLang="en-US" b="1" dirty="0">
                <a:solidFill>
                  <a:srgbClr val="002060"/>
                </a:solidFill>
              </a:endParaRPr>
            </a:p>
          </p:txBody>
        </p:sp>
        <p:sp>
          <p:nvSpPr>
            <p:cNvPr id="23" name="文本框 22">
              <a:extLst>
                <a:ext uri="{FF2B5EF4-FFF2-40B4-BE49-F238E27FC236}">
                  <a16:creationId xmlns:a16="http://schemas.microsoft.com/office/drawing/2014/main" id="{3B2D982D-9710-4CCE-BB69-D308015FD74E}"/>
                </a:ext>
              </a:extLst>
            </p:cNvPr>
            <p:cNvSpPr txBox="1"/>
            <p:nvPr/>
          </p:nvSpPr>
          <p:spPr>
            <a:xfrm>
              <a:off x="1315371" y="3690152"/>
              <a:ext cx="402672" cy="288147"/>
            </a:xfrm>
            <a:prstGeom prst="rect">
              <a:avLst/>
            </a:prstGeom>
            <a:noFill/>
          </p:spPr>
          <p:txBody>
            <a:bodyPr wrap="square" lIns="0" tIns="36000" rIns="0" bIns="36000" rtlCol="0" anchor="ctr">
              <a:spAutoFit/>
            </a:bodyPr>
            <a:lstStyle/>
            <a:p>
              <a:pPr algn="ctr"/>
              <a:r>
                <a:rPr lang="en-US" altLang="zh-CN" sz="1400" b="1" dirty="0">
                  <a:solidFill>
                    <a:srgbClr val="0070C0"/>
                  </a:solidFill>
                </a:rPr>
                <a:t>1</a:t>
              </a:r>
              <a:endParaRPr lang="zh-CN" altLang="en-US" sz="1400" b="1" dirty="0">
                <a:solidFill>
                  <a:srgbClr val="0070C0"/>
                </a:solidFill>
              </a:endParaRPr>
            </a:p>
          </p:txBody>
        </p:sp>
        <p:sp>
          <p:nvSpPr>
            <p:cNvPr id="24" name="文本框 23">
              <a:extLst>
                <a:ext uri="{FF2B5EF4-FFF2-40B4-BE49-F238E27FC236}">
                  <a16:creationId xmlns:a16="http://schemas.microsoft.com/office/drawing/2014/main" id="{11CC6135-6F55-4231-9E1E-A87DB713AAD9}"/>
                </a:ext>
              </a:extLst>
            </p:cNvPr>
            <p:cNvSpPr txBox="1"/>
            <p:nvPr/>
          </p:nvSpPr>
          <p:spPr>
            <a:xfrm>
              <a:off x="1718043" y="3690152"/>
              <a:ext cx="402672" cy="288147"/>
            </a:xfrm>
            <a:prstGeom prst="rect">
              <a:avLst/>
            </a:prstGeom>
            <a:noFill/>
          </p:spPr>
          <p:txBody>
            <a:bodyPr wrap="square" lIns="0" tIns="36000" rIns="0" bIns="36000" rtlCol="0" anchor="ctr">
              <a:spAutoFit/>
            </a:bodyPr>
            <a:lstStyle/>
            <a:p>
              <a:pPr algn="ctr"/>
              <a:r>
                <a:rPr lang="en-US" altLang="zh-CN" sz="1400" b="1" dirty="0">
                  <a:solidFill>
                    <a:srgbClr val="0070C0"/>
                  </a:solidFill>
                </a:rPr>
                <a:t>2</a:t>
              </a:r>
              <a:endParaRPr lang="zh-CN" altLang="en-US" sz="1400" b="1" dirty="0">
                <a:solidFill>
                  <a:srgbClr val="0070C0"/>
                </a:solidFill>
              </a:endParaRPr>
            </a:p>
          </p:txBody>
        </p:sp>
        <p:sp>
          <p:nvSpPr>
            <p:cNvPr id="25" name="文本框 24">
              <a:extLst>
                <a:ext uri="{FF2B5EF4-FFF2-40B4-BE49-F238E27FC236}">
                  <a16:creationId xmlns:a16="http://schemas.microsoft.com/office/drawing/2014/main" id="{1452EF6D-98FB-4404-8927-9FA758F2CE22}"/>
                </a:ext>
              </a:extLst>
            </p:cNvPr>
            <p:cNvSpPr txBox="1"/>
            <p:nvPr/>
          </p:nvSpPr>
          <p:spPr>
            <a:xfrm>
              <a:off x="2120715" y="3690152"/>
              <a:ext cx="402672" cy="288147"/>
            </a:xfrm>
            <a:prstGeom prst="rect">
              <a:avLst/>
            </a:prstGeom>
            <a:noFill/>
          </p:spPr>
          <p:txBody>
            <a:bodyPr wrap="square" lIns="0" tIns="36000" rIns="0" bIns="36000" rtlCol="0" anchor="ctr">
              <a:spAutoFit/>
            </a:bodyPr>
            <a:lstStyle/>
            <a:p>
              <a:pPr algn="ctr"/>
              <a:r>
                <a:rPr lang="en-US" altLang="zh-CN" sz="1400" b="1" dirty="0">
                  <a:solidFill>
                    <a:srgbClr val="0070C0"/>
                  </a:solidFill>
                </a:rPr>
                <a:t>3</a:t>
              </a:r>
              <a:endParaRPr lang="zh-CN" altLang="en-US" sz="1400" b="1" dirty="0">
                <a:solidFill>
                  <a:srgbClr val="0070C0"/>
                </a:solidFill>
              </a:endParaRPr>
            </a:p>
          </p:txBody>
        </p:sp>
        <p:sp>
          <p:nvSpPr>
            <p:cNvPr id="26" name="文本框 25">
              <a:extLst>
                <a:ext uri="{FF2B5EF4-FFF2-40B4-BE49-F238E27FC236}">
                  <a16:creationId xmlns:a16="http://schemas.microsoft.com/office/drawing/2014/main" id="{E8430C57-2647-4B4F-8D46-19BA9009F2B8}"/>
                </a:ext>
              </a:extLst>
            </p:cNvPr>
            <p:cNvSpPr txBox="1"/>
            <p:nvPr/>
          </p:nvSpPr>
          <p:spPr>
            <a:xfrm>
              <a:off x="2523387" y="3690152"/>
              <a:ext cx="402672" cy="288147"/>
            </a:xfrm>
            <a:prstGeom prst="rect">
              <a:avLst/>
            </a:prstGeom>
            <a:noFill/>
          </p:spPr>
          <p:txBody>
            <a:bodyPr wrap="square" lIns="0" tIns="36000" rIns="0" bIns="36000" rtlCol="0" anchor="ctr">
              <a:spAutoFit/>
            </a:bodyPr>
            <a:lstStyle/>
            <a:p>
              <a:pPr algn="ctr"/>
              <a:r>
                <a:rPr lang="en-US" altLang="zh-CN" sz="1400" b="1" dirty="0">
                  <a:solidFill>
                    <a:srgbClr val="0070C0"/>
                  </a:solidFill>
                </a:rPr>
                <a:t>4</a:t>
              </a:r>
              <a:endParaRPr lang="zh-CN" altLang="en-US" sz="1400" b="1" dirty="0">
                <a:solidFill>
                  <a:srgbClr val="0070C0"/>
                </a:solidFill>
              </a:endParaRPr>
            </a:p>
          </p:txBody>
        </p:sp>
        <p:sp>
          <p:nvSpPr>
            <p:cNvPr id="27" name="文本框 26">
              <a:extLst>
                <a:ext uri="{FF2B5EF4-FFF2-40B4-BE49-F238E27FC236}">
                  <a16:creationId xmlns:a16="http://schemas.microsoft.com/office/drawing/2014/main" id="{7291E8F2-DE75-4FE9-A27D-7912AEFCD15B}"/>
                </a:ext>
              </a:extLst>
            </p:cNvPr>
            <p:cNvSpPr txBox="1"/>
            <p:nvPr/>
          </p:nvSpPr>
          <p:spPr>
            <a:xfrm>
              <a:off x="2926059" y="3690152"/>
              <a:ext cx="402672" cy="288147"/>
            </a:xfrm>
            <a:prstGeom prst="rect">
              <a:avLst/>
            </a:prstGeom>
            <a:noFill/>
          </p:spPr>
          <p:txBody>
            <a:bodyPr wrap="square" lIns="0" tIns="36000" rIns="0" bIns="36000" rtlCol="0" anchor="ctr">
              <a:spAutoFit/>
            </a:bodyPr>
            <a:lstStyle/>
            <a:p>
              <a:pPr algn="ctr"/>
              <a:r>
                <a:rPr lang="en-US" altLang="zh-CN" sz="1400" b="1" dirty="0">
                  <a:solidFill>
                    <a:srgbClr val="0070C0"/>
                  </a:solidFill>
                </a:rPr>
                <a:t>5</a:t>
              </a:r>
              <a:endParaRPr lang="zh-CN" altLang="en-US" sz="1400" b="1" dirty="0">
                <a:solidFill>
                  <a:srgbClr val="0070C0"/>
                </a:solidFill>
              </a:endParaRPr>
            </a:p>
          </p:txBody>
        </p:sp>
        <p:sp>
          <p:nvSpPr>
            <p:cNvPr id="28" name="文本框 27">
              <a:extLst>
                <a:ext uri="{FF2B5EF4-FFF2-40B4-BE49-F238E27FC236}">
                  <a16:creationId xmlns:a16="http://schemas.microsoft.com/office/drawing/2014/main" id="{B00B82E6-322E-4D10-B4DA-DB0657A54804}"/>
                </a:ext>
              </a:extLst>
            </p:cNvPr>
            <p:cNvSpPr txBox="1"/>
            <p:nvPr/>
          </p:nvSpPr>
          <p:spPr>
            <a:xfrm>
              <a:off x="3328731" y="3690152"/>
              <a:ext cx="402672" cy="288147"/>
            </a:xfrm>
            <a:prstGeom prst="rect">
              <a:avLst/>
            </a:prstGeom>
            <a:noFill/>
          </p:spPr>
          <p:txBody>
            <a:bodyPr wrap="square" lIns="0" tIns="36000" rIns="0" bIns="36000" rtlCol="0" anchor="ctr">
              <a:spAutoFit/>
            </a:bodyPr>
            <a:lstStyle/>
            <a:p>
              <a:pPr algn="ctr"/>
              <a:r>
                <a:rPr lang="en-US" altLang="zh-CN" sz="1400" b="1" dirty="0">
                  <a:solidFill>
                    <a:srgbClr val="0070C0"/>
                  </a:solidFill>
                </a:rPr>
                <a:t>6</a:t>
              </a:r>
              <a:endParaRPr lang="zh-CN" altLang="en-US" sz="1400" b="1" dirty="0">
                <a:solidFill>
                  <a:srgbClr val="0070C0"/>
                </a:solidFill>
              </a:endParaRPr>
            </a:p>
          </p:txBody>
        </p:sp>
        <p:sp>
          <p:nvSpPr>
            <p:cNvPr id="29" name="文本框 28">
              <a:extLst>
                <a:ext uri="{FF2B5EF4-FFF2-40B4-BE49-F238E27FC236}">
                  <a16:creationId xmlns:a16="http://schemas.microsoft.com/office/drawing/2014/main" id="{EE8CDB5C-4DAA-4C7D-92BF-AEAD04772DCC}"/>
                </a:ext>
              </a:extLst>
            </p:cNvPr>
            <p:cNvSpPr txBox="1"/>
            <p:nvPr/>
          </p:nvSpPr>
          <p:spPr>
            <a:xfrm>
              <a:off x="3731403" y="3690152"/>
              <a:ext cx="402672" cy="288147"/>
            </a:xfrm>
            <a:prstGeom prst="rect">
              <a:avLst/>
            </a:prstGeom>
            <a:noFill/>
          </p:spPr>
          <p:txBody>
            <a:bodyPr wrap="square" lIns="0" tIns="36000" rIns="0" bIns="36000" rtlCol="0" anchor="ctr">
              <a:spAutoFit/>
            </a:bodyPr>
            <a:lstStyle/>
            <a:p>
              <a:pPr algn="ctr"/>
              <a:r>
                <a:rPr lang="en-US" altLang="zh-CN" sz="1400" b="1" dirty="0">
                  <a:solidFill>
                    <a:srgbClr val="0070C0"/>
                  </a:solidFill>
                </a:rPr>
                <a:t>7</a:t>
              </a:r>
              <a:endParaRPr lang="zh-CN" altLang="en-US" sz="1400" b="1" dirty="0">
                <a:solidFill>
                  <a:srgbClr val="0070C0"/>
                </a:solidFill>
              </a:endParaRPr>
            </a:p>
          </p:txBody>
        </p:sp>
        <p:sp>
          <p:nvSpPr>
            <p:cNvPr id="30" name="文本框 29">
              <a:extLst>
                <a:ext uri="{FF2B5EF4-FFF2-40B4-BE49-F238E27FC236}">
                  <a16:creationId xmlns:a16="http://schemas.microsoft.com/office/drawing/2014/main" id="{EEF3F2A4-FC3B-4791-9982-1823963F5C79}"/>
                </a:ext>
              </a:extLst>
            </p:cNvPr>
            <p:cNvSpPr txBox="1"/>
            <p:nvPr/>
          </p:nvSpPr>
          <p:spPr>
            <a:xfrm>
              <a:off x="4134075" y="3690152"/>
              <a:ext cx="402672" cy="288147"/>
            </a:xfrm>
            <a:prstGeom prst="rect">
              <a:avLst/>
            </a:prstGeom>
            <a:noFill/>
          </p:spPr>
          <p:txBody>
            <a:bodyPr wrap="square" lIns="0" tIns="36000" rIns="0" bIns="36000" rtlCol="0" anchor="ctr">
              <a:spAutoFit/>
            </a:bodyPr>
            <a:lstStyle/>
            <a:p>
              <a:pPr algn="ctr"/>
              <a:r>
                <a:rPr lang="en-US" altLang="zh-CN" sz="1400" b="1" dirty="0">
                  <a:solidFill>
                    <a:srgbClr val="0070C0"/>
                  </a:solidFill>
                </a:rPr>
                <a:t>8</a:t>
              </a:r>
              <a:endParaRPr lang="zh-CN" altLang="en-US" sz="1400" b="1" dirty="0">
                <a:solidFill>
                  <a:srgbClr val="0070C0"/>
                </a:solidFill>
              </a:endParaRPr>
            </a:p>
          </p:txBody>
        </p:sp>
        <p:sp>
          <p:nvSpPr>
            <p:cNvPr id="31" name="文本框 30">
              <a:extLst>
                <a:ext uri="{FF2B5EF4-FFF2-40B4-BE49-F238E27FC236}">
                  <a16:creationId xmlns:a16="http://schemas.microsoft.com/office/drawing/2014/main" id="{BE04C50C-2B0E-4050-B6F8-6DBD2D3602A0}"/>
                </a:ext>
              </a:extLst>
            </p:cNvPr>
            <p:cNvSpPr txBox="1"/>
            <p:nvPr/>
          </p:nvSpPr>
          <p:spPr>
            <a:xfrm>
              <a:off x="912699" y="3690151"/>
              <a:ext cx="402672" cy="288147"/>
            </a:xfrm>
            <a:prstGeom prst="rect">
              <a:avLst/>
            </a:prstGeom>
            <a:noFill/>
          </p:spPr>
          <p:txBody>
            <a:bodyPr wrap="square" lIns="0" tIns="36000" rIns="0" bIns="36000" rtlCol="0" anchor="ctr">
              <a:spAutoFit/>
            </a:bodyPr>
            <a:lstStyle/>
            <a:p>
              <a:pPr algn="ctr"/>
              <a:r>
                <a:rPr lang="en-US" altLang="zh-CN" sz="1400" b="1" dirty="0">
                  <a:solidFill>
                    <a:srgbClr val="0070C0"/>
                  </a:solidFill>
                </a:rPr>
                <a:t>0</a:t>
              </a:r>
              <a:endParaRPr lang="zh-CN" altLang="en-US" sz="1400" b="1" dirty="0">
                <a:solidFill>
                  <a:srgbClr val="0070C0"/>
                </a:solidFill>
              </a:endParaRPr>
            </a:p>
          </p:txBody>
        </p:sp>
        <p:sp>
          <p:nvSpPr>
            <p:cNvPr id="69" name="矩形 68">
              <a:extLst>
                <a:ext uri="{FF2B5EF4-FFF2-40B4-BE49-F238E27FC236}">
                  <a16:creationId xmlns:a16="http://schemas.microsoft.com/office/drawing/2014/main" id="{9AC03D02-F286-4B52-BAB4-BEA3F7629BD5}"/>
                </a:ext>
              </a:extLst>
            </p:cNvPr>
            <p:cNvSpPr/>
            <p:nvPr/>
          </p:nvSpPr>
          <p:spPr>
            <a:xfrm>
              <a:off x="1320837" y="4004672"/>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002060"/>
                </a:solidFill>
              </a:endParaRPr>
            </a:p>
          </p:txBody>
        </p:sp>
        <p:sp>
          <p:nvSpPr>
            <p:cNvPr id="70" name="矩形 69">
              <a:extLst>
                <a:ext uri="{FF2B5EF4-FFF2-40B4-BE49-F238E27FC236}">
                  <a16:creationId xmlns:a16="http://schemas.microsoft.com/office/drawing/2014/main" id="{161272B0-874E-4395-A50D-EF3A2DF593CD}"/>
                </a:ext>
              </a:extLst>
            </p:cNvPr>
            <p:cNvSpPr/>
            <p:nvPr/>
          </p:nvSpPr>
          <p:spPr>
            <a:xfrm>
              <a:off x="1723509" y="4004672"/>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002060"/>
                </a:solidFill>
              </a:endParaRPr>
            </a:p>
          </p:txBody>
        </p:sp>
        <p:sp>
          <p:nvSpPr>
            <p:cNvPr id="71" name="矩形 70">
              <a:extLst>
                <a:ext uri="{FF2B5EF4-FFF2-40B4-BE49-F238E27FC236}">
                  <a16:creationId xmlns:a16="http://schemas.microsoft.com/office/drawing/2014/main" id="{C5E0CD8D-DCF3-4F30-BCA9-00B78172DABA}"/>
                </a:ext>
              </a:extLst>
            </p:cNvPr>
            <p:cNvSpPr/>
            <p:nvPr/>
          </p:nvSpPr>
          <p:spPr>
            <a:xfrm>
              <a:off x="918165" y="4004672"/>
              <a:ext cx="402671" cy="369332"/>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002060"/>
                </a:solidFill>
              </a:endParaRPr>
            </a:p>
          </p:txBody>
        </p:sp>
        <p:sp>
          <p:nvSpPr>
            <p:cNvPr id="105" name="文本框 104">
              <a:extLst>
                <a:ext uri="{FF2B5EF4-FFF2-40B4-BE49-F238E27FC236}">
                  <a16:creationId xmlns:a16="http://schemas.microsoft.com/office/drawing/2014/main" id="{196BAD82-44AE-4234-A77D-EA6700313836}"/>
                </a:ext>
              </a:extLst>
            </p:cNvPr>
            <p:cNvSpPr txBox="1"/>
            <p:nvPr/>
          </p:nvSpPr>
          <p:spPr>
            <a:xfrm>
              <a:off x="1320156" y="4011464"/>
              <a:ext cx="402672" cy="359517"/>
            </a:xfrm>
            <a:prstGeom prst="rect">
              <a:avLst/>
            </a:prstGeom>
            <a:noFill/>
          </p:spPr>
          <p:txBody>
            <a:bodyPr wrap="square" lIns="0" tIns="36000" rIns="0" bIns="36000" rtlCol="0" anchor="ctr">
              <a:spAutoFit/>
            </a:bodyPr>
            <a:lstStyle/>
            <a:p>
              <a:pPr algn="ctr"/>
              <a:r>
                <a:rPr lang="en-US" altLang="zh-CN" b="1" dirty="0">
                  <a:solidFill>
                    <a:srgbClr val="002060"/>
                  </a:solidFill>
                </a:rPr>
                <a:t>13</a:t>
              </a:r>
              <a:endParaRPr lang="zh-CN" altLang="en-US" b="1" dirty="0">
                <a:solidFill>
                  <a:srgbClr val="002060"/>
                </a:solidFill>
              </a:endParaRPr>
            </a:p>
          </p:txBody>
        </p:sp>
        <p:sp>
          <p:nvSpPr>
            <p:cNvPr id="106" name="文本框 105">
              <a:extLst>
                <a:ext uri="{FF2B5EF4-FFF2-40B4-BE49-F238E27FC236}">
                  <a16:creationId xmlns:a16="http://schemas.microsoft.com/office/drawing/2014/main" id="{F71FE71F-A610-4CE6-8D9D-D63FBAD2CA47}"/>
                </a:ext>
              </a:extLst>
            </p:cNvPr>
            <p:cNvSpPr txBox="1"/>
            <p:nvPr/>
          </p:nvSpPr>
          <p:spPr>
            <a:xfrm>
              <a:off x="3330961" y="4012030"/>
              <a:ext cx="402672" cy="359517"/>
            </a:xfrm>
            <a:prstGeom prst="rect">
              <a:avLst/>
            </a:prstGeom>
            <a:noFill/>
          </p:spPr>
          <p:txBody>
            <a:bodyPr wrap="square" lIns="0" tIns="36000" rIns="0" bIns="36000" rtlCol="0" anchor="ctr">
              <a:spAutoFit/>
            </a:bodyPr>
            <a:lstStyle/>
            <a:p>
              <a:pPr algn="ctr"/>
              <a:r>
                <a:rPr lang="en-US" altLang="zh-CN" b="1" dirty="0">
                  <a:solidFill>
                    <a:srgbClr val="002060"/>
                  </a:solidFill>
                </a:rPr>
                <a:t>65</a:t>
              </a:r>
              <a:endParaRPr lang="zh-CN" altLang="en-US" b="1" dirty="0">
                <a:solidFill>
                  <a:srgbClr val="002060"/>
                </a:solidFill>
              </a:endParaRPr>
            </a:p>
          </p:txBody>
        </p:sp>
        <p:sp>
          <p:nvSpPr>
            <p:cNvPr id="108" name="文本框 107">
              <a:extLst>
                <a:ext uri="{FF2B5EF4-FFF2-40B4-BE49-F238E27FC236}">
                  <a16:creationId xmlns:a16="http://schemas.microsoft.com/office/drawing/2014/main" id="{E9257C93-28DE-4F18-8D77-F6E125738BEB}"/>
                </a:ext>
              </a:extLst>
            </p:cNvPr>
            <p:cNvSpPr txBox="1"/>
            <p:nvPr/>
          </p:nvSpPr>
          <p:spPr>
            <a:xfrm>
              <a:off x="3746238" y="4008471"/>
              <a:ext cx="402672" cy="359517"/>
            </a:xfrm>
            <a:prstGeom prst="rect">
              <a:avLst/>
            </a:prstGeom>
            <a:noFill/>
          </p:spPr>
          <p:txBody>
            <a:bodyPr wrap="square" lIns="0" tIns="36000" rIns="0" bIns="36000" rtlCol="0" anchor="ctr">
              <a:spAutoFit/>
            </a:bodyPr>
            <a:lstStyle/>
            <a:p>
              <a:pPr algn="ctr"/>
              <a:r>
                <a:rPr lang="en-US" altLang="zh-CN" b="1" dirty="0">
                  <a:solidFill>
                    <a:srgbClr val="002060"/>
                  </a:solidFill>
                </a:rPr>
                <a:t>76</a:t>
              </a:r>
              <a:endParaRPr lang="zh-CN" altLang="en-US" b="1" dirty="0">
                <a:solidFill>
                  <a:srgbClr val="002060"/>
                </a:solidFill>
              </a:endParaRPr>
            </a:p>
          </p:txBody>
        </p:sp>
        <p:sp>
          <p:nvSpPr>
            <p:cNvPr id="110" name="文本框 109">
              <a:extLst>
                <a:ext uri="{FF2B5EF4-FFF2-40B4-BE49-F238E27FC236}">
                  <a16:creationId xmlns:a16="http://schemas.microsoft.com/office/drawing/2014/main" id="{3DE2DB7A-68FA-428F-B803-5DA831AEEDBB}"/>
                </a:ext>
              </a:extLst>
            </p:cNvPr>
            <p:cNvSpPr txBox="1"/>
            <p:nvPr/>
          </p:nvSpPr>
          <p:spPr>
            <a:xfrm>
              <a:off x="2120715" y="4007636"/>
              <a:ext cx="402672" cy="359517"/>
            </a:xfrm>
            <a:prstGeom prst="rect">
              <a:avLst/>
            </a:prstGeom>
            <a:noFill/>
          </p:spPr>
          <p:txBody>
            <a:bodyPr wrap="square" lIns="0" tIns="36000" rIns="0" bIns="36000" rtlCol="0" anchor="ctr">
              <a:spAutoFit/>
            </a:bodyPr>
            <a:lstStyle/>
            <a:p>
              <a:pPr algn="ctr"/>
              <a:r>
                <a:rPr lang="en-US" altLang="zh-CN" b="1" dirty="0">
                  <a:solidFill>
                    <a:srgbClr val="002060"/>
                  </a:solidFill>
                </a:rPr>
                <a:t>38</a:t>
              </a:r>
              <a:endParaRPr lang="zh-CN" altLang="en-US" b="1" dirty="0">
                <a:solidFill>
                  <a:srgbClr val="002060"/>
                </a:solidFill>
              </a:endParaRPr>
            </a:p>
          </p:txBody>
        </p:sp>
        <p:sp>
          <p:nvSpPr>
            <p:cNvPr id="113" name="文本框 112">
              <a:extLst>
                <a:ext uri="{FF2B5EF4-FFF2-40B4-BE49-F238E27FC236}">
                  <a16:creationId xmlns:a16="http://schemas.microsoft.com/office/drawing/2014/main" id="{76F68BB9-9032-4CE0-892A-D7891B76999E}"/>
                </a:ext>
              </a:extLst>
            </p:cNvPr>
            <p:cNvSpPr txBox="1"/>
            <p:nvPr/>
          </p:nvSpPr>
          <p:spPr>
            <a:xfrm>
              <a:off x="2926059" y="4013423"/>
              <a:ext cx="402672" cy="359517"/>
            </a:xfrm>
            <a:prstGeom prst="rect">
              <a:avLst/>
            </a:prstGeom>
            <a:noFill/>
          </p:spPr>
          <p:txBody>
            <a:bodyPr wrap="square" lIns="0" tIns="36000" rIns="0" bIns="36000" rtlCol="0" anchor="ctr">
              <a:spAutoFit/>
            </a:bodyPr>
            <a:lstStyle/>
            <a:p>
              <a:pPr algn="ctr"/>
              <a:r>
                <a:rPr lang="en-US" altLang="zh-CN" b="1" u="sng" dirty="0">
                  <a:solidFill>
                    <a:srgbClr val="002060"/>
                  </a:solidFill>
                </a:rPr>
                <a:t>49</a:t>
              </a:r>
              <a:endParaRPr lang="zh-CN" altLang="en-US" b="1" u="sng" dirty="0">
                <a:solidFill>
                  <a:srgbClr val="002060"/>
                </a:solidFill>
              </a:endParaRPr>
            </a:p>
          </p:txBody>
        </p:sp>
        <p:sp>
          <p:nvSpPr>
            <p:cNvPr id="115" name="文本框 114">
              <a:extLst>
                <a:ext uri="{FF2B5EF4-FFF2-40B4-BE49-F238E27FC236}">
                  <a16:creationId xmlns:a16="http://schemas.microsoft.com/office/drawing/2014/main" id="{68E54BD5-A67F-46BE-8225-83E1C0222675}"/>
                </a:ext>
              </a:extLst>
            </p:cNvPr>
            <p:cNvSpPr txBox="1"/>
            <p:nvPr/>
          </p:nvSpPr>
          <p:spPr>
            <a:xfrm>
              <a:off x="2523387" y="4013423"/>
              <a:ext cx="402672" cy="359517"/>
            </a:xfrm>
            <a:prstGeom prst="rect">
              <a:avLst/>
            </a:prstGeom>
            <a:noFill/>
          </p:spPr>
          <p:txBody>
            <a:bodyPr wrap="square" lIns="0" tIns="36000" rIns="0" bIns="36000" rtlCol="0" anchor="ctr">
              <a:spAutoFit/>
            </a:bodyPr>
            <a:lstStyle/>
            <a:p>
              <a:pPr algn="ctr"/>
              <a:r>
                <a:rPr lang="en-US" altLang="zh-CN" b="1" dirty="0">
                  <a:solidFill>
                    <a:srgbClr val="002060"/>
                  </a:solidFill>
                </a:rPr>
                <a:t>49</a:t>
              </a:r>
              <a:endParaRPr lang="zh-CN" altLang="en-US" b="1" dirty="0">
                <a:solidFill>
                  <a:srgbClr val="002060"/>
                </a:solidFill>
              </a:endParaRPr>
            </a:p>
          </p:txBody>
        </p:sp>
        <p:sp>
          <p:nvSpPr>
            <p:cNvPr id="117" name="文本框 116">
              <a:extLst>
                <a:ext uri="{FF2B5EF4-FFF2-40B4-BE49-F238E27FC236}">
                  <a16:creationId xmlns:a16="http://schemas.microsoft.com/office/drawing/2014/main" id="{C4C2E5FF-17BE-4247-B603-4FD10D68229C}"/>
                </a:ext>
              </a:extLst>
            </p:cNvPr>
            <p:cNvSpPr txBox="1"/>
            <p:nvPr/>
          </p:nvSpPr>
          <p:spPr>
            <a:xfrm>
              <a:off x="1737206" y="4017188"/>
              <a:ext cx="402672" cy="359517"/>
            </a:xfrm>
            <a:prstGeom prst="rect">
              <a:avLst/>
            </a:prstGeom>
            <a:noFill/>
          </p:spPr>
          <p:txBody>
            <a:bodyPr wrap="square" lIns="0" tIns="36000" rIns="0" bIns="36000" rtlCol="0" anchor="ctr">
              <a:spAutoFit/>
            </a:bodyPr>
            <a:lstStyle/>
            <a:p>
              <a:pPr algn="ctr"/>
              <a:r>
                <a:rPr lang="en-US" altLang="zh-CN" b="1" dirty="0">
                  <a:solidFill>
                    <a:srgbClr val="002060"/>
                  </a:solidFill>
                </a:rPr>
                <a:t>27</a:t>
              </a:r>
              <a:endParaRPr lang="zh-CN" altLang="en-US" b="1" dirty="0">
                <a:solidFill>
                  <a:srgbClr val="002060"/>
                </a:solidFill>
              </a:endParaRPr>
            </a:p>
          </p:txBody>
        </p:sp>
      </p:grpSp>
      <p:sp>
        <p:nvSpPr>
          <p:cNvPr id="118" name="文本框 117">
            <a:extLst>
              <a:ext uri="{FF2B5EF4-FFF2-40B4-BE49-F238E27FC236}">
                <a16:creationId xmlns:a16="http://schemas.microsoft.com/office/drawing/2014/main" id="{7BF57045-0B9F-4DE8-B451-10BF252FE625}"/>
              </a:ext>
            </a:extLst>
          </p:cNvPr>
          <p:cNvSpPr txBox="1"/>
          <p:nvPr/>
        </p:nvSpPr>
        <p:spPr>
          <a:xfrm>
            <a:off x="4018983" y="4701530"/>
            <a:ext cx="402672" cy="359517"/>
          </a:xfrm>
          <a:prstGeom prst="rect">
            <a:avLst/>
          </a:prstGeom>
          <a:noFill/>
        </p:spPr>
        <p:txBody>
          <a:bodyPr wrap="square" lIns="0" tIns="36000" rIns="0" bIns="36000" rtlCol="0" anchor="ctr">
            <a:spAutoFit/>
          </a:bodyPr>
          <a:lstStyle/>
          <a:p>
            <a:pPr algn="ctr"/>
            <a:r>
              <a:rPr lang="en-US" altLang="zh-CN" b="1" dirty="0">
                <a:solidFill>
                  <a:srgbClr val="C00000"/>
                </a:solidFill>
              </a:rPr>
              <a:t>2</a:t>
            </a:r>
            <a:endParaRPr lang="zh-CN" altLang="en-US" b="1" dirty="0">
              <a:solidFill>
                <a:srgbClr val="C00000"/>
              </a:solidFill>
            </a:endParaRPr>
          </a:p>
        </p:txBody>
      </p:sp>
      <p:sp>
        <p:nvSpPr>
          <p:cNvPr id="159" name="文本框 158">
            <a:extLst>
              <a:ext uri="{FF2B5EF4-FFF2-40B4-BE49-F238E27FC236}">
                <a16:creationId xmlns:a16="http://schemas.microsoft.com/office/drawing/2014/main" id="{5654576E-610E-4F77-8396-1174B6C1014E}"/>
              </a:ext>
            </a:extLst>
          </p:cNvPr>
          <p:cNvSpPr txBox="1"/>
          <p:nvPr/>
        </p:nvSpPr>
        <p:spPr>
          <a:xfrm>
            <a:off x="507339" y="3994597"/>
            <a:ext cx="358737" cy="1200329"/>
          </a:xfrm>
          <a:prstGeom prst="rect">
            <a:avLst/>
          </a:prstGeom>
          <a:noFill/>
        </p:spPr>
        <p:txBody>
          <a:bodyPr wrap="square" rtlCol="0">
            <a:spAutoFit/>
          </a:bodyPr>
          <a:lstStyle/>
          <a:p>
            <a:r>
              <a:rPr lang="zh-CN" altLang="en-US" dirty="0"/>
              <a:t>静态链表</a:t>
            </a:r>
          </a:p>
        </p:txBody>
      </p:sp>
      <p:sp>
        <p:nvSpPr>
          <p:cNvPr id="160" name="文本框 159">
            <a:extLst>
              <a:ext uri="{FF2B5EF4-FFF2-40B4-BE49-F238E27FC236}">
                <a16:creationId xmlns:a16="http://schemas.microsoft.com/office/drawing/2014/main" id="{FEEA7670-A0BC-4E6D-B6AE-4CE400826343}"/>
              </a:ext>
            </a:extLst>
          </p:cNvPr>
          <p:cNvSpPr txBox="1"/>
          <p:nvPr/>
        </p:nvSpPr>
        <p:spPr>
          <a:xfrm>
            <a:off x="456218" y="5324675"/>
            <a:ext cx="358737" cy="1200329"/>
          </a:xfrm>
          <a:prstGeom prst="rect">
            <a:avLst/>
          </a:prstGeom>
          <a:noFill/>
        </p:spPr>
        <p:txBody>
          <a:bodyPr wrap="square" rtlCol="0">
            <a:spAutoFit/>
          </a:bodyPr>
          <a:lstStyle/>
          <a:p>
            <a:r>
              <a:rPr lang="zh-CN" altLang="en-US" dirty="0"/>
              <a:t>有序链表</a:t>
            </a:r>
          </a:p>
        </p:txBody>
      </p:sp>
      <p:sp>
        <p:nvSpPr>
          <p:cNvPr id="163" name="文本框 162">
            <a:extLst>
              <a:ext uri="{FF2B5EF4-FFF2-40B4-BE49-F238E27FC236}">
                <a16:creationId xmlns:a16="http://schemas.microsoft.com/office/drawing/2014/main" id="{30BBE784-3B21-48DD-B8BA-3909286FCEB1}"/>
              </a:ext>
            </a:extLst>
          </p:cNvPr>
          <p:cNvSpPr txBox="1"/>
          <p:nvPr/>
        </p:nvSpPr>
        <p:spPr>
          <a:xfrm>
            <a:off x="812019" y="4016837"/>
            <a:ext cx="358737" cy="923330"/>
          </a:xfrm>
          <a:prstGeom prst="rect">
            <a:avLst/>
          </a:prstGeom>
          <a:noFill/>
        </p:spPr>
        <p:txBody>
          <a:bodyPr wrap="square" rtlCol="0">
            <a:spAutoFit/>
          </a:bodyPr>
          <a:lstStyle/>
          <a:p>
            <a:r>
              <a:rPr lang="zh-CN" altLang="en-US" dirty="0"/>
              <a:t>顺序表</a:t>
            </a:r>
          </a:p>
        </p:txBody>
      </p:sp>
      <p:sp>
        <p:nvSpPr>
          <p:cNvPr id="164" name="文本框 163">
            <a:extLst>
              <a:ext uri="{FF2B5EF4-FFF2-40B4-BE49-F238E27FC236}">
                <a16:creationId xmlns:a16="http://schemas.microsoft.com/office/drawing/2014/main" id="{6C8C2765-F967-47F3-918D-EFABB54FF018}"/>
              </a:ext>
            </a:extLst>
          </p:cNvPr>
          <p:cNvSpPr txBox="1"/>
          <p:nvPr/>
        </p:nvSpPr>
        <p:spPr>
          <a:xfrm>
            <a:off x="1674585" y="4743177"/>
            <a:ext cx="269368" cy="276999"/>
          </a:xfrm>
          <a:prstGeom prst="rect">
            <a:avLst/>
          </a:prstGeom>
          <a:noFill/>
        </p:spPr>
        <p:txBody>
          <a:bodyPr wrap="square" lIns="0" tIns="0" rIns="0" bIns="0" rtlCol="0" anchor="ctr">
            <a:spAutoFit/>
          </a:bodyPr>
          <a:lstStyle/>
          <a:p>
            <a:pPr algn="ctr"/>
            <a:r>
              <a:rPr lang="en-US" altLang="zh-CN" b="1" dirty="0">
                <a:solidFill>
                  <a:srgbClr val="C00000"/>
                </a:solidFill>
              </a:rPr>
              <a:t>8</a:t>
            </a:r>
            <a:endParaRPr lang="zh-CN" altLang="en-US" b="1" dirty="0">
              <a:solidFill>
                <a:srgbClr val="C00000"/>
              </a:solidFill>
            </a:endParaRPr>
          </a:p>
        </p:txBody>
      </p:sp>
      <p:sp>
        <p:nvSpPr>
          <p:cNvPr id="165" name="文本框 164">
            <a:extLst>
              <a:ext uri="{FF2B5EF4-FFF2-40B4-BE49-F238E27FC236}">
                <a16:creationId xmlns:a16="http://schemas.microsoft.com/office/drawing/2014/main" id="{0FDD573F-D0EB-4F77-88E6-5198C7A35E66}"/>
              </a:ext>
            </a:extLst>
          </p:cNvPr>
          <p:cNvSpPr txBox="1"/>
          <p:nvPr/>
        </p:nvSpPr>
        <p:spPr>
          <a:xfrm>
            <a:off x="1256376" y="4745512"/>
            <a:ext cx="294862" cy="276999"/>
          </a:xfrm>
          <a:prstGeom prst="rect">
            <a:avLst/>
          </a:prstGeom>
          <a:noFill/>
        </p:spPr>
        <p:txBody>
          <a:bodyPr wrap="square" lIns="0" tIns="0" rIns="0" bIns="0" rtlCol="0" anchor="ctr">
            <a:spAutoFit/>
          </a:bodyPr>
          <a:lstStyle/>
          <a:p>
            <a:pPr algn="ctr"/>
            <a:r>
              <a:rPr lang="en-US" altLang="zh-CN" b="1" dirty="0">
                <a:solidFill>
                  <a:srgbClr val="C00000"/>
                </a:solidFill>
              </a:rPr>
              <a:t>6</a:t>
            </a:r>
            <a:endParaRPr lang="zh-CN" altLang="en-US" b="1" dirty="0">
              <a:solidFill>
                <a:srgbClr val="C00000"/>
              </a:solidFill>
            </a:endParaRPr>
          </a:p>
        </p:txBody>
      </p:sp>
      <p:sp>
        <p:nvSpPr>
          <p:cNvPr id="166" name="文本框 165">
            <a:extLst>
              <a:ext uri="{FF2B5EF4-FFF2-40B4-BE49-F238E27FC236}">
                <a16:creationId xmlns:a16="http://schemas.microsoft.com/office/drawing/2014/main" id="{D1267F03-D0DE-4187-A329-542E6E7ABA86}"/>
              </a:ext>
            </a:extLst>
          </p:cNvPr>
          <p:cNvSpPr txBox="1"/>
          <p:nvPr/>
        </p:nvSpPr>
        <p:spPr>
          <a:xfrm>
            <a:off x="2459966" y="4749628"/>
            <a:ext cx="294862" cy="276999"/>
          </a:xfrm>
          <a:prstGeom prst="rect">
            <a:avLst/>
          </a:prstGeom>
          <a:noFill/>
        </p:spPr>
        <p:txBody>
          <a:bodyPr wrap="square" lIns="0" tIns="0" rIns="0" bIns="0" rtlCol="0" anchor="ctr">
            <a:spAutoFit/>
          </a:bodyPr>
          <a:lstStyle/>
          <a:p>
            <a:pPr algn="ctr"/>
            <a:r>
              <a:rPr lang="en-US" altLang="zh-CN" b="1" dirty="0">
                <a:solidFill>
                  <a:srgbClr val="C00000"/>
                </a:solidFill>
              </a:rPr>
              <a:t>5</a:t>
            </a:r>
            <a:endParaRPr lang="zh-CN" altLang="en-US" b="1" dirty="0">
              <a:solidFill>
                <a:srgbClr val="C00000"/>
              </a:solidFill>
            </a:endParaRPr>
          </a:p>
        </p:txBody>
      </p:sp>
      <p:sp>
        <p:nvSpPr>
          <p:cNvPr id="167" name="文本框 166">
            <a:extLst>
              <a:ext uri="{FF2B5EF4-FFF2-40B4-BE49-F238E27FC236}">
                <a16:creationId xmlns:a16="http://schemas.microsoft.com/office/drawing/2014/main" id="{CF13143B-937D-4C5B-97ED-2C22327601A2}"/>
              </a:ext>
            </a:extLst>
          </p:cNvPr>
          <p:cNvSpPr txBox="1"/>
          <p:nvPr/>
        </p:nvSpPr>
        <p:spPr>
          <a:xfrm>
            <a:off x="3268019" y="4748638"/>
            <a:ext cx="294862" cy="276999"/>
          </a:xfrm>
          <a:prstGeom prst="rect">
            <a:avLst/>
          </a:prstGeom>
          <a:noFill/>
        </p:spPr>
        <p:txBody>
          <a:bodyPr wrap="square" lIns="0" tIns="0" rIns="0" bIns="0" rtlCol="0" anchor="ctr">
            <a:spAutoFit/>
          </a:bodyPr>
          <a:lstStyle/>
          <a:p>
            <a:pPr algn="ctr"/>
            <a:r>
              <a:rPr lang="en-US" altLang="zh-CN" b="1" dirty="0">
                <a:solidFill>
                  <a:srgbClr val="C00000"/>
                </a:solidFill>
              </a:rPr>
              <a:t>4</a:t>
            </a:r>
            <a:endParaRPr lang="zh-CN" altLang="en-US" b="1" dirty="0">
              <a:solidFill>
                <a:srgbClr val="C00000"/>
              </a:solidFill>
            </a:endParaRPr>
          </a:p>
        </p:txBody>
      </p:sp>
      <p:grpSp>
        <p:nvGrpSpPr>
          <p:cNvPr id="182" name="组合 181">
            <a:extLst>
              <a:ext uri="{FF2B5EF4-FFF2-40B4-BE49-F238E27FC236}">
                <a16:creationId xmlns:a16="http://schemas.microsoft.com/office/drawing/2014/main" id="{6001A92B-9BDA-4C4D-8637-D43DAFA942EB}"/>
              </a:ext>
            </a:extLst>
          </p:cNvPr>
          <p:cNvGrpSpPr/>
          <p:nvPr/>
        </p:nvGrpSpPr>
        <p:grpSpPr>
          <a:xfrm>
            <a:off x="507339" y="3605019"/>
            <a:ext cx="877163" cy="726047"/>
            <a:chOff x="220301" y="3278333"/>
            <a:chExt cx="877163" cy="726047"/>
          </a:xfrm>
        </p:grpSpPr>
        <p:sp>
          <p:nvSpPr>
            <p:cNvPr id="170" name="文本框 169">
              <a:extLst>
                <a:ext uri="{FF2B5EF4-FFF2-40B4-BE49-F238E27FC236}">
                  <a16:creationId xmlns:a16="http://schemas.microsoft.com/office/drawing/2014/main" id="{20CF2A2C-54B7-495A-BE36-ADC0299EE03E}"/>
                </a:ext>
              </a:extLst>
            </p:cNvPr>
            <p:cNvSpPr txBox="1"/>
            <p:nvPr/>
          </p:nvSpPr>
          <p:spPr>
            <a:xfrm>
              <a:off x="220301" y="3278333"/>
              <a:ext cx="877163" cy="369332"/>
            </a:xfrm>
            <a:prstGeom prst="rect">
              <a:avLst/>
            </a:prstGeom>
            <a:noFill/>
          </p:spPr>
          <p:txBody>
            <a:bodyPr wrap="none" rtlCol="0">
              <a:spAutoFit/>
            </a:bodyPr>
            <a:lstStyle/>
            <a:p>
              <a:r>
                <a:rPr lang="zh-CN" altLang="en-US" b="1" dirty="0">
                  <a:solidFill>
                    <a:srgbClr val="FF0000"/>
                  </a:solidFill>
                </a:rPr>
                <a:t>头结点</a:t>
              </a:r>
            </a:p>
          </p:txBody>
        </p:sp>
        <p:cxnSp>
          <p:nvCxnSpPr>
            <p:cNvPr id="172" name="直接连接符 171">
              <a:extLst>
                <a:ext uri="{FF2B5EF4-FFF2-40B4-BE49-F238E27FC236}">
                  <a16:creationId xmlns:a16="http://schemas.microsoft.com/office/drawing/2014/main" id="{729F9D11-B7DF-4549-898E-918D81C5F672}"/>
                </a:ext>
              </a:extLst>
            </p:cNvPr>
            <p:cNvCxnSpPr>
              <a:cxnSpLocks/>
            </p:cNvCxnSpPr>
            <p:nvPr/>
          </p:nvCxnSpPr>
          <p:spPr>
            <a:xfrm>
              <a:off x="794709" y="3568638"/>
              <a:ext cx="301471" cy="435742"/>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184" name="文本框 183">
            <a:extLst>
              <a:ext uri="{FF2B5EF4-FFF2-40B4-BE49-F238E27FC236}">
                <a16:creationId xmlns:a16="http://schemas.microsoft.com/office/drawing/2014/main" id="{C970E20F-21CC-4D7D-AC9B-D49BB17D2857}"/>
              </a:ext>
            </a:extLst>
          </p:cNvPr>
          <p:cNvSpPr txBox="1"/>
          <p:nvPr/>
        </p:nvSpPr>
        <p:spPr>
          <a:xfrm>
            <a:off x="939614" y="1079229"/>
            <a:ext cx="7464965" cy="2393027"/>
          </a:xfrm>
          <a:prstGeom prst="rect">
            <a:avLst/>
          </a:prstGeom>
          <a:solidFill>
            <a:schemeClr val="bg2"/>
          </a:solidFill>
          <a:ln>
            <a:solidFill>
              <a:schemeClr val="accent3">
                <a:lumMod val="50000"/>
              </a:schemeClr>
            </a:solidFill>
          </a:ln>
        </p:spPr>
        <p:txBody>
          <a:bodyPr wrap="square">
            <a:spAutoFit/>
          </a:bodyPr>
          <a:lstStyle/>
          <a:p>
            <a:pPr>
              <a:lnSpc>
                <a:spcPct val="120000"/>
              </a:lnSpc>
            </a:pPr>
            <a:r>
              <a:rPr lang="zh-CN" altLang="en-US" b="1" dirty="0">
                <a:solidFill>
                  <a:srgbClr val="C00000"/>
                </a:solidFill>
                <a:effectLst>
                  <a:outerShdw blurRad="38100" dist="38100" dir="2700000" algn="tl">
                    <a:srgbClr val="000000">
                      <a:alpha val="43137"/>
                    </a:srgbClr>
                  </a:outerShdw>
                </a:effectLst>
                <a:latin typeface="Calibri" panose="020F0502020204030204" pitchFamily="34" charset="0"/>
                <a:ea typeface="宋体" panose="02010600030101010101" pitchFamily="2" charset="-122"/>
                <a:cs typeface="宋体" panose="02010600030101010101" pitchFamily="2" charset="-122"/>
              </a:rPr>
              <a:t>问题</a:t>
            </a:r>
            <a:r>
              <a:rPr lang="zh-CN" altLang="en-US" b="1" dirty="0">
                <a:effectLst/>
                <a:latin typeface="Calibri" panose="020F0502020204030204" pitchFamily="34" charset="0"/>
                <a:ea typeface="宋体" panose="02010600030101010101" pitchFamily="2" charset="-122"/>
                <a:cs typeface="宋体" panose="02010600030101010101" pitchFamily="2" charset="-122"/>
              </a:rPr>
              <a:t>：如何将直接</a:t>
            </a:r>
            <a:r>
              <a:rPr lang="zh-CN" altLang="zh-CN" b="1" dirty="0">
                <a:effectLst/>
                <a:latin typeface="Calibri" panose="020F0502020204030204" pitchFamily="34" charset="0"/>
                <a:ea typeface="宋体" panose="02010600030101010101" pitchFamily="2" charset="-122"/>
                <a:cs typeface="宋体" panose="02010600030101010101" pitchFamily="2" charset="-122"/>
              </a:rPr>
              <a:t>插入排序中</a:t>
            </a:r>
            <a:r>
              <a:rPr lang="zh-CN" altLang="en-US" b="1" dirty="0">
                <a:effectLst/>
                <a:latin typeface="Calibri" panose="020F0502020204030204" pitchFamily="34" charset="0"/>
                <a:ea typeface="宋体" panose="02010600030101010101" pitchFamily="2" charset="-122"/>
                <a:cs typeface="宋体" panose="02010600030101010101" pitchFamily="2" charset="-122"/>
              </a:rPr>
              <a:t>的</a:t>
            </a:r>
            <a:r>
              <a:rPr lang="zh-CN" altLang="zh-CN" b="1" dirty="0">
                <a:latin typeface="Calibri" panose="020F0502020204030204" pitchFamily="34" charset="0"/>
                <a:ea typeface="宋体" panose="02010600030101010101" pitchFamily="2" charset="-122"/>
                <a:cs typeface="宋体" panose="02010600030101010101" pitchFamily="2" charset="-122"/>
              </a:rPr>
              <a:t>记录移动</a:t>
            </a:r>
            <a:r>
              <a:rPr lang="zh-CN" altLang="en-US" b="1" dirty="0">
                <a:latin typeface="Calibri" panose="020F0502020204030204" pitchFamily="34" charset="0"/>
                <a:ea typeface="宋体" panose="02010600030101010101" pitchFamily="2" charset="-122"/>
                <a:cs typeface="宋体" panose="02010600030101010101" pitchFamily="2" charset="-122"/>
              </a:rPr>
              <a:t>次数从</a:t>
            </a:r>
            <a:r>
              <a:rPr lang="en-US" altLang="zh-CN" b="1" i="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O</a:t>
            </a:r>
            <a:r>
              <a:rPr lang="en-US" altLang="zh-CN"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b="1" i="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n</a:t>
            </a:r>
            <a:r>
              <a:rPr lang="en-US" altLang="zh-CN" b="1" baseline="300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2</a:t>
            </a:r>
            <a:r>
              <a:rPr lang="en-US" altLang="zh-CN"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b="1" dirty="0">
                <a:latin typeface="Calibri" panose="020F0502020204030204" pitchFamily="34" charset="0"/>
                <a:ea typeface="宋体" panose="02010600030101010101" pitchFamily="2" charset="-122"/>
                <a:cs typeface="宋体" panose="02010600030101010101" pitchFamily="2" charset="-122"/>
              </a:rPr>
              <a:t>降到</a:t>
            </a:r>
            <a:r>
              <a:rPr lang="en-US" altLang="zh-CN" b="1" i="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O</a:t>
            </a:r>
            <a:r>
              <a:rPr lang="en-US" altLang="zh-CN"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b="1" i="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n</a:t>
            </a:r>
            <a:r>
              <a:rPr lang="en-US" altLang="zh-CN"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b="1" dirty="0">
                <a:latin typeface="Calibri" panose="020F0502020204030204" pitchFamily="34" charset="0"/>
                <a:ea typeface="宋体" panose="02010600030101010101" pitchFamily="2" charset="-122"/>
                <a:cs typeface="宋体" panose="02010600030101010101" pitchFamily="2" charset="-122"/>
              </a:rPr>
              <a:t>的级别？</a:t>
            </a:r>
            <a:endParaRPr lang="en-US" altLang="zh-CN" b="1" dirty="0">
              <a:latin typeface="Calibri" panose="020F0502020204030204" pitchFamily="34" charset="0"/>
              <a:ea typeface="宋体" panose="02010600030101010101" pitchFamily="2" charset="-122"/>
              <a:cs typeface="宋体" panose="02010600030101010101" pitchFamily="2" charset="-122"/>
            </a:endParaRPr>
          </a:p>
          <a:p>
            <a:pPr>
              <a:lnSpc>
                <a:spcPct val="120000"/>
              </a:lnSpc>
            </a:pPr>
            <a:r>
              <a:rPr lang="en-US" altLang="zh-CN" b="1" dirty="0">
                <a:latin typeface="Calibri" panose="020F0502020204030204" pitchFamily="34" charset="0"/>
                <a:ea typeface="宋体" panose="02010600030101010101" pitchFamily="2" charset="-122"/>
                <a:cs typeface="宋体" panose="02010600030101010101" pitchFamily="2" charset="-122"/>
              </a:rPr>
              <a:t>         —— </a:t>
            </a:r>
            <a:r>
              <a:rPr lang="zh-CN" altLang="zh-CN" b="1" dirty="0">
                <a:effectLst/>
                <a:latin typeface="Calibri" panose="020F0502020204030204" pitchFamily="34" charset="0"/>
                <a:ea typeface="宋体" panose="02010600030101010101" pitchFamily="2" charset="-122"/>
                <a:cs typeface="宋体" panose="02010600030101010101" pitchFamily="2" charset="-122"/>
              </a:rPr>
              <a:t>存储结构</a:t>
            </a:r>
            <a:r>
              <a:rPr lang="zh-CN" altLang="en-US" b="1" dirty="0">
                <a:effectLst/>
                <a:latin typeface="Calibri" panose="020F0502020204030204" pitchFamily="34" charset="0"/>
                <a:ea typeface="宋体" panose="02010600030101010101" pitchFamily="2" charset="-122"/>
                <a:cs typeface="宋体" panose="02010600030101010101" pitchFamily="2" charset="-122"/>
              </a:rPr>
              <a:t>采用</a:t>
            </a:r>
            <a:r>
              <a:rPr lang="zh-CN" altLang="zh-CN" b="1" dirty="0">
                <a:solidFill>
                  <a:srgbClr val="C00000"/>
                </a:solidFill>
                <a:latin typeface="等线" panose="02010600030101010101" pitchFamily="2" charset="-122"/>
                <a:ea typeface="等线" panose="02010600030101010101" pitchFamily="2" charset="-122"/>
                <a:cs typeface="宋体" panose="02010600030101010101" pitchFamily="2" charset="-122"/>
              </a:rPr>
              <a:t>链表</a:t>
            </a:r>
            <a:r>
              <a:rPr lang="zh-CN" altLang="zh-CN" b="1" dirty="0">
                <a:latin typeface="Calibri" panose="020F0502020204030204" pitchFamily="34" charset="0"/>
                <a:ea typeface="宋体" panose="02010600030101010101" pitchFamily="2" charset="-122"/>
                <a:cs typeface="宋体" panose="02010600030101010101" pitchFamily="2" charset="-122"/>
              </a:rPr>
              <a:t>，</a:t>
            </a:r>
            <a:r>
              <a:rPr lang="zh-CN" altLang="en-US" b="1" dirty="0">
                <a:effectLst/>
                <a:latin typeface="Calibri" panose="020F0502020204030204" pitchFamily="34" charset="0"/>
                <a:ea typeface="宋体" panose="02010600030101010101" pitchFamily="2" charset="-122"/>
                <a:cs typeface="宋体" panose="02010600030101010101" pitchFamily="2" charset="-122"/>
              </a:rPr>
              <a:t>而不是</a:t>
            </a:r>
            <a:r>
              <a:rPr lang="zh-CN" altLang="zh-CN" b="1" dirty="0">
                <a:solidFill>
                  <a:srgbClr val="C00000"/>
                </a:solidFill>
                <a:effectLst/>
                <a:latin typeface="等线" panose="02010600030101010101" pitchFamily="2" charset="-122"/>
                <a:ea typeface="等线" panose="02010600030101010101" pitchFamily="2" charset="-122"/>
                <a:cs typeface="宋体" panose="02010600030101010101" pitchFamily="2" charset="-122"/>
              </a:rPr>
              <a:t>顺序表</a:t>
            </a:r>
            <a:r>
              <a:rPr lang="zh-CN" altLang="zh-CN" b="1" dirty="0">
                <a:effectLst/>
                <a:latin typeface="Calibri" panose="020F0502020204030204" pitchFamily="34" charset="0"/>
                <a:ea typeface="宋体" panose="02010600030101010101" pitchFamily="2" charset="-122"/>
                <a:cs typeface="宋体" panose="02010600030101010101" pitchFamily="2" charset="-122"/>
              </a:rPr>
              <a:t>。</a:t>
            </a:r>
            <a:endParaRPr lang="en-US" altLang="zh-CN" b="1" dirty="0">
              <a:effectLst/>
              <a:latin typeface="Calibri" panose="020F0502020204030204" pitchFamily="34" charset="0"/>
              <a:ea typeface="宋体" panose="02010600030101010101" pitchFamily="2" charset="-122"/>
              <a:cs typeface="宋体" panose="02010600030101010101" pitchFamily="2" charset="-122"/>
            </a:endParaRPr>
          </a:p>
          <a:p>
            <a:pPr>
              <a:lnSpc>
                <a:spcPct val="120000"/>
              </a:lnSpc>
            </a:pPr>
            <a:r>
              <a:rPr lang="zh-CN" altLang="zh-CN" b="1" dirty="0">
                <a:effectLst/>
                <a:latin typeface="Calibri" panose="020F0502020204030204" pitchFamily="34" charset="0"/>
                <a:ea typeface="宋体" panose="02010600030101010101" pitchFamily="2" charset="-122"/>
                <a:cs typeface="宋体" panose="02010600030101010101" pitchFamily="2" charset="-122"/>
              </a:rPr>
              <a:t>但是，排序是为了得到</a:t>
            </a:r>
            <a:r>
              <a:rPr lang="zh-CN" altLang="en-US" b="1" dirty="0">
                <a:effectLst/>
                <a:latin typeface="Calibri" panose="020F0502020204030204" pitchFamily="34" charset="0"/>
                <a:ea typeface="宋体" panose="02010600030101010101" pitchFamily="2" charset="-122"/>
                <a:cs typeface="宋体" panose="02010600030101010101" pitchFamily="2" charset="-122"/>
              </a:rPr>
              <a:t>记录的</a:t>
            </a:r>
            <a:r>
              <a:rPr lang="zh-CN" altLang="zh-CN" b="1" dirty="0">
                <a:effectLst/>
                <a:latin typeface="Calibri" panose="020F0502020204030204" pitchFamily="34" charset="0"/>
                <a:ea typeface="宋体" panose="02010600030101010101" pitchFamily="2" charset="-122"/>
                <a:cs typeface="宋体" panose="02010600030101010101" pitchFamily="2" charset="-122"/>
              </a:rPr>
              <a:t>有序序列，便</a:t>
            </a:r>
            <a:r>
              <a:rPr lang="zh-CN" altLang="en-US" b="1" dirty="0">
                <a:effectLst/>
                <a:latin typeface="Calibri" panose="020F0502020204030204" pitchFamily="34" charset="0"/>
                <a:ea typeface="宋体" panose="02010600030101010101" pitchFamily="2" charset="-122"/>
                <a:cs typeface="宋体" panose="02010600030101010101" pitchFamily="2" charset="-122"/>
              </a:rPr>
              <a:t>于</a:t>
            </a:r>
            <a:r>
              <a:rPr lang="zh-CN" altLang="zh-CN" b="1" dirty="0">
                <a:effectLst/>
                <a:latin typeface="Calibri" panose="020F0502020204030204" pitchFamily="34" charset="0"/>
                <a:ea typeface="宋体" panose="02010600030101010101" pitchFamily="2" charset="-122"/>
                <a:cs typeface="宋体" panose="02010600030101010101" pitchFamily="2" charset="-122"/>
              </a:rPr>
              <a:t>进行</a:t>
            </a:r>
            <a:r>
              <a:rPr lang="zh-CN" altLang="en-US" b="1" dirty="0">
                <a:effectLst/>
                <a:latin typeface="Calibri" panose="020F0502020204030204" pitchFamily="34" charset="0"/>
                <a:ea typeface="宋体" panose="02010600030101010101" pitchFamily="2" charset="-122"/>
                <a:cs typeface="宋体" panose="02010600030101010101" pitchFamily="2" charset="-122"/>
              </a:rPr>
              <a:t>频繁的</a:t>
            </a:r>
            <a:r>
              <a:rPr lang="zh-CN" altLang="zh-CN" b="1" dirty="0">
                <a:solidFill>
                  <a:srgbClr val="C00000"/>
                </a:solidFill>
                <a:effectLst/>
                <a:latin typeface="等线" panose="02010600030101010101" pitchFamily="2" charset="-122"/>
                <a:ea typeface="等线" panose="02010600030101010101" pitchFamily="2" charset="-122"/>
                <a:cs typeface="宋体" panose="02010600030101010101" pitchFamily="2" charset="-122"/>
              </a:rPr>
              <a:t>折半查找</a:t>
            </a:r>
            <a:r>
              <a:rPr lang="zh-CN" altLang="zh-CN" b="1" dirty="0">
                <a:effectLst/>
                <a:latin typeface="Calibri" panose="020F0502020204030204" pitchFamily="34" charset="0"/>
                <a:ea typeface="宋体" panose="02010600030101010101" pitchFamily="2" charset="-122"/>
                <a:cs typeface="宋体" panose="02010600030101010101" pitchFamily="2" charset="-122"/>
              </a:rPr>
              <a:t>。</a:t>
            </a:r>
            <a:endParaRPr lang="en-US" altLang="zh-CN" b="1" dirty="0">
              <a:effectLst/>
              <a:latin typeface="Calibri" panose="020F0502020204030204" pitchFamily="34" charset="0"/>
              <a:ea typeface="宋体" panose="02010600030101010101" pitchFamily="2" charset="-122"/>
              <a:cs typeface="宋体" panose="02010600030101010101" pitchFamily="2" charset="-122"/>
            </a:endParaRPr>
          </a:p>
          <a:p>
            <a:pPr>
              <a:lnSpc>
                <a:spcPct val="120000"/>
              </a:lnSpc>
            </a:pPr>
            <a:r>
              <a:rPr lang="zh-CN" altLang="en-US" b="1" dirty="0">
                <a:solidFill>
                  <a:srgbClr val="C00000"/>
                </a:solidFill>
                <a:effectLst>
                  <a:outerShdw blurRad="38100" dist="38100" dir="2700000" algn="tl">
                    <a:srgbClr val="000000">
                      <a:alpha val="43137"/>
                    </a:srgbClr>
                  </a:outerShdw>
                </a:effectLst>
                <a:latin typeface="Calibri" panose="020F0502020204030204" pitchFamily="34" charset="0"/>
                <a:ea typeface="宋体" panose="02010600030101010101" pitchFamily="2" charset="-122"/>
                <a:cs typeface="宋体" panose="02010600030101010101" pitchFamily="2" charset="-122"/>
              </a:rPr>
              <a:t>办法</a:t>
            </a:r>
            <a:r>
              <a:rPr lang="zh-CN" altLang="en-US" b="1" dirty="0">
                <a:effectLst/>
                <a:latin typeface="Calibri" panose="020F0502020204030204" pitchFamily="34" charset="0"/>
                <a:ea typeface="宋体" panose="02010600030101010101" pitchFamily="2" charset="-122"/>
                <a:cs typeface="宋体" panose="02010600030101010101" pitchFamily="2" charset="-122"/>
              </a:rPr>
              <a:t>：</a:t>
            </a:r>
            <a:r>
              <a:rPr lang="zh-CN" altLang="zh-CN" b="1" dirty="0">
                <a:effectLst/>
                <a:latin typeface="Calibri" panose="020F0502020204030204" pitchFamily="34" charset="0"/>
                <a:ea typeface="宋体" panose="02010600030101010101" pitchFamily="2" charset="-122"/>
                <a:cs typeface="宋体" panose="02010600030101010101" pitchFamily="2" charset="-122"/>
              </a:rPr>
              <a:t>不</a:t>
            </a:r>
            <a:r>
              <a:rPr lang="zh-CN" altLang="en-US" b="1" dirty="0">
                <a:effectLst/>
                <a:latin typeface="Calibri" panose="020F0502020204030204" pitchFamily="34" charset="0"/>
                <a:ea typeface="宋体" panose="02010600030101010101" pitchFamily="2" charset="-122"/>
                <a:cs typeface="宋体" panose="02010600030101010101" pitchFamily="2" charset="-122"/>
              </a:rPr>
              <a:t>用</a:t>
            </a:r>
            <a:r>
              <a:rPr lang="zh-CN" altLang="zh-CN" b="1" dirty="0">
                <a:effectLst/>
                <a:latin typeface="Calibri" panose="020F0502020204030204" pitchFamily="34" charset="0"/>
                <a:ea typeface="宋体" panose="02010600030101010101" pitchFamily="2" charset="-122"/>
                <a:cs typeface="宋体" panose="02010600030101010101" pitchFamily="2" charset="-122"/>
              </a:rPr>
              <a:t>动态链表，而</a:t>
            </a:r>
            <a:r>
              <a:rPr lang="zh-CN" altLang="en-US" b="1" dirty="0">
                <a:effectLst/>
                <a:latin typeface="Calibri" panose="020F0502020204030204" pitchFamily="34" charset="0"/>
                <a:ea typeface="宋体" panose="02010600030101010101" pitchFamily="2" charset="-122"/>
                <a:cs typeface="宋体" panose="02010600030101010101" pitchFamily="2" charset="-122"/>
              </a:rPr>
              <a:t>用</a:t>
            </a:r>
            <a:r>
              <a:rPr lang="zh-CN" altLang="zh-CN" b="1" dirty="0">
                <a:solidFill>
                  <a:srgbClr val="C00000"/>
                </a:solidFill>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宋体" panose="02010600030101010101" pitchFamily="2" charset="-122"/>
              </a:rPr>
              <a:t>静态链表</a:t>
            </a:r>
            <a:r>
              <a:rPr lang="zh-CN" altLang="zh-CN" b="1" dirty="0">
                <a:effectLst/>
                <a:latin typeface="Calibri" panose="020F0502020204030204" pitchFamily="34" charset="0"/>
                <a:ea typeface="宋体" panose="02010600030101010101" pitchFamily="2" charset="-122"/>
                <a:cs typeface="宋体" panose="02010600030101010101" pitchFamily="2" charset="-122"/>
              </a:rPr>
              <a:t>。</a:t>
            </a:r>
            <a:br>
              <a:rPr lang="en-US" altLang="zh-CN" b="1" dirty="0">
                <a:effectLst/>
                <a:latin typeface="Calibri" panose="020F0502020204030204" pitchFamily="34" charset="0"/>
                <a:ea typeface="??"/>
                <a:cs typeface="Calibri" panose="020F0502020204030204" pitchFamily="34" charset="0"/>
              </a:rPr>
            </a:br>
            <a:r>
              <a:rPr lang="zh-CN" altLang="zh-CN" b="1" dirty="0">
                <a:solidFill>
                  <a:srgbClr val="C00000"/>
                </a:solidFill>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宋体" panose="02010600030101010101" pitchFamily="2" charset="-122"/>
              </a:rPr>
              <a:t>静态链表</a:t>
            </a:r>
            <a:r>
              <a:rPr lang="zh-CN" altLang="en-US" b="1" dirty="0">
                <a:effectLst/>
                <a:latin typeface="Calibri" panose="020F0502020204030204" pitchFamily="34" charset="0"/>
                <a:ea typeface="宋体" panose="02010600030101010101" pitchFamily="2" charset="-122"/>
                <a:cs typeface="宋体" panose="02010600030101010101" pitchFamily="2" charset="-122"/>
              </a:rPr>
              <a:t>：</a:t>
            </a:r>
            <a:r>
              <a:rPr lang="zh-CN" altLang="zh-CN" b="1" dirty="0">
                <a:effectLst/>
                <a:latin typeface="Calibri" panose="020F0502020204030204" pitchFamily="34" charset="0"/>
                <a:ea typeface="宋体" panose="02010600030101010101" pitchFamily="2" charset="-122"/>
                <a:cs typeface="宋体" panose="02010600030101010101" pitchFamily="2" charset="-122"/>
              </a:rPr>
              <a:t>由存储记录的顺序表和附加的指针数组构成。</a:t>
            </a:r>
            <a:endParaRPr lang="zh-CN" altLang="zh-CN" b="1" dirty="0">
              <a:effectLst/>
              <a:latin typeface="Calibri" panose="020F0502020204030204" pitchFamily="34" charset="0"/>
              <a:ea typeface="??"/>
              <a:cs typeface="Calibri" panose="020F0502020204030204" pitchFamily="34" charset="0"/>
            </a:endParaRPr>
          </a:p>
          <a:p>
            <a:pPr>
              <a:lnSpc>
                <a:spcPct val="120000"/>
              </a:lnSpc>
            </a:pPr>
            <a:r>
              <a:rPr lang="zh-CN" altLang="en-US" b="1" dirty="0">
                <a:effectLst/>
                <a:ea typeface="宋体" panose="02010600030101010101" pitchFamily="2" charset="-122"/>
                <a:cs typeface="宋体" panose="02010600030101010101" pitchFamily="2" charset="-122"/>
              </a:rPr>
              <a:t>                  所谓</a:t>
            </a:r>
            <a:r>
              <a:rPr lang="zh-CN" altLang="zh-CN" b="1" dirty="0">
                <a:effectLst/>
                <a:ea typeface="宋体" panose="02010600030101010101" pitchFamily="2" charset="-122"/>
                <a:cs typeface="宋体" panose="02010600030101010101" pitchFamily="2" charset="-122"/>
              </a:rPr>
              <a:t>指针，</a:t>
            </a:r>
            <a:r>
              <a:rPr lang="zh-CN" altLang="en-US" b="1" dirty="0">
                <a:effectLst/>
                <a:ea typeface="宋体" panose="02010600030101010101" pitchFamily="2" charset="-122"/>
                <a:cs typeface="宋体" panose="02010600030101010101" pitchFamily="2" charset="-122"/>
              </a:rPr>
              <a:t>就</a:t>
            </a:r>
            <a:r>
              <a:rPr lang="zh-CN" altLang="zh-CN" b="1" dirty="0">
                <a:effectLst/>
                <a:ea typeface="宋体" panose="02010600030101010101" pitchFamily="2" charset="-122"/>
                <a:cs typeface="宋体" panose="02010600030101010101" pitchFamily="2" charset="-122"/>
              </a:rPr>
              <a:t>是数组</a:t>
            </a:r>
            <a:r>
              <a:rPr lang="zh-CN" altLang="en-US" b="1" dirty="0">
                <a:effectLst/>
                <a:ea typeface="宋体" panose="02010600030101010101" pitchFamily="2" charset="-122"/>
                <a:cs typeface="宋体" panose="02010600030101010101" pitchFamily="2" charset="-122"/>
              </a:rPr>
              <a:t>单元</a:t>
            </a:r>
            <a:r>
              <a:rPr lang="zh-CN" altLang="zh-CN" b="1" dirty="0">
                <a:effectLst/>
                <a:ea typeface="宋体" panose="02010600030101010101" pitchFamily="2" charset="-122"/>
                <a:cs typeface="宋体" panose="02010600030101010101" pitchFamily="2" charset="-122"/>
              </a:rPr>
              <a:t>的下标，是一个整数值。</a:t>
            </a:r>
            <a:endParaRPr lang="en-US" altLang="zh-CN" b="1" dirty="0">
              <a:effectLst/>
              <a:ea typeface="宋体" panose="02010600030101010101" pitchFamily="2" charset="-122"/>
              <a:cs typeface="宋体" panose="02010600030101010101" pitchFamily="2" charset="-122"/>
            </a:endParaRPr>
          </a:p>
          <a:p>
            <a:pPr>
              <a:lnSpc>
                <a:spcPct val="120000"/>
              </a:lnSpc>
            </a:pPr>
            <a:r>
              <a:rPr lang="zh-CN" altLang="zh-CN" b="1" dirty="0">
                <a:effectLst/>
                <a:ea typeface="宋体" panose="02010600030101010101" pitchFamily="2" charset="-122"/>
                <a:cs typeface="宋体" panose="02010600030101010101" pitchFamily="2" charset="-122"/>
              </a:rPr>
              <a:t>利用这个附加的指针数组来进行插入排序的方法，就称为</a:t>
            </a:r>
            <a:r>
              <a:rPr lang="zh-CN" altLang="zh-CN" b="1" dirty="0">
                <a:solidFill>
                  <a:srgbClr val="C00000"/>
                </a:solidFill>
                <a:effectLst/>
                <a:ea typeface="黑体" panose="02010609060101010101" pitchFamily="49" charset="-122"/>
                <a:cs typeface="宋体" panose="02010600030101010101" pitchFamily="2" charset="-122"/>
              </a:rPr>
              <a:t>表插入排序</a:t>
            </a:r>
            <a:r>
              <a:rPr lang="zh-CN" altLang="zh-CN" b="1" dirty="0">
                <a:effectLst/>
                <a:ea typeface="宋体" panose="02010600030101010101" pitchFamily="2" charset="-122"/>
                <a:cs typeface="宋体" panose="02010600030101010101" pitchFamily="2" charset="-122"/>
              </a:rPr>
              <a:t>。</a:t>
            </a:r>
            <a:endParaRPr lang="zh-CN" altLang="en-US" b="1" dirty="0"/>
          </a:p>
        </p:txBody>
      </p:sp>
      <p:grpSp>
        <p:nvGrpSpPr>
          <p:cNvPr id="185" name="组合 184">
            <a:extLst>
              <a:ext uri="{FF2B5EF4-FFF2-40B4-BE49-F238E27FC236}">
                <a16:creationId xmlns:a16="http://schemas.microsoft.com/office/drawing/2014/main" id="{8A58F8E2-3343-4CA2-B4CF-F69C9CA6815F}"/>
              </a:ext>
            </a:extLst>
          </p:cNvPr>
          <p:cNvGrpSpPr/>
          <p:nvPr/>
        </p:nvGrpSpPr>
        <p:grpSpPr>
          <a:xfrm>
            <a:off x="4992424" y="4380900"/>
            <a:ext cx="2045236" cy="369332"/>
            <a:chOff x="-255275" y="3278333"/>
            <a:chExt cx="2045236" cy="369332"/>
          </a:xfrm>
        </p:grpSpPr>
        <p:sp>
          <p:nvSpPr>
            <p:cNvPr id="186" name="文本框 185">
              <a:extLst>
                <a:ext uri="{FF2B5EF4-FFF2-40B4-BE49-F238E27FC236}">
                  <a16:creationId xmlns:a16="http://schemas.microsoft.com/office/drawing/2014/main" id="{75BDF764-575F-4827-9549-18794B1AF43B}"/>
                </a:ext>
              </a:extLst>
            </p:cNvPr>
            <p:cNvSpPr txBox="1"/>
            <p:nvPr/>
          </p:nvSpPr>
          <p:spPr>
            <a:xfrm>
              <a:off x="220301" y="3278333"/>
              <a:ext cx="1569660" cy="369332"/>
            </a:xfrm>
            <a:prstGeom prst="rect">
              <a:avLst/>
            </a:prstGeom>
            <a:noFill/>
          </p:spPr>
          <p:txBody>
            <a:bodyPr wrap="none" rtlCol="0">
              <a:spAutoFit/>
            </a:bodyPr>
            <a:lstStyle/>
            <a:p>
              <a:r>
                <a:rPr lang="zh-CN" altLang="en-US" b="1" dirty="0">
                  <a:solidFill>
                    <a:srgbClr val="FF0000"/>
                  </a:solidFill>
                </a:rPr>
                <a:t>有序静态链表</a:t>
              </a:r>
            </a:p>
          </p:txBody>
        </p:sp>
        <p:cxnSp>
          <p:nvCxnSpPr>
            <p:cNvPr id="187" name="直接连接符 186">
              <a:extLst>
                <a:ext uri="{FF2B5EF4-FFF2-40B4-BE49-F238E27FC236}">
                  <a16:creationId xmlns:a16="http://schemas.microsoft.com/office/drawing/2014/main" id="{6244337C-16EF-4181-9BB2-AB19264C8216}"/>
                </a:ext>
              </a:extLst>
            </p:cNvPr>
            <p:cNvCxnSpPr>
              <a:cxnSpLocks/>
              <a:stCxn id="186" idx="1"/>
            </p:cNvCxnSpPr>
            <p:nvPr/>
          </p:nvCxnSpPr>
          <p:spPr>
            <a:xfrm flipH="1">
              <a:off x="-255275" y="3462999"/>
              <a:ext cx="475576" cy="17761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190" name="文本框 189">
            <a:extLst>
              <a:ext uri="{FF2B5EF4-FFF2-40B4-BE49-F238E27FC236}">
                <a16:creationId xmlns:a16="http://schemas.microsoft.com/office/drawing/2014/main" id="{87144BB3-5197-4CBE-94C4-BBB2F2CDCDB7}"/>
              </a:ext>
            </a:extLst>
          </p:cNvPr>
          <p:cNvSpPr txBox="1"/>
          <p:nvPr/>
        </p:nvSpPr>
        <p:spPr>
          <a:xfrm>
            <a:off x="7267077" y="4174963"/>
            <a:ext cx="4593063" cy="1068113"/>
          </a:xfrm>
          <a:prstGeom prst="rect">
            <a:avLst/>
          </a:prstGeom>
          <a:solidFill>
            <a:schemeClr val="bg2"/>
          </a:solidFill>
          <a:ln>
            <a:solidFill>
              <a:schemeClr val="accent3">
                <a:lumMod val="50000"/>
              </a:schemeClr>
            </a:solidFill>
          </a:ln>
        </p:spPr>
        <p:txBody>
          <a:bodyPr wrap="square">
            <a:spAutoFit/>
          </a:bodyPr>
          <a:lstStyle/>
          <a:p>
            <a:pPr>
              <a:lnSpc>
                <a:spcPct val="120000"/>
              </a:lnSpc>
            </a:pPr>
            <a:r>
              <a:rPr lang="zh-CN" altLang="en-US" b="1" dirty="0">
                <a:solidFill>
                  <a:srgbClr val="C00000"/>
                </a:solidFill>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宋体" panose="02010600030101010101" pitchFamily="2" charset="-122"/>
              </a:rPr>
              <a:t>表插入排序</a:t>
            </a:r>
            <a:r>
              <a:rPr lang="zh-CN" altLang="en-US" b="1" dirty="0">
                <a:latin typeface="Calibri" panose="020F0502020204030204" pitchFamily="34" charset="0"/>
                <a:ea typeface="宋体" panose="02010600030101010101" pitchFamily="2" charset="-122"/>
                <a:cs typeface="宋体" panose="02010600030101010101" pitchFamily="2" charset="-122"/>
              </a:rPr>
              <a:t>分两步：</a:t>
            </a:r>
            <a:endParaRPr lang="en-US" altLang="zh-CN" b="1" dirty="0">
              <a:latin typeface="Calibri" panose="020F0502020204030204" pitchFamily="34" charset="0"/>
              <a:ea typeface="宋体" panose="02010600030101010101" pitchFamily="2" charset="-122"/>
              <a:cs typeface="宋体" panose="02010600030101010101" pitchFamily="2" charset="-122"/>
            </a:endParaRPr>
          </a:p>
          <a:p>
            <a:pPr>
              <a:lnSpc>
                <a:spcPct val="120000"/>
              </a:lnSpc>
            </a:pPr>
            <a:r>
              <a:rPr lang="zh-CN" altLang="en-US" b="1" dirty="0">
                <a:latin typeface="Calibri" panose="020F0502020204030204" pitchFamily="34" charset="0"/>
                <a:ea typeface="宋体" panose="02010600030101010101" pitchFamily="2" charset="-122"/>
              </a:rPr>
              <a:t>（</a:t>
            </a:r>
            <a:r>
              <a:rPr lang="en-US" altLang="zh-CN" b="1" dirty="0">
                <a:latin typeface="Calibri" panose="020F0502020204030204" pitchFamily="34" charset="0"/>
                <a:ea typeface="宋体" panose="02010600030101010101" pitchFamily="2" charset="-122"/>
              </a:rPr>
              <a:t>1</a:t>
            </a:r>
            <a:r>
              <a:rPr lang="zh-CN" altLang="en-US" b="1" dirty="0">
                <a:latin typeface="Calibri" panose="020F0502020204030204" pitchFamily="34" charset="0"/>
                <a:ea typeface="宋体" panose="02010600030101010101" pitchFamily="2" charset="-122"/>
              </a:rPr>
              <a:t>）静态链表插入排序；</a:t>
            </a:r>
            <a:endParaRPr lang="en-US" altLang="zh-CN" b="1" dirty="0">
              <a:latin typeface="Calibri" panose="020F0502020204030204" pitchFamily="34" charset="0"/>
              <a:ea typeface="宋体" panose="02010600030101010101" pitchFamily="2" charset="-122"/>
            </a:endParaRPr>
          </a:p>
          <a:p>
            <a:pPr>
              <a:lnSpc>
                <a:spcPct val="120000"/>
              </a:lnSpc>
            </a:pPr>
            <a:r>
              <a:rPr lang="zh-CN" altLang="en-US" b="1" dirty="0">
                <a:latin typeface="Calibri" panose="020F0502020204030204" pitchFamily="34" charset="0"/>
                <a:ea typeface="宋体" panose="02010600030101010101" pitchFamily="2" charset="-122"/>
              </a:rPr>
              <a:t>（</a:t>
            </a:r>
            <a:r>
              <a:rPr lang="en-US" altLang="zh-CN" b="1" dirty="0">
                <a:latin typeface="Calibri" panose="020F0502020204030204" pitchFamily="34" charset="0"/>
                <a:ea typeface="宋体" panose="02010600030101010101" pitchFamily="2" charset="-122"/>
              </a:rPr>
              <a:t>2</a:t>
            </a:r>
            <a:r>
              <a:rPr lang="zh-CN" altLang="en-US" b="1" dirty="0">
                <a:latin typeface="Calibri" panose="020F0502020204030204" pitchFamily="34" charset="0"/>
                <a:ea typeface="宋体" panose="02010600030101010101" pitchFamily="2" charset="-122"/>
              </a:rPr>
              <a:t>）按序重排顺序表的记录。（</a:t>
            </a:r>
            <a:r>
              <a:rPr lang="zh-CN" altLang="en-US" b="1" dirty="0">
                <a:solidFill>
                  <a:srgbClr val="C00000"/>
                </a:solidFill>
                <a:latin typeface="Calibri" panose="020F0502020204030204" pitchFamily="34" charset="0"/>
                <a:ea typeface="宋体" panose="02010600030101010101" pitchFamily="2" charset="-122"/>
              </a:rPr>
              <a:t>算法</a:t>
            </a:r>
            <a:r>
              <a:rPr lang="en-US" altLang="zh-CN" b="1" dirty="0">
                <a:solidFill>
                  <a:srgbClr val="C00000"/>
                </a:solidFill>
                <a:latin typeface="Calibri" panose="020F0502020204030204" pitchFamily="34" charset="0"/>
                <a:ea typeface="宋体" panose="02010600030101010101" pitchFamily="2" charset="-122"/>
              </a:rPr>
              <a:t>10.3</a:t>
            </a:r>
            <a:r>
              <a:rPr lang="zh-CN" altLang="en-US" b="1" dirty="0">
                <a:latin typeface="Calibri" panose="020F0502020204030204" pitchFamily="34" charset="0"/>
                <a:ea typeface="宋体" panose="02010600030101010101" pitchFamily="2" charset="-122"/>
              </a:rPr>
              <a:t>）</a:t>
            </a:r>
            <a:endParaRPr lang="zh-CN" altLang="en-US" b="1" dirty="0"/>
          </a:p>
        </p:txBody>
      </p:sp>
      <p:cxnSp>
        <p:nvCxnSpPr>
          <p:cNvPr id="192" name="直接连接符 191">
            <a:extLst>
              <a:ext uri="{FF2B5EF4-FFF2-40B4-BE49-F238E27FC236}">
                <a16:creationId xmlns:a16="http://schemas.microsoft.com/office/drawing/2014/main" id="{79C7D0AE-63EA-4916-AEB0-1B6CA250A9FA}"/>
              </a:ext>
            </a:extLst>
          </p:cNvPr>
          <p:cNvCxnSpPr/>
          <p:nvPr/>
        </p:nvCxnSpPr>
        <p:spPr>
          <a:xfrm flipH="1">
            <a:off x="4893617" y="4743176"/>
            <a:ext cx="2604463" cy="144659"/>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93" name="直接连接符 192">
            <a:extLst>
              <a:ext uri="{FF2B5EF4-FFF2-40B4-BE49-F238E27FC236}">
                <a16:creationId xmlns:a16="http://schemas.microsoft.com/office/drawing/2014/main" id="{DCE618E9-7855-4059-893B-D206DE540C0F}"/>
              </a:ext>
            </a:extLst>
          </p:cNvPr>
          <p:cNvCxnSpPr>
            <a:cxnSpLocks/>
          </p:cNvCxnSpPr>
          <p:nvPr/>
        </p:nvCxnSpPr>
        <p:spPr>
          <a:xfrm flipH="1" flipV="1">
            <a:off x="4815587" y="4505957"/>
            <a:ext cx="2665216" cy="514218"/>
          </a:xfrm>
          <a:prstGeom prst="line">
            <a:avLst/>
          </a:prstGeom>
          <a:ln w="19050">
            <a:solidFill>
              <a:srgbClr val="7030A0"/>
            </a:solidFill>
          </a:ln>
        </p:spPr>
        <p:style>
          <a:lnRef idx="1">
            <a:schemeClr val="accent1"/>
          </a:lnRef>
          <a:fillRef idx="0">
            <a:schemeClr val="accent1"/>
          </a:fillRef>
          <a:effectRef idx="0">
            <a:schemeClr val="accent1"/>
          </a:effectRef>
          <a:fontRef idx="minor">
            <a:schemeClr val="tx1"/>
          </a:fontRef>
        </p:style>
      </p:cxnSp>
      <p:grpSp>
        <p:nvGrpSpPr>
          <p:cNvPr id="197" name="组合 196">
            <a:extLst>
              <a:ext uri="{FF2B5EF4-FFF2-40B4-BE49-F238E27FC236}">
                <a16:creationId xmlns:a16="http://schemas.microsoft.com/office/drawing/2014/main" id="{D92B8CA4-EAD9-4B86-A1BD-BC4737343D6D}"/>
              </a:ext>
            </a:extLst>
          </p:cNvPr>
          <p:cNvGrpSpPr/>
          <p:nvPr/>
        </p:nvGrpSpPr>
        <p:grpSpPr>
          <a:xfrm>
            <a:off x="1197970" y="4007659"/>
            <a:ext cx="3624048" cy="686554"/>
            <a:chOff x="912699" y="3690151"/>
            <a:chExt cx="3624048" cy="686554"/>
          </a:xfrm>
        </p:grpSpPr>
        <p:sp>
          <p:nvSpPr>
            <p:cNvPr id="198" name="矩形 197">
              <a:extLst>
                <a:ext uri="{FF2B5EF4-FFF2-40B4-BE49-F238E27FC236}">
                  <a16:creationId xmlns:a16="http://schemas.microsoft.com/office/drawing/2014/main" id="{4FACAEE8-E132-4867-903F-D988D044FBEF}"/>
                </a:ext>
              </a:extLst>
            </p:cNvPr>
            <p:cNvSpPr/>
            <p:nvPr/>
          </p:nvSpPr>
          <p:spPr>
            <a:xfrm>
              <a:off x="2127443" y="4002647"/>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002060"/>
                </a:solidFill>
              </a:endParaRPr>
            </a:p>
          </p:txBody>
        </p:sp>
        <p:sp>
          <p:nvSpPr>
            <p:cNvPr id="199" name="矩形 198">
              <a:extLst>
                <a:ext uri="{FF2B5EF4-FFF2-40B4-BE49-F238E27FC236}">
                  <a16:creationId xmlns:a16="http://schemas.microsoft.com/office/drawing/2014/main" id="{CE576FBC-110F-4599-8D2D-E4FDA7FE8F1A}"/>
                </a:ext>
              </a:extLst>
            </p:cNvPr>
            <p:cNvSpPr/>
            <p:nvPr/>
          </p:nvSpPr>
          <p:spPr>
            <a:xfrm>
              <a:off x="2523388" y="4001849"/>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002060"/>
                </a:solidFill>
              </a:endParaRPr>
            </a:p>
          </p:txBody>
        </p:sp>
        <p:sp>
          <p:nvSpPr>
            <p:cNvPr id="200" name="矩形 199">
              <a:extLst>
                <a:ext uri="{FF2B5EF4-FFF2-40B4-BE49-F238E27FC236}">
                  <a16:creationId xmlns:a16="http://schemas.microsoft.com/office/drawing/2014/main" id="{53CE7E12-E095-4AEC-942E-0D547AFA53F4}"/>
                </a:ext>
              </a:extLst>
            </p:cNvPr>
            <p:cNvSpPr/>
            <p:nvPr/>
          </p:nvSpPr>
          <p:spPr>
            <a:xfrm>
              <a:off x="2926060" y="4001849"/>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002060"/>
                </a:solidFill>
              </a:endParaRPr>
            </a:p>
          </p:txBody>
        </p:sp>
        <p:sp>
          <p:nvSpPr>
            <p:cNvPr id="201" name="矩形 200">
              <a:extLst>
                <a:ext uri="{FF2B5EF4-FFF2-40B4-BE49-F238E27FC236}">
                  <a16:creationId xmlns:a16="http://schemas.microsoft.com/office/drawing/2014/main" id="{3CE96768-8DA6-4D7C-96D6-D8BEEECF4759}"/>
                </a:ext>
              </a:extLst>
            </p:cNvPr>
            <p:cNvSpPr/>
            <p:nvPr/>
          </p:nvSpPr>
          <p:spPr>
            <a:xfrm>
              <a:off x="3328732" y="4001849"/>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002060"/>
                </a:solidFill>
              </a:endParaRPr>
            </a:p>
          </p:txBody>
        </p:sp>
        <p:sp>
          <p:nvSpPr>
            <p:cNvPr id="202" name="矩形 201">
              <a:extLst>
                <a:ext uri="{FF2B5EF4-FFF2-40B4-BE49-F238E27FC236}">
                  <a16:creationId xmlns:a16="http://schemas.microsoft.com/office/drawing/2014/main" id="{E282FA97-F577-4FCE-8E7D-213A1B57C03A}"/>
                </a:ext>
              </a:extLst>
            </p:cNvPr>
            <p:cNvSpPr/>
            <p:nvPr/>
          </p:nvSpPr>
          <p:spPr>
            <a:xfrm>
              <a:off x="3731404" y="4001849"/>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002060"/>
                </a:solidFill>
              </a:endParaRPr>
            </a:p>
          </p:txBody>
        </p:sp>
        <p:sp>
          <p:nvSpPr>
            <p:cNvPr id="203" name="矩形 202">
              <a:extLst>
                <a:ext uri="{FF2B5EF4-FFF2-40B4-BE49-F238E27FC236}">
                  <a16:creationId xmlns:a16="http://schemas.microsoft.com/office/drawing/2014/main" id="{C76B4F23-F002-48E9-9339-9305E3FBAB82}"/>
                </a:ext>
              </a:extLst>
            </p:cNvPr>
            <p:cNvSpPr/>
            <p:nvPr/>
          </p:nvSpPr>
          <p:spPr>
            <a:xfrm>
              <a:off x="4134076" y="4001849"/>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002060"/>
                </a:solidFill>
              </a:endParaRPr>
            </a:p>
          </p:txBody>
        </p:sp>
        <p:sp>
          <p:nvSpPr>
            <p:cNvPr id="204" name="文本框 203">
              <a:extLst>
                <a:ext uri="{FF2B5EF4-FFF2-40B4-BE49-F238E27FC236}">
                  <a16:creationId xmlns:a16="http://schemas.microsoft.com/office/drawing/2014/main" id="{D60A1FEC-1C44-438B-B54C-C30BE17FFF62}"/>
                </a:ext>
              </a:extLst>
            </p:cNvPr>
            <p:cNvSpPr txBox="1"/>
            <p:nvPr/>
          </p:nvSpPr>
          <p:spPr>
            <a:xfrm>
              <a:off x="4134075" y="4001849"/>
              <a:ext cx="402672" cy="359517"/>
            </a:xfrm>
            <a:prstGeom prst="rect">
              <a:avLst/>
            </a:prstGeom>
            <a:noFill/>
          </p:spPr>
          <p:txBody>
            <a:bodyPr wrap="square" lIns="0" tIns="36000" rIns="0" bIns="36000" rtlCol="0" anchor="ctr">
              <a:spAutoFit/>
            </a:bodyPr>
            <a:lstStyle/>
            <a:p>
              <a:pPr algn="ctr"/>
              <a:r>
                <a:rPr lang="en-US" altLang="zh-CN" b="1" u="sng" dirty="0">
                  <a:solidFill>
                    <a:srgbClr val="002060"/>
                  </a:solidFill>
                </a:rPr>
                <a:t>49</a:t>
              </a:r>
              <a:endParaRPr lang="zh-CN" altLang="en-US" b="1" u="sng" dirty="0">
                <a:solidFill>
                  <a:srgbClr val="002060"/>
                </a:solidFill>
              </a:endParaRPr>
            </a:p>
          </p:txBody>
        </p:sp>
        <p:sp>
          <p:nvSpPr>
            <p:cNvPr id="205" name="文本框 204">
              <a:extLst>
                <a:ext uri="{FF2B5EF4-FFF2-40B4-BE49-F238E27FC236}">
                  <a16:creationId xmlns:a16="http://schemas.microsoft.com/office/drawing/2014/main" id="{103BFCF4-F7E7-4451-90BD-86EC88D48075}"/>
                </a:ext>
              </a:extLst>
            </p:cNvPr>
            <p:cNvSpPr txBox="1"/>
            <p:nvPr/>
          </p:nvSpPr>
          <p:spPr>
            <a:xfrm>
              <a:off x="1315371" y="3690152"/>
              <a:ext cx="402672" cy="288147"/>
            </a:xfrm>
            <a:prstGeom prst="rect">
              <a:avLst/>
            </a:prstGeom>
            <a:noFill/>
          </p:spPr>
          <p:txBody>
            <a:bodyPr wrap="square" lIns="0" tIns="36000" rIns="0" bIns="36000" rtlCol="0" anchor="ctr">
              <a:spAutoFit/>
            </a:bodyPr>
            <a:lstStyle/>
            <a:p>
              <a:pPr algn="ctr"/>
              <a:r>
                <a:rPr lang="en-US" altLang="zh-CN" sz="1400" b="1" dirty="0">
                  <a:solidFill>
                    <a:srgbClr val="0070C0"/>
                  </a:solidFill>
                </a:rPr>
                <a:t>1</a:t>
              </a:r>
              <a:endParaRPr lang="zh-CN" altLang="en-US" sz="1400" b="1" dirty="0">
                <a:solidFill>
                  <a:srgbClr val="0070C0"/>
                </a:solidFill>
              </a:endParaRPr>
            </a:p>
          </p:txBody>
        </p:sp>
        <p:sp>
          <p:nvSpPr>
            <p:cNvPr id="206" name="文本框 205">
              <a:extLst>
                <a:ext uri="{FF2B5EF4-FFF2-40B4-BE49-F238E27FC236}">
                  <a16:creationId xmlns:a16="http://schemas.microsoft.com/office/drawing/2014/main" id="{F4531017-56A2-4092-977F-DA572641B9A5}"/>
                </a:ext>
              </a:extLst>
            </p:cNvPr>
            <p:cNvSpPr txBox="1"/>
            <p:nvPr/>
          </p:nvSpPr>
          <p:spPr>
            <a:xfrm>
              <a:off x="1718043" y="3690152"/>
              <a:ext cx="402672" cy="288147"/>
            </a:xfrm>
            <a:prstGeom prst="rect">
              <a:avLst/>
            </a:prstGeom>
            <a:noFill/>
          </p:spPr>
          <p:txBody>
            <a:bodyPr wrap="square" lIns="0" tIns="36000" rIns="0" bIns="36000" rtlCol="0" anchor="ctr">
              <a:spAutoFit/>
            </a:bodyPr>
            <a:lstStyle/>
            <a:p>
              <a:pPr algn="ctr"/>
              <a:r>
                <a:rPr lang="en-US" altLang="zh-CN" sz="1400" b="1" dirty="0">
                  <a:solidFill>
                    <a:srgbClr val="0070C0"/>
                  </a:solidFill>
                </a:rPr>
                <a:t>2</a:t>
              </a:r>
              <a:endParaRPr lang="zh-CN" altLang="en-US" sz="1400" b="1" dirty="0">
                <a:solidFill>
                  <a:srgbClr val="0070C0"/>
                </a:solidFill>
              </a:endParaRPr>
            </a:p>
          </p:txBody>
        </p:sp>
        <p:sp>
          <p:nvSpPr>
            <p:cNvPr id="207" name="文本框 206">
              <a:extLst>
                <a:ext uri="{FF2B5EF4-FFF2-40B4-BE49-F238E27FC236}">
                  <a16:creationId xmlns:a16="http://schemas.microsoft.com/office/drawing/2014/main" id="{99F7A813-7162-45FC-B35F-817A57DFC5F5}"/>
                </a:ext>
              </a:extLst>
            </p:cNvPr>
            <p:cNvSpPr txBox="1"/>
            <p:nvPr/>
          </p:nvSpPr>
          <p:spPr>
            <a:xfrm>
              <a:off x="2120715" y="3690152"/>
              <a:ext cx="402672" cy="288147"/>
            </a:xfrm>
            <a:prstGeom prst="rect">
              <a:avLst/>
            </a:prstGeom>
            <a:noFill/>
          </p:spPr>
          <p:txBody>
            <a:bodyPr wrap="square" lIns="0" tIns="36000" rIns="0" bIns="36000" rtlCol="0" anchor="ctr">
              <a:spAutoFit/>
            </a:bodyPr>
            <a:lstStyle/>
            <a:p>
              <a:pPr algn="ctr"/>
              <a:r>
                <a:rPr lang="en-US" altLang="zh-CN" sz="1400" b="1" dirty="0">
                  <a:solidFill>
                    <a:srgbClr val="0070C0"/>
                  </a:solidFill>
                </a:rPr>
                <a:t>3</a:t>
              </a:r>
              <a:endParaRPr lang="zh-CN" altLang="en-US" sz="1400" b="1" dirty="0">
                <a:solidFill>
                  <a:srgbClr val="0070C0"/>
                </a:solidFill>
              </a:endParaRPr>
            </a:p>
          </p:txBody>
        </p:sp>
        <p:sp>
          <p:nvSpPr>
            <p:cNvPr id="208" name="文本框 207">
              <a:extLst>
                <a:ext uri="{FF2B5EF4-FFF2-40B4-BE49-F238E27FC236}">
                  <a16:creationId xmlns:a16="http://schemas.microsoft.com/office/drawing/2014/main" id="{BF3C0A78-C7EE-468D-B218-E6C9D76B83ED}"/>
                </a:ext>
              </a:extLst>
            </p:cNvPr>
            <p:cNvSpPr txBox="1"/>
            <p:nvPr/>
          </p:nvSpPr>
          <p:spPr>
            <a:xfrm>
              <a:off x="2523387" y="3690152"/>
              <a:ext cx="402672" cy="288147"/>
            </a:xfrm>
            <a:prstGeom prst="rect">
              <a:avLst/>
            </a:prstGeom>
            <a:noFill/>
          </p:spPr>
          <p:txBody>
            <a:bodyPr wrap="square" lIns="0" tIns="36000" rIns="0" bIns="36000" rtlCol="0" anchor="ctr">
              <a:spAutoFit/>
            </a:bodyPr>
            <a:lstStyle/>
            <a:p>
              <a:pPr algn="ctr"/>
              <a:r>
                <a:rPr lang="en-US" altLang="zh-CN" sz="1400" b="1" dirty="0">
                  <a:solidFill>
                    <a:srgbClr val="0070C0"/>
                  </a:solidFill>
                </a:rPr>
                <a:t>4</a:t>
              </a:r>
              <a:endParaRPr lang="zh-CN" altLang="en-US" sz="1400" b="1" dirty="0">
                <a:solidFill>
                  <a:srgbClr val="0070C0"/>
                </a:solidFill>
              </a:endParaRPr>
            </a:p>
          </p:txBody>
        </p:sp>
        <p:sp>
          <p:nvSpPr>
            <p:cNvPr id="209" name="文本框 208">
              <a:extLst>
                <a:ext uri="{FF2B5EF4-FFF2-40B4-BE49-F238E27FC236}">
                  <a16:creationId xmlns:a16="http://schemas.microsoft.com/office/drawing/2014/main" id="{C5BEEC7D-5B31-46AC-86B3-0E12A09AED40}"/>
                </a:ext>
              </a:extLst>
            </p:cNvPr>
            <p:cNvSpPr txBox="1"/>
            <p:nvPr/>
          </p:nvSpPr>
          <p:spPr>
            <a:xfrm>
              <a:off x="2926059" y="3690152"/>
              <a:ext cx="402672" cy="288147"/>
            </a:xfrm>
            <a:prstGeom prst="rect">
              <a:avLst/>
            </a:prstGeom>
            <a:noFill/>
          </p:spPr>
          <p:txBody>
            <a:bodyPr wrap="square" lIns="0" tIns="36000" rIns="0" bIns="36000" rtlCol="0" anchor="ctr">
              <a:spAutoFit/>
            </a:bodyPr>
            <a:lstStyle/>
            <a:p>
              <a:pPr algn="ctr"/>
              <a:r>
                <a:rPr lang="en-US" altLang="zh-CN" sz="1400" b="1" dirty="0">
                  <a:solidFill>
                    <a:srgbClr val="0070C0"/>
                  </a:solidFill>
                </a:rPr>
                <a:t>5</a:t>
              </a:r>
              <a:endParaRPr lang="zh-CN" altLang="en-US" sz="1400" b="1" dirty="0">
                <a:solidFill>
                  <a:srgbClr val="0070C0"/>
                </a:solidFill>
              </a:endParaRPr>
            </a:p>
          </p:txBody>
        </p:sp>
        <p:sp>
          <p:nvSpPr>
            <p:cNvPr id="210" name="文本框 209">
              <a:extLst>
                <a:ext uri="{FF2B5EF4-FFF2-40B4-BE49-F238E27FC236}">
                  <a16:creationId xmlns:a16="http://schemas.microsoft.com/office/drawing/2014/main" id="{4770D507-D5E9-4905-82F3-4E2243A543AF}"/>
                </a:ext>
              </a:extLst>
            </p:cNvPr>
            <p:cNvSpPr txBox="1"/>
            <p:nvPr/>
          </p:nvSpPr>
          <p:spPr>
            <a:xfrm>
              <a:off x="3328731" y="3690152"/>
              <a:ext cx="402672" cy="288147"/>
            </a:xfrm>
            <a:prstGeom prst="rect">
              <a:avLst/>
            </a:prstGeom>
            <a:noFill/>
          </p:spPr>
          <p:txBody>
            <a:bodyPr wrap="square" lIns="0" tIns="36000" rIns="0" bIns="36000" rtlCol="0" anchor="ctr">
              <a:spAutoFit/>
            </a:bodyPr>
            <a:lstStyle/>
            <a:p>
              <a:pPr algn="ctr"/>
              <a:r>
                <a:rPr lang="en-US" altLang="zh-CN" sz="1400" b="1" dirty="0">
                  <a:solidFill>
                    <a:srgbClr val="0070C0"/>
                  </a:solidFill>
                </a:rPr>
                <a:t>6</a:t>
              </a:r>
              <a:endParaRPr lang="zh-CN" altLang="en-US" sz="1400" b="1" dirty="0">
                <a:solidFill>
                  <a:srgbClr val="0070C0"/>
                </a:solidFill>
              </a:endParaRPr>
            </a:p>
          </p:txBody>
        </p:sp>
        <p:sp>
          <p:nvSpPr>
            <p:cNvPr id="211" name="文本框 210">
              <a:extLst>
                <a:ext uri="{FF2B5EF4-FFF2-40B4-BE49-F238E27FC236}">
                  <a16:creationId xmlns:a16="http://schemas.microsoft.com/office/drawing/2014/main" id="{C2A2B777-7770-4BA5-AA12-481C088801E2}"/>
                </a:ext>
              </a:extLst>
            </p:cNvPr>
            <p:cNvSpPr txBox="1"/>
            <p:nvPr/>
          </p:nvSpPr>
          <p:spPr>
            <a:xfrm>
              <a:off x="3731403" y="3690152"/>
              <a:ext cx="402672" cy="288147"/>
            </a:xfrm>
            <a:prstGeom prst="rect">
              <a:avLst/>
            </a:prstGeom>
            <a:noFill/>
          </p:spPr>
          <p:txBody>
            <a:bodyPr wrap="square" lIns="0" tIns="36000" rIns="0" bIns="36000" rtlCol="0" anchor="ctr">
              <a:spAutoFit/>
            </a:bodyPr>
            <a:lstStyle/>
            <a:p>
              <a:pPr algn="ctr"/>
              <a:r>
                <a:rPr lang="en-US" altLang="zh-CN" sz="1400" b="1" dirty="0">
                  <a:solidFill>
                    <a:srgbClr val="0070C0"/>
                  </a:solidFill>
                </a:rPr>
                <a:t>7</a:t>
              </a:r>
              <a:endParaRPr lang="zh-CN" altLang="en-US" sz="1400" b="1" dirty="0">
                <a:solidFill>
                  <a:srgbClr val="0070C0"/>
                </a:solidFill>
              </a:endParaRPr>
            </a:p>
          </p:txBody>
        </p:sp>
        <p:sp>
          <p:nvSpPr>
            <p:cNvPr id="212" name="文本框 211">
              <a:extLst>
                <a:ext uri="{FF2B5EF4-FFF2-40B4-BE49-F238E27FC236}">
                  <a16:creationId xmlns:a16="http://schemas.microsoft.com/office/drawing/2014/main" id="{CB0B74DC-7F98-48BA-A654-99B155CC6947}"/>
                </a:ext>
              </a:extLst>
            </p:cNvPr>
            <p:cNvSpPr txBox="1"/>
            <p:nvPr/>
          </p:nvSpPr>
          <p:spPr>
            <a:xfrm>
              <a:off x="4134075" y="3690152"/>
              <a:ext cx="402672" cy="288147"/>
            </a:xfrm>
            <a:prstGeom prst="rect">
              <a:avLst/>
            </a:prstGeom>
            <a:noFill/>
          </p:spPr>
          <p:txBody>
            <a:bodyPr wrap="square" lIns="0" tIns="36000" rIns="0" bIns="36000" rtlCol="0" anchor="ctr">
              <a:spAutoFit/>
            </a:bodyPr>
            <a:lstStyle/>
            <a:p>
              <a:pPr algn="ctr"/>
              <a:r>
                <a:rPr lang="en-US" altLang="zh-CN" sz="1400" b="1" dirty="0">
                  <a:solidFill>
                    <a:srgbClr val="0070C0"/>
                  </a:solidFill>
                </a:rPr>
                <a:t>8</a:t>
              </a:r>
              <a:endParaRPr lang="zh-CN" altLang="en-US" sz="1400" b="1" dirty="0">
                <a:solidFill>
                  <a:srgbClr val="0070C0"/>
                </a:solidFill>
              </a:endParaRPr>
            </a:p>
          </p:txBody>
        </p:sp>
        <p:sp>
          <p:nvSpPr>
            <p:cNvPr id="213" name="文本框 212">
              <a:extLst>
                <a:ext uri="{FF2B5EF4-FFF2-40B4-BE49-F238E27FC236}">
                  <a16:creationId xmlns:a16="http://schemas.microsoft.com/office/drawing/2014/main" id="{14E7ED39-BC4E-4F62-91C7-3F78E3AE2A1F}"/>
                </a:ext>
              </a:extLst>
            </p:cNvPr>
            <p:cNvSpPr txBox="1"/>
            <p:nvPr/>
          </p:nvSpPr>
          <p:spPr>
            <a:xfrm>
              <a:off x="912699" y="3690151"/>
              <a:ext cx="402672" cy="288147"/>
            </a:xfrm>
            <a:prstGeom prst="rect">
              <a:avLst/>
            </a:prstGeom>
            <a:noFill/>
          </p:spPr>
          <p:txBody>
            <a:bodyPr wrap="square" lIns="0" tIns="36000" rIns="0" bIns="36000" rtlCol="0" anchor="ctr">
              <a:spAutoFit/>
            </a:bodyPr>
            <a:lstStyle/>
            <a:p>
              <a:pPr algn="ctr"/>
              <a:r>
                <a:rPr lang="en-US" altLang="zh-CN" sz="1400" b="1" dirty="0">
                  <a:solidFill>
                    <a:srgbClr val="0070C0"/>
                  </a:solidFill>
                </a:rPr>
                <a:t>0</a:t>
              </a:r>
              <a:endParaRPr lang="zh-CN" altLang="en-US" sz="1400" b="1" dirty="0">
                <a:solidFill>
                  <a:srgbClr val="0070C0"/>
                </a:solidFill>
              </a:endParaRPr>
            </a:p>
          </p:txBody>
        </p:sp>
        <p:sp>
          <p:nvSpPr>
            <p:cNvPr id="214" name="矩形 213">
              <a:extLst>
                <a:ext uri="{FF2B5EF4-FFF2-40B4-BE49-F238E27FC236}">
                  <a16:creationId xmlns:a16="http://schemas.microsoft.com/office/drawing/2014/main" id="{4E65536D-1588-4502-A56A-6A937B5F4120}"/>
                </a:ext>
              </a:extLst>
            </p:cNvPr>
            <p:cNvSpPr/>
            <p:nvPr/>
          </p:nvSpPr>
          <p:spPr>
            <a:xfrm>
              <a:off x="1320837" y="4004672"/>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002060"/>
                </a:solidFill>
              </a:endParaRPr>
            </a:p>
          </p:txBody>
        </p:sp>
        <p:sp>
          <p:nvSpPr>
            <p:cNvPr id="215" name="矩形 214">
              <a:extLst>
                <a:ext uri="{FF2B5EF4-FFF2-40B4-BE49-F238E27FC236}">
                  <a16:creationId xmlns:a16="http://schemas.microsoft.com/office/drawing/2014/main" id="{9CB25938-ACB8-4ECF-9CBD-46F5188339AE}"/>
                </a:ext>
              </a:extLst>
            </p:cNvPr>
            <p:cNvSpPr/>
            <p:nvPr/>
          </p:nvSpPr>
          <p:spPr>
            <a:xfrm>
              <a:off x="1723509" y="4004672"/>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002060"/>
                </a:solidFill>
              </a:endParaRPr>
            </a:p>
          </p:txBody>
        </p:sp>
        <p:sp>
          <p:nvSpPr>
            <p:cNvPr id="216" name="矩形 215">
              <a:extLst>
                <a:ext uri="{FF2B5EF4-FFF2-40B4-BE49-F238E27FC236}">
                  <a16:creationId xmlns:a16="http://schemas.microsoft.com/office/drawing/2014/main" id="{13D19DF6-5D66-4C68-8BBC-7AB1F924BBB9}"/>
                </a:ext>
              </a:extLst>
            </p:cNvPr>
            <p:cNvSpPr/>
            <p:nvPr/>
          </p:nvSpPr>
          <p:spPr>
            <a:xfrm>
              <a:off x="918165" y="4004672"/>
              <a:ext cx="402671" cy="369332"/>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002060"/>
                </a:solidFill>
              </a:endParaRPr>
            </a:p>
          </p:txBody>
        </p:sp>
        <p:sp>
          <p:nvSpPr>
            <p:cNvPr id="217" name="文本框 216">
              <a:extLst>
                <a:ext uri="{FF2B5EF4-FFF2-40B4-BE49-F238E27FC236}">
                  <a16:creationId xmlns:a16="http://schemas.microsoft.com/office/drawing/2014/main" id="{8C41AF7D-227A-412E-906B-C27F7E8C661F}"/>
                </a:ext>
              </a:extLst>
            </p:cNvPr>
            <p:cNvSpPr txBox="1"/>
            <p:nvPr/>
          </p:nvSpPr>
          <p:spPr>
            <a:xfrm>
              <a:off x="1320156" y="4011464"/>
              <a:ext cx="402672" cy="359517"/>
            </a:xfrm>
            <a:prstGeom prst="rect">
              <a:avLst/>
            </a:prstGeom>
            <a:noFill/>
          </p:spPr>
          <p:txBody>
            <a:bodyPr wrap="square" lIns="0" tIns="36000" rIns="0" bIns="36000" rtlCol="0" anchor="ctr">
              <a:spAutoFit/>
            </a:bodyPr>
            <a:lstStyle/>
            <a:p>
              <a:pPr algn="ctr"/>
              <a:r>
                <a:rPr lang="en-US" altLang="zh-CN" b="1" dirty="0">
                  <a:solidFill>
                    <a:srgbClr val="002060"/>
                  </a:solidFill>
                </a:rPr>
                <a:t>49</a:t>
              </a:r>
              <a:endParaRPr lang="zh-CN" altLang="en-US" b="1" dirty="0">
                <a:solidFill>
                  <a:srgbClr val="002060"/>
                </a:solidFill>
              </a:endParaRPr>
            </a:p>
          </p:txBody>
        </p:sp>
        <p:sp>
          <p:nvSpPr>
            <p:cNvPr id="218" name="文本框 217">
              <a:extLst>
                <a:ext uri="{FF2B5EF4-FFF2-40B4-BE49-F238E27FC236}">
                  <a16:creationId xmlns:a16="http://schemas.microsoft.com/office/drawing/2014/main" id="{A690441D-A556-459C-BAA8-5D875FCCE362}"/>
                </a:ext>
              </a:extLst>
            </p:cNvPr>
            <p:cNvSpPr txBox="1"/>
            <p:nvPr/>
          </p:nvSpPr>
          <p:spPr>
            <a:xfrm>
              <a:off x="3330961" y="4012030"/>
              <a:ext cx="402672" cy="359517"/>
            </a:xfrm>
            <a:prstGeom prst="rect">
              <a:avLst/>
            </a:prstGeom>
            <a:noFill/>
          </p:spPr>
          <p:txBody>
            <a:bodyPr wrap="square" lIns="0" tIns="36000" rIns="0" bIns="36000" rtlCol="0" anchor="ctr">
              <a:spAutoFit/>
            </a:bodyPr>
            <a:lstStyle/>
            <a:p>
              <a:pPr algn="ctr"/>
              <a:r>
                <a:rPr lang="en-US" altLang="zh-CN" b="1" dirty="0">
                  <a:solidFill>
                    <a:srgbClr val="002060"/>
                  </a:solidFill>
                </a:rPr>
                <a:t>13</a:t>
              </a:r>
              <a:endParaRPr lang="zh-CN" altLang="en-US" b="1" dirty="0">
                <a:solidFill>
                  <a:srgbClr val="002060"/>
                </a:solidFill>
              </a:endParaRPr>
            </a:p>
          </p:txBody>
        </p:sp>
        <p:sp>
          <p:nvSpPr>
            <p:cNvPr id="219" name="文本框 218">
              <a:extLst>
                <a:ext uri="{FF2B5EF4-FFF2-40B4-BE49-F238E27FC236}">
                  <a16:creationId xmlns:a16="http://schemas.microsoft.com/office/drawing/2014/main" id="{6A882635-C09B-4069-8DA3-65E32F445714}"/>
                </a:ext>
              </a:extLst>
            </p:cNvPr>
            <p:cNvSpPr txBox="1"/>
            <p:nvPr/>
          </p:nvSpPr>
          <p:spPr>
            <a:xfrm>
              <a:off x="3746238" y="4008471"/>
              <a:ext cx="402672" cy="359517"/>
            </a:xfrm>
            <a:prstGeom prst="rect">
              <a:avLst/>
            </a:prstGeom>
            <a:noFill/>
          </p:spPr>
          <p:txBody>
            <a:bodyPr wrap="square" lIns="0" tIns="36000" rIns="0" bIns="36000" rtlCol="0" anchor="ctr">
              <a:spAutoFit/>
            </a:bodyPr>
            <a:lstStyle/>
            <a:p>
              <a:pPr algn="ctr"/>
              <a:r>
                <a:rPr lang="en-US" altLang="zh-CN" b="1" dirty="0">
                  <a:solidFill>
                    <a:srgbClr val="002060"/>
                  </a:solidFill>
                </a:rPr>
                <a:t>27</a:t>
              </a:r>
              <a:endParaRPr lang="zh-CN" altLang="en-US" b="1" dirty="0">
                <a:solidFill>
                  <a:srgbClr val="002060"/>
                </a:solidFill>
              </a:endParaRPr>
            </a:p>
          </p:txBody>
        </p:sp>
        <p:sp>
          <p:nvSpPr>
            <p:cNvPr id="220" name="文本框 219">
              <a:extLst>
                <a:ext uri="{FF2B5EF4-FFF2-40B4-BE49-F238E27FC236}">
                  <a16:creationId xmlns:a16="http://schemas.microsoft.com/office/drawing/2014/main" id="{7D8931F2-02DF-4E94-987E-55BFE7BB311A}"/>
                </a:ext>
              </a:extLst>
            </p:cNvPr>
            <p:cNvSpPr txBox="1"/>
            <p:nvPr/>
          </p:nvSpPr>
          <p:spPr>
            <a:xfrm>
              <a:off x="2120715" y="4007636"/>
              <a:ext cx="402672" cy="359517"/>
            </a:xfrm>
            <a:prstGeom prst="rect">
              <a:avLst/>
            </a:prstGeom>
            <a:noFill/>
          </p:spPr>
          <p:txBody>
            <a:bodyPr wrap="square" lIns="0" tIns="36000" rIns="0" bIns="36000" rtlCol="0" anchor="ctr">
              <a:spAutoFit/>
            </a:bodyPr>
            <a:lstStyle/>
            <a:p>
              <a:pPr algn="ctr"/>
              <a:r>
                <a:rPr lang="en-US" altLang="zh-CN" b="1" dirty="0">
                  <a:solidFill>
                    <a:srgbClr val="002060"/>
                  </a:solidFill>
                </a:rPr>
                <a:t>65</a:t>
              </a:r>
              <a:endParaRPr lang="zh-CN" altLang="en-US" b="1" dirty="0">
                <a:solidFill>
                  <a:srgbClr val="002060"/>
                </a:solidFill>
              </a:endParaRPr>
            </a:p>
          </p:txBody>
        </p:sp>
        <p:sp>
          <p:nvSpPr>
            <p:cNvPr id="221" name="文本框 220">
              <a:extLst>
                <a:ext uri="{FF2B5EF4-FFF2-40B4-BE49-F238E27FC236}">
                  <a16:creationId xmlns:a16="http://schemas.microsoft.com/office/drawing/2014/main" id="{C1846F0B-FD88-430D-BBC5-0F50FC81F2BC}"/>
                </a:ext>
              </a:extLst>
            </p:cNvPr>
            <p:cNvSpPr txBox="1"/>
            <p:nvPr/>
          </p:nvSpPr>
          <p:spPr>
            <a:xfrm>
              <a:off x="2926059" y="4013423"/>
              <a:ext cx="402672" cy="359517"/>
            </a:xfrm>
            <a:prstGeom prst="rect">
              <a:avLst/>
            </a:prstGeom>
            <a:noFill/>
          </p:spPr>
          <p:txBody>
            <a:bodyPr wrap="square" lIns="0" tIns="36000" rIns="0" bIns="36000" rtlCol="0" anchor="ctr">
              <a:spAutoFit/>
            </a:bodyPr>
            <a:lstStyle/>
            <a:p>
              <a:pPr algn="ctr"/>
              <a:r>
                <a:rPr lang="en-US" altLang="zh-CN" b="1" dirty="0">
                  <a:solidFill>
                    <a:srgbClr val="002060"/>
                  </a:solidFill>
                </a:rPr>
                <a:t>76</a:t>
              </a:r>
              <a:endParaRPr lang="zh-CN" altLang="en-US" b="1" dirty="0">
                <a:solidFill>
                  <a:srgbClr val="002060"/>
                </a:solidFill>
              </a:endParaRPr>
            </a:p>
          </p:txBody>
        </p:sp>
        <p:sp>
          <p:nvSpPr>
            <p:cNvPr id="222" name="文本框 221">
              <a:extLst>
                <a:ext uri="{FF2B5EF4-FFF2-40B4-BE49-F238E27FC236}">
                  <a16:creationId xmlns:a16="http://schemas.microsoft.com/office/drawing/2014/main" id="{5A47F2F5-7BC1-4DC3-B603-5CA75D116704}"/>
                </a:ext>
              </a:extLst>
            </p:cNvPr>
            <p:cNvSpPr txBox="1"/>
            <p:nvPr/>
          </p:nvSpPr>
          <p:spPr>
            <a:xfrm>
              <a:off x="2523387" y="4013423"/>
              <a:ext cx="402672" cy="359517"/>
            </a:xfrm>
            <a:prstGeom prst="rect">
              <a:avLst/>
            </a:prstGeom>
            <a:noFill/>
          </p:spPr>
          <p:txBody>
            <a:bodyPr wrap="square" lIns="0" tIns="36000" rIns="0" bIns="36000" rtlCol="0" anchor="ctr">
              <a:spAutoFit/>
            </a:bodyPr>
            <a:lstStyle/>
            <a:p>
              <a:pPr algn="ctr"/>
              <a:r>
                <a:rPr lang="en-US" altLang="zh-CN" b="1" dirty="0">
                  <a:solidFill>
                    <a:srgbClr val="002060"/>
                  </a:solidFill>
                </a:rPr>
                <a:t>97</a:t>
              </a:r>
              <a:endParaRPr lang="zh-CN" altLang="en-US" b="1" dirty="0">
                <a:solidFill>
                  <a:srgbClr val="002060"/>
                </a:solidFill>
              </a:endParaRPr>
            </a:p>
          </p:txBody>
        </p:sp>
        <p:sp>
          <p:nvSpPr>
            <p:cNvPr id="223" name="文本框 222">
              <a:extLst>
                <a:ext uri="{FF2B5EF4-FFF2-40B4-BE49-F238E27FC236}">
                  <a16:creationId xmlns:a16="http://schemas.microsoft.com/office/drawing/2014/main" id="{00A34D1B-D598-42A6-A2E2-C6360E8FB2FA}"/>
                </a:ext>
              </a:extLst>
            </p:cNvPr>
            <p:cNvSpPr txBox="1"/>
            <p:nvPr/>
          </p:nvSpPr>
          <p:spPr>
            <a:xfrm>
              <a:off x="1737206" y="4017188"/>
              <a:ext cx="402672" cy="359517"/>
            </a:xfrm>
            <a:prstGeom prst="rect">
              <a:avLst/>
            </a:prstGeom>
            <a:noFill/>
          </p:spPr>
          <p:txBody>
            <a:bodyPr wrap="square" lIns="0" tIns="36000" rIns="0" bIns="36000" rtlCol="0" anchor="ctr">
              <a:spAutoFit/>
            </a:bodyPr>
            <a:lstStyle/>
            <a:p>
              <a:pPr algn="ctr"/>
              <a:r>
                <a:rPr lang="en-US" altLang="zh-CN" b="1" dirty="0">
                  <a:solidFill>
                    <a:srgbClr val="002060"/>
                  </a:solidFill>
                </a:rPr>
                <a:t>38</a:t>
              </a:r>
              <a:endParaRPr lang="zh-CN" altLang="en-US" b="1" dirty="0">
                <a:solidFill>
                  <a:srgbClr val="002060"/>
                </a:solidFill>
              </a:endParaRPr>
            </a:p>
          </p:txBody>
        </p:sp>
      </p:grpSp>
      <p:cxnSp>
        <p:nvCxnSpPr>
          <p:cNvPr id="144" name="直接连接符 143">
            <a:extLst>
              <a:ext uri="{FF2B5EF4-FFF2-40B4-BE49-F238E27FC236}">
                <a16:creationId xmlns:a16="http://schemas.microsoft.com/office/drawing/2014/main" id="{1E5A5785-1BF5-43EA-8899-9383DA4150CE}"/>
              </a:ext>
            </a:extLst>
          </p:cNvPr>
          <p:cNvCxnSpPr>
            <a:cxnSpLocks/>
          </p:cNvCxnSpPr>
          <p:nvPr/>
        </p:nvCxnSpPr>
        <p:spPr>
          <a:xfrm flipH="1" flipV="1">
            <a:off x="4893617" y="4565567"/>
            <a:ext cx="2304540" cy="972039"/>
          </a:xfrm>
          <a:prstGeom prst="line">
            <a:avLst/>
          </a:prstGeom>
          <a:ln w="19050">
            <a:solidFill>
              <a:srgbClr val="7030A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8868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84">
                                            <p:bg/>
                                          </p:spTgt>
                                        </p:tgtEl>
                                        <p:attrNameLst>
                                          <p:attrName>style.visibility</p:attrName>
                                        </p:attrNameLst>
                                      </p:cBhvr>
                                      <p:to>
                                        <p:strVal val="visible"/>
                                      </p:to>
                                    </p:set>
                                    <p:animEffect transition="in" filter="wipe(up)">
                                      <p:cBhvr>
                                        <p:cTn id="7" dur="500"/>
                                        <p:tgtEl>
                                          <p:spTgt spid="184">
                                            <p:bg/>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84">
                                            <p:txEl>
                                              <p:pRg st="0" end="0"/>
                                            </p:txEl>
                                          </p:spTgt>
                                        </p:tgtEl>
                                        <p:attrNameLst>
                                          <p:attrName>style.visibility</p:attrName>
                                        </p:attrNameLst>
                                      </p:cBhvr>
                                      <p:to>
                                        <p:strVal val="visible"/>
                                      </p:to>
                                    </p:set>
                                    <p:animEffect transition="in" filter="wipe(up)">
                                      <p:cBhvr>
                                        <p:cTn id="10" dur="500"/>
                                        <p:tgtEl>
                                          <p:spTgt spid="184">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grpId="0" nodeType="clickEffect">
                                  <p:stCondLst>
                                    <p:cond delay="0"/>
                                  </p:stCondLst>
                                  <p:childTnLst>
                                    <p:set>
                                      <p:cBhvr>
                                        <p:cTn id="14" dur="1" fill="hold">
                                          <p:stCondLst>
                                            <p:cond delay="0"/>
                                          </p:stCondLst>
                                        </p:cTn>
                                        <p:tgtEl>
                                          <p:spTgt spid="163"/>
                                        </p:tgtEl>
                                        <p:attrNameLst>
                                          <p:attrName>style.visibility</p:attrName>
                                        </p:attrNameLst>
                                      </p:cBhvr>
                                      <p:to>
                                        <p:strVal val="visible"/>
                                      </p:to>
                                    </p:set>
                                    <p:animEffect transition="in" filter="fade">
                                      <p:cBhvr>
                                        <p:cTn id="15" dur="1000"/>
                                        <p:tgtEl>
                                          <p:spTgt spid="163"/>
                                        </p:tgtEl>
                                      </p:cBhvr>
                                    </p:animEffect>
                                    <p:anim calcmode="lin" valueType="num">
                                      <p:cBhvr>
                                        <p:cTn id="16" dur="1000" fill="hold"/>
                                        <p:tgtEl>
                                          <p:spTgt spid="163"/>
                                        </p:tgtEl>
                                        <p:attrNameLst>
                                          <p:attrName>ppt_x</p:attrName>
                                        </p:attrNameLst>
                                      </p:cBhvr>
                                      <p:tavLst>
                                        <p:tav tm="0">
                                          <p:val>
                                            <p:strVal val="#ppt_x"/>
                                          </p:val>
                                        </p:tav>
                                        <p:tav tm="100000">
                                          <p:val>
                                            <p:strVal val="#ppt_x"/>
                                          </p:val>
                                        </p:tav>
                                      </p:tavLst>
                                    </p:anim>
                                    <p:anim calcmode="lin" valueType="num">
                                      <p:cBhvr>
                                        <p:cTn id="17" dur="1000" fill="hold"/>
                                        <p:tgtEl>
                                          <p:spTgt spid="163"/>
                                        </p:tgtEl>
                                        <p:attrNameLst>
                                          <p:attrName>ppt_y</p:attrName>
                                        </p:attrNameLst>
                                      </p:cBhvr>
                                      <p:tavLst>
                                        <p:tav tm="0">
                                          <p:val>
                                            <p:strVal val="#ppt_y+.1"/>
                                          </p:val>
                                        </p:tav>
                                        <p:tav tm="100000">
                                          <p:val>
                                            <p:strVal val="#ppt_y"/>
                                          </p:val>
                                        </p:tav>
                                      </p:tavLst>
                                    </p:anim>
                                  </p:childTnLst>
                                </p:cTn>
                              </p:par>
                              <p:par>
                                <p:cTn id="18" presetID="42" presetClass="entr" presetSubtype="0" fill="hold" nodeType="withEffect">
                                  <p:stCondLst>
                                    <p:cond delay="0"/>
                                  </p:stCondLst>
                                  <p:childTnLst>
                                    <p:set>
                                      <p:cBhvr>
                                        <p:cTn id="19" dur="1" fill="hold">
                                          <p:stCondLst>
                                            <p:cond delay="0"/>
                                          </p:stCondLst>
                                        </p:cTn>
                                        <p:tgtEl>
                                          <p:spTgt spid="197"/>
                                        </p:tgtEl>
                                        <p:attrNameLst>
                                          <p:attrName>style.visibility</p:attrName>
                                        </p:attrNameLst>
                                      </p:cBhvr>
                                      <p:to>
                                        <p:strVal val="visible"/>
                                      </p:to>
                                    </p:set>
                                    <p:animEffect transition="in" filter="fade">
                                      <p:cBhvr>
                                        <p:cTn id="20" dur="1000"/>
                                        <p:tgtEl>
                                          <p:spTgt spid="197"/>
                                        </p:tgtEl>
                                      </p:cBhvr>
                                    </p:animEffect>
                                    <p:anim calcmode="lin" valueType="num">
                                      <p:cBhvr>
                                        <p:cTn id="21" dur="1000" fill="hold"/>
                                        <p:tgtEl>
                                          <p:spTgt spid="197"/>
                                        </p:tgtEl>
                                        <p:attrNameLst>
                                          <p:attrName>ppt_x</p:attrName>
                                        </p:attrNameLst>
                                      </p:cBhvr>
                                      <p:tavLst>
                                        <p:tav tm="0">
                                          <p:val>
                                            <p:strVal val="#ppt_x"/>
                                          </p:val>
                                        </p:tav>
                                        <p:tav tm="100000">
                                          <p:val>
                                            <p:strVal val="#ppt_x"/>
                                          </p:val>
                                        </p:tav>
                                      </p:tavLst>
                                    </p:anim>
                                    <p:anim calcmode="lin" valueType="num">
                                      <p:cBhvr>
                                        <p:cTn id="22" dur="1000" fill="hold"/>
                                        <p:tgtEl>
                                          <p:spTgt spid="197"/>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84">
                                            <p:txEl>
                                              <p:pRg st="1" end="1"/>
                                            </p:txEl>
                                          </p:spTgt>
                                        </p:tgtEl>
                                        <p:attrNameLst>
                                          <p:attrName>style.visibility</p:attrName>
                                        </p:attrNameLst>
                                      </p:cBhvr>
                                      <p:to>
                                        <p:strVal val="visible"/>
                                      </p:to>
                                    </p:set>
                                    <p:animEffect transition="in" filter="wipe(up)">
                                      <p:cBhvr>
                                        <p:cTn id="27" dur="500"/>
                                        <p:tgtEl>
                                          <p:spTgt spid="184">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60"/>
                                        </p:tgtEl>
                                        <p:attrNameLst>
                                          <p:attrName>style.visibility</p:attrName>
                                        </p:attrNameLst>
                                      </p:cBhvr>
                                      <p:to>
                                        <p:strVal val="visible"/>
                                      </p:to>
                                    </p:set>
                                    <p:animEffect transition="in" filter="wipe(left)">
                                      <p:cBhvr>
                                        <p:cTn id="32" dur="500"/>
                                        <p:tgtEl>
                                          <p:spTgt spid="160"/>
                                        </p:tgtEl>
                                      </p:cBhvr>
                                    </p:animEffect>
                                  </p:childTnLst>
                                </p:cTn>
                              </p:par>
                            </p:childTnLst>
                          </p:cTn>
                        </p:par>
                        <p:par>
                          <p:cTn id="33" fill="hold">
                            <p:stCondLst>
                              <p:cond delay="500"/>
                            </p:stCondLst>
                            <p:childTnLst>
                              <p:par>
                                <p:cTn id="34" presetID="17" presetClass="entr" presetSubtype="8" fill="hold" nodeType="afterEffect">
                                  <p:stCondLst>
                                    <p:cond delay="0"/>
                                  </p:stCondLst>
                                  <p:childTnLst>
                                    <p:set>
                                      <p:cBhvr>
                                        <p:cTn id="35" dur="1" fill="hold">
                                          <p:stCondLst>
                                            <p:cond delay="0"/>
                                          </p:stCondLst>
                                        </p:cTn>
                                        <p:tgtEl>
                                          <p:spTgt spid="173"/>
                                        </p:tgtEl>
                                        <p:attrNameLst>
                                          <p:attrName>style.visibility</p:attrName>
                                        </p:attrNameLst>
                                      </p:cBhvr>
                                      <p:to>
                                        <p:strVal val="visible"/>
                                      </p:to>
                                    </p:set>
                                    <p:anim calcmode="lin" valueType="num">
                                      <p:cBhvr>
                                        <p:cTn id="36" dur="500" fill="hold"/>
                                        <p:tgtEl>
                                          <p:spTgt spid="173"/>
                                        </p:tgtEl>
                                        <p:attrNameLst>
                                          <p:attrName>ppt_x</p:attrName>
                                        </p:attrNameLst>
                                      </p:cBhvr>
                                      <p:tavLst>
                                        <p:tav tm="0">
                                          <p:val>
                                            <p:strVal val="#ppt_x-#ppt_w/2"/>
                                          </p:val>
                                        </p:tav>
                                        <p:tav tm="100000">
                                          <p:val>
                                            <p:strVal val="#ppt_x"/>
                                          </p:val>
                                        </p:tav>
                                      </p:tavLst>
                                    </p:anim>
                                    <p:anim calcmode="lin" valueType="num">
                                      <p:cBhvr>
                                        <p:cTn id="37" dur="500" fill="hold"/>
                                        <p:tgtEl>
                                          <p:spTgt spid="173"/>
                                        </p:tgtEl>
                                        <p:attrNameLst>
                                          <p:attrName>ppt_y</p:attrName>
                                        </p:attrNameLst>
                                      </p:cBhvr>
                                      <p:tavLst>
                                        <p:tav tm="0">
                                          <p:val>
                                            <p:strVal val="#ppt_y"/>
                                          </p:val>
                                        </p:tav>
                                        <p:tav tm="100000">
                                          <p:val>
                                            <p:strVal val="#ppt_y"/>
                                          </p:val>
                                        </p:tav>
                                      </p:tavLst>
                                    </p:anim>
                                    <p:anim calcmode="lin" valueType="num">
                                      <p:cBhvr>
                                        <p:cTn id="38" dur="500" fill="hold"/>
                                        <p:tgtEl>
                                          <p:spTgt spid="173"/>
                                        </p:tgtEl>
                                        <p:attrNameLst>
                                          <p:attrName>ppt_w</p:attrName>
                                        </p:attrNameLst>
                                      </p:cBhvr>
                                      <p:tavLst>
                                        <p:tav tm="0">
                                          <p:val>
                                            <p:fltVal val="0"/>
                                          </p:val>
                                        </p:tav>
                                        <p:tav tm="100000">
                                          <p:val>
                                            <p:strVal val="#ppt_w"/>
                                          </p:val>
                                        </p:tav>
                                      </p:tavLst>
                                    </p:anim>
                                    <p:anim calcmode="lin" valueType="num">
                                      <p:cBhvr>
                                        <p:cTn id="39" dur="500" fill="hold"/>
                                        <p:tgtEl>
                                          <p:spTgt spid="173"/>
                                        </p:tgtEl>
                                        <p:attrNameLst>
                                          <p:attrName>ppt_h</p:attrName>
                                        </p:attrNameLst>
                                      </p:cBhvr>
                                      <p:tavLst>
                                        <p:tav tm="0">
                                          <p:val>
                                            <p:strVal val="#ppt_h"/>
                                          </p:val>
                                        </p:tav>
                                        <p:tav tm="100000">
                                          <p:val>
                                            <p:strVal val="#ppt_h"/>
                                          </p:val>
                                        </p:tav>
                                      </p:tavLst>
                                    </p:anim>
                                  </p:childTnLst>
                                </p:cTn>
                              </p:par>
                            </p:childTnLst>
                          </p:cTn>
                        </p:par>
                        <p:par>
                          <p:cTn id="40" fill="hold">
                            <p:stCondLst>
                              <p:cond delay="1000"/>
                            </p:stCondLst>
                            <p:childTnLst>
                              <p:par>
                                <p:cTn id="41" presetID="17" presetClass="entr" presetSubtype="8" fill="hold" nodeType="afterEffect">
                                  <p:stCondLst>
                                    <p:cond delay="0"/>
                                  </p:stCondLst>
                                  <p:childTnLst>
                                    <p:set>
                                      <p:cBhvr>
                                        <p:cTn id="42" dur="1" fill="hold">
                                          <p:stCondLst>
                                            <p:cond delay="0"/>
                                          </p:stCondLst>
                                        </p:cTn>
                                        <p:tgtEl>
                                          <p:spTgt spid="174"/>
                                        </p:tgtEl>
                                        <p:attrNameLst>
                                          <p:attrName>style.visibility</p:attrName>
                                        </p:attrNameLst>
                                      </p:cBhvr>
                                      <p:to>
                                        <p:strVal val="visible"/>
                                      </p:to>
                                    </p:set>
                                    <p:anim calcmode="lin" valueType="num">
                                      <p:cBhvr>
                                        <p:cTn id="43" dur="500" fill="hold"/>
                                        <p:tgtEl>
                                          <p:spTgt spid="174"/>
                                        </p:tgtEl>
                                        <p:attrNameLst>
                                          <p:attrName>ppt_x</p:attrName>
                                        </p:attrNameLst>
                                      </p:cBhvr>
                                      <p:tavLst>
                                        <p:tav tm="0">
                                          <p:val>
                                            <p:strVal val="#ppt_x-#ppt_w/2"/>
                                          </p:val>
                                        </p:tav>
                                        <p:tav tm="100000">
                                          <p:val>
                                            <p:strVal val="#ppt_x"/>
                                          </p:val>
                                        </p:tav>
                                      </p:tavLst>
                                    </p:anim>
                                    <p:anim calcmode="lin" valueType="num">
                                      <p:cBhvr>
                                        <p:cTn id="44" dur="500" fill="hold"/>
                                        <p:tgtEl>
                                          <p:spTgt spid="174"/>
                                        </p:tgtEl>
                                        <p:attrNameLst>
                                          <p:attrName>ppt_y</p:attrName>
                                        </p:attrNameLst>
                                      </p:cBhvr>
                                      <p:tavLst>
                                        <p:tav tm="0">
                                          <p:val>
                                            <p:strVal val="#ppt_y"/>
                                          </p:val>
                                        </p:tav>
                                        <p:tav tm="100000">
                                          <p:val>
                                            <p:strVal val="#ppt_y"/>
                                          </p:val>
                                        </p:tav>
                                      </p:tavLst>
                                    </p:anim>
                                    <p:anim calcmode="lin" valueType="num">
                                      <p:cBhvr>
                                        <p:cTn id="45" dur="500" fill="hold"/>
                                        <p:tgtEl>
                                          <p:spTgt spid="174"/>
                                        </p:tgtEl>
                                        <p:attrNameLst>
                                          <p:attrName>ppt_w</p:attrName>
                                        </p:attrNameLst>
                                      </p:cBhvr>
                                      <p:tavLst>
                                        <p:tav tm="0">
                                          <p:val>
                                            <p:fltVal val="0"/>
                                          </p:val>
                                        </p:tav>
                                        <p:tav tm="100000">
                                          <p:val>
                                            <p:strVal val="#ppt_w"/>
                                          </p:val>
                                        </p:tav>
                                      </p:tavLst>
                                    </p:anim>
                                    <p:anim calcmode="lin" valueType="num">
                                      <p:cBhvr>
                                        <p:cTn id="46" dur="500" fill="hold"/>
                                        <p:tgtEl>
                                          <p:spTgt spid="174"/>
                                        </p:tgtEl>
                                        <p:attrNameLst>
                                          <p:attrName>ppt_h</p:attrName>
                                        </p:attrNameLst>
                                      </p:cBhvr>
                                      <p:tavLst>
                                        <p:tav tm="0">
                                          <p:val>
                                            <p:strVal val="#ppt_h"/>
                                          </p:val>
                                        </p:tav>
                                        <p:tav tm="100000">
                                          <p:val>
                                            <p:strVal val="#ppt_h"/>
                                          </p:val>
                                        </p:tav>
                                      </p:tavLst>
                                    </p:anim>
                                  </p:childTnLst>
                                </p:cTn>
                              </p:par>
                            </p:childTnLst>
                          </p:cTn>
                        </p:par>
                        <p:par>
                          <p:cTn id="47" fill="hold">
                            <p:stCondLst>
                              <p:cond delay="1500"/>
                            </p:stCondLst>
                            <p:childTnLst>
                              <p:par>
                                <p:cTn id="48" presetID="17" presetClass="entr" presetSubtype="8" fill="hold" nodeType="afterEffect">
                                  <p:stCondLst>
                                    <p:cond delay="0"/>
                                  </p:stCondLst>
                                  <p:childTnLst>
                                    <p:set>
                                      <p:cBhvr>
                                        <p:cTn id="49" dur="1" fill="hold">
                                          <p:stCondLst>
                                            <p:cond delay="0"/>
                                          </p:stCondLst>
                                        </p:cTn>
                                        <p:tgtEl>
                                          <p:spTgt spid="175"/>
                                        </p:tgtEl>
                                        <p:attrNameLst>
                                          <p:attrName>style.visibility</p:attrName>
                                        </p:attrNameLst>
                                      </p:cBhvr>
                                      <p:to>
                                        <p:strVal val="visible"/>
                                      </p:to>
                                    </p:set>
                                    <p:anim calcmode="lin" valueType="num">
                                      <p:cBhvr>
                                        <p:cTn id="50" dur="500" fill="hold"/>
                                        <p:tgtEl>
                                          <p:spTgt spid="175"/>
                                        </p:tgtEl>
                                        <p:attrNameLst>
                                          <p:attrName>ppt_x</p:attrName>
                                        </p:attrNameLst>
                                      </p:cBhvr>
                                      <p:tavLst>
                                        <p:tav tm="0">
                                          <p:val>
                                            <p:strVal val="#ppt_x-#ppt_w/2"/>
                                          </p:val>
                                        </p:tav>
                                        <p:tav tm="100000">
                                          <p:val>
                                            <p:strVal val="#ppt_x"/>
                                          </p:val>
                                        </p:tav>
                                      </p:tavLst>
                                    </p:anim>
                                    <p:anim calcmode="lin" valueType="num">
                                      <p:cBhvr>
                                        <p:cTn id="51" dur="500" fill="hold"/>
                                        <p:tgtEl>
                                          <p:spTgt spid="175"/>
                                        </p:tgtEl>
                                        <p:attrNameLst>
                                          <p:attrName>ppt_y</p:attrName>
                                        </p:attrNameLst>
                                      </p:cBhvr>
                                      <p:tavLst>
                                        <p:tav tm="0">
                                          <p:val>
                                            <p:strVal val="#ppt_y"/>
                                          </p:val>
                                        </p:tav>
                                        <p:tav tm="100000">
                                          <p:val>
                                            <p:strVal val="#ppt_y"/>
                                          </p:val>
                                        </p:tav>
                                      </p:tavLst>
                                    </p:anim>
                                    <p:anim calcmode="lin" valueType="num">
                                      <p:cBhvr>
                                        <p:cTn id="52" dur="500" fill="hold"/>
                                        <p:tgtEl>
                                          <p:spTgt spid="175"/>
                                        </p:tgtEl>
                                        <p:attrNameLst>
                                          <p:attrName>ppt_w</p:attrName>
                                        </p:attrNameLst>
                                      </p:cBhvr>
                                      <p:tavLst>
                                        <p:tav tm="0">
                                          <p:val>
                                            <p:fltVal val="0"/>
                                          </p:val>
                                        </p:tav>
                                        <p:tav tm="100000">
                                          <p:val>
                                            <p:strVal val="#ppt_w"/>
                                          </p:val>
                                        </p:tav>
                                      </p:tavLst>
                                    </p:anim>
                                    <p:anim calcmode="lin" valueType="num">
                                      <p:cBhvr>
                                        <p:cTn id="53" dur="500" fill="hold"/>
                                        <p:tgtEl>
                                          <p:spTgt spid="175"/>
                                        </p:tgtEl>
                                        <p:attrNameLst>
                                          <p:attrName>ppt_h</p:attrName>
                                        </p:attrNameLst>
                                      </p:cBhvr>
                                      <p:tavLst>
                                        <p:tav tm="0">
                                          <p:val>
                                            <p:strVal val="#ppt_h"/>
                                          </p:val>
                                        </p:tav>
                                        <p:tav tm="100000">
                                          <p:val>
                                            <p:strVal val="#ppt_h"/>
                                          </p:val>
                                        </p:tav>
                                      </p:tavLst>
                                    </p:anim>
                                  </p:childTnLst>
                                </p:cTn>
                              </p:par>
                            </p:childTnLst>
                          </p:cTn>
                        </p:par>
                        <p:par>
                          <p:cTn id="54" fill="hold">
                            <p:stCondLst>
                              <p:cond delay="2000"/>
                            </p:stCondLst>
                            <p:childTnLst>
                              <p:par>
                                <p:cTn id="55" presetID="17" presetClass="entr" presetSubtype="8" fill="hold" nodeType="afterEffect">
                                  <p:stCondLst>
                                    <p:cond delay="0"/>
                                  </p:stCondLst>
                                  <p:childTnLst>
                                    <p:set>
                                      <p:cBhvr>
                                        <p:cTn id="56" dur="1" fill="hold">
                                          <p:stCondLst>
                                            <p:cond delay="0"/>
                                          </p:stCondLst>
                                        </p:cTn>
                                        <p:tgtEl>
                                          <p:spTgt spid="176"/>
                                        </p:tgtEl>
                                        <p:attrNameLst>
                                          <p:attrName>style.visibility</p:attrName>
                                        </p:attrNameLst>
                                      </p:cBhvr>
                                      <p:to>
                                        <p:strVal val="visible"/>
                                      </p:to>
                                    </p:set>
                                    <p:anim calcmode="lin" valueType="num">
                                      <p:cBhvr>
                                        <p:cTn id="57" dur="500" fill="hold"/>
                                        <p:tgtEl>
                                          <p:spTgt spid="176"/>
                                        </p:tgtEl>
                                        <p:attrNameLst>
                                          <p:attrName>ppt_x</p:attrName>
                                        </p:attrNameLst>
                                      </p:cBhvr>
                                      <p:tavLst>
                                        <p:tav tm="0">
                                          <p:val>
                                            <p:strVal val="#ppt_x-#ppt_w/2"/>
                                          </p:val>
                                        </p:tav>
                                        <p:tav tm="100000">
                                          <p:val>
                                            <p:strVal val="#ppt_x"/>
                                          </p:val>
                                        </p:tav>
                                      </p:tavLst>
                                    </p:anim>
                                    <p:anim calcmode="lin" valueType="num">
                                      <p:cBhvr>
                                        <p:cTn id="58" dur="500" fill="hold"/>
                                        <p:tgtEl>
                                          <p:spTgt spid="176"/>
                                        </p:tgtEl>
                                        <p:attrNameLst>
                                          <p:attrName>ppt_y</p:attrName>
                                        </p:attrNameLst>
                                      </p:cBhvr>
                                      <p:tavLst>
                                        <p:tav tm="0">
                                          <p:val>
                                            <p:strVal val="#ppt_y"/>
                                          </p:val>
                                        </p:tav>
                                        <p:tav tm="100000">
                                          <p:val>
                                            <p:strVal val="#ppt_y"/>
                                          </p:val>
                                        </p:tav>
                                      </p:tavLst>
                                    </p:anim>
                                    <p:anim calcmode="lin" valueType="num">
                                      <p:cBhvr>
                                        <p:cTn id="59" dur="500" fill="hold"/>
                                        <p:tgtEl>
                                          <p:spTgt spid="176"/>
                                        </p:tgtEl>
                                        <p:attrNameLst>
                                          <p:attrName>ppt_w</p:attrName>
                                        </p:attrNameLst>
                                      </p:cBhvr>
                                      <p:tavLst>
                                        <p:tav tm="0">
                                          <p:val>
                                            <p:fltVal val="0"/>
                                          </p:val>
                                        </p:tav>
                                        <p:tav tm="100000">
                                          <p:val>
                                            <p:strVal val="#ppt_w"/>
                                          </p:val>
                                        </p:tav>
                                      </p:tavLst>
                                    </p:anim>
                                    <p:anim calcmode="lin" valueType="num">
                                      <p:cBhvr>
                                        <p:cTn id="60" dur="500" fill="hold"/>
                                        <p:tgtEl>
                                          <p:spTgt spid="176"/>
                                        </p:tgtEl>
                                        <p:attrNameLst>
                                          <p:attrName>ppt_h</p:attrName>
                                        </p:attrNameLst>
                                      </p:cBhvr>
                                      <p:tavLst>
                                        <p:tav tm="0">
                                          <p:val>
                                            <p:strVal val="#ppt_h"/>
                                          </p:val>
                                        </p:tav>
                                        <p:tav tm="100000">
                                          <p:val>
                                            <p:strVal val="#ppt_h"/>
                                          </p:val>
                                        </p:tav>
                                      </p:tavLst>
                                    </p:anim>
                                  </p:childTnLst>
                                </p:cTn>
                              </p:par>
                            </p:childTnLst>
                          </p:cTn>
                        </p:par>
                        <p:par>
                          <p:cTn id="61" fill="hold">
                            <p:stCondLst>
                              <p:cond delay="2500"/>
                            </p:stCondLst>
                            <p:childTnLst>
                              <p:par>
                                <p:cTn id="62" presetID="17" presetClass="entr" presetSubtype="8" fill="hold" nodeType="afterEffect">
                                  <p:stCondLst>
                                    <p:cond delay="0"/>
                                  </p:stCondLst>
                                  <p:childTnLst>
                                    <p:set>
                                      <p:cBhvr>
                                        <p:cTn id="63" dur="1" fill="hold">
                                          <p:stCondLst>
                                            <p:cond delay="0"/>
                                          </p:stCondLst>
                                        </p:cTn>
                                        <p:tgtEl>
                                          <p:spTgt spid="177"/>
                                        </p:tgtEl>
                                        <p:attrNameLst>
                                          <p:attrName>style.visibility</p:attrName>
                                        </p:attrNameLst>
                                      </p:cBhvr>
                                      <p:to>
                                        <p:strVal val="visible"/>
                                      </p:to>
                                    </p:set>
                                    <p:anim calcmode="lin" valueType="num">
                                      <p:cBhvr>
                                        <p:cTn id="64" dur="500" fill="hold"/>
                                        <p:tgtEl>
                                          <p:spTgt spid="177"/>
                                        </p:tgtEl>
                                        <p:attrNameLst>
                                          <p:attrName>ppt_x</p:attrName>
                                        </p:attrNameLst>
                                      </p:cBhvr>
                                      <p:tavLst>
                                        <p:tav tm="0">
                                          <p:val>
                                            <p:strVal val="#ppt_x-#ppt_w/2"/>
                                          </p:val>
                                        </p:tav>
                                        <p:tav tm="100000">
                                          <p:val>
                                            <p:strVal val="#ppt_x"/>
                                          </p:val>
                                        </p:tav>
                                      </p:tavLst>
                                    </p:anim>
                                    <p:anim calcmode="lin" valueType="num">
                                      <p:cBhvr>
                                        <p:cTn id="65" dur="500" fill="hold"/>
                                        <p:tgtEl>
                                          <p:spTgt spid="177"/>
                                        </p:tgtEl>
                                        <p:attrNameLst>
                                          <p:attrName>ppt_y</p:attrName>
                                        </p:attrNameLst>
                                      </p:cBhvr>
                                      <p:tavLst>
                                        <p:tav tm="0">
                                          <p:val>
                                            <p:strVal val="#ppt_y"/>
                                          </p:val>
                                        </p:tav>
                                        <p:tav tm="100000">
                                          <p:val>
                                            <p:strVal val="#ppt_y"/>
                                          </p:val>
                                        </p:tav>
                                      </p:tavLst>
                                    </p:anim>
                                    <p:anim calcmode="lin" valueType="num">
                                      <p:cBhvr>
                                        <p:cTn id="66" dur="500" fill="hold"/>
                                        <p:tgtEl>
                                          <p:spTgt spid="177"/>
                                        </p:tgtEl>
                                        <p:attrNameLst>
                                          <p:attrName>ppt_w</p:attrName>
                                        </p:attrNameLst>
                                      </p:cBhvr>
                                      <p:tavLst>
                                        <p:tav tm="0">
                                          <p:val>
                                            <p:fltVal val="0"/>
                                          </p:val>
                                        </p:tav>
                                        <p:tav tm="100000">
                                          <p:val>
                                            <p:strVal val="#ppt_w"/>
                                          </p:val>
                                        </p:tav>
                                      </p:tavLst>
                                    </p:anim>
                                    <p:anim calcmode="lin" valueType="num">
                                      <p:cBhvr>
                                        <p:cTn id="67" dur="500" fill="hold"/>
                                        <p:tgtEl>
                                          <p:spTgt spid="177"/>
                                        </p:tgtEl>
                                        <p:attrNameLst>
                                          <p:attrName>ppt_h</p:attrName>
                                        </p:attrNameLst>
                                      </p:cBhvr>
                                      <p:tavLst>
                                        <p:tav tm="0">
                                          <p:val>
                                            <p:strVal val="#ppt_h"/>
                                          </p:val>
                                        </p:tav>
                                        <p:tav tm="100000">
                                          <p:val>
                                            <p:strVal val="#ppt_h"/>
                                          </p:val>
                                        </p:tav>
                                      </p:tavLst>
                                    </p:anim>
                                  </p:childTnLst>
                                </p:cTn>
                              </p:par>
                              <p:par>
                                <p:cTn id="68" presetID="17" presetClass="entr" presetSubtype="8" fill="hold" nodeType="withEffect">
                                  <p:stCondLst>
                                    <p:cond delay="250"/>
                                  </p:stCondLst>
                                  <p:childTnLst>
                                    <p:set>
                                      <p:cBhvr>
                                        <p:cTn id="69" dur="1" fill="hold">
                                          <p:stCondLst>
                                            <p:cond delay="0"/>
                                          </p:stCondLst>
                                        </p:cTn>
                                        <p:tgtEl>
                                          <p:spTgt spid="178"/>
                                        </p:tgtEl>
                                        <p:attrNameLst>
                                          <p:attrName>style.visibility</p:attrName>
                                        </p:attrNameLst>
                                      </p:cBhvr>
                                      <p:to>
                                        <p:strVal val="visible"/>
                                      </p:to>
                                    </p:set>
                                    <p:anim calcmode="lin" valueType="num">
                                      <p:cBhvr>
                                        <p:cTn id="70" dur="500" fill="hold"/>
                                        <p:tgtEl>
                                          <p:spTgt spid="178"/>
                                        </p:tgtEl>
                                        <p:attrNameLst>
                                          <p:attrName>ppt_x</p:attrName>
                                        </p:attrNameLst>
                                      </p:cBhvr>
                                      <p:tavLst>
                                        <p:tav tm="0">
                                          <p:val>
                                            <p:strVal val="#ppt_x-#ppt_w/2"/>
                                          </p:val>
                                        </p:tav>
                                        <p:tav tm="100000">
                                          <p:val>
                                            <p:strVal val="#ppt_x"/>
                                          </p:val>
                                        </p:tav>
                                      </p:tavLst>
                                    </p:anim>
                                    <p:anim calcmode="lin" valueType="num">
                                      <p:cBhvr>
                                        <p:cTn id="71" dur="500" fill="hold"/>
                                        <p:tgtEl>
                                          <p:spTgt spid="178"/>
                                        </p:tgtEl>
                                        <p:attrNameLst>
                                          <p:attrName>ppt_y</p:attrName>
                                        </p:attrNameLst>
                                      </p:cBhvr>
                                      <p:tavLst>
                                        <p:tav tm="0">
                                          <p:val>
                                            <p:strVal val="#ppt_y"/>
                                          </p:val>
                                        </p:tav>
                                        <p:tav tm="100000">
                                          <p:val>
                                            <p:strVal val="#ppt_y"/>
                                          </p:val>
                                        </p:tav>
                                      </p:tavLst>
                                    </p:anim>
                                    <p:anim calcmode="lin" valueType="num">
                                      <p:cBhvr>
                                        <p:cTn id="72" dur="500" fill="hold"/>
                                        <p:tgtEl>
                                          <p:spTgt spid="178"/>
                                        </p:tgtEl>
                                        <p:attrNameLst>
                                          <p:attrName>ppt_w</p:attrName>
                                        </p:attrNameLst>
                                      </p:cBhvr>
                                      <p:tavLst>
                                        <p:tav tm="0">
                                          <p:val>
                                            <p:fltVal val="0"/>
                                          </p:val>
                                        </p:tav>
                                        <p:tav tm="100000">
                                          <p:val>
                                            <p:strVal val="#ppt_w"/>
                                          </p:val>
                                        </p:tav>
                                      </p:tavLst>
                                    </p:anim>
                                    <p:anim calcmode="lin" valueType="num">
                                      <p:cBhvr>
                                        <p:cTn id="73" dur="500" fill="hold"/>
                                        <p:tgtEl>
                                          <p:spTgt spid="178"/>
                                        </p:tgtEl>
                                        <p:attrNameLst>
                                          <p:attrName>ppt_h</p:attrName>
                                        </p:attrNameLst>
                                      </p:cBhvr>
                                      <p:tavLst>
                                        <p:tav tm="0">
                                          <p:val>
                                            <p:strVal val="#ppt_h"/>
                                          </p:val>
                                        </p:tav>
                                        <p:tav tm="100000">
                                          <p:val>
                                            <p:strVal val="#ppt_h"/>
                                          </p:val>
                                        </p:tav>
                                      </p:tavLst>
                                    </p:anim>
                                  </p:childTnLst>
                                </p:cTn>
                              </p:par>
                              <p:par>
                                <p:cTn id="74" presetID="17" presetClass="entr" presetSubtype="8" fill="hold" nodeType="withEffect">
                                  <p:stCondLst>
                                    <p:cond delay="500"/>
                                  </p:stCondLst>
                                  <p:childTnLst>
                                    <p:set>
                                      <p:cBhvr>
                                        <p:cTn id="75" dur="1" fill="hold">
                                          <p:stCondLst>
                                            <p:cond delay="0"/>
                                          </p:stCondLst>
                                        </p:cTn>
                                        <p:tgtEl>
                                          <p:spTgt spid="179"/>
                                        </p:tgtEl>
                                        <p:attrNameLst>
                                          <p:attrName>style.visibility</p:attrName>
                                        </p:attrNameLst>
                                      </p:cBhvr>
                                      <p:to>
                                        <p:strVal val="visible"/>
                                      </p:to>
                                    </p:set>
                                    <p:anim calcmode="lin" valueType="num">
                                      <p:cBhvr>
                                        <p:cTn id="76" dur="500" fill="hold"/>
                                        <p:tgtEl>
                                          <p:spTgt spid="179"/>
                                        </p:tgtEl>
                                        <p:attrNameLst>
                                          <p:attrName>ppt_x</p:attrName>
                                        </p:attrNameLst>
                                      </p:cBhvr>
                                      <p:tavLst>
                                        <p:tav tm="0">
                                          <p:val>
                                            <p:strVal val="#ppt_x-#ppt_w/2"/>
                                          </p:val>
                                        </p:tav>
                                        <p:tav tm="100000">
                                          <p:val>
                                            <p:strVal val="#ppt_x"/>
                                          </p:val>
                                        </p:tav>
                                      </p:tavLst>
                                    </p:anim>
                                    <p:anim calcmode="lin" valueType="num">
                                      <p:cBhvr>
                                        <p:cTn id="77" dur="500" fill="hold"/>
                                        <p:tgtEl>
                                          <p:spTgt spid="179"/>
                                        </p:tgtEl>
                                        <p:attrNameLst>
                                          <p:attrName>ppt_y</p:attrName>
                                        </p:attrNameLst>
                                      </p:cBhvr>
                                      <p:tavLst>
                                        <p:tav tm="0">
                                          <p:val>
                                            <p:strVal val="#ppt_y"/>
                                          </p:val>
                                        </p:tav>
                                        <p:tav tm="100000">
                                          <p:val>
                                            <p:strVal val="#ppt_y"/>
                                          </p:val>
                                        </p:tav>
                                      </p:tavLst>
                                    </p:anim>
                                    <p:anim calcmode="lin" valueType="num">
                                      <p:cBhvr>
                                        <p:cTn id="78" dur="500" fill="hold"/>
                                        <p:tgtEl>
                                          <p:spTgt spid="179"/>
                                        </p:tgtEl>
                                        <p:attrNameLst>
                                          <p:attrName>ppt_w</p:attrName>
                                        </p:attrNameLst>
                                      </p:cBhvr>
                                      <p:tavLst>
                                        <p:tav tm="0">
                                          <p:val>
                                            <p:fltVal val="0"/>
                                          </p:val>
                                        </p:tav>
                                        <p:tav tm="100000">
                                          <p:val>
                                            <p:strVal val="#ppt_w"/>
                                          </p:val>
                                        </p:tav>
                                      </p:tavLst>
                                    </p:anim>
                                    <p:anim calcmode="lin" valueType="num">
                                      <p:cBhvr>
                                        <p:cTn id="79" dur="500" fill="hold"/>
                                        <p:tgtEl>
                                          <p:spTgt spid="179"/>
                                        </p:tgtEl>
                                        <p:attrNameLst>
                                          <p:attrName>ppt_h</p:attrName>
                                        </p:attrNameLst>
                                      </p:cBhvr>
                                      <p:tavLst>
                                        <p:tav tm="0">
                                          <p:val>
                                            <p:strVal val="#ppt_h"/>
                                          </p:val>
                                        </p:tav>
                                        <p:tav tm="100000">
                                          <p:val>
                                            <p:strVal val="#ppt_h"/>
                                          </p:val>
                                        </p:tav>
                                      </p:tavLst>
                                    </p:anim>
                                  </p:childTnLst>
                                </p:cTn>
                              </p:par>
                              <p:par>
                                <p:cTn id="80" presetID="17" presetClass="entr" presetSubtype="8" fill="hold" nodeType="withEffect">
                                  <p:stCondLst>
                                    <p:cond delay="750"/>
                                  </p:stCondLst>
                                  <p:childTnLst>
                                    <p:set>
                                      <p:cBhvr>
                                        <p:cTn id="81" dur="1" fill="hold">
                                          <p:stCondLst>
                                            <p:cond delay="0"/>
                                          </p:stCondLst>
                                        </p:cTn>
                                        <p:tgtEl>
                                          <p:spTgt spid="180"/>
                                        </p:tgtEl>
                                        <p:attrNameLst>
                                          <p:attrName>style.visibility</p:attrName>
                                        </p:attrNameLst>
                                      </p:cBhvr>
                                      <p:to>
                                        <p:strVal val="visible"/>
                                      </p:to>
                                    </p:set>
                                    <p:anim calcmode="lin" valueType="num">
                                      <p:cBhvr>
                                        <p:cTn id="82" dur="500" fill="hold"/>
                                        <p:tgtEl>
                                          <p:spTgt spid="180"/>
                                        </p:tgtEl>
                                        <p:attrNameLst>
                                          <p:attrName>ppt_x</p:attrName>
                                        </p:attrNameLst>
                                      </p:cBhvr>
                                      <p:tavLst>
                                        <p:tav tm="0">
                                          <p:val>
                                            <p:strVal val="#ppt_x-#ppt_w/2"/>
                                          </p:val>
                                        </p:tav>
                                        <p:tav tm="100000">
                                          <p:val>
                                            <p:strVal val="#ppt_x"/>
                                          </p:val>
                                        </p:tav>
                                      </p:tavLst>
                                    </p:anim>
                                    <p:anim calcmode="lin" valueType="num">
                                      <p:cBhvr>
                                        <p:cTn id="83" dur="500" fill="hold"/>
                                        <p:tgtEl>
                                          <p:spTgt spid="180"/>
                                        </p:tgtEl>
                                        <p:attrNameLst>
                                          <p:attrName>ppt_y</p:attrName>
                                        </p:attrNameLst>
                                      </p:cBhvr>
                                      <p:tavLst>
                                        <p:tav tm="0">
                                          <p:val>
                                            <p:strVal val="#ppt_y"/>
                                          </p:val>
                                        </p:tav>
                                        <p:tav tm="100000">
                                          <p:val>
                                            <p:strVal val="#ppt_y"/>
                                          </p:val>
                                        </p:tav>
                                      </p:tavLst>
                                    </p:anim>
                                    <p:anim calcmode="lin" valueType="num">
                                      <p:cBhvr>
                                        <p:cTn id="84" dur="500" fill="hold"/>
                                        <p:tgtEl>
                                          <p:spTgt spid="180"/>
                                        </p:tgtEl>
                                        <p:attrNameLst>
                                          <p:attrName>ppt_w</p:attrName>
                                        </p:attrNameLst>
                                      </p:cBhvr>
                                      <p:tavLst>
                                        <p:tav tm="0">
                                          <p:val>
                                            <p:fltVal val="0"/>
                                          </p:val>
                                        </p:tav>
                                        <p:tav tm="100000">
                                          <p:val>
                                            <p:strVal val="#ppt_w"/>
                                          </p:val>
                                        </p:tav>
                                      </p:tavLst>
                                    </p:anim>
                                    <p:anim calcmode="lin" valueType="num">
                                      <p:cBhvr>
                                        <p:cTn id="85" dur="500" fill="hold"/>
                                        <p:tgtEl>
                                          <p:spTgt spid="180"/>
                                        </p:tgtEl>
                                        <p:attrNameLst>
                                          <p:attrName>ppt_h</p:attrName>
                                        </p:attrNameLst>
                                      </p:cBhvr>
                                      <p:tavLst>
                                        <p:tav tm="0">
                                          <p:val>
                                            <p:strVal val="#ppt_h"/>
                                          </p:val>
                                        </p:tav>
                                        <p:tav tm="100000">
                                          <p:val>
                                            <p:strVal val="#ppt_h"/>
                                          </p:val>
                                        </p:tav>
                                      </p:tavLst>
                                    </p:anim>
                                  </p:childTnLst>
                                </p:cTn>
                              </p:par>
                              <p:par>
                                <p:cTn id="86" presetID="17" presetClass="entr" presetSubtype="8" fill="hold" nodeType="withEffect">
                                  <p:stCondLst>
                                    <p:cond delay="750"/>
                                  </p:stCondLst>
                                  <p:childTnLst>
                                    <p:set>
                                      <p:cBhvr>
                                        <p:cTn id="87" dur="1" fill="hold">
                                          <p:stCondLst>
                                            <p:cond delay="0"/>
                                          </p:stCondLst>
                                        </p:cTn>
                                        <p:tgtEl>
                                          <p:spTgt spid="181"/>
                                        </p:tgtEl>
                                        <p:attrNameLst>
                                          <p:attrName>style.visibility</p:attrName>
                                        </p:attrNameLst>
                                      </p:cBhvr>
                                      <p:to>
                                        <p:strVal val="visible"/>
                                      </p:to>
                                    </p:set>
                                    <p:anim calcmode="lin" valueType="num">
                                      <p:cBhvr>
                                        <p:cTn id="88" dur="500" fill="hold"/>
                                        <p:tgtEl>
                                          <p:spTgt spid="181"/>
                                        </p:tgtEl>
                                        <p:attrNameLst>
                                          <p:attrName>ppt_x</p:attrName>
                                        </p:attrNameLst>
                                      </p:cBhvr>
                                      <p:tavLst>
                                        <p:tav tm="0">
                                          <p:val>
                                            <p:strVal val="#ppt_x-#ppt_w/2"/>
                                          </p:val>
                                        </p:tav>
                                        <p:tav tm="100000">
                                          <p:val>
                                            <p:strVal val="#ppt_x"/>
                                          </p:val>
                                        </p:tav>
                                      </p:tavLst>
                                    </p:anim>
                                    <p:anim calcmode="lin" valueType="num">
                                      <p:cBhvr>
                                        <p:cTn id="89" dur="500" fill="hold"/>
                                        <p:tgtEl>
                                          <p:spTgt spid="181"/>
                                        </p:tgtEl>
                                        <p:attrNameLst>
                                          <p:attrName>ppt_y</p:attrName>
                                        </p:attrNameLst>
                                      </p:cBhvr>
                                      <p:tavLst>
                                        <p:tav tm="0">
                                          <p:val>
                                            <p:strVal val="#ppt_y"/>
                                          </p:val>
                                        </p:tav>
                                        <p:tav tm="100000">
                                          <p:val>
                                            <p:strVal val="#ppt_y"/>
                                          </p:val>
                                        </p:tav>
                                      </p:tavLst>
                                    </p:anim>
                                    <p:anim calcmode="lin" valueType="num">
                                      <p:cBhvr>
                                        <p:cTn id="90" dur="500" fill="hold"/>
                                        <p:tgtEl>
                                          <p:spTgt spid="181"/>
                                        </p:tgtEl>
                                        <p:attrNameLst>
                                          <p:attrName>ppt_w</p:attrName>
                                        </p:attrNameLst>
                                      </p:cBhvr>
                                      <p:tavLst>
                                        <p:tav tm="0">
                                          <p:val>
                                            <p:fltVal val="0"/>
                                          </p:val>
                                        </p:tav>
                                        <p:tav tm="100000">
                                          <p:val>
                                            <p:strVal val="#ppt_w"/>
                                          </p:val>
                                        </p:tav>
                                      </p:tavLst>
                                    </p:anim>
                                    <p:anim calcmode="lin" valueType="num">
                                      <p:cBhvr>
                                        <p:cTn id="91" dur="500" fill="hold"/>
                                        <p:tgtEl>
                                          <p:spTgt spid="181"/>
                                        </p:tgtEl>
                                        <p:attrNameLst>
                                          <p:attrName>ppt_h</p:attrName>
                                        </p:attrNameLst>
                                      </p:cBhvr>
                                      <p:tavLst>
                                        <p:tav tm="0">
                                          <p:val>
                                            <p:strVal val="#ppt_h"/>
                                          </p:val>
                                        </p:tav>
                                        <p:tav tm="100000">
                                          <p:val>
                                            <p:strVal val="#ppt_h"/>
                                          </p:val>
                                        </p:tav>
                                      </p:tavLst>
                                    </p:anim>
                                  </p:childTnLst>
                                </p:cTn>
                              </p:par>
                            </p:childTnLst>
                          </p:cTn>
                        </p:par>
                      </p:childTnLst>
                    </p:cTn>
                  </p:par>
                  <p:par>
                    <p:cTn id="92" fill="hold">
                      <p:stCondLst>
                        <p:cond delay="indefinite"/>
                      </p:stCondLst>
                      <p:childTnLst>
                        <p:par>
                          <p:cTn id="93" fill="hold">
                            <p:stCondLst>
                              <p:cond delay="0"/>
                            </p:stCondLst>
                            <p:childTnLst>
                              <p:par>
                                <p:cTn id="94" presetID="16" presetClass="entr" presetSubtype="21" fill="hold" nodeType="clickEffect">
                                  <p:stCondLst>
                                    <p:cond delay="0"/>
                                  </p:stCondLst>
                                  <p:childTnLst>
                                    <p:set>
                                      <p:cBhvr>
                                        <p:cTn id="95" dur="1" fill="hold">
                                          <p:stCondLst>
                                            <p:cond delay="0"/>
                                          </p:stCondLst>
                                        </p:cTn>
                                        <p:tgtEl>
                                          <p:spTgt spid="168"/>
                                        </p:tgtEl>
                                        <p:attrNameLst>
                                          <p:attrName>style.visibility</p:attrName>
                                        </p:attrNameLst>
                                      </p:cBhvr>
                                      <p:to>
                                        <p:strVal val="visible"/>
                                      </p:to>
                                    </p:set>
                                    <p:animEffect transition="in" filter="barn(inVertical)">
                                      <p:cBhvr>
                                        <p:cTn id="96" dur="500"/>
                                        <p:tgtEl>
                                          <p:spTgt spid="168"/>
                                        </p:tgtEl>
                                      </p:cBhvr>
                                    </p:animEffect>
                                  </p:childTnLst>
                                </p:cTn>
                              </p:par>
                            </p:childTnLst>
                          </p:cTn>
                        </p:par>
                        <p:par>
                          <p:cTn id="97" fill="hold">
                            <p:stCondLst>
                              <p:cond delay="500"/>
                            </p:stCondLst>
                            <p:childTnLst>
                              <p:par>
                                <p:cTn id="98" presetID="63" presetClass="path" presetSubtype="0" accel="50000" decel="50000" fill="hold" nodeType="afterEffect">
                                  <p:stCondLst>
                                    <p:cond delay="0"/>
                                  </p:stCondLst>
                                  <p:childTnLst>
                                    <p:animMotion origin="layout" path="M -2.70833E-6 -4.07407E-6 L 0.42123 0.02223 " pathEditMode="relative" rAng="0" ptsTypes="AA">
                                      <p:cBhvr>
                                        <p:cTn id="99" dur="1000" fill="hold"/>
                                        <p:tgtEl>
                                          <p:spTgt spid="168"/>
                                        </p:tgtEl>
                                        <p:attrNameLst>
                                          <p:attrName>ppt_x</p:attrName>
                                          <p:attrName>ppt_y</p:attrName>
                                        </p:attrNameLst>
                                      </p:cBhvr>
                                      <p:rCtr x="21055" y="1111"/>
                                    </p:animMotion>
                                  </p:childTnLst>
                                </p:cTn>
                              </p:par>
                            </p:childTnLst>
                          </p:cTn>
                        </p:par>
                        <p:par>
                          <p:cTn id="100" fill="hold">
                            <p:stCondLst>
                              <p:cond delay="1500"/>
                            </p:stCondLst>
                            <p:childTnLst>
                              <p:par>
                                <p:cTn id="101" presetID="22" presetClass="entr" presetSubtype="1" fill="hold" grpId="0" nodeType="afterEffect">
                                  <p:stCondLst>
                                    <p:cond delay="0"/>
                                  </p:stCondLst>
                                  <p:childTnLst>
                                    <p:set>
                                      <p:cBhvr>
                                        <p:cTn id="102" dur="1" fill="hold">
                                          <p:stCondLst>
                                            <p:cond delay="0"/>
                                          </p:stCondLst>
                                        </p:cTn>
                                        <p:tgtEl>
                                          <p:spTgt spid="184">
                                            <p:txEl>
                                              <p:pRg st="2" end="2"/>
                                            </p:txEl>
                                          </p:spTgt>
                                        </p:tgtEl>
                                        <p:attrNameLst>
                                          <p:attrName>style.visibility</p:attrName>
                                        </p:attrNameLst>
                                      </p:cBhvr>
                                      <p:to>
                                        <p:strVal val="visible"/>
                                      </p:to>
                                    </p:set>
                                    <p:animEffect transition="in" filter="wipe(up)">
                                      <p:cBhvr>
                                        <p:cTn id="103" dur="500"/>
                                        <p:tgtEl>
                                          <p:spTgt spid="184">
                                            <p:txEl>
                                              <p:pRg st="2" end="2"/>
                                            </p:txEl>
                                          </p:spTgt>
                                        </p:tgtEl>
                                      </p:cBhvr>
                                    </p:animEffect>
                                  </p:childTnLst>
                                </p:cTn>
                              </p:par>
                            </p:childTnLst>
                          </p:cTn>
                        </p:par>
                      </p:childTnLst>
                    </p:cTn>
                  </p:par>
                  <p:par>
                    <p:cTn id="104" fill="hold">
                      <p:stCondLst>
                        <p:cond delay="indefinite"/>
                      </p:stCondLst>
                      <p:childTnLst>
                        <p:par>
                          <p:cTn id="105" fill="hold">
                            <p:stCondLst>
                              <p:cond delay="0"/>
                            </p:stCondLst>
                            <p:childTnLst>
                              <p:par>
                                <p:cTn id="106" presetID="22" presetClass="entr" presetSubtype="1" fill="hold" grpId="0" nodeType="clickEffect">
                                  <p:stCondLst>
                                    <p:cond delay="0"/>
                                  </p:stCondLst>
                                  <p:childTnLst>
                                    <p:set>
                                      <p:cBhvr>
                                        <p:cTn id="107" dur="1" fill="hold">
                                          <p:stCondLst>
                                            <p:cond delay="0"/>
                                          </p:stCondLst>
                                        </p:cTn>
                                        <p:tgtEl>
                                          <p:spTgt spid="184">
                                            <p:txEl>
                                              <p:pRg st="3" end="3"/>
                                            </p:txEl>
                                          </p:spTgt>
                                        </p:tgtEl>
                                        <p:attrNameLst>
                                          <p:attrName>style.visibility</p:attrName>
                                        </p:attrNameLst>
                                      </p:cBhvr>
                                      <p:to>
                                        <p:strVal val="visible"/>
                                      </p:to>
                                    </p:set>
                                    <p:animEffect transition="in" filter="wipe(up)">
                                      <p:cBhvr>
                                        <p:cTn id="108" dur="500"/>
                                        <p:tgtEl>
                                          <p:spTgt spid="184">
                                            <p:txEl>
                                              <p:pRg st="3" end="3"/>
                                            </p:txEl>
                                          </p:spTgt>
                                        </p:tgtEl>
                                      </p:cBhvr>
                                    </p:animEffect>
                                  </p:childTnLst>
                                </p:cTn>
                              </p:par>
                            </p:childTnLst>
                          </p:cTn>
                        </p:par>
                        <p:par>
                          <p:cTn id="109" fill="hold">
                            <p:stCondLst>
                              <p:cond delay="500"/>
                            </p:stCondLst>
                            <p:childTnLst>
                              <p:par>
                                <p:cTn id="110" presetID="22" presetClass="entr" presetSubtype="1" fill="hold" grpId="0" nodeType="afterEffect">
                                  <p:stCondLst>
                                    <p:cond delay="0"/>
                                  </p:stCondLst>
                                  <p:childTnLst>
                                    <p:set>
                                      <p:cBhvr>
                                        <p:cTn id="111" dur="1" fill="hold">
                                          <p:stCondLst>
                                            <p:cond delay="0"/>
                                          </p:stCondLst>
                                        </p:cTn>
                                        <p:tgtEl>
                                          <p:spTgt spid="184">
                                            <p:txEl>
                                              <p:pRg st="4" end="4"/>
                                            </p:txEl>
                                          </p:spTgt>
                                        </p:tgtEl>
                                        <p:attrNameLst>
                                          <p:attrName>style.visibility</p:attrName>
                                        </p:attrNameLst>
                                      </p:cBhvr>
                                      <p:to>
                                        <p:strVal val="visible"/>
                                      </p:to>
                                    </p:set>
                                    <p:animEffect transition="in" filter="wipe(up)">
                                      <p:cBhvr>
                                        <p:cTn id="112" dur="500"/>
                                        <p:tgtEl>
                                          <p:spTgt spid="184">
                                            <p:txEl>
                                              <p:pRg st="4" end="4"/>
                                            </p:txEl>
                                          </p:spTgt>
                                        </p:tgtEl>
                                      </p:cBhvr>
                                    </p:animEffect>
                                  </p:childTnLst>
                                </p:cTn>
                              </p:par>
                            </p:childTnLst>
                          </p:cTn>
                        </p:par>
                      </p:childTnLst>
                    </p:cTn>
                  </p:par>
                  <p:par>
                    <p:cTn id="113" fill="hold">
                      <p:stCondLst>
                        <p:cond delay="indefinite"/>
                      </p:stCondLst>
                      <p:childTnLst>
                        <p:par>
                          <p:cTn id="114" fill="hold">
                            <p:stCondLst>
                              <p:cond delay="0"/>
                            </p:stCondLst>
                            <p:childTnLst>
                              <p:par>
                                <p:cTn id="115" presetID="42" presetClass="entr" presetSubtype="0" fill="hold" nodeType="clickEffect">
                                  <p:stCondLst>
                                    <p:cond delay="0"/>
                                  </p:stCondLst>
                                  <p:childTnLst>
                                    <p:set>
                                      <p:cBhvr>
                                        <p:cTn id="116" dur="1" fill="hold">
                                          <p:stCondLst>
                                            <p:cond delay="0"/>
                                          </p:stCondLst>
                                        </p:cTn>
                                        <p:tgtEl>
                                          <p:spTgt spid="169"/>
                                        </p:tgtEl>
                                        <p:attrNameLst>
                                          <p:attrName>style.visibility</p:attrName>
                                        </p:attrNameLst>
                                      </p:cBhvr>
                                      <p:to>
                                        <p:strVal val="visible"/>
                                      </p:to>
                                    </p:set>
                                    <p:animEffect transition="in" filter="fade">
                                      <p:cBhvr>
                                        <p:cTn id="117" dur="1000"/>
                                        <p:tgtEl>
                                          <p:spTgt spid="169"/>
                                        </p:tgtEl>
                                      </p:cBhvr>
                                    </p:animEffect>
                                    <p:anim calcmode="lin" valueType="num">
                                      <p:cBhvr>
                                        <p:cTn id="118" dur="1000" fill="hold"/>
                                        <p:tgtEl>
                                          <p:spTgt spid="169"/>
                                        </p:tgtEl>
                                        <p:attrNameLst>
                                          <p:attrName>ppt_x</p:attrName>
                                        </p:attrNameLst>
                                      </p:cBhvr>
                                      <p:tavLst>
                                        <p:tav tm="0">
                                          <p:val>
                                            <p:strVal val="#ppt_x"/>
                                          </p:val>
                                        </p:tav>
                                        <p:tav tm="100000">
                                          <p:val>
                                            <p:strVal val="#ppt_x"/>
                                          </p:val>
                                        </p:tav>
                                      </p:tavLst>
                                    </p:anim>
                                    <p:anim calcmode="lin" valueType="num">
                                      <p:cBhvr>
                                        <p:cTn id="119" dur="1000" fill="hold"/>
                                        <p:tgtEl>
                                          <p:spTgt spid="169"/>
                                        </p:tgtEl>
                                        <p:attrNameLst>
                                          <p:attrName>ppt_y</p:attrName>
                                        </p:attrNameLst>
                                      </p:cBhvr>
                                      <p:tavLst>
                                        <p:tav tm="0">
                                          <p:val>
                                            <p:strVal val="#ppt_y+.1"/>
                                          </p:val>
                                        </p:tav>
                                        <p:tav tm="100000">
                                          <p:val>
                                            <p:strVal val="#ppt_y"/>
                                          </p:val>
                                        </p:tav>
                                      </p:tavLst>
                                    </p:anim>
                                  </p:childTnLst>
                                </p:cTn>
                              </p:par>
                            </p:childTnLst>
                          </p:cTn>
                        </p:par>
                        <p:par>
                          <p:cTn id="120" fill="hold">
                            <p:stCondLst>
                              <p:cond delay="1000"/>
                            </p:stCondLst>
                            <p:childTnLst>
                              <p:par>
                                <p:cTn id="121" presetID="22" presetClass="entr" presetSubtype="4" fill="hold" grpId="0" nodeType="afterEffect">
                                  <p:stCondLst>
                                    <p:cond delay="0"/>
                                  </p:stCondLst>
                                  <p:childTnLst>
                                    <p:set>
                                      <p:cBhvr>
                                        <p:cTn id="122" dur="1" fill="hold">
                                          <p:stCondLst>
                                            <p:cond delay="0"/>
                                          </p:stCondLst>
                                        </p:cTn>
                                        <p:tgtEl>
                                          <p:spTgt spid="159"/>
                                        </p:tgtEl>
                                        <p:attrNameLst>
                                          <p:attrName>style.visibility</p:attrName>
                                        </p:attrNameLst>
                                      </p:cBhvr>
                                      <p:to>
                                        <p:strVal val="visible"/>
                                      </p:to>
                                    </p:set>
                                    <p:animEffect transition="in" filter="wipe(down)">
                                      <p:cBhvr>
                                        <p:cTn id="123" dur="500"/>
                                        <p:tgtEl>
                                          <p:spTgt spid="159"/>
                                        </p:tgtEl>
                                      </p:cBhvr>
                                    </p:animEffect>
                                  </p:childTnLst>
                                </p:cTn>
                              </p:par>
                            </p:childTnLst>
                          </p:cTn>
                        </p:par>
                      </p:childTnLst>
                    </p:cTn>
                  </p:par>
                  <p:par>
                    <p:cTn id="124" fill="hold">
                      <p:stCondLst>
                        <p:cond delay="indefinite"/>
                      </p:stCondLst>
                      <p:childTnLst>
                        <p:par>
                          <p:cTn id="125" fill="hold">
                            <p:stCondLst>
                              <p:cond delay="0"/>
                            </p:stCondLst>
                            <p:childTnLst>
                              <p:par>
                                <p:cTn id="126" presetID="22" presetClass="entr" presetSubtype="1" fill="hold" nodeType="clickEffect">
                                  <p:stCondLst>
                                    <p:cond delay="0"/>
                                  </p:stCondLst>
                                  <p:childTnLst>
                                    <p:set>
                                      <p:cBhvr>
                                        <p:cTn id="127" dur="1" fill="hold">
                                          <p:stCondLst>
                                            <p:cond delay="0"/>
                                          </p:stCondLst>
                                        </p:cTn>
                                        <p:tgtEl>
                                          <p:spTgt spid="182"/>
                                        </p:tgtEl>
                                        <p:attrNameLst>
                                          <p:attrName>style.visibility</p:attrName>
                                        </p:attrNameLst>
                                      </p:cBhvr>
                                      <p:to>
                                        <p:strVal val="visible"/>
                                      </p:to>
                                    </p:set>
                                    <p:animEffect transition="in" filter="wipe(up)">
                                      <p:cBhvr>
                                        <p:cTn id="128" dur="1000"/>
                                        <p:tgtEl>
                                          <p:spTgt spid="182"/>
                                        </p:tgtEl>
                                      </p:cBhvr>
                                    </p:animEffect>
                                  </p:childTnLst>
                                </p:cTn>
                              </p:par>
                            </p:childTnLst>
                          </p:cTn>
                        </p:par>
                      </p:childTnLst>
                    </p:cTn>
                  </p:par>
                  <p:par>
                    <p:cTn id="129" fill="hold">
                      <p:stCondLst>
                        <p:cond delay="indefinite"/>
                      </p:stCondLst>
                      <p:childTnLst>
                        <p:par>
                          <p:cTn id="130" fill="hold">
                            <p:stCondLst>
                              <p:cond delay="0"/>
                            </p:stCondLst>
                            <p:childTnLst>
                              <p:par>
                                <p:cTn id="131" presetID="31" presetClass="entr" presetSubtype="0" fill="hold" grpId="0" nodeType="clickEffect">
                                  <p:stCondLst>
                                    <p:cond delay="0"/>
                                  </p:stCondLst>
                                  <p:childTnLst>
                                    <p:set>
                                      <p:cBhvr>
                                        <p:cTn id="132" dur="1" fill="hold">
                                          <p:stCondLst>
                                            <p:cond delay="0"/>
                                          </p:stCondLst>
                                        </p:cTn>
                                        <p:tgtEl>
                                          <p:spTgt spid="165"/>
                                        </p:tgtEl>
                                        <p:attrNameLst>
                                          <p:attrName>style.visibility</p:attrName>
                                        </p:attrNameLst>
                                      </p:cBhvr>
                                      <p:to>
                                        <p:strVal val="visible"/>
                                      </p:to>
                                    </p:set>
                                    <p:anim calcmode="lin" valueType="num">
                                      <p:cBhvr>
                                        <p:cTn id="133" dur="500" fill="hold"/>
                                        <p:tgtEl>
                                          <p:spTgt spid="165"/>
                                        </p:tgtEl>
                                        <p:attrNameLst>
                                          <p:attrName>ppt_w</p:attrName>
                                        </p:attrNameLst>
                                      </p:cBhvr>
                                      <p:tavLst>
                                        <p:tav tm="0">
                                          <p:val>
                                            <p:fltVal val="0"/>
                                          </p:val>
                                        </p:tav>
                                        <p:tav tm="100000">
                                          <p:val>
                                            <p:strVal val="#ppt_w"/>
                                          </p:val>
                                        </p:tav>
                                      </p:tavLst>
                                    </p:anim>
                                    <p:anim calcmode="lin" valueType="num">
                                      <p:cBhvr>
                                        <p:cTn id="134" dur="500" fill="hold"/>
                                        <p:tgtEl>
                                          <p:spTgt spid="165"/>
                                        </p:tgtEl>
                                        <p:attrNameLst>
                                          <p:attrName>ppt_h</p:attrName>
                                        </p:attrNameLst>
                                      </p:cBhvr>
                                      <p:tavLst>
                                        <p:tav tm="0">
                                          <p:val>
                                            <p:fltVal val="0"/>
                                          </p:val>
                                        </p:tav>
                                        <p:tav tm="100000">
                                          <p:val>
                                            <p:strVal val="#ppt_h"/>
                                          </p:val>
                                        </p:tav>
                                      </p:tavLst>
                                    </p:anim>
                                    <p:anim calcmode="lin" valueType="num">
                                      <p:cBhvr>
                                        <p:cTn id="135" dur="500" fill="hold"/>
                                        <p:tgtEl>
                                          <p:spTgt spid="165"/>
                                        </p:tgtEl>
                                        <p:attrNameLst>
                                          <p:attrName>style.rotation</p:attrName>
                                        </p:attrNameLst>
                                      </p:cBhvr>
                                      <p:tavLst>
                                        <p:tav tm="0">
                                          <p:val>
                                            <p:fltVal val="90"/>
                                          </p:val>
                                        </p:tav>
                                        <p:tav tm="100000">
                                          <p:val>
                                            <p:fltVal val="0"/>
                                          </p:val>
                                        </p:tav>
                                      </p:tavLst>
                                    </p:anim>
                                    <p:animEffect transition="in" filter="fade">
                                      <p:cBhvr>
                                        <p:cTn id="136" dur="500"/>
                                        <p:tgtEl>
                                          <p:spTgt spid="165"/>
                                        </p:tgtEl>
                                      </p:cBhvr>
                                    </p:animEffect>
                                  </p:childTnLst>
                                </p:cTn>
                              </p:par>
                            </p:childTnLst>
                          </p:cTn>
                        </p:par>
                      </p:childTnLst>
                    </p:cTn>
                  </p:par>
                  <p:par>
                    <p:cTn id="137" fill="hold">
                      <p:stCondLst>
                        <p:cond delay="indefinite"/>
                      </p:stCondLst>
                      <p:childTnLst>
                        <p:par>
                          <p:cTn id="138" fill="hold">
                            <p:stCondLst>
                              <p:cond delay="0"/>
                            </p:stCondLst>
                            <p:childTnLst>
                              <p:par>
                                <p:cTn id="139" presetID="31" presetClass="entr" presetSubtype="0" fill="hold" grpId="0" nodeType="clickEffect">
                                  <p:stCondLst>
                                    <p:cond delay="0"/>
                                  </p:stCondLst>
                                  <p:childTnLst>
                                    <p:set>
                                      <p:cBhvr>
                                        <p:cTn id="140" dur="1" fill="hold">
                                          <p:stCondLst>
                                            <p:cond delay="0"/>
                                          </p:stCondLst>
                                        </p:cTn>
                                        <p:tgtEl>
                                          <p:spTgt spid="116"/>
                                        </p:tgtEl>
                                        <p:attrNameLst>
                                          <p:attrName>style.visibility</p:attrName>
                                        </p:attrNameLst>
                                      </p:cBhvr>
                                      <p:to>
                                        <p:strVal val="visible"/>
                                      </p:to>
                                    </p:set>
                                    <p:anim calcmode="lin" valueType="num">
                                      <p:cBhvr>
                                        <p:cTn id="141" dur="500" fill="hold"/>
                                        <p:tgtEl>
                                          <p:spTgt spid="116"/>
                                        </p:tgtEl>
                                        <p:attrNameLst>
                                          <p:attrName>ppt_w</p:attrName>
                                        </p:attrNameLst>
                                      </p:cBhvr>
                                      <p:tavLst>
                                        <p:tav tm="0">
                                          <p:val>
                                            <p:fltVal val="0"/>
                                          </p:val>
                                        </p:tav>
                                        <p:tav tm="100000">
                                          <p:val>
                                            <p:strVal val="#ppt_w"/>
                                          </p:val>
                                        </p:tav>
                                      </p:tavLst>
                                    </p:anim>
                                    <p:anim calcmode="lin" valueType="num">
                                      <p:cBhvr>
                                        <p:cTn id="142" dur="500" fill="hold"/>
                                        <p:tgtEl>
                                          <p:spTgt spid="116"/>
                                        </p:tgtEl>
                                        <p:attrNameLst>
                                          <p:attrName>ppt_h</p:attrName>
                                        </p:attrNameLst>
                                      </p:cBhvr>
                                      <p:tavLst>
                                        <p:tav tm="0">
                                          <p:val>
                                            <p:fltVal val="0"/>
                                          </p:val>
                                        </p:tav>
                                        <p:tav tm="100000">
                                          <p:val>
                                            <p:strVal val="#ppt_h"/>
                                          </p:val>
                                        </p:tav>
                                      </p:tavLst>
                                    </p:anim>
                                    <p:anim calcmode="lin" valueType="num">
                                      <p:cBhvr>
                                        <p:cTn id="143" dur="500" fill="hold"/>
                                        <p:tgtEl>
                                          <p:spTgt spid="116"/>
                                        </p:tgtEl>
                                        <p:attrNameLst>
                                          <p:attrName>style.rotation</p:attrName>
                                        </p:attrNameLst>
                                      </p:cBhvr>
                                      <p:tavLst>
                                        <p:tav tm="0">
                                          <p:val>
                                            <p:fltVal val="90"/>
                                          </p:val>
                                        </p:tav>
                                        <p:tav tm="100000">
                                          <p:val>
                                            <p:fltVal val="0"/>
                                          </p:val>
                                        </p:tav>
                                      </p:tavLst>
                                    </p:anim>
                                    <p:animEffect transition="in" filter="fade">
                                      <p:cBhvr>
                                        <p:cTn id="144" dur="500"/>
                                        <p:tgtEl>
                                          <p:spTgt spid="116"/>
                                        </p:tgtEl>
                                      </p:cBhvr>
                                    </p:animEffect>
                                  </p:childTnLst>
                                </p:cTn>
                              </p:par>
                            </p:childTnLst>
                          </p:cTn>
                        </p:par>
                      </p:childTnLst>
                    </p:cTn>
                  </p:par>
                  <p:par>
                    <p:cTn id="145" fill="hold">
                      <p:stCondLst>
                        <p:cond delay="indefinite"/>
                      </p:stCondLst>
                      <p:childTnLst>
                        <p:par>
                          <p:cTn id="146" fill="hold">
                            <p:stCondLst>
                              <p:cond delay="0"/>
                            </p:stCondLst>
                            <p:childTnLst>
                              <p:par>
                                <p:cTn id="147" presetID="31" presetClass="entr" presetSubtype="0" fill="hold" grpId="0" nodeType="clickEffect">
                                  <p:stCondLst>
                                    <p:cond delay="0"/>
                                  </p:stCondLst>
                                  <p:childTnLst>
                                    <p:set>
                                      <p:cBhvr>
                                        <p:cTn id="148" dur="1" fill="hold">
                                          <p:stCondLst>
                                            <p:cond delay="0"/>
                                          </p:stCondLst>
                                        </p:cTn>
                                        <p:tgtEl>
                                          <p:spTgt spid="118"/>
                                        </p:tgtEl>
                                        <p:attrNameLst>
                                          <p:attrName>style.visibility</p:attrName>
                                        </p:attrNameLst>
                                      </p:cBhvr>
                                      <p:to>
                                        <p:strVal val="visible"/>
                                      </p:to>
                                    </p:set>
                                    <p:anim calcmode="lin" valueType="num">
                                      <p:cBhvr>
                                        <p:cTn id="149" dur="500" fill="hold"/>
                                        <p:tgtEl>
                                          <p:spTgt spid="118"/>
                                        </p:tgtEl>
                                        <p:attrNameLst>
                                          <p:attrName>ppt_w</p:attrName>
                                        </p:attrNameLst>
                                      </p:cBhvr>
                                      <p:tavLst>
                                        <p:tav tm="0">
                                          <p:val>
                                            <p:fltVal val="0"/>
                                          </p:val>
                                        </p:tav>
                                        <p:tav tm="100000">
                                          <p:val>
                                            <p:strVal val="#ppt_w"/>
                                          </p:val>
                                        </p:tav>
                                      </p:tavLst>
                                    </p:anim>
                                    <p:anim calcmode="lin" valueType="num">
                                      <p:cBhvr>
                                        <p:cTn id="150" dur="500" fill="hold"/>
                                        <p:tgtEl>
                                          <p:spTgt spid="118"/>
                                        </p:tgtEl>
                                        <p:attrNameLst>
                                          <p:attrName>ppt_h</p:attrName>
                                        </p:attrNameLst>
                                      </p:cBhvr>
                                      <p:tavLst>
                                        <p:tav tm="0">
                                          <p:val>
                                            <p:fltVal val="0"/>
                                          </p:val>
                                        </p:tav>
                                        <p:tav tm="100000">
                                          <p:val>
                                            <p:strVal val="#ppt_h"/>
                                          </p:val>
                                        </p:tav>
                                      </p:tavLst>
                                    </p:anim>
                                    <p:anim calcmode="lin" valueType="num">
                                      <p:cBhvr>
                                        <p:cTn id="151" dur="500" fill="hold"/>
                                        <p:tgtEl>
                                          <p:spTgt spid="118"/>
                                        </p:tgtEl>
                                        <p:attrNameLst>
                                          <p:attrName>style.rotation</p:attrName>
                                        </p:attrNameLst>
                                      </p:cBhvr>
                                      <p:tavLst>
                                        <p:tav tm="0">
                                          <p:val>
                                            <p:fltVal val="90"/>
                                          </p:val>
                                        </p:tav>
                                        <p:tav tm="100000">
                                          <p:val>
                                            <p:fltVal val="0"/>
                                          </p:val>
                                        </p:tav>
                                      </p:tavLst>
                                    </p:anim>
                                    <p:animEffect transition="in" filter="fade">
                                      <p:cBhvr>
                                        <p:cTn id="152" dur="500"/>
                                        <p:tgtEl>
                                          <p:spTgt spid="118"/>
                                        </p:tgtEl>
                                      </p:cBhvr>
                                    </p:animEffect>
                                  </p:childTnLst>
                                </p:cTn>
                              </p:par>
                            </p:childTnLst>
                          </p:cTn>
                        </p:par>
                      </p:childTnLst>
                    </p:cTn>
                  </p:par>
                  <p:par>
                    <p:cTn id="153" fill="hold">
                      <p:stCondLst>
                        <p:cond delay="indefinite"/>
                      </p:stCondLst>
                      <p:childTnLst>
                        <p:par>
                          <p:cTn id="154" fill="hold">
                            <p:stCondLst>
                              <p:cond delay="0"/>
                            </p:stCondLst>
                            <p:childTnLst>
                              <p:par>
                                <p:cTn id="155" presetID="31" presetClass="entr" presetSubtype="0" fill="hold" grpId="0" nodeType="clickEffect">
                                  <p:stCondLst>
                                    <p:cond delay="0"/>
                                  </p:stCondLst>
                                  <p:childTnLst>
                                    <p:set>
                                      <p:cBhvr>
                                        <p:cTn id="156" dur="1" fill="hold">
                                          <p:stCondLst>
                                            <p:cond delay="0"/>
                                          </p:stCondLst>
                                        </p:cTn>
                                        <p:tgtEl>
                                          <p:spTgt spid="75"/>
                                        </p:tgtEl>
                                        <p:attrNameLst>
                                          <p:attrName>style.visibility</p:attrName>
                                        </p:attrNameLst>
                                      </p:cBhvr>
                                      <p:to>
                                        <p:strVal val="visible"/>
                                      </p:to>
                                    </p:set>
                                    <p:anim calcmode="lin" valueType="num">
                                      <p:cBhvr>
                                        <p:cTn id="157" dur="500" fill="hold"/>
                                        <p:tgtEl>
                                          <p:spTgt spid="75"/>
                                        </p:tgtEl>
                                        <p:attrNameLst>
                                          <p:attrName>ppt_w</p:attrName>
                                        </p:attrNameLst>
                                      </p:cBhvr>
                                      <p:tavLst>
                                        <p:tav tm="0">
                                          <p:val>
                                            <p:fltVal val="0"/>
                                          </p:val>
                                        </p:tav>
                                        <p:tav tm="100000">
                                          <p:val>
                                            <p:strVal val="#ppt_w"/>
                                          </p:val>
                                        </p:tav>
                                      </p:tavLst>
                                    </p:anim>
                                    <p:anim calcmode="lin" valueType="num">
                                      <p:cBhvr>
                                        <p:cTn id="158" dur="500" fill="hold"/>
                                        <p:tgtEl>
                                          <p:spTgt spid="75"/>
                                        </p:tgtEl>
                                        <p:attrNameLst>
                                          <p:attrName>ppt_h</p:attrName>
                                        </p:attrNameLst>
                                      </p:cBhvr>
                                      <p:tavLst>
                                        <p:tav tm="0">
                                          <p:val>
                                            <p:fltVal val="0"/>
                                          </p:val>
                                        </p:tav>
                                        <p:tav tm="100000">
                                          <p:val>
                                            <p:strVal val="#ppt_h"/>
                                          </p:val>
                                        </p:tav>
                                      </p:tavLst>
                                    </p:anim>
                                    <p:anim calcmode="lin" valueType="num">
                                      <p:cBhvr>
                                        <p:cTn id="159" dur="500" fill="hold"/>
                                        <p:tgtEl>
                                          <p:spTgt spid="75"/>
                                        </p:tgtEl>
                                        <p:attrNameLst>
                                          <p:attrName>style.rotation</p:attrName>
                                        </p:attrNameLst>
                                      </p:cBhvr>
                                      <p:tavLst>
                                        <p:tav tm="0">
                                          <p:val>
                                            <p:fltVal val="90"/>
                                          </p:val>
                                        </p:tav>
                                        <p:tav tm="100000">
                                          <p:val>
                                            <p:fltVal val="0"/>
                                          </p:val>
                                        </p:tav>
                                      </p:tavLst>
                                    </p:anim>
                                    <p:animEffect transition="in" filter="fade">
                                      <p:cBhvr>
                                        <p:cTn id="160" dur="500"/>
                                        <p:tgtEl>
                                          <p:spTgt spid="75"/>
                                        </p:tgtEl>
                                      </p:cBhvr>
                                    </p:animEffect>
                                  </p:childTnLst>
                                </p:cTn>
                              </p:par>
                            </p:childTnLst>
                          </p:cTn>
                        </p:par>
                        <p:par>
                          <p:cTn id="161" fill="hold">
                            <p:stCondLst>
                              <p:cond delay="500"/>
                            </p:stCondLst>
                            <p:childTnLst>
                              <p:par>
                                <p:cTn id="162" presetID="31" presetClass="entr" presetSubtype="0" fill="hold" grpId="0" nodeType="afterEffect">
                                  <p:stCondLst>
                                    <p:cond delay="0"/>
                                  </p:stCondLst>
                                  <p:childTnLst>
                                    <p:set>
                                      <p:cBhvr>
                                        <p:cTn id="163" dur="1" fill="hold">
                                          <p:stCondLst>
                                            <p:cond delay="0"/>
                                          </p:stCondLst>
                                        </p:cTn>
                                        <p:tgtEl>
                                          <p:spTgt spid="164"/>
                                        </p:tgtEl>
                                        <p:attrNameLst>
                                          <p:attrName>style.visibility</p:attrName>
                                        </p:attrNameLst>
                                      </p:cBhvr>
                                      <p:to>
                                        <p:strVal val="visible"/>
                                      </p:to>
                                    </p:set>
                                    <p:anim calcmode="lin" valueType="num">
                                      <p:cBhvr>
                                        <p:cTn id="164" dur="500" fill="hold"/>
                                        <p:tgtEl>
                                          <p:spTgt spid="164"/>
                                        </p:tgtEl>
                                        <p:attrNameLst>
                                          <p:attrName>ppt_w</p:attrName>
                                        </p:attrNameLst>
                                      </p:cBhvr>
                                      <p:tavLst>
                                        <p:tav tm="0">
                                          <p:val>
                                            <p:fltVal val="0"/>
                                          </p:val>
                                        </p:tav>
                                        <p:tav tm="100000">
                                          <p:val>
                                            <p:strVal val="#ppt_w"/>
                                          </p:val>
                                        </p:tav>
                                      </p:tavLst>
                                    </p:anim>
                                    <p:anim calcmode="lin" valueType="num">
                                      <p:cBhvr>
                                        <p:cTn id="165" dur="500" fill="hold"/>
                                        <p:tgtEl>
                                          <p:spTgt spid="164"/>
                                        </p:tgtEl>
                                        <p:attrNameLst>
                                          <p:attrName>ppt_h</p:attrName>
                                        </p:attrNameLst>
                                      </p:cBhvr>
                                      <p:tavLst>
                                        <p:tav tm="0">
                                          <p:val>
                                            <p:fltVal val="0"/>
                                          </p:val>
                                        </p:tav>
                                        <p:tav tm="100000">
                                          <p:val>
                                            <p:strVal val="#ppt_h"/>
                                          </p:val>
                                        </p:tav>
                                      </p:tavLst>
                                    </p:anim>
                                    <p:anim calcmode="lin" valueType="num">
                                      <p:cBhvr>
                                        <p:cTn id="166" dur="500" fill="hold"/>
                                        <p:tgtEl>
                                          <p:spTgt spid="164"/>
                                        </p:tgtEl>
                                        <p:attrNameLst>
                                          <p:attrName>style.rotation</p:attrName>
                                        </p:attrNameLst>
                                      </p:cBhvr>
                                      <p:tavLst>
                                        <p:tav tm="0">
                                          <p:val>
                                            <p:fltVal val="90"/>
                                          </p:val>
                                        </p:tav>
                                        <p:tav tm="100000">
                                          <p:val>
                                            <p:fltVal val="0"/>
                                          </p:val>
                                        </p:tav>
                                      </p:tavLst>
                                    </p:anim>
                                    <p:animEffect transition="in" filter="fade">
                                      <p:cBhvr>
                                        <p:cTn id="167" dur="500"/>
                                        <p:tgtEl>
                                          <p:spTgt spid="164"/>
                                        </p:tgtEl>
                                      </p:cBhvr>
                                    </p:animEffect>
                                  </p:childTnLst>
                                </p:cTn>
                              </p:par>
                            </p:childTnLst>
                          </p:cTn>
                        </p:par>
                        <p:par>
                          <p:cTn id="168" fill="hold">
                            <p:stCondLst>
                              <p:cond delay="1000"/>
                            </p:stCondLst>
                            <p:childTnLst>
                              <p:par>
                                <p:cTn id="169" presetID="31" presetClass="entr" presetSubtype="0" fill="hold" grpId="0" nodeType="afterEffect">
                                  <p:stCondLst>
                                    <p:cond delay="0"/>
                                  </p:stCondLst>
                                  <p:childTnLst>
                                    <p:set>
                                      <p:cBhvr>
                                        <p:cTn id="170" dur="1" fill="hold">
                                          <p:stCondLst>
                                            <p:cond delay="0"/>
                                          </p:stCondLst>
                                        </p:cTn>
                                        <p:tgtEl>
                                          <p:spTgt spid="22"/>
                                        </p:tgtEl>
                                        <p:attrNameLst>
                                          <p:attrName>style.visibility</p:attrName>
                                        </p:attrNameLst>
                                      </p:cBhvr>
                                      <p:to>
                                        <p:strVal val="visible"/>
                                      </p:to>
                                    </p:set>
                                    <p:anim calcmode="lin" valueType="num">
                                      <p:cBhvr>
                                        <p:cTn id="171" dur="500" fill="hold"/>
                                        <p:tgtEl>
                                          <p:spTgt spid="22"/>
                                        </p:tgtEl>
                                        <p:attrNameLst>
                                          <p:attrName>ppt_w</p:attrName>
                                        </p:attrNameLst>
                                      </p:cBhvr>
                                      <p:tavLst>
                                        <p:tav tm="0">
                                          <p:val>
                                            <p:fltVal val="0"/>
                                          </p:val>
                                        </p:tav>
                                        <p:tav tm="100000">
                                          <p:val>
                                            <p:strVal val="#ppt_w"/>
                                          </p:val>
                                        </p:tav>
                                      </p:tavLst>
                                    </p:anim>
                                    <p:anim calcmode="lin" valueType="num">
                                      <p:cBhvr>
                                        <p:cTn id="172" dur="500" fill="hold"/>
                                        <p:tgtEl>
                                          <p:spTgt spid="22"/>
                                        </p:tgtEl>
                                        <p:attrNameLst>
                                          <p:attrName>ppt_h</p:attrName>
                                        </p:attrNameLst>
                                      </p:cBhvr>
                                      <p:tavLst>
                                        <p:tav tm="0">
                                          <p:val>
                                            <p:fltVal val="0"/>
                                          </p:val>
                                        </p:tav>
                                        <p:tav tm="100000">
                                          <p:val>
                                            <p:strVal val="#ppt_h"/>
                                          </p:val>
                                        </p:tav>
                                      </p:tavLst>
                                    </p:anim>
                                    <p:anim calcmode="lin" valueType="num">
                                      <p:cBhvr>
                                        <p:cTn id="173" dur="500" fill="hold"/>
                                        <p:tgtEl>
                                          <p:spTgt spid="22"/>
                                        </p:tgtEl>
                                        <p:attrNameLst>
                                          <p:attrName>style.rotation</p:attrName>
                                        </p:attrNameLst>
                                      </p:cBhvr>
                                      <p:tavLst>
                                        <p:tav tm="0">
                                          <p:val>
                                            <p:fltVal val="90"/>
                                          </p:val>
                                        </p:tav>
                                        <p:tav tm="100000">
                                          <p:val>
                                            <p:fltVal val="0"/>
                                          </p:val>
                                        </p:tav>
                                      </p:tavLst>
                                    </p:anim>
                                    <p:animEffect transition="in" filter="fade">
                                      <p:cBhvr>
                                        <p:cTn id="174" dur="500"/>
                                        <p:tgtEl>
                                          <p:spTgt spid="22"/>
                                        </p:tgtEl>
                                      </p:cBhvr>
                                    </p:animEffect>
                                  </p:childTnLst>
                                </p:cTn>
                              </p:par>
                            </p:childTnLst>
                          </p:cTn>
                        </p:par>
                        <p:par>
                          <p:cTn id="175" fill="hold">
                            <p:stCondLst>
                              <p:cond delay="1500"/>
                            </p:stCondLst>
                            <p:childTnLst>
                              <p:par>
                                <p:cTn id="176" presetID="31" presetClass="entr" presetSubtype="0" fill="hold" grpId="0" nodeType="afterEffect">
                                  <p:stCondLst>
                                    <p:cond delay="0"/>
                                  </p:stCondLst>
                                  <p:childTnLst>
                                    <p:set>
                                      <p:cBhvr>
                                        <p:cTn id="177" dur="1" fill="hold">
                                          <p:stCondLst>
                                            <p:cond delay="0"/>
                                          </p:stCondLst>
                                        </p:cTn>
                                        <p:tgtEl>
                                          <p:spTgt spid="166"/>
                                        </p:tgtEl>
                                        <p:attrNameLst>
                                          <p:attrName>style.visibility</p:attrName>
                                        </p:attrNameLst>
                                      </p:cBhvr>
                                      <p:to>
                                        <p:strVal val="visible"/>
                                      </p:to>
                                    </p:set>
                                    <p:anim calcmode="lin" valueType="num">
                                      <p:cBhvr>
                                        <p:cTn id="178" dur="500" fill="hold"/>
                                        <p:tgtEl>
                                          <p:spTgt spid="166"/>
                                        </p:tgtEl>
                                        <p:attrNameLst>
                                          <p:attrName>ppt_w</p:attrName>
                                        </p:attrNameLst>
                                      </p:cBhvr>
                                      <p:tavLst>
                                        <p:tav tm="0">
                                          <p:val>
                                            <p:fltVal val="0"/>
                                          </p:val>
                                        </p:tav>
                                        <p:tav tm="100000">
                                          <p:val>
                                            <p:strVal val="#ppt_w"/>
                                          </p:val>
                                        </p:tav>
                                      </p:tavLst>
                                    </p:anim>
                                    <p:anim calcmode="lin" valueType="num">
                                      <p:cBhvr>
                                        <p:cTn id="179" dur="500" fill="hold"/>
                                        <p:tgtEl>
                                          <p:spTgt spid="166"/>
                                        </p:tgtEl>
                                        <p:attrNameLst>
                                          <p:attrName>ppt_h</p:attrName>
                                        </p:attrNameLst>
                                      </p:cBhvr>
                                      <p:tavLst>
                                        <p:tav tm="0">
                                          <p:val>
                                            <p:fltVal val="0"/>
                                          </p:val>
                                        </p:tav>
                                        <p:tav tm="100000">
                                          <p:val>
                                            <p:strVal val="#ppt_h"/>
                                          </p:val>
                                        </p:tav>
                                      </p:tavLst>
                                    </p:anim>
                                    <p:anim calcmode="lin" valueType="num">
                                      <p:cBhvr>
                                        <p:cTn id="180" dur="500" fill="hold"/>
                                        <p:tgtEl>
                                          <p:spTgt spid="166"/>
                                        </p:tgtEl>
                                        <p:attrNameLst>
                                          <p:attrName>style.rotation</p:attrName>
                                        </p:attrNameLst>
                                      </p:cBhvr>
                                      <p:tavLst>
                                        <p:tav tm="0">
                                          <p:val>
                                            <p:fltVal val="90"/>
                                          </p:val>
                                        </p:tav>
                                        <p:tav tm="100000">
                                          <p:val>
                                            <p:fltVal val="0"/>
                                          </p:val>
                                        </p:tav>
                                      </p:tavLst>
                                    </p:anim>
                                    <p:animEffect transition="in" filter="fade">
                                      <p:cBhvr>
                                        <p:cTn id="181" dur="500"/>
                                        <p:tgtEl>
                                          <p:spTgt spid="166"/>
                                        </p:tgtEl>
                                      </p:cBhvr>
                                    </p:animEffect>
                                  </p:childTnLst>
                                </p:cTn>
                              </p:par>
                            </p:childTnLst>
                          </p:cTn>
                        </p:par>
                        <p:par>
                          <p:cTn id="182" fill="hold">
                            <p:stCondLst>
                              <p:cond delay="2000"/>
                            </p:stCondLst>
                            <p:childTnLst>
                              <p:par>
                                <p:cTn id="183" presetID="31" presetClass="entr" presetSubtype="0" fill="hold" grpId="0" nodeType="afterEffect">
                                  <p:stCondLst>
                                    <p:cond delay="0"/>
                                  </p:stCondLst>
                                  <p:childTnLst>
                                    <p:set>
                                      <p:cBhvr>
                                        <p:cTn id="184" dur="1" fill="hold">
                                          <p:stCondLst>
                                            <p:cond delay="0"/>
                                          </p:stCondLst>
                                        </p:cTn>
                                        <p:tgtEl>
                                          <p:spTgt spid="167"/>
                                        </p:tgtEl>
                                        <p:attrNameLst>
                                          <p:attrName>style.visibility</p:attrName>
                                        </p:attrNameLst>
                                      </p:cBhvr>
                                      <p:to>
                                        <p:strVal val="visible"/>
                                      </p:to>
                                    </p:set>
                                    <p:anim calcmode="lin" valueType="num">
                                      <p:cBhvr>
                                        <p:cTn id="185" dur="500" fill="hold"/>
                                        <p:tgtEl>
                                          <p:spTgt spid="167"/>
                                        </p:tgtEl>
                                        <p:attrNameLst>
                                          <p:attrName>ppt_w</p:attrName>
                                        </p:attrNameLst>
                                      </p:cBhvr>
                                      <p:tavLst>
                                        <p:tav tm="0">
                                          <p:val>
                                            <p:fltVal val="0"/>
                                          </p:val>
                                        </p:tav>
                                        <p:tav tm="100000">
                                          <p:val>
                                            <p:strVal val="#ppt_w"/>
                                          </p:val>
                                        </p:tav>
                                      </p:tavLst>
                                    </p:anim>
                                    <p:anim calcmode="lin" valueType="num">
                                      <p:cBhvr>
                                        <p:cTn id="186" dur="500" fill="hold"/>
                                        <p:tgtEl>
                                          <p:spTgt spid="167"/>
                                        </p:tgtEl>
                                        <p:attrNameLst>
                                          <p:attrName>ppt_h</p:attrName>
                                        </p:attrNameLst>
                                      </p:cBhvr>
                                      <p:tavLst>
                                        <p:tav tm="0">
                                          <p:val>
                                            <p:fltVal val="0"/>
                                          </p:val>
                                        </p:tav>
                                        <p:tav tm="100000">
                                          <p:val>
                                            <p:strVal val="#ppt_h"/>
                                          </p:val>
                                        </p:tav>
                                      </p:tavLst>
                                    </p:anim>
                                    <p:anim calcmode="lin" valueType="num">
                                      <p:cBhvr>
                                        <p:cTn id="187" dur="500" fill="hold"/>
                                        <p:tgtEl>
                                          <p:spTgt spid="167"/>
                                        </p:tgtEl>
                                        <p:attrNameLst>
                                          <p:attrName>style.rotation</p:attrName>
                                        </p:attrNameLst>
                                      </p:cBhvr>
                                      <p:tavLst>
                                        <p:tav tm="0">
                                          <p:val>
                                            <p:fltVal val="90"/>
                                          </p:val>
                                        </p:tav>
                                        <p:tav tm="100000">
                                          <p:val>
                                            <p:fltVal val="0"/>
                                          </p:val>
                                        </p:tav>
                                      </p:tavLst>
                                    </p:anim>
                                    <p:animEffect transition="in" filter="fade">
                                      <p:cBhvr>
                                        <p:cTn id="188" dur="500"/>
                                        <p:tgtEl>
                                          <p:spTgt spid="167"/>
                                        </p:tgtEl>
                                      </p:cBhvr>
                                    </p:animEffect>
                                  </p:childTnLst>
                                </p:cTn>
                              </p:par>
                            </p:childTnLst>
                          </p:cTn>
                        </p:par>
                        <p:par>
                          <p:cTn id="189" fill="hold">
                            <p:stCondLst>
                              <p:cond delay="2500"/>
                            </p:stCondLst>
                            <p:childTnLst>
                              <p:par>
                                <p:cTn id="190" presetID="31" presetClass="entr" presetSubtype="0" fill="hold" grpId="0" nodeType="afterEffect">
                                  <p:stCondLst>
                                    <p:cond delay="0"/>
                                  </p:stCondLst>
                                  <p:childTnLst>
                                    <p:set>
                                      <p:cBhvr>
                                        <p:cTn id="191" dur="1" fill="hold">
                                          <p:stCondLst>
                                            <p:cond delay="0"/>
                                          </p:stCondLst>
                                        </p:cTn>
                                        <p:tgtEl>
                                          <p:spTgt spid="81"/>
                                        </p:tgtEl>
                                        <p:attrNameLst>
                                          <p:attrName>style.visibility</p:attrName>
                                        </p:attrNameLst>
                                      </p:cBhvr>
                                      <p:to>
                                        <p:strVal val="visible"/>
                                      </p:to>
                                    </p:set>
                                    <p:anim calcmode="lin" valueType="num">
                                      <p:cBhvr>
                                        <p:cTn id="192" dur="500" fill="hold"/>
                                        <p:tgtEl>
                                          <p:spTgt spid="81"/>
                                        </p:tgtEl>
                                        <p:attrNameLst>
                                          <p:attrName>ppt_w</p:attrName>
                                        </p:attrNameLst>
                                      </p:cBhvr>
                                      <p:tavLst>
                                        <p:tav tm="0">
                                          <p:val>
                                            <p:fltVal val="0"/>
                                          </p:val>
                                        </p:tav>
                                        <p:tav tm="100000">
                                          <p:val>
                                            <p:strVal val="#ppt_w"/>
                                          </p:val>
                                        </p:tav>
                                      </p:tavLst>
                                    </p:anim>
                                    <p:anim calcmode="lin" valueType="num">
                                      <p:cBhvr>
                                        <p:cTn id="193" dur="500" fill="hold"/>
                                        <p:tgtEl>
                                          <p:spTgt spid="81"/>
                                        </p:tgtEl>
                                        <p:attrNameLst>
                                          <p:attrName>ppt_h</p:attrName>
                                        </p:attrNameLst>
                                      </p:cBhvr>
                                      <p:tavLst>
                                        <p:tav tm="0">
                                          <p:val>
                                            <p:fltVal val="0"/>
                                          </p:val>
                                        </p:tav>
                                        <p:tav tm="100000">
                                          <p:val>
                                            <p:strVal val="#ppt_h"/>
                                          </p:val>
                                        </p:tav>
                                      </p:tavLst>
                                    </p:anim>
                                    <p:anim calcmode="lin" valueType="num">
                                      <p:cBhvr>
                                        <p:cTn id="194" dur="500" fill="hold"/>
                                        <p:tgtEl>
                                          <p:spTgt spid="81"/>
                                        </p:tgtEl>
                                        <p:attrNameLst>
                                          <p:attrName>style.rotation</p:attrName>
                                        </p:attrNameLst>
                                      </p:cBhvr>
                                      <p:tavLst>
                                        <p:tav tm="0">
                                          <p:val>
                                            <p:fltVal val="90"/>
                                          </p:val>
                                        </p:tav>
                                        <p:tav tm="100000">
                                          <p:val>
                                            <p:fltVal val="0"/>
                                          </p:val>
                                        </p:tav>
                                      </p:tavLst>
                                    </p:anim>
                                    <p:animEffect transition="in" filter="fade">
                                      <p:cBhvr>
                                        <p:cTn id="195" dur="500"/>
                                        <p:tgtEl>
                                          <p:spTgt spid="81"/>
                                        </p:tgtEl>
                                      </p:cBhvr>
                                    </p:animEffect>
                                  </p:childTnLst>
                                </p:cTn>
                              </p:par>
                            </p:childTnLst>
                          </p:cTn>
                        </p:par>
                      </p:childTnLst>
                    </p:cTn>
                  </p:par>
                  <p:par>
                    <p:cTn id="196" fill="hold">
                      <p:stCondLst>
                        <p:cond delay="indefinite"/>
                      </p:stCondLst>
                      <p:childTnLst>
                        <p:par>
                          <p:cTn id="197" fill="hold">
                            <p:stCondLst>
                              <p:cond delay="0"/>
                            </p:stCondLst>
                            <p:childTnLst>
                              <p:par>
                                <p:cTn id="198" presetID="22" presetClass="entr" presetSubtype="1" fill="hold" nodeType="clickEffect">
                                  <p:stCondLst>
                                    <p:cond delay="0"/>
                                  </p:stCondLst>
                                  <p:childTnLst>
                                    <p:set>
                                      <p:cBhvr>
                                        <p:cTn id="199" dur="1" fill="hold">
                                          <p:stCondLst>
                                            <p:cond delay="0"/>
                                          </p:stCondLst>
                                        </p:cTn>
                                        <p:tgtEl>
                                          <p:spTgt spid="185"/>
                                        </p:tgtEl>
                                        <p:attrNameLst>
                                          <p:attrName>style.visibility</p:attrName>
                                        </p:attrNameLst>
                                      </p:cBhvr>
                                      <p:to>
                                        <p:strVal val="visible"/>
                                      </p:to>
                                    </p:set>
                                    <p:animEffect transition="in" filter="wipe(up)">
                                      <p:cBhvr>
                                        <p:cTn id="200" dur="1000"/>
                                        <p:tgtEl>
                                          <p:spTgt spid="185"/>
                                        </p:tgtEl>
                                      </p:cBhvr>
                                    </p:animEffect>
                                  </p:childTnLst>
                                </p:cTn>
                              </p:par>
                            </p:childTnLst>
                          </p:cTn>
                        </p:par>
                      </p:childTnLst>
                    </p:cTn>
                  </p:par>
                  <p:par>
                    <p:cTn id="201" fill="hold">
                      <p:stCondLst>
                        <p:cond delay="indefinite"/>
                      </p:stCondLst>
                      <p:childTnLst>
                        <p:par>
                          <p:cTn id="202" fill="hold">
                            <p:stCondLst>
                              <p:cond delay="0"/>
                            </p:stCondLst>
                            <p:childTnLst>
                              <p:par>
                                <p:cTn id="203" presetID="22" presetClass="entr" presetSubtype="1" fill="hold" grpId="0" nodeType="clickEffect">
                                  <p:stCondLst>
                                    <p:cond delay="0"/>
                                  </p:stCondLst>
                                  <p:childTnLst>
                                    <p:set>
                                      <p:cBhvr>
                                        <p:cTn id="204" dur="1" fill="hold">
                                          <p:stCondLst>
                                            <p:cond delay="0"/>
                                          </p:stCondLst>
                                        </p:cTn>
                                        <p:tgtEl>
                                          <p:spTgt spid="184">
                                            <p:txEl>
                                              <p:pRg st="5" end="5"/>
                                            </p:txEl>
                                          </p:spTgt>
                                        </p:tgtEl>
                                        <p:attrNameLst>
                                          <p:attrName>style.visibility</p:attrName>
                                        </p:attrNameLst>
                                      </p:cBhvr>
                                      <p:to>
                                        <p:strVal val="visible"/>
                                      </p:to>
                                    </p:set>
                                    <p:animEffect transition="in" filter="wipe(up)">
                                      <p:cBhvr>
                                        <p:cTn id="205" dur="500"/>
                                        <p:tgtEl>
                                          <p:spTgt spid="184">
                                            <p:txEl>
                                              <p:pRg st="5" end="5"/>
                                            </p:txEl>
                                          </p:spTgt>
                                        </p:tgtEl>
                                      </p:cBhvr>
                                    </p:animEffect>
                                  </p:childTnLst>
                                </p:cTn>
                              </p:par>
                            </p:childTnLst>
                          </p:cTn>
                        </p:par>
                      </p:childTnLst>
                    </p:cTn>
                  </p:par>
                  <p:par>
                    <p:cTn id="206" fill="hold">
                      <p:stCondLst>
                        <p:cond delay="indefinite"/>
                      </p:stCondLst>
                      <p:childTnLst>
                        <p:par>
                          <p:cTn id="207" fill="hold">
                            <p:stCondLst>
                              <p:cond delay="0"/>
                            </p:stCondLst>
                            <p:childTnLst>
                              <p:par>
                                <p:cTn id="208" presetID="22" presetClass="entr" presetSubtype="1" fill="hold" grpId="0" nodeType="clickEffect">
                                  <p:stCondLst>
                                    <p:cond delay="0"/>
                                  </p:stCondLst>
                                  <p:childTnLst>
                                    <p:set>
                                      <p:cBhvr>
                                        <p:cTn id="209" dur="1" fill="hold">
                                          <p:stCondLst>
                                            <p:cond delay="0"/>
                                          </p:stCondLst>
                                        </p:cTn>
                                        <p:tgtEl>
                                          <p:spTgt spid="190">
                                            <p:bg/>
                                          </p:spTgt>
                                        </p:tgtEl>
                                        <p:attrNameLst>
                                          <p:attrName>style.visibility</p:attrName>
                                        </p:attrNameLst>
                                      </p:cBhvr>
                                      <p:to>
                                        <p:strVal val="visible"/>
                                      </p:to>
                                    </p:set>
                                    <p:animEffect transition="in" filter="wipe(up)">
                                      <p:cBhvr>
                                        <p:cTn id="210" dur="500"/>
                                        <p:tgtEl>
                                          <p:spTgt spid="190">
                                            <p:bg/>
                                          </p:spTgt>
                                        </p:tgtEl>
                                      </p:cBhvr>
                                    </p:animEffect>
                                  </p:childTnLst>
                                </p:cTn>
                              </p:par>
                              <p:par>
                                <p:cTn id="211" presetID="22" presetClass="entr" presetSubtype="1" fill="hold" grpId="0" nodeType="withEffect">
                                  <p:stCondLst>
                                    <p:cond delay="0"/>
                                  </p:stCondLst>
                                  <p:childTnLst>
                                    <p:set>
                                      <p:cBhvr>
                                        <p:cTn id="212" dur="1" fill="hold">
                                          <p:stCondLst>
                                            <p:cond delay="0"/>
                                          </p:stCondLst>
                                        </p:cTn>
                                        <p:tgtEl>
                                          <p:spTgt spid="190">
                                            <p:txEl>
                                              <p:pRg st="0" end="0"/>
                                            </p:txEl>
                                          </p:spTgt>
                                        </p:tgtEl>
                                        <p:attrNameLst>
                                          <p:attrName>style.visibility</p:attrName>
                                        </p:attrNameLst>
                                      </p:cBhvr>
                                      <p:to>
                                        <p:strVal val="visible"/>
                                      </p:to>
                                    </p:set>
                                    <p:animEffect transition="in" filter="wipe(up)">
                                      <p:cBhvr>
                                        <p:cTn id="213" dur="500"/>
                                        <p:tgtEl>
                                          <p:spTgt spid="190">
                                            <p:txEl>
                                              <p:pRg st="0" end="0"/>
                                            </p:txEl>
                                          </p:spTgt>
                                        </p:tgtEl>
                                      </p:cBhvr>
                                    </p:animEffect>
                                  </p:childTnLst>
                                </p:cTn>
                              </p:par>
                            </p:childTnLst>
                          </p:cTn>
                        </p:par>
                      </p:childTnLst>
                    </p:cTn>
                  </p:par>
                  <p:par>
                    <p:cTn id="214" fill="hold">
                      <p:stCondLst>
                        <p:cond delay="indefinite"/>
                      </p:stCondLst>
                      <p:childTnLst>
                        <p:par>
                          <p:cTn id="215" fill="hold">
                            <p:stCondLst>
                              <p:cond delay="0"/>
                            </p:stCondLst>
                            <p:childTnLst>
                              <p:par>
                                <p:cTn id="216" presetID="22" presetClass="entr" presetSubtype="1" fill="hold" grpId="0" nodeType="clickEffect">
                                  <p:stCondLst>
                                    <p:cond delay="0"/>
                                  </p:stCondLst>
                                  <p:childTnLst>
                                    <p:set>
                                      <p:cBhvr>
                                        <p:cTn id="217" dur="1" fill="hold">
                                          <p:stCondLst>
                                            <p:cond delay="0"/>
                                          </p:stCondLst>
                                        </p:cTn>
                                        <p:tgtEl>
                                          <p:spTgt spid="190">
                                            <p:txEl>
                                              <p:pRg st="1" end="1"/>
                                            </p:txEl>
                                          </p:spTgt>
                                        </p:tgtEl>
                                        <p:attrNameLst>
                                          <p:attrName>style.visibility</p:attrName>
                                        </p:attrNameLst>
                                      </p:cBhvr>
                                      <p:to>
                                        <p:strVal val="visible"/>
                                      </p:to>
                                    </p:set>
                                    <p:animEffect transition="in" filter="wipe(up)">
                                      <p:cBhvr>
                                        <p:cTn id="218" dur="500"/>
                                        <p:tgtEl>
                                          <p:spTgt spid="190">
                                            <p:txEl>
                                              <p:pRg st="1" end="1"/>
                                            </p:txEl>
                                          </p:spTgt>
                                        </p:tgtEl>
                                      </p:cBhvr>
                                    </p:animEffect>
                                  </p:childTnLst>
                                </p:cTn>
                              </p:par>
                            </p:childTnLst>
                          </p:cTn>
                        </p:par>
                      </p:childTnLst>
                    </p:cTn>
                  </p:par>
                  <p:par>
                    <p:cTn id="219" fill="hold">
                      <p:stCondLst>
                        <p:cond delay="indefinite"/>
                      </p:stCondLst>
                      <p:childTnLst>
                        <p:par>
                          <p:cTn id="220" fill="hold">
                            <p:stCondLst>
                              <p:cond delay="0"/>
                            </p:stCondLst>
                            <p:childTnLst>
                              <p:par>
                                <p:cTn id="221" presetID="22" presetClass="entr" presetSubtype="2" fill="hold" nodeType="clickEffect">
                                  <p:stCondLst>
                                    <p:cond delay="0"/>
                                  </p:stCondLst>
                                  <p:childTnLst>
                                    <p:set>
                                      <p:cBhvr>
                                        <p:cTn id="222" dur="1" fill="hold">
                                          <p:stCondLst>
                                            <p:cond delay="0"/>
                                          </p:stCondLst>
                                        </p:cTn>
                                        <p:tgtEl>
                                          <p:spTgt spid="192"/>
                                        </p:tgtEl>
                                        <p:attrNameLst>
                                          <p:attrName>style.visibility</p:attrName>
                                        </p:attrNameLst>
                                      </p:cBhvr>
                                      <p:to>
                                        <p:strVal val="visible"/>
                                      </p:to>
                                    </p:set>
                                    <p:animEffect transition="in" filter="wipe(right)">
                                      <p:cBhvr>
                                        <p:cTn id="223" dur="500"/>
                                        <p:tgtEl>
                                          <p:spTgt spid="192"/>
                                        </p:tgtEl>
                                      </p:cBhvr>
                                    </p:animEffect>
                                  </p:childTnLst>
                                </p:cTn>
                              </p:par>
                            </p:childTnLst>
                          </p:cTn>
                        </p:par>
                      </p:childTnLst>
                    </p:cTn>
                  </p:par>
                  <p:par>
                    <p:cTn id="224" fill="hold">
                      <p:stCondLst>
                        <p:cond delay="indefinite"/>
                      </p:stCondLst>
                      <p:childTnLst>
                        <p:par>
                          <p:cTn id="225" fill="hold">
                            <p:stCondLst>
                              <p:cond delay="0"/>
                            </p:stCondLst>
                            <p:childTnLst>
                              <p:par>
                                <p:cTn id="226" presetID="22" presetClass="entr" presetSubtype="1" fill="hold" grpId="0" nodeType="clickEffect">
                                  <p:stCondLst>
                                    <p:cond delay="0"/>
                                  </p:stCondLst>
                                  <p:childTnLst>
                                    <p:set>
                                      <p:cBhvr>
                                        <p:cTn id="227" dur="1" fill="hold">
                                          <p:stCondLst>
                                            <p:cond delay="0"/>
                                          </p:stCondLst>
                                        </p:cTn>
                                        <p:tgtEl>
                                          <p:spTgt spid="190">
                                            <p:txEl>
                                              <p:pRg st="2" end="2"/>
                                            </p:txEl>
                                          </p:spTgt>
                                        </p:tgtEl>
                                        <p:attrNameLst>
                                          <p:attrName>style.visibility</p:attrName>
                                        </p:attrNameLst>
                                      </p:cBhvr>
                                      <p:to>
                                        <p:strVal val="visible"/>
                                      </p:to>
                                    </p:set>
                                    <p:animEffect transition="in" filter="wipe(up)">
                                      <p:cBhvr>
                                        <p:cTn id="228" dur="500"/>
                                        <p:tgtEl>
                                          <p:spTgt spid="190">
                                            <p:txEl>
                                              <p:pRg st="2" end="2"/>
                                            </p:txEl>
                                          </p:spTgt>
                                        </p:tgtEl>
                                      </p:cBhvr>
                                    </p:animEffect>
                                  </p:childTnLst>
                                </p:cTn>
                              </p:par>
                            </p:childTnLst>
                          </p:cTn>
                        </p:par>
                      </p:childTnLst>
                    </p:cTn>
                  </p:par>
                  <p:par>
                    <p:cTn id="229" fill="hold">
                      <p:stCondLst>
                        <p:cond delay="indefinite"/>
                      </p:stCondLst>
                      <p:childTnLst>
                        <p:par>
                          <p:cTn id="230" fill="hold">
                            <p:stCondLst>
                              <p:cond delay="0"/>
                            </p:stCondLst>
                            <p:childTnLst>
                              <p:par>
                                <p:cTn id="231" presetID="22" presetClass="entr" presetSubtype="2" fill="hold" nodeType="clickEffect">
                                  <p:stCondLst>
                                    <p:cond delay="0"/>
                                  </p:stCondLst>
                                  <p:childTnLst>
                                    <p:set>
                                      <p:cBhvr>
                                        <p:cTn id="232" dur="1" fill="hold">
                                          <p:stCondLst>
                                            <p:cond delay="0"/>
                                          </p:stCondLst>
                                        </p:cTn>
                                        <p:tgtEl>
                                          <p:spTgt spid="193"/>
                                        </p:tgtEl>
                                        <p:attrNameLst>
                                          <p:attrName>style.visibility</p:attrName>
                                        </p:attrNameLst>
                                      </p:cBhvr>
                                      <p:to>
                                        <p:strVal val="visible"/>
                                      </p:to>
                                    </p:set>
                                    <p:animEffect transition="in" filter="wipe(right)">
                                      <p:cBhvr>
                                        <p:cTn id="233" dur="500"/>
                                        <p:tgtEl>
                                          <p:spTgt spid="193"/>
                                        </p:tgtEl>
                                      </p:cBhvr>
                                    </p:animEffect>
                                  </p:childTnLst>
                                </p:cTn>
                              </p:par>
                            </p:childTnLst>
                          </p:cTn>
                        </p:par>
                        <p:par>
                          <p:cTn id="234" fill="hold">
                            <p:stCondLst>
                              <p:cond delay="500"/>
                            </p:stCondLst>
                            <p:childTnLst>
                              <p:par>
                                <p:cTn id="235" presetID="22" presetClass="entr" presetSubtype="8" fill="hold" nodeType="afterEffect">
                                  <p:stCondLst>
                                    <p:cond delay="0"/>
                                  </p:stCondLst>
                                  <p:childTnLst>
                                    <p:set>
                                      <p:cBhvr>
                                        <p:cTn id="236" dur="1" fill="hold">
                                          <p:stCondLst>
                                            <p:cond delay="0"/>
                                          </p:stCondLst>
                                        </p:cTn>
                                        <p:tgtEl>
                                          <p:spTgt spid="144"/>
                                        </p:tgtEl>
                                        <p:attrNameLst>
                                          <p:attrName>style.visibility</p:attrName>
                                        </p:attrNameLst>
                                      </p:cBhvr>
                                      <p:to>
                                        <p:strVal val="visible"/>
                                      </p:to>
                                    </p:set>
                                    <p:animEffect transition="in" filter="wipe(left)">
                                      <p:cBhvr>
                                        <p:cTn id="237" dur="500"/>
                                        <p:tgtEl>
                                          <p:spTgt spid="1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75" grpId="0"/>
      <p:bldP spid="81" grpId="0"/>
      <p:bldP spid="116" grpId="0"/>
      <p:bldP spid="118" grpId="0"/>
      <p:bldP spid="159" grpId="0"/>
      <p:bldP spid="160" grpId="0"/>
      <p:bldP spid="163" grpId="0"/>
      <p:bldP spid="164" grpId="0"/>
      <p:bldP spid="165" grpId="0"/>
      <p:bldP spid="166" grpId="0"/>
      <p:bldP spid="167" grpId="0"/>
      <p:bldP spid="184" grpId="0" uiExpand="1" build="p" animBg="1"/>
      <p:bldP spid="190" grpId="0" uiExpand="1" build="p"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a:extLst>
              <a:ext uri="{FF2B5EF4-FFF2-40B4-BE49-F238E27FC236}">
                <a16:creationId xmlns:a16="http://schemas.microsoft.com/office/drawing/2014/main" id="{B4ECB0B7-4ABB-4D4A-BA0E-8EBC450B2C1F}"/>
              </a:ext>
            </a:extLst>
          </p:cNvPr>
          <p:cNvGrpSpPr/>
          <p:nvPr/>
        </p:nvGrpSpPr>
        <p:grpSpPr>
          <a:xfrm>
            <a:off x="2250240" y="3559208"/>
            <a:ext cx="414007" cy="1094314"/>
            <a:chOff x="2043708" y="5107219"/>
            <a:chExt cx="414007" cy="1094314"/>
          </a:xfrm>
        </p:grpSpPr>
        <p:sp>
          <p:nvSpPr>
            <p:cNvPr id="78" name="文本框 77">
              <a:extLst>
                <a:ext uri="{FF2B5EF4-FFF2-40B4-BE49-F238E27FC236}">
                  <a16:creationId xmlns:a16="http://schemas.microsoft.com/office/drawing/2014/main" id="{CEF026A1-55A9-4D02-BF2C-66EDE7AFEE36}"/>
                </a:ext>
              </a:extLst>
            </p:cNvPr>
            <p:cNvSpPr txBox="1"/>
            <p:nvPr/>
          </p:nvSpPr>
          <p:spPr>
            <a:xfrm>
              <a:off x="2055043" y="5107219"/>
              <a:ext cx="402672" cy="318924"/>
            </a:xfrm>
            <a:prstGeom prst="rect">
              <a:avLst/>
            </a:prstGeom>
            <a:noFill/>
          </p:spPr>
          <p:txBody>
            <a:bodyPr wrap="square" lIns="0" tIns="36000" rIns="0" bIns="36000" rtlCol="0" anchor="ctr">
              <a:spAutoFit/>
            </a:bodyPr>
            <a:lstStyle/>
            <a:p>
              <a:pPr algn="ctr"/>
              <a:r>
                <a:rPr lang="en-US" altLang="zh-CN" sz="1600" b="1" dirty="0">
                  <a:solidFill>
                    <a:srgbClr val="0070C0"/>
                  </a:solidFill>
                </a:rPr>
                <a:t>3</a:t>
              </a:r>
              <a:endParaRPr lang="zh-CN" altLang="en-US" sz="1600" b="1" dirty="0">
                <a:solidFill>
                  <a:srgbClr val="0070C0"/>
                </a:solidFill>
              </a:endParaRPr>
            </a:p>
          </p:txBody>
        </p:sp>
        <p:sp>
          <p:nvSpPr>
            <p:cNvPr id="103" name="矩形 102">
              <a:extLst>
                <a:ext uri="{FF2B5EF4-FFF2-40B4-BE49-F238E27FC236}">
                  <a16:creationId xmlns:a16="http://schemas.microsoft.com/office/drawing/2014/main" id="{3E741A6C-C04B-4391-82B0-CC2DD4DEAA03}"/>
                </a:ext>
              </a:extLst>
            </p:cNvPr>
            <p:cNvSpPr/>
            <p:nvPr/>
          </p:nvSpPr>
          <p:spPr>
            <a:xfrm>
              <a:off x="2043709" y="5453250"/>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002060"/>
                </a:solidFill>
              </a:endParaRPr>
            </a:p>
          </p:txBody>
        </p:sp>
        <p:sp>
          <p:nvSpPr>
            <p:cNvPr id="104" name="文本框 103">
              <a:extLst>
                <a:ext uri="{FF2B5EF4-FFF2-40B4-BE49-F238E27FC236}">
                  <a16:creationId xmlns:a16="http://schemas.microsoft.com/office/drawing/2014/main" id="{AD396747-5B43-4198-A8F1-EA778BEF7516}"/>
                </a:ext>
              </a:extLst>
            </p:cNvPr>
            <p:cNvSpPr txBox="1"/>
            <p:nvPr/>
          </p:nvSpPr>
          <p:spPr>
            <a:xfrm>
              <a:off x="2043708" y="5453250"/>
              <a:ext cx="402672" cy="359517"/>
            </a:xfrm>
            <a:prstGeom prst="rect">
              <a:avLst/>
            </a:prstGeom>
            <a:noFill/>
          </p:spPr>
          <p:txBody>
            <a:bodyPr wrap="square" lIns="0" tIns="36000" rIns="0" bIns="36000" rtlCol="0" anchor="ctr">
              <a:spAutoFit/>
            </a:bodyPr>
            <a:lstStyle/>
            <a:p>
              <a:pPr algn="ctr"/>
              <a:r>
                <a:rPr lang="en-US" altLang="zh-CN" b="1" dirty="0">
                  <a:solidFill>
                    <a:srgbClr val="002060"/>
                  </a:solidFill>
                </a:rPr>
                <a:t>65</a:t>
              </a:r>
              <a:endParaRPr lang="zh-CN" altLang="en-US" b="1" dirty="0">
                <a:solidFill>
                  <a:srgbClr val="002060"/>
                </a:solidFill>
              </a:endParaRPr>
            </a:p>
          </p:txBody>
        </p:sp>
        <p:sp>
          <p:nvSpPr>
            <p:cNvPr id="105" name="矩形 104">
              <a:extLst>
                <a:ext uri="{FF2B5EF4-FFF2-40B4-BE49-F238E27FC236}">
                  <a16:creationId xmlns:a16="http://schemas.microsoft.com/office/drawing/2014/main" id="{2A638507-E51B-4073-9C75-3AA03DC807B8}"/>
                </a:ext>
              </a:extLst>
            </p:cNvPr>
            <p:cNvSpPr/>
            <p:nvPr/>
          </p:nvSpPr>
          <p:spPr>
            <a:xfrm>
              <a:off x="2043709" y="5832201"/>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C00000"/>
                </a:solidFill>
              </a:endParaRPr>
            </a:p>
          </p:txBody>
        </p:sp>
      </p:grpSp>
      <p:sp>
        <p:nvSpPr>
          <p:cNvPr id="4" name="Text Box 224">
            <a:extLst>
              <a:ext uri="{FF2B5EF4-FFF2-40B4-BE49-F238E27FC236}">
                <a16:creationId xmlns:a16="http://schemas.microsoft.com/office/drawing/2014/main" id="{C3F4C608-B0F4-42AA-AA4E-284855B01E7B}"/>
              </a:ext>
            </a:extLst>
          </p:cNvPr>
          <p:cNvSpPr txBox="1">
            <a:spLocks noChangeArrowheads="1"/>
          </p:cNvSpPr>
          <p:nvPr/>
        </p:nvSpPr>
        <p:spPr bwMode="auto">
          <a:xfrm>
            <a:off x="296585" y="1509404"/>
            <a:ext cx="465202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b="1" dirty="0">
                <a:solidFill>
                  <a:srgbClr val="000066"/>
                </a:solidFill>
                <a:latin typeface="宋体" panose="02010600030101010101" pitchFamily="2" charset="-122"/>
                <a:ea typeface="宋体" panose="02010600030101010101" pitchFamily="2" charset="-122"/>
              </a:rPr>
              <a:t>1. </a:t>
            </a:r>
            <a:r>
              <a:rPr lang="zh-CN" altLang="en-US" b="1" dirty="0">
                <a:solidFill>
                  <a:srgbClr val="000066"/>
                </a:solidFill>
                <a:latin typeface="宋体" panose="02010600030101010101" pitchFamily="2" charset="-122"/>
                <a:ea typeface="宋体" panose="02010600030101010101" pitchFamily="2" charset="-122"/>
              </a:rPr>
              <a:t>构造只含一个记录的有序循环静态链表</a:t>
            </a:r>
            <a:r>
              <a:rPr lang="en-US" altLang="zh-CN" b="1" dirty="0">
                <a:solidFill>
                  <a:srgbClr val="000066"/>
                </a:solidFill>
                <a:latin typeface="宋体" panose="02010600030101010101" pitchFamily="2" charset="-122"/>
                <a:ea typeface="宋体" panose="02010600030101010101" pitchFamily="2" charset="-122"/>
              </a:rPr>
              <a:t>;</a:t>
            </a:r>
          </a:p>
        </p:txBody>
      </p:sp>
      <p:sp>
        <p:nvSpPr>
          <p:cNvPr id="5" name="Text Box 225">
            <a:extLst>
              <a:ext uri="{FF2B5EF4-FFF2-40B4-BE49-F238E27FC236}">
                <a16:creationId xmlns:a16="http://schemas.microsoft.com/office/drawing/2014/main" id="{4A74E102-DA0A-4DE4-9EA9-DC173AA9F925}"/>
              </a:ext>
            </a:extLst>
          </p:cNvPr>
          <p:cNvSpPr txBox="1">
            <a:spLocks noChangeArrowheads="1"/>
          </p:cNvSpPr>
          <p:nvPr/>
        </p:nvSpPr>
        <p:spPr bwMode="auto">
          <a:xfrm>
            <a:off x="421083" y="1077212"/>
            <a:ext cx="279082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b="1" dirty="0">
                <a:solidFill>
                  <a:srgbClr val="000066"/>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表插入排序</a:t>
            </a:r>
            <a:r>
              <a:rPr lang="zh-CN" altLang="en-US" b="1" dirty="0">
                <a:solidFill>
                  <a:srgbClr val="000066"/>
                </a:solidFill>
                <a:latin typeface="宋体" panose="02010600030101010101" pitchFamily="2" charset="-122"/>
                <a:ea typeface="宋体" panose="02010600030101010101" pitchFamily="2" charset="-122"/>
              </a:rPr>
              <a:t>的过程如下</a:t>
            </a:r>
            <a:r>
              <a:rPr lang="en-US" altLang="zh-CN" b="1" dirty="0">
                <a:solidFill>
                  <a:srgbClr val="000066"/>
                </a:solidFill>
                <a:latin typeface="宋体" panose="02010600030101010101" pitchFamily="2" charset="-122"/>
                <a:ea typeface="宋体" panose="02010600030101010101" pitchFamily="2" charset="-122"/>
              </a:rPr>
              <a:t>:</a:t>
            </a:r>
          </a:p>
        </p:txBody>
      </p:sp>
      <p:sp>
        <p:nvSpPr>
          <p:cNvPr id="6" name="Text Box 226">
            <a:extLst>
              <a:ext uri="{FF2B5EF4-FFF2-40B4-BE49-F238E27FC236}">
                <a16:creationId xmlns:a16="http://schemas.microsoft.com/office/drawing/2014/main" id="{FDB37730-982E-4178-8BED-72E0F1700782}"/>
              </a:ext>
            </a:extLst>
          </p:cNvPr>
          <p:cNvSpPr txBox="1">
            <a:spLocks noChangeArrowheads="1"/>
          </p:cNvSpPr>
          <p:nvPr/>
        </p:nvSpPr>
        <p:spPr bwMode="auto">
          <a:xfrm>
            <a:off x="296585" y="1917142"/>
            <a:ext cx="463892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b="1" dirty="0">
                <a:solidFill>
                  <a:srgbClr val="000066"/>
                </a:solidFill>
                <a:latin typeface="宋体" panose="02010600030101010101" pitchFamily="2" charset="-122"/>
                <a:ea typeface="宋体" panose="02010600030101010101" pitchFamily="2" charset="-122"/>
              </a:rPr>
              <a:t>2. </a:t>
            </a:r>
            <a:r>
              <a:rPr lang="zh-CN" altLang="en-US" b="1" dirty="0">
                <a:solidFill>
                  <a:srgbClr val="000066"/>
                </a:solidFill>
                <a:latin typeface="宋体" panose="02010600030101010101" pitchFamily="2" charset="-122"/>
                <a:ea typeface="宋体" panose="02010600030101010101" pitchFamily="2" charset="-122"/>
              </a:rPr>
              <a:t>从 </a:t>
            </a:r>
            <a:r>
              <a:rPr lang="en-US" altLang="zh-CN" b="1" dirty="0" err="1">
                <a:solidFill>
                  <a:srgbClr val="000066"/>
                </a:solidFill>
                <a:latin typeface="宋体" panose="02010600030101010101" pitchFamily="2" charset="-122"/>
                <a:ea typeface="宋体" panose="02010600030101010101" pitchFamily="2" charset="-122"/>
              </a:rPr>
              <a:t>i</a:t>
            </a:r>
            <a:r>
              <a:rPr lang="en-US" altLang="zh-CN" b="1" dirty="0">
                <a:solidFill>
                  <a:srgbClr val="000066"/>
                </a:solidFill>
                <a:latin typeface="宋体" panose="02010600030101010101" pitchFamily="2" charset="-122"/>
                <a:ea typeface="宋体" panose="02010600030101010101" pitchFamily="2" charset="-122"/>
              </a:rPr>
              <a:t>=2 </a:t>
            </a:r>
            <a:r>
              <a:rPr lang="zh-CN" altLang="en-US" b="1" dirty="0">
                <a:solidFill>
                  <a:srgbClr val="000066"/>
                </a:solidFill>
                <a:latin typeface="宋体" panose="02010600030101010101" pitchFamily="2" charset="-122"/>
                <a:ea typeface="宋体" panose="02010600030101010101" pitchFamily="2" charset="-122"/>
              </a:rPr>
              <a:t>起，将记录逐个插入该有序链表</a:t>
            </a:r>
            <a:r>
              <a:rPr lang="en-US" altLang="zh-CN" b="1" dirty="0">
                <a:solidFill>
                  <a:srgbClr val="000066"/>
                </a:solidFill>
                <a:latin typeface="宋体" panose="02010600030101010101" pitchFamily="2" charset="-122"/>
                <a:ea typeface="宋体" panose="02010600030101010101" pitchFamily="2" charset="-122"/>
              </a:rPr>
              <a:t>;</a:t>
            </a:r>
          </a:p>
        </p:txBody>
      </p:sp>
      <p:sp>
        <p:nvSpPr>
          <p:cNvPr id="7" name="Text Box 268">
            <a:extLst>
              <a:ext uri="{FF2B5EF4-FFF2-40B4-BE49-F238E27FC236}">
                <a16:creationId xmlns:a16="http://schemas.microsoft.com/office/drawing/2014/main" id="{CE1DFE09-F9DE-4D03-B009-9FA08E933514}"/>
              </a:ext>
            </a:extLst>
          </p:cNvPr>
          <p:cNvSpPr txBox="1">
            <a:spLocks noChangeArrowheads="1"/>
          </p:cNvSpPr>
          <p:nvPr/>
        </p:nvSpPr>
        <p:spPr bwMode="auto">
          <a:xfrm>
            <a:off x="296586" y="2336459"/>
            <a:ext cx="452719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kumimoji="0" lang="en-US" altLang="zh-CN" b="1" dirty="0">
                <a:solidFill>
                  <a:srgbClr val="000066"/>
                </a:solidFill>
                <a:latin typeface="宋体" panose="02010600030101010101" pitchFamily="2" charset="-122"/>
                <a:ea typeface="宋体" panose="02010600030101010101" pitchFamily="2" charset="-122"/>
              </a:rPr>
              <a:t>3. </a:t>
            </a:r>
            <a:r>
              <a:rPr kumimoji="0" lang="zh-CN" altLang="en-US" b="1" dirty="0">
                <a:solidFill>
                  <a:srgbClr val="000066"/>
                </a:solidFill>
                <a:latin typeface="宋体" panose="02010600030101010101" pitchFamily="2" charset="-122"/>
                <a:ea typeface="宋体" panose="02010600030101010101" pitchFamily="2" charset="-122"/>
              </a:rPr>
              <a:t>根据指针值所指将记录序列调整为一个</a:t>
            </a:r>
            <a:endParaRPr kumimoji="0" lang="en-US" altLang="zh-CN" b="1" dirty="0">
              <a:solidFill>
                <a:srgbClr val="000066"/>
              </a:solidFill>
              <a:latin typeface="宋体" panose="02010600030101010101" pitchFamily="2" charset="-122"/>
              <a:ea typeface="宋体" panose="02010600030101010101" pitchFamily="2" charset="-122"/>
            </a:endParaRPr>
          </a:p>
          <a:p>
            <a:pPr eaLnBrk="0" hangingPunct="0"/>
            <a:r>
              <a:rPr lang="en-US" altLang="zh-CN" b="1" dirty="0">
                <a:solidFill>
                  <a:srgbClr val="000066"/>
                </a:solidFill>
                <a:latin typeface="宋体" panose="02010600030101010101" pitchFamily="2" charset="-122"/>
                <a:ea typeface="宋体" panose="02010600030101010101" pitchFamily="2" charset="-122"/>
              </a:rPr>
              <a:t>   </a:t>
            </a:r>
            <a:r>
              <a:rPr kumimoji="0" lang="zh-CN" altLang="en-US" b="1" dirty="0">
                <a:solidFill>
                  <a:srgbClr val="000066"/>
                </a:solidFill>
                <a:latin typeface="宋体" panose="02010600030101010101" pitchFamily="2" charset="-122"/>
                <a:ea typeface="宋体" panose="02010600030101010101" pitchFamily="2" charset="-122"/>
              </a:rPr>
              <a:t>有序序列</a:t>
            </a:r>
            <a:r>
              <a:rPr lang="zh-CN" altLang="en-US" b="1" dirty="0">
                <a:solidFill>
                  <a:srgbClr val="000066"/>
                </a:solidFill>
                <a:latin typeface="宋体" panose="02010600030101010101" pitchFamily="2" charset="-122"/>
                <a:ea typeface="宋体" panose="02010600030101010101" pitchFamily="2" charset="-122"/>
              </a:rPr>
              <a:t>。（</a:t>
            </a:r>
            <a:r>
              <a:rPr lang="zh-CN" altLang="en-US" b="1" dirty="0">
                <a:solidFill>
                  <a:srgbClr val="C00000"/>
                </a:solidFill>
                <a:latin typeface="等线" panose="02010600030101010101" pitchFamily="2" charset="-122"/>
                <a:ea typeface="等线" panose="02010600030101010101" pitchFamily="2" charset="-122"/>
              </a:rPr>
              <a:t>算法</a:t>
            </a:r>
            <a:r>
              <a:rPr lang="en-US" altLang="zh-CN" b="1" dirty="0">
                <a:solidFill>
                  <a:srgbClr val="C00000"/>
                </a:solidFill>
                <a:latin typeface="等线" panose="02010600030101010101" pitchFamily="2" charset="-122"/>
                <a:ea typeface="等线" panose="02010600030101010101" pitchFamily="2" charset="-122"/>
              </a:rPr>
              <a:t>10.4</a:t>
            </a:r>
            <a:r>
              <a:rPr lang="zh-CN" altLang="en-US" b="1" dirty="0">
                <a:solidFill>
                  <a:srgbClr val="000066"/>
                </a:solidFill>
                <a:latin typeface="宋体" panose="02010600030101010101" pitchFamily="2" charset="-122"/>
                <a:ea typeface="宋体" panose="02010600030101010101" pitchFamily="2" charset="-122"/>
              </a:rPr>
              <a:t>）</a:t>
            </a:r>
            <a:endParaRPr kumimoji="0" lang="en-US" altLang="zh-CN" b="1" dirty="0">
              <a:solidFill>
                <a:srgbClr val="000066"/>
              </a:solidFill>
              <a:latin typeface="宋体" panose="02010600030101010101" pitchFamily="2" charset="-122"/>
              <a:ea typeface="宋体" panose="02010600030101010101" pitchFamily="2" charset="-122"/>
            </a:endParaRPr>
          </a:p>
        </p:txBody>
      </p:sp>
      <p:sp>
        <p:nvSpPr>
          <p:cNvPr id="16" name="矩形 15">
            <a:extLst>
              <a:ext uri="{FF2B5EF4-FFF2-40B4-BE49-F238E27FC236}">
                <a16:creationId xmlns:a16="http://schemas.microsoft.com/office/drawing/2014/main" id="{616BD2DC-2605-47CA-9B1A-B27DDD36F50F}"/>
              </a:ext>
            </a:extLst>
          </p:cNvPr>
          <p:cNvSpPr/>
          <p:nvPr/>
        </p:nvSpPr>
        <p:spPr>
          <a:xfrm>
            <a:off x="2251281" y="3902173"/>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002060"/>
              </a:solidFill>
            </a:endParaRPr>
          </a:p>
        </p:txBody>
      </p:sp>
      <p:sp>
        <p:nvSpPr>
          <p:cNvPr id="17" name="文本框 16">
            <a:extLst>
              <a:ext uri="{FF2B5EF4-FFF2-40B4-BE49-F238E27FC236}">
                <a16:creationId xmlns:a16="http://schemas.microsoft.com/office/drawing/2014/main" id="{159308B2-70D9-4DFB-9613-37344A6340A9}"/>
              </a:ext>
            </a:extLst>
          </p:cNvPr>
          <p:cNvSpPr txBox="1"/>
          <p:nvPr/>
        </p:nvSpPr>
        <p:spPr>
          <a:xfrm>
            <a:off x="2251280" y="3902173"/>
            <a:ext cx="402672" cy="359517"/>
          </a:xfrm>
          <a:prstGeom prst="rect">
            <a:avLst/>
          </a:prstGeom>
          <a:noFill/>
        </p:spPr>
        <p:txBody>
          <a:bodyPr wrap="square" lIns="0" tIns="36000" rIns="0" bIns="36000" rtlCol="0" anchor="ctr">
            <a:spAutoFit/>
          </a:bodyPr>
          <a:lstStyle/>
          <a:p>
            <a:pPr algn="ctr"/>
            <a:r>
              <a:rPr lang="en-US" altLang="zh-CN" b="1" dirty="0">
                <a:solidFill>
                  <a:srgbClr val="002060"/>
                </a:solidFill>
              </a:rPr>
              <a:t>65</a:t>
            </a:r>
            <a:endParaRPr lang="zh-CN" altLang="en-US" b="1" dirty="0">
              <a:solidFill>
                <a:srgbClr val="002060"/>
              </a:solidFill>
            </a:endParaRPr>
          </a:p>
        </p:txBody>
      </p:sp>
      <p:sp>
        <p:nvSpPr>
          <p:cNvPr id="18" name="矩形 17">
            <a:extLst>
              <a:ext uri="{FF2B5EF4-FFF2-40B4-BE49-F238E27FC236}">
                <a16:creationId xmlns:a16="http://schemas.microsoft.com/office/drawing/2014/main" id="{FE14E42C-71D4-43BE-870F-F4EB866BAD9A}"/>
              </a:ext>
            </a:extLst>
          </p:cNvPr>
          <p:cNvSpPr/>
          <p:nvPr/>
        </p:nvSpPr>
        <p:spPr>
          <a:xfrm>
            <a:off x="2653953" y="3902173"/>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002060"/>
              </a:solidFill>
            </a:endParaRPr>
          </a:p>
        </p:txBody>
      </p:sp>
      <p:sp>
        <p:nvSpPr>
          <p:cNvPr id="19" name="文本框 18">
            <a:extLst>
              <a:ext uri="{FF2B5EF4-FFF2-40B4-BE49-F238E27FC236}">
                <a16:creationId xmlns:a16="http://schemas.microsoft.com/office/drawing/2014/main" id="{77A4DC11-E829-48A6-B06D-8CBED6401472}"/>
              </a:ext>
            </a:extLst>
          </p:cNvPr>
          <p:cNvSpPr txBox="1"/>
          <p:nvPr/>
        </p:nvSpPr>
        <p:spPr>
          <a:xfrm>
            <a:off x="2653952" y="3902173"/>
            <a:ext cx="402672" cy="359517"/>
          </a:xfrm>
          <a:prstGeom prst="rect">
            <a:avLst/>
          </a:prstGeom>
          <a:noFill/>
        </p:spPr>
        <p:txBody>
          <a:bodyPr wrap="square" lIns="0" tIns="36000" rIns="0" bIns="36000" rtlCol="0" anchor="ctr">
            <a:spAutoFit/>
          </a:bodyPr>
          <a:lstStyle/>
          <a:p>
            <a:pPr algn="ctr"/>
            <a:r>
              <a:rPr lang="en-US" altLang="zh-CN" b="1" dirty="0">
                <a:solidFill>
                  <a:srgbClr val="002060"/>
                </a:solidFill>
              </a:rPr>
              <a:t>97</a:t>
            </a:r>
            <a:endParaRPr lang="zh-CN" altLang="en-US" b="1" dirty="0">
              <a:solidFill>
                <a:srgbClr val="002060"/>
              </a:solidFill>
            </a:endParaRPr>
          </a:p>
        </p:txBody>
      </p:sp>
      <p:sp>
        <p:nvSpPr>
          <p:cNvPr id="20" name="矩形 19">
            <a:extLst>
              <a:ext uri="{FF2B5EF4-FFF2-40B4-BE49-F238E27FC236}">
                <a16:creationId xmlns:a16="http://schemas.microsoft.com/office/drawing/2014/main" id="{6A4BCDC0-83BC-4F33-8C5D-3FB9675D197F}"/>
              </a:ext>
            </a:extLst>
          </p:cNvPr>
          <p:cNvSpPr/>
          <p:nvPr/>
        </p:nvSpPr>
        <p:spPr>
          <a:xfrm>
            <a:off x="3056625" y="3902173"/>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002060"/>
              </a:solidFill>
            </a:endParaRPr>
          </a:p>
        </p:txBody>
      </p:sp>
      <p:sp>
        <p:nvSpPr>
          <p:cNvPr id="21" name="文本框 20">
            <a:extLst>
              <a:ext uri="{FF2B5EF4-FFF2-40B4-BE49-F238E27FC236}">
                <a16:creationId xmlns:a16="http://schemas.microsoft.com/office/drawing/2014/main" id="{58DC6AD8-9B8C-4267-8FE6-C1601A019BB3}"/>
              </a:ext>
            </a:extLst>
          </p:cNvPr>
          <p:cNvSpPr txBox="1"/>
          <p:nvPr/>
        </p:nvSpPr>
        <p:spPr>
          <a:xfrm>
            <a:off x="3056624" y="3902173"/>
            <a:ext cx="402672" cy="359517"/>
          </a:xfrm>
          <a:prstGeom prst="rect">
            <a:avLst/>
          </a:prstGeom>
          <a:noFill/>
        </p:spPr>
        <p:txBody>
          <a:bodyPr wrap="square" lIns="0" tIns="36000" rIns="0" bIns="36000" rtlCol="0" anchor="ctr">
            <a:spAutoFit/>
          </a:bodyPr>
          <a:lstStyle/>
          <a:p>
            <a:pPr algn="ctr"/>
            <a:r>
              <a:rPr lang="en-US" altLang="zh-CN" b="1" dirty="0">
                <a:solidFill>
                  <a:srgbClr val="002060"/>
                </a:solidFill>
              </a:rPr>
              <a:t>76</a:t>
            </a:r>
            <a:endParaRPr lang="zh-CN" altLang="en-US" b="1" dirty="0">
              <a:solidFill>
                <a:srgbClr val="002060"/>
              </a:solidFill>
            </a:endParaRPr>
          </a:p>
        </p:txBody>
      </p:sp>
      <p:sp>
        <p:nvSpPr>
          <p:cNvPr id="22" name="矩形 21">
            <a:extLst>
              <a:ext uri="{FF2B5EF4-FFF2-40B4-BE49-F238E27FC236}">
                <a16:creationId xmlns:a16="http://schemas.microsoft.com/office/drawing/2014/main" id="{7C2E1ED4-F898-4F2B-8763-2E9676CA24FA}"/>
              </a:ext>
            </a:extLst>
          </p:cNvPr>
          <p:cNvSpPr/>
          <p:nvPr/>
        </p:nvSpPr>
        <p:spPr>
          <a:xfrm>
            <a:off x="3459297" y="3902173"/>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002060"/>
              </a:solidFill>
            </a:endParaRPr>
          </a:p>
        </p:txBody>
      </p:sp>
      <p:sp>
        <p:nvSpPr>
          <p:cNvPr id="23" name="文本框 22">
            <a:extLst>
              <a:ext uri="{FF2B5EF4-FFF2-40B4-BE49-F238E27FC236}">
                <a16:creationId xmlns:a16="http://schemas.microsoft.com/office/drawing/2014/main" id="{945EB8EC-F6F7-4D58-9D3D-3D5091F4EFDD}"/>
              </a:ext>
            </a:extLst>
          </p:cNvPr>
          <p:cNvSpPr txBox="1"/>
          <p:nvPr/>
        </p:nvSpPr>
        <p:spPr>
          <a:xfrm>
            <a:off x="3459296" y="3902173"/>
            <a:ext cx="402672" cy="359517"/>
          </a:xfrm>
          <a:prstGeom prst="rect">
            <a:avLst/>
          </a:prstGeom>
          <a:noFill/>
        </p:spPr>
        <p:txBody>
          <a:bodyPr wrap="square" lIns="0" tIns="36000" rIns="0" bIns="36000" rtlCol="0" anchor="ctr">
            <a:spAutoFit/>
          </a:bodyPr>
          <a:lstStyle/>
          <a:p>
            <a:pPr algn="ctr"/>
            <a:r>
              <a:rPr lang="en-US" altLang="zh-CN" b="1" dirty="0">
                <a:solidFill>
                  <a:srgbClr val="002060"/>
                </a:solidFill>
              </a:rPr>
              <a:t>13</a:t>
            </a:r>
            <a:endParaRPr lang="zh-CN" altLang="en-US" b="1" dirty="0">
              <a:solidFill>
                <a:srgbClr val="002060"/>
              </a:solidFill>
            </a:endParaRPr>
          </a:p>
        </p:txBody>
      </p:sp>
      <p:sp>
        <p:nvSpPr>
          <p:cNvPr id="24" name="矩形 23">
            <a:extLst>
              <a:ext uri="{FF2B5EF4-FFF2-40B4-BE49-F238E27FC236}">
                <a16:creationId xmlns:a16="http://schemas.microsoft.com/office/drawing/2014/main" id="{D65B7478-894D-42B4-817D-473E5B35B47C}"/>
              </a:ext>
            </a:extLst>
          </p:cNvPr>
          <p:cNvSpPr/>
          <p:nvPr/>
        </p:nvSpPr>
        <p:spPr>
          <a:xfrm>
            <a:off x="3861969" y="3902173"/>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002060"/>
              </a:solidFill>
            </a:endParaRPr>
          </a:p>
        </p:txBody>
      </p:sp>
      <p:sp>
        <p:nvSpPr>
          <p:cNvPr id="25" name="文本框 24">
            <a:extLst>
              <a:ext uri="{FF2B5EF4-FFF2-40B4-BE49-F238E27FC236}">
                <a16:creationId xmlns:a16="http://schemas.microsoft.com/office/drawing/2014/main" id="{E5F3DD8A-5BAB-4E8A-AF6B-61AC28CD17BA}"/>
              </a:ext>
            </a:extLst>
          </p:cNvPr>
          <p:cNvSpPr txBox="1"/>
          <p:nvPr/>
        </p:nvSpPr>
        <p:spPr>
          <a:xfrm>
            <a:off x="3861968" y="3902173"/>
            <a:ext cx="402672" cy="359517"/>
          </a:xfrm>
          <a:prstGeom prst="rect">
            <a:avLst/>
          </a:prstGeom>
          <a:noFill/>
        </p:spPr>
        <p:txBody>
          <a:bodyPr wrap="square" lIns="0" tIns="36000" rIns="0" bIns="36000" rtlCol="0" anchor="ctr">
            <a:spAutoFit/>
          </a:bodyPr>
          <a:lstStyle/>
          <a:p>
            <a:pPr algn="ctr"/>
            <a:r>
              <a:rPr lang="en-US" altLang="zh-CN" b="1" dirty="0">
                <a:solidFill>
                  <a:srgbClr val="002060"/>
                </a:solidFill>
              </a:rPr>
              <a:t>27</a:t>
            </a:r>
            <a:endParaRPr lang="zh-CN" altLang="en-US" b="1" dirty="0">
              <a:solidFill>
                <a:srgbClr val="002060"/>
              </a:solidFill>
            </a:endParaRPr>
          </a:p>
        </p:txBody>
      </p:sp>
      <p:sp>
        <p:nvSpPr>
          <p:cNvPr id="26" name="矩形 25">
            <a:extLst>
              <a:ext uri="{FF2B5EF4-FFF2-40B4-BE49-F238E27FC236}">
                <a16:creationId xmlns:a16="http://schemas.microsoft.com/office/drawing/2014/main" id="{A8346B86-4E65-4A1B-A579-E2CE286DAAAB}"/>
              </a:ext>
            </a:extLst>
          </p:cNvPr>
          <p:cNvSpPr/>
          <p:nvPr/>
        </p:nvSpPr>
        <p:spPr>
          <a:xfrm>
            <a:off x="4264641" y="3902173"/>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002060"/>
              </a:solidFill>
            </a:endParaRPr>
          </a:p>
        </p:txBody>
      </p:sp>
      <p:sp>
        <p:nvSpPr>
          <p:cNvPr id="27" name="文本框 26">
            <a:extLst>
              <a:ext uri="{FF2B5EF4-FFF2-40B4-BE49-F238E27FC236}">
                <a16:creationId xmlns:a16="http://schemas.microsoft.com/office/drawing/2014/main" id="{DC72B156-AEA7-41C8-BA0B-248A8A5F3F3F}"/>
              </a:ext>
            </a:extLst>
          </p:cNvPr>
          <p:cNvSpPr txBox="1"/>
          <p:nvPr/>
        </p:nvSpPr>
        <p:spPr>
          <a:xfrm>
            <a:off x="4264640" y="3902173"/>
            <a:ext cx="402672" cy="359517"/>
          </a:xfrm>
          <a:prstGeom prst="rect">
            <a:avLst/>
          </a:prstGeom>
          <a:noFill/>
        </p:spPr>
        <p:txBody>
          <a:bodyPr wrap="square" lIns="0" tIns="36000" rIns="0" bIns="36000" rtlCol="0" anchor="ctr">
            <a:spAutoFit/>
          </a:bodyPr>
          <a:lstStyle/>
          <a:p>
            <a:pPr algn="ctr"/>
            <a:r>
              <a:rPr lang="en-US" altLang="zh-CN" b="1" u="sng" dirty="0">
                <a:solidFill>
                  <a:srgbClr val="002060"/>
                </a:solidFill>
              </a:rPr>
              <a:t>49</a:t>
            </a:r>
            <a:endParaRPr lang="zh-CN" altLang="en-US" b="1" u="sng" dirty="0">
              <a:solidFill>
                <a:srgbClr val="002060"/>
              </a:solidFill>
            </a:endParaRPr>
          </a:p>
        </p:txBody>
      </p:sp>
      <p:sp>
        <p:nvSpPr>
          <p:cNvPr id="35" name="矩形 34">
            <a:extLst>
              <a:ext uri="{FF2B5EF4-FFF2-40B4-BE49-F238E27FC236}">
                <a16:creationId xmlns:a16="http://schemas.microsoft.com/office/drawing/2014/main" id="{63E1C590-E99F-40FC-BE02-3AB0F9179B26}"/>
              </a:ext>
            </a:extLst>
          </p:cNvPr>
          <p:cNvSpPr/>
          <p:nvPr/>
        </p:nvSpPr>
        <p:spPr>
          <a:xfrm>
            <a:off x="2251281" y="4281124"/>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C00000"/>
              </a:solidFill>
            </a:endParaRPr>
          </a:p>
        </p:txBody>
      </p:sp>
      <p:sp>
        <p:nvSpPr>
          <p:cNvPr id="36" name="文本框 35">
            <a:extLst>
              <a:ext uri="{FF2B5EF4-FFF2-40B4-BE49-F238E27FC236}">
                <a16:creationId xmlns:a16="http://schemas.microsoft.com/office/drawing/2014/main" id="{B17E22C4-C6C4-4C83-9618-9F49B67848F0}"/>
              </a:ext>
            </a:extLst>
          </p:cNvPr>
          <p:cNvSpPr txBox="1"/>
          <p:nvPr/>
        </p:nvSpPr>
        <p:spPr>
          <a:xfrm>
            <a:off x="2251280" y="4281124"/>
            <a:ext cx="402672" cy="359517"/>
          </a:xfrm>
          <a:prstGeom prst="rect">
            <a:avLst/>
          </a:prstGeom>
          <a:noFill/>
        </p:spPr>
        <p:txBody>
          <a:bodyPr wrap="square" lIns="0" tIns="36000" rIns="0" bIns="36000" rtlCol="0" anchor="ctr">
            <a:spAutoFit/>
          </a:bodyPr>
          <a:lstStyle/>
          <a:p>
            <a:pPr algn="ctr"/>
            <a:r>
              <a:rPr lang="en-US" altLang="zh-CN" b="1" dirty="0">
                <a:solidFill>
                  <a:srgbClr val="C00000"/>
                </a:solidFill>
              </a:rPr>
              <a:t>-</a:t>
            </a:r>
            <a:endParaRPr lang="zh-CN" altLang="en-US" b="1" dirty="0">
              <a:solidFill>
                <a:srgbClr val="C00000"/>
              </a:solidFill>
            </a:endParaRPr>
          </a:p>
        </p:txBody>
      </p:sp>
      <p:sp>
        <p:nvSpPr>
          <p:cNvPr id="37" name="矩形 36">
            <a:extLst>
              <a:ext uri="{FF2B5EF4-FFF2-40B4-BE49-F238E27FC236}">
                <a16:creationId xmlns:a16="http://schemas.microsoft.com/office/drawing/2014/main" id="{0C2B7FC3-241B-45E7-A02C-9FD790D0B9EE}"/>
              </a:ext>
            </a:extLst>
          </p:cNvPr>
          <p:cNvSpPr/>
          <p:nvPr/>
        </p:nvSpPr>
        <p:spPr>
          <a:xfrm>
            <a:off x="2653953" y="4281124"/>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C00000"/>
              </a:solidFill>
            </a:endParaRPr>
          </a:p>
        </p:txBody>
      </p:sp>
      <p:sp>
        <p:nvSpPr>
          <p:cNvPr id="38" name="文本框 37">
            <a:extLst>
              <a:ext uri="{FF2B5EF4-FFF2-40B4-BE49-F238E27FC236}">
                <a16:creationId xmlns:a16="http://schemas.microsoft.com/office/drawing/2014/main" id="{E5713862-BB2F-425F-89D4-0A8A6D6CA34C}"/>
              </a:ext>
            </a:extLst>
          </p:cNvPr>
          <p:cNvSpPr txBox="1"/>
          <p:nvPr/>
        </p:nvSpPr>
        <p:spPr>
          <a:xfrm>
            <a:off x="2653952" y="4281124"/>
            <a:ext cx="402672" cy="359517"/>
          </a:xfrm>
          <a:prstGeom prst="rect">
            <a:avLst/>
          </a:prstGeom>
          <a:noFill/>
        </p:spPr>
        <p:txBody>
          <a:bodyPr wrap="square" lIns="0" tIns="36000" rIns="0" bIns="36000" rtlCol="0" anchor="ctr">
            <a:spAutoFit/>
          </a:bodyPr>
          <a:lstStyle/>
          <a:p>
            <a:pPr algn="ctr"/>
            <a:r>
              <a:rPr lang="en-US" altLang="zh-CN" b="1" dirty="0">
                <a:solidFill>
                  <a:srgbClr val="C00000"/>
                </a:solidFill>
              </a:rPr>
              <a:t>-</a:t>
            </a:r>
            <a:endParaRPr lang="zh-CN" altLang="en-US" b="1" dirty="0">
              <a:solidFill>
                <a:srgbClr val="C00000"/>
              </a:solidFill>
            </a:endParaRPr>
          </a:p>
        </p:txBody>
      </p:sp>
      <p:sp>
        <p:nvSpPr>
          <p:cNvPr id="39" name="矩形 38">
            <a:extLst>
              <a:ext uri="{FF2B5EF4-FFF2-40B4-BE49-F238E27FC236}">
                <a16:creationId xmlns:a16="http://schemas.microsoft.com/office/drawing/2014/main" id="{BFBDEE10-9730-4278-A541-F3F7A8BB7D93}"/>
              </a:ext>
            </a:extLst>
          </p:cNvPr>
          <p:cNvSpPr/>
          <p:nvPr/>
        </p:nvSpPr>
        <p:spPr>
          <a:xfrm>
            <a:off x="3056625" y="4281124"/>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C00000"/>
              </a:solidFill>
            </a:endParaRPr>
          </a:p>
        </p:txBody>
      </p:sp>
      <p:sp>
        <p:nvSpPr>
          <p:cNvPr id="40" name="文本框 39">
            <a:extLst>
              <a:ext uri="{FF2B5EF4-FFF2-40B4-BE49-F238E27FC236}">
                <a16:creationId xmlns:a16="http://schemas.microsoft.com/office/drawing/2014/main" id="{F4AC41ED-9D39-4302-A2D6-AAB9A9093D56}"/>
              </a:ext>
            </a:extLst>
          </p:cNvPr>
          <p:cNvSpPr txBox="1"/>
          <p:nvPr/>
        </p:nvSpPr>
        <p:spPr>
          <a:xfrm>
            <a:off x="3056624" y="4281124"/>
            <a:ext cx="402672" cy="359517"/>
          </a:xfrm>
          <a:prstGeom prst="rect">
            <a:avLst/>
          </a:prstGeom>
          <a:noFill/>
        </p:spPr>
        <p:txBody>
          <a:bodyPr wrap="square" lIns="0" tIns="36000" rIns="0" bIns="36000" rtlCol="0" anchor="ctr">
            <a:spAutoFit/>
          </a:bodyPr>
          <a:lstStyle/>
          <a:p>
            <a:pPr algn="ctr"/>
            <a:r>
              <a:rPr lang="en-US" altLang="zh-CN" b="1" dirty="0">
                <a:solidFill>
                  <a:srgbClr val="C00000"/>
                </a:solidFill>
              </a:rPr>
              <a:t>-</a:t>
            </a:r>
            <a:endParaRPr lang="zh-CN" altLang="en-US" b="1" dirty="0">
              <a:solidFill>
                <a:srgbClr val="C00000"/>
              </a:solidFill>
            </a:endParaRPr>
          </a:p>
        </p:txBody>
      </p:sp>
      <p:sp>
        <p:nvSpPr>
          <p:cNvPr id="41" name="矩形 40">
            <a:extLst>
              <a:ext uri="{FF2B5EF4-FFF2-40B4-BE49-F238E27FC236}">
                <a16:creationId xmlns:a16="http://schemas.microsoft.com/office/drawing/2014/main" id="{72BB0398-8800-4FCC-9460-1EDDA1E6B053}"/>
              </a:ext>
            </a:extLst>
          </p:cNvPr>
          <p:cNvSpPr/>
          <p:nvPr/>
        </p:nvSpPr>
        <p:spPr>
          <a:xfrm>
            <a:off x="3459297" y="4281124"/>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C00000"/>
              </a:solidFill>
            </a:endParaRPr>
          </a:p>
        </p:txBody>
      </p:sp>
      <p:sp>
        <p:nvSpPr>
          <p:cNvPr id="42" name="文本框 41">
            <a:extLst>
              <a:ext uri="{FF2B5EF4-FFF2-40B4-BE49-F238E27FC236}">
                <a16:creationId xmlns:a16="http://schemas.microsoft.com/office/drawing/2014/main" id="{1CF7E160-83D3-4146-9AB0-DE8CFEC9BF6D}"/>
              </a:ext>
            </a:extLst>
          </p:cNvPr>
          <p:cNvSpPr txBox="1"/>
          <p:nvPr/>
        </p:nvSpPr>
        <p:spPr>
          <a:xfrm>
            <a:off x="3459296" y="4281124"/>
            <a:ext cx="402672" cy="359517"/>
          </a:xfrm>
          <a:prstGeom prst="rect">
            <a:avLst/>
          </a:prstGeom>
          <a:noFill/>
        </p:spPr>
        <p:txBody>
          <a:bodyPr wrap="square" lIns="0" tIns="36000" rIns="0" bIns="36000" rtlCol="0" anchor="ctr">
            <a:spAutoFit/>
          </a:bodyPr>
          <a:lstStyle/>
          <a:p>
            <a:pPr algn="ctr"/>
            <a:r>
              <a:rPr lang="en-US" altLang="zh-CN" b="1" dirty="0">
                <a:solidFill>
                  <a:srgbClr val="C00000"/>
                </a:solidFill>
              </a:rPr>
              <a:t>-</a:t>
            </a:r>
            <a:endParaRPr lang="zh-CN" altLang="en-US" b="1" dirty="0">
              <a:solidFill>
                <a:srgbClr val="C00000"/>
              </a:solidFill>
            </a:endParaRPr>
          </a:p>
        </p:txBody>
      </p:sp>
      <p:sp>
        <p:nvSpPr>
          <p:cNvPr id="43" name="矩形 42">
            <a:extLst>
              <a:ext uri="{FF2B5EF4-FFF2-40B4-BE49-F238E27FC236}">
                <a16:creationId xmlns:a16="http://schemas.microsoft.com/office/drawing/2014/main" id="{E2CBB559-DF0D-4047-B018-6DF935EFE71E}"/>
              </a:ext>
            </a:extLst>
          </p:cNvPr>
          <p:cNvSpPr/>
          <p:nvPr/>
        </p:nvSpPr>
        <p:spPr>
          <a:xfrm>
            <a:off x="3861969" y="4281124"/>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C00000"/>
              </a:solidFill>
            </a:endParaRPr>
          </a:p>
        </p:txBody>
      </p:sp>
      <p:sp>
        <p:nvSpPr>
          <p:cNvPr id="44" name="文本框 43">
            <a:extLst>
              <a:ext uri="{FF2B5EF4-FFF2-40B4-BE49-F238E27FC236}">
                <a16:creationId xmlns:a16="http://schemas.microsoft.com/office/drawing/2014/main" id="{47731D6F-8273-4940-B841-2EC48EEC650F}"/>
              </a:ext>
            </a:extLst>
          </p:cNvPr>
          <p:cNvSpPr txBox="1"/>
          <p:nvPr/>
        </p:nvSpPr>
        <p:spPr>
          <a:xfrm>
            <a:off x="3861968" y="4281124"/>
            <a:ext cx="402672" cy="359517"/>
          </a:xfrm>
          <a:prstGeom prst="rect">
            <a:avLst/>
          </a:prstGeom>
          <a:noFill/>
        </p:spPr>
        <p:txBody>
          <a:bodyPr wrap="square" lIns="0" tIns="36000" rIns="0" bIns="36000" rtlCol="0" anchor="ctr">
            <a:spAutoFit/>
          </a:bodyPr>
          <a:lstStyle/>
          <a:p>
            <a:pPr algn="ctr"/>
            <a:r>
              <a:rPr lang="en-US" altLang="zh-CN" b="1" dirty="0">
                <a:solidFill>
                  <a:srgbClr val="C00000"/>
                </a:solidFill>
              </a:rPr>
              <a:t>-</a:t>
            </a:r>
            <a:endParaRPr lang="zh-CN" altLang="en-US" b="1" dirty="0">
              <a:solidFill>
                <a:srgbClr val="C00000"/>
              </a:solidFill>
            </a:endParaRPr>
          </a:p>
        </p:txBody>
      </p:sp>
      <p:sp>
        <p:nvSpPr>
          <p:cNvPr id="45" name="矩形 44">
            <a:extLst>
              <a:ext uri="{FF2B5EF4-FFF2-40B4-BE49-F238E27FC236}">
                <a16:creationId xmlns:a16="http://schemas.microsoft.com/office/drawing/2014/main" id="{279FE6D6-1250-4082-BCA4-A5C60ADECA68}"/>
              </a:ext>
            </a:extLst>
          </p:cNvPr>
          <p:cNvSpPr/>
          <p:nvPr/>
        </p:nvSpPr>
        <p:spPr>
          <a:xfrm>
            <a:off x="4264641" y="4281124"/>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C00000"/>
              </a:solidFill>
            </a:endParaRPr>
          </a:p>
        </p:txBody>
      </p:sp>
      <p:sp>
        <p:nvSpPr>
          <p:cNvPr id="46" name="文本框 45">
            <a:extLst>
              <a:ext uri="{FF2B5EF4-FFF2-40B4-BE49-F238E27FC236}">
                <a16:creationId xmlns:a16="http://schemas.microsoft.com/office/drawing/2014/main" id="{AF8807A0-BD17-4FA4-99A8-7C9989792449}"/>
              </a:ext>
            </a:extLst>
          </p:cNvPr>
          <p:cNvSpPr txBox="1"/>
          <p:nvPr/>
        </p:nvSpPr>
        <p:spPr>
          <a:xfrm>
            <a:off x="4264640" y="4261690"/>
            <a:ext cx="402672" cy="359517"/>
          </a:xfrm>
          <a:prstGeom prst="rect">
            <a:avLst/>
          </a:prstGeom>
          <a:noFill/>
        </p:spPr>
        <p:txBody>
          <a:bodyPr wrap="square" lIns="0" tIns="36000" rIns="0" bIns="36000" rtlCol="0" anchor="ctr">
            <a:spAutoFit/>
          </a:bodyPr>
          <a:lstStyle/>
          <a:p>
            <a:pPr algn="ctr"/>
            <a:r>
              <a:rPr lang="en-US" altLang="zh-CN" b="1" dirty="0">
                <a:solidFill>
                  <a:srgbClr val="C00000"/>
                </a:solidFill>
              </a:rPr>
              <a:t>-</a:t>
            </a:r>
            <a:endParaRPr lang="zh-CN" altLang="en-US" b="1" dirty="0">
              <a:solidFill>
                <a:srgbClr val="C00000"/>
              </a:solidFill>
            </a:endParaRPr>
          </a:p>
        </p:txBody>
      </p:sp>
      <p:grpSp>
        <p:nvGrpSpPr>
          <p:cNvPr id="58" name="组合 57">
            <a:extLst>
              <a:ext uri="{FF2B5EF4-FFF2-40B4-BE49-F238E27FC236}">
                <a16:creationId xmlns:a16="http://schemas.microsoft.com/office/drawing/2014/main" id="{11E63862-F098-494F-B000-821E7FA5CD9F}"/>
              </a:ext>
            </a:extLst>
          </p:cNvPr>
          <p:cNvGrpSpPr/>
          <p:nvPr/>
        </p:nvGrpSpPr>
        <p:grpSpPr>
          <a:xfrm>
            <a:off x="1043264" y="3590475"/>
            <a:ext cx="3624048" cy="288148"/>
            <a:chOff x="637562" y="2423113"/>
            <a:chExt cx="3624048" cy="288148"/>
          </a:xfrm>
        </p:grpSpPr>
        <p:sp>
          <p:nvSpPr>
            <p:cNvPr id="49" name="文本框 48">
              <a:extLst>
                <a:ext uri="{FF2B5EF4-FFF2-40B4-BE49-F238E27FC236}">
                  <a16:creationId xmlns:a16="http://schemas.microsoft.com/office/drawing/2014/main" id="{B22B5A18-223E-4F7E-A98A-F0380C6D8B46}"/>
                </a:ext>
              </a:extLst>
            </p:cNvPr>
            <p:cNvSpPr txBox="1"/>
            <p:nvPr/>
          </p:nvSpPr>
          <p:spPr>
            <a:xfrm>
              <a:off x="1040234" y="2423114"/>
              <a:ext cx="402672" cy="288147"/>
            </a:xfrm>
            <a:prstGeom prst="rect">
              <a:avLst/>
            </a:prstGeom>
            <a:noFill/>
          </p:spPr>
          <p:txBody>
            <a:bodyPr wrap="square" lIns="0" tIns="36000" rIns="0" bIns="36000" rtlCol="0" anchor="ctr">
              <a:spAutoFit/>
            </a:bodyPr>
            <a:lstStyle/>
            <a:p>
              <a:pPr algn="ctr"/>
              <a:r>
                <a:rPr lang="en-US" altLang="zh-CN" sz="1400" b="1" dirty="0">
                  <a:solidFill>
                    <a:srgbClr val="0070C0"/>
                  </a:solidFill>
                </a:rPr>
                <a:t>1</a:t>
              </a:r>
              <a:endParaRPr lang="zh-CN" altLang="en-US" sz="1400" b="1" dirty="0">
                <a:solidFill>
                  <a:srgbClr val="0070C0"/>
                </a:solidFill>
              </a:endParaRPr>
            </a:p>
          </p:txBody>
        </p:sp>
        <p:sp>
          <p:nvSpPr>
            <p:cNvPr id="50" name="文本框 49">
              <a:extLst>
                <a:ext uri="{FF2B5EF4-FFF2-40B4-BE49-F238E27FC236}">
                  <a16:creationId xmlns:a16="http://schemas.microsoft.com/office/drawing/2014/main" id="{1FD859D1-A5DA-473E-BC05-6F7FD74B7A78}"/>
                </a:ext>
              </a:extLst>
            </p:cNvPr>
            <p:cNvSpPr txBox="1"/>
            <p:nvPr/>
          </p:nvSpPr>
          <p:spPr>
            <a:xfrm>
              <a:off x="1442906" y="2423114"/>
              <a:ext cx="402672" cy="288147"/>
            </a:xfrm>
            <a:prstGeom prst="rect">
              <a:avLst/>
            </a:prstGeom>
            <a:noFill/>
          </p:spPr>
          <p:txBody>
            <a:bodyPr wrap="square" lIns="0" tIns="36000" rIns="0" bIns="36000" rtlCol="0" anchor="ctr">
              <a:spAutoFit/>
            </a:bodyPr>
            <a:lstStyle/>
            <a:p>
              <a:pPr algn="ctr"/>
              <a:r>
                <a:rPr lang="en-US" altLang="zh-CN" sz="1400" b="1" dirty="0">
                  <a:solidFill>
                    <a:srgbClr val="0070C0"/>
                  </a:solidFill>
                </a:rPr>
                <a:t>2</a:t>
              </a:r>
              <a:endParaRPr lang="zh-CN" altLang="en-US" sz="1400" b="1" dirty="0">
                <a:solidFill>
                  <a:srgbClr val="0070C0"/>
                </a:solidFill>
              </a:endParaRPr>
            </a:p>
          </p:txBody>
        </p:sp>
        <p:sp>
          <p:nvSpPr>
            <p:cNvPr id="51" name="文本框 50">
              <a:extLst>
                <a:ext uri="{FF2B5EF4-FFF2-40B4-BE49-F238E27FC236}">
                  <a16:creationId xmlns:a16="http://schemas.microsoft.com/office/drawing/2014/main" id="{04D79DD8-7E93-4778-AA02-F5FE47C7FAC0}"/>
                </a:ext>
              </a:extLst>
            </p:cNvPr>
            <p:cNvSpPr txBox="1"/>
            <p:nvPr/>
          </p:nvSpPr>
          <p:spPr>
            <a:xfrm>
              <a:off x="1845578" y="2423114"/>
              <a:ext cx="402672" cy="288147"/>
            </a:xfrm>
            <a:prstGeom prst="rect">
              <a:avLst/>
            </a:prstGeom>
            <a:noFill/>
          </p:spPr>
          <p:txBody>
            <a:bodyPr wrap="square" lIns="0" tIns="36000" rIns="0" bIns="36000" rtlCol="0" anchor="ctr">
              <a:spAutoFit/>
            </a:bodyPr>
            <a:lstStyle/>
            <a:p>
              <a:pPr algn="ctr"/>
              <a:r>
                <a:rPr lang="en-US" altLang="zh-CN" sz="1400" b="1" dirty="0">
                  <a:solidFill>
                    <a:srgbClr val="0070C0"/>
                  </a:solidFill>
                </a:rPr>
                <a:t>3</a:t>
              </a:r>
              <a:endParaRPr lang="zh-CN" altLang="en-US" sz="1400" b="1" dirty="0">
                <a:solidFill>
                  <a:srgbClr val="0070C0"/>
                </a:solidFill>
              </a:endParaRPr>
            </a:p>
          </p:txBody>
        </p:sp>
        <p:sp>
          <p:nvSpPr>
            <p:cNvPr id="52" name="文本框 51">
              <a:extLst>
                <a:ext uri="{FF2B5EF4-FFF2-40B4-BE49-F238E27FC236}">
                  <a16:creationId xmlns:a16="http://schemas.microsoft.com/office/drawing/2014/main" id="{828CF62E-CAFD-4388-9C68-50C15B10CD71}"/>
                </a:ext>
              </a:extLst>
            </p:cNvPr>
            <p:cNvSpPr txBox="1"/>
            <p:nvPr/>
          </p:nvSpPr>
          <p:spPr>
            <a:xfrm>
              <a:off x="2248250" y="2423114"/>
              <a:ext cx="402672" cy="288147"/>
            </a:xfrm>
            <a:prstGeom prst="rect">
              <a:avLst/>
            </a:prstGeom>
            <a:noFill/>
          </p:spPr>
          <p:txBody>
            <a:bodyPr wrap="square" lIns="0" tIns="36000" rIns="0" bIns="36000" rtlCol="0" anchor="ctr">
              <a:spAutoFit/>
            </a:bodyPr>
            <a:lstStyle/>
            <a:p>
              <a:pPr algn="ctr"/>
              <a:r>
                <a:rPr lang="en-US" altLang="zh-CN" sz="1400" b="1" dirty="0">
                  <a:solidFill>
                    <a:srgbClr val="0070C0"/>
                  </a:solidFill>
                </a:rPr>
                <a:t>4</a:t>
              </a:r>
              <a:endParaRPr lang="zh-CN" altLang="en-US" sz="1400" b="1" dirty="0">
                <a:solidFill>
                  <a:srgbClr val="0070C0"/>
                </a:solidFill>
              </a:endParaRPr>
            </a:p>
          </p:txBody>
        </p:sp>
        <p:sp>
          <p:nvSpPr>
            <p:cNvPr id="53" name="文本框 52">
              <a:extLst>
                <a:ext uri="{FF2B5EF4-FFF2-40B4-BE49-F238E27FC236}">
                  <a16:creationId xmlns:a16="http://schemas.microsoft.com/office/drawing/2014/main" id="{3128C718-DD0A-4E65-B970-54C379FDC631}"/>
                </a:ext>
              </a:extLst>
            </p:cNvPr>
            <p:cNvSpPr txBox="1"/>
            <p:nvPr/>
          </p:nvSpPr>
          <p:spPr>
            <a:xfrm>
              <a:off x="2650922" y="2423114"/>
              <a:ext cx="402672" cy="288147"/>
            </a:xfrm>
            <a:prstGeom prst="rect">
              <a:avLst/>
            </a:prstGeom>
            <a:noFill/>
          </p:spPr>
          <p:txBody>
            <a:bodyPr wrap="square" lIns="0" tIns="36000" rIns="0" bIns="36000" rtlCol="0" anchor="ctr">
              <a:spAutoFit/>
            </a:bodyPr>
            <a:lstStyle/>
            <a:p>
              <a:pPr algn="ctr"/>
              <a:r>
                <a:rPr lang="en-US" altLang="zh-CN" sz="1400" b="1" dirty="0">
                  <a:solidFill>
                    <a:srgbClr val="0070C0"/>
                  </a:solidFill>
                </a:rPr>
                <a:t>5</a:t>
              </a:r>
              <a:endParaRPr lang="zh-CN" altLang="en-US" sz="1400" b="1" dirty="0">
                <a:solidFill>
                  <a:srgbClr val="0070C0"/>
                </a:solidFill>
              </a:endParaRPr>
            </a:p>
          </p:txBody>
        </p:sp>
        <p:sp>
          <p:nvSpPr>
            <p:cNvPr id="54" name="文本框 53">
              <a:extLst>
                <a:ext uri="{FF2B5EF4-FFF2-40B4-BE49-F238E27FC236}">
                  <a16:creationId xmlns:a16="http://schemas.microsoft.com/office/drawing/2014/main" id="{36E7E600-F546-4A7F-8A43-BBA054BED263}"/>
                </a:ext>
              </a:extLst>
            </p:cNvPr>
            <p:cNvSpPr txBox="1"/>
            <p:nvPr/>
          </p:nvSpPr>
          <p:spPr>
            <a:xfrm>
              <a:off x="3053594" y="2423114"/>
              <a:ext cx="402672" cy="288147"/>
            </a:xfrm>
            <a:prstGeom prst="rect">
              <a:avLst/>
            </a:prstGeom>
            <a:noFill/>
          </p:spPr>
          <p:txBody>
            <a:bodyPr wrap="square" lIns="0" tIns="36000" rIns="0" bIns="36000" rtlCol="0" anchor="ctr">
              <a:spAutoFit/>
            </a:bodyPr>
            <a:lstStyle/>
            <a:p>
              <a:pPr algn="ctr"/>
              <a:r>
                <a:rPr lang="en-US" altLang="zh-CN" sz="1400" b="1" dirty="0">
                  <a:solidFill>
                    <a:srgbClr val="0070C0"/>
                  </a:solidFill>
                </a:rPr>
                <a:t>6</a:t>
              </a:r>
              <a:endParaRPr lang="zh-CN" altLang="en-US" sz="1400" b="1" dirty="0">
                <a:solidFill>
                  <a:srgbClr val="0070C0"/>
                </a:solidFill>
              </a:endParaRPr>
            </a:p>
          </p:txBody>
        </p:sp>
        <p:sp>
          <p:nvSpPr>
            <p:cNvPr id="55" name="文本框 54">
              <a:extLst>
                <a:ext uri="{FF2B5EF4-FFF2-40B4-BE49-F238E27FC236}">
                  <a16:creationId xmlns:a16="http://schemas.microsoft.com/office/drawing/2014/main" id="{45FBD85A-4B7B-4EC1-97FA-943BB9F2C3AB}"/>
                </a:ext>
              </a:extLst>
            </p:cNvPr>
            <p:cNvSpPr txBox="1"/>
            <p:nvPr/>
          </p:nvSpPr>
          <p:spPr>
            <a:xfrm>
              <a:off x="3456266" y="2423114"/>
              <a:ext cx="402672" cy="288147"/>
            </a:xfrm>
            <a:prstGeom prst="rect">
              <a:avLst/>
            </a:prstGeom>
            <a:noFill/>
          </p:spPr>
          <p:txBody>
            <a:bodyPr wrap="square" lIns="0" tIns="36000" rIns="0" bIns="36000" rtlCol="0" anchor="ctr">
              <a:spAutoFit/>
            </a:bodyPr>
            <a:lstStyle/>
            <a:p>
              <a:pPr algn="ctr"/>
              <a:r>
                <a:rPr lang="en-US" altLang="zh-CN" sz="1400" b="1" dirty="0">
                  <a:solidFill>
                    <a:srgbClr val="0070C0"/>
                  </a:solidFill>
                </a:rPr>
                <a:t>7</a:t>
              </a:r>
              <a:endParaRPr lang="zh-CN" altLang="en-US" sz="1400" b="1" dirty="0">
                <a:solidFill>
                  <a:srgbClr val="0070C0"/>
                </a:solidFill>
              </a:endParaRPr>
            </a:p>
          </p:txBody>
        </p:sp>
        <p:sp>
          <p:nvSpPr>
            <p:cNvPr id="56" name="文本框 55">
              <a:extLst>
                <a:ext uri="{FF2B5EF4-FFF2-40B4-BE49-F238E27FC236}">
                  <a16:creationId xmlns:a16="http://schemas.microsoft.com/office/drawing/2014/main" id="{FCD2B763-9A96-4CAE-9CF3-67BCAD9790B9}"/>
                </a:ext>
              </a:extLst>
            </p:cNvPr>
            <p:cNvSpPr txBox="1"/>
            <p:nvPr/>
          </p:nvSpPr>
          <p:spPr>
            <a:xfrm>
              <a:off x="3858938" y="2423114"/>
              <a:ext cx="402672" cy="288147"/>
            </a:xfrm>
            <a:prstGeom prst="rect">
              <a:avLst/>
            </a:prstGeom>
            <a:noFill/>
          </p:spPr>
          <p:txBody>
            <a:bodyPr wrap="square" lIns="0" tIns="36000" rIns="0" bIns="36000" rtlCol="0" anchor="ctr">
              <a:spAutoFit/>
            </a:bodyPr>
            <a:lstStyle/>
            <a:p>
              <a:pPr algn="ctr"/>
              <a:r>
                <a:rPr lang="en-US" altLang="zh-CN" sz="1400" b="1" dirty="0">
                  <a:solidFill>
                    <a:srgbClr val="0070C0"/>
                  </a:solidFill>
                </a:rPr>
                <a:t>8</a:t>
              </a:r>
              <a:endParaRPr lang="zh-CN" altLang="en-US" sz="1400" b="1" dirty="0">
                <a:solidFill>
                  <a:srgbClr val="0070C0"/>
                </a:solidFill>
              </a:endParaRPr>
            </a:p>
          </p:txBody>
        </p:sp>
        <p:sp>
          <p:nvSpPr>
            <p:cNvPr id="57" name="文本框 56">
              <a:extLst>
                <a:ext uri="{FF2B5EF4-FFF2-40B4-BE49-F238E27FC236}">
                  <a16:creationId xmlns:a16="http://schemas.microsoft.com/office/drawing/2014/main" id="{CC8C6614-54A8-45BE-A1BE-F08D9B8D84ED}"/>
                </a:ext>
              </a:extLst>
            </p:cNvPr>
            <p:cNvSpPr txBox="1"/>
            <p:nvPr/>
          </p:nvSpPr>
          <p:spPr>
            <a:xfrm>
              <a:off x="637562" y="2423113"/>
              <a:ext cx="402672" cy="288147"/>
            </a:xfrm>
            <a:prstGeom prst="rect">
              <a:avLst/>
            </a:prstGeom>
            <a:noFill/>
          </p:spPr>
          <p:txBody>
            <a:bodyPr wrap="square" lIns="0" tIns="36000" rIns="0" bIns="36000" rtlCol="0" anchor="ctr">
              <a:spAutoFit/>
            </a:bodyPr>
            <a:lstStyle/>
            <a:p>
              <a:pPr algn="ctr"/>
              <a:r>
                <a:rPr lang="en-US" altLang="zh-CN" sz="1400" b="1" dirty="0">
                  <a:solidFill>
                    <a:srgbClr val="0070C0"/>
                  </a:solidFill>
                </a:rPr>
                <a:t>0</a:t>
              </a:r>
              <a:endParaRPr lang="zh-CN" altLang="en-US" sz="1400" b="1" dirty="0">
                <a:solidFill>
                  <a:srgbClr val="0070C0"/>
                </a:solidFill>
              </a:endParaRPr>
            </a:p>
          </p:txBody>
        </p:sp>
      </p:grpSp>
      <p:sp>
        <p:nvSpPr>
          <p:cNvPr id="59" name="文本框 58">
            <a:extLst>
              <a:ext uri="{FF2B5EF4-FFF2-40B4-BE49-F238E27FC236}">
                <a16:creationId xmlns:a16="http://schemas.microsoft.com/office/drawing/2014/main" id="{4BD58830-072C-42EA-815F-143DE0C7D10A}"/>
              </a:ext>
            </a:extLst>
          </p:cNvPr>
          <p:cNvSpPr txBox="1"/>
          <p:nvPr/>
        </p:nvSpPr>
        <p:spPr>
          <a:xfrm>
            <a:off x="5006451" y="1213075"/>
            <a:ext cx="6888964" cy="3539430"/>
          </a:xfrm>
          <a:prstGeom prst="rect">
            <a:avLst/>
          </a:prstGeom>
          <a:solidFill>
            <a:srgbClr val="F2F7FC"/>
          </a:solidFill>
          <a:ln w="12700">
            <a:solidFill>
              <a:schemeClr val="accent5">
                <a:lumMod val="50000"/>
              </a:schemeClr>
            </a:solidFill>
          </a:ln>
        </p:spPr>
        <p:txBody>
          <a:bodyPr wrap="square" rtlCol="0">
            <a:spAutoFit/>
          </a:bodyPr>
          <a:lstStyle/>
          <a:p>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void</a:t>
            </a:r>
            <a:r>
              <a:rPr lang="en-US" altLang="zh-CN" sz="1600" b="1" dirty="0">
                <a:latin typeface="Courier New" panose="02070309020205020404" pitchFamily="49" charset="0"/>
                <a:cs typeface="Courier New" panose="02070309020205020404" pitchFamily="49" charset="0"/>
              </a:rPr>
              <a:t> </a:t>
            </a:r>
            <a:r>
              <a:rPr lang="en-US" altLang="zh-CN" sz="1600" b="1" dirty="0" err="1">
                <a:latin typeface="Courier New" panose="02070309020205020404" pitchFamily="49" charset="0"/>
                <a:cs typeface="Courier New" panose="02070309020205020404" pitchFamily="49" charset="0"/>
              </a:rPr>
              <a:t>InsertSort_SL</a:t>
            </a:r>
            <a:r>
              <a:rPr lang="en-US" altLang="zh-CN" sz="1600" b="1" dirty="0">
                <a:latin typeface="Courier New" panose="02070309020205020404" pitchFamily="49" charset="0"/>
                <a:cs typeface="Courier New" panose="02070309020205020404" pitchFamily="49" charset="0"/>
              </a:rPr>
              <a:t>(</a:t>
            </a:r>
            <a:r>
              <a:rPr lang="en-US" altLang="zh-CN" sz="1600" b="1" dirty="0" err="1">
                <a:latin typeface="Courier New" panose="02070309020205020404" pitchFamily="49" charset="0"/>
                <a:cs typeface="Courier New" panose="02070309020205020404" pitchFamily="49" charset="0"/>
              </a:rPr>
              <a:t>SLinkList</a:t>
            </a:r>
            <a:r>
              <a:rPr lang="en-US" altLang="zh-CN" sz="1600" b="1" dirty="0">
                <a:latin typeface="Courier New" panose="02070309020205020404" pitchFamily="49" charset="0"/>
                <a:cs typeface="Courier New" panose="02070309020205020404" pitchFamily="49" charset="0"/>
              </a:rPr>
              <a:t> SL)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3911B7"/>
                </a:solidFill>
                <a:latin typeface="仿宋" panose="02010609060101010101" pitchFamily="49" charset="-122"/>
                <a:ea typeface="仿宋" panose="02010609060101010101" pitchFamily="49" charset="-122"/>
                <a:cs typeface="Courier New" panose="02070309020205020404" pitchFamily="49" charset="0"/>
              </a:rPr>
              <a:t>// </a:t>
            </a:r>
            <a:r>
              <a:rPr lang="zh-CN" altLang="en-US" sz="1600" b="1" dirty="0">
                <a:solidFill>
                  <a:srgbClr val="C00000"/>
                </a:solidFill>
                <a:latin typeface="仿宋" panose="02010609060101010101" pitchFamily="49" charset="-122"/>
                <a:ea typeface="仿宋" panose="02010609060101010101" pitchFamily="49" charset="-122"/>
                <a:cs typeface="Courier New" panose="02070309020205020404" pitchFamily="49" charset="0"/>
              </a:rPr>
              <a:t>算法</a:t>
            </a:r>
            <a:r>
              <a:rPr lang="en-US" altLang="zh-CN" sz="1600" b="1" dirty="0">
                <a:solidFill>
                  <a:srgbClr val="C00000"/>
                </a:solidFill>
                <a:latin typeface="仿宋" panose="02010609060101010101" pitchFamily="49" charset="-122"/>
                <a:ea typeface="仿宋" panose="02010609060101010101" pitchFamily="49" charset="-122"/>
                <a:cs typeface="Courier New" panose="02070309020205020404" pitchFamily="49" charset="0"/>
              </a:rPr>
              <a:t>10.3</a:t>
            </a:r>
            <a:r>
              <a:rPr lang="zh-CN" altLang="en-US" sz="1600" b="1" dirty="0">
                <a:solidFill>
                  <a:srgbClr val="3911B7"/>
                </a:solidFill>
                <a:latin typeface="仿宋" panose="02010609060101010101" pitchFamily="49" charset="-122"/>
                <a:ea typeface="仿宋" panose="02010609060101010101" pitchFamily="49" charset="-122"/>
                <a:cs typeface="Courier New" panose="02070309020205020404" pitchFamily="49" charset="0"/>
              </a:rPr>
              <a:t>，表插入排序</a:t>
            </a:r>
            <a:endParaRPr lang="en-US" altLang="zh-CN" sz="1600" b="1" dirty="0">
              <a:solidFill>
                <a:srgbClr val="3911B7"/>
              </a:solidFill>
              <a:latin typeface="仿宋" panose="02010609060101010101" pitchFamily="49" charset="-122"/>
              <a:ea typeface="仿宋" panose="02010609060101010101" pitchFamily="49" charset="-122"/>
              <a:cs typeface="Courier New" panose="02070309020205020404" pitchFamily="49" charset="0"/>
            </a:endParaRPr>
          </a:p>
          <a:p>
            <a:r>
              <a:rPr lang="en-US" altLang="zh-CN" sz="1600" b="1" dirty="0">
                <a:solidFill>
                  <a:srgbClr val="0070C0"/>
                </a:solidFill>
                <a:latin typeface="仿宋" panose="02010609060101010101" pitchFamily="49" charset="-122"/>
                <a:ea typeface="仿宋" panose="02010609060101010101" pitchFamily="49" charset="-122"/>
                <a:cs typeface="Courier New" panose="02070309020205020404" pitchFamily="49" charset="0"/>
              </a:rPr>
              <a:t>  </a:t>
            </a:r>
            <a:r>
              <a:rPr lang="en-US" altLang="zh-CN" sz="1600" b="1" dirty="0">
                <a:latin typeface="Courier New" panose="02070309020205020404" pitchFamily="49" charset="0"/>
                <a:cs typeface="Courier New" panose="02070309020205020404" pitchFamily="49" charset="0"/>
              </a:rPr>
              <a:t>SL-&gt;r[0].</a:t>
            </a:r>
            <a:r>
              <a:rPr lang="en-US" altLang="zh-CN" sz="1600" b="1" dirty="0" err="1">
                <a:latin typeface="Courier New" panose="02070309020205020404" pitchFamily="49" charset="0"/>
                <a:cs typeface="Courier New" panose="02070309020205020404" pitchFamily="49" charset="0"/>
              </a:rPr>
              <a:t>rc.key</a:t>
            </a:r>
            <a:r>
              <a:rPr lang="en-US" altLang="zh-CN" sz="1600" b="1" dirty="0">
                <a:latin typeface="Courier New" panose="02070309020205020404" pitchFamily="49" charset="0"/>
                <a:cs typeface="Courier New" panose="02070309020205020404" pitchFamily="49" charset="0"/>
              </a:rPr>
              <a:t> = INT_MAX; </a:t>
            </a:r>
            <a:r>
              <a:rPr lang="en-US" altLang="zh-CN" sz="1600" b="1" dirty="0">
                <a:solidFill>
                  <a:srgbClr val="3911B7"/>
                </a:solidFill>
                <a:latin typeface="仿宋" panose="02010609060101010101" pitchFamily="49" charset="-122"/>
                <a:ea typeface="仿宋" panose="02010609060101010101" pitchFamily="49" charset="-122"/>
                <a:cs typeface="Courier New" panose="02070309020205020404" pitchFamily="49" charset="0"/>
              </a:rPr>
              <a:t>//</a:t>
            </a:r>
            <a:r>
              <a:rPr lang="zh-CN" altLang="en-US" sz="1600" b="1" dirty="0">
                <a:solidFill>
                  <a:srgbClr val="3911B7"/>
                </a:solidFill>
                <a:latin typeface="仿宋" panose="02010609060101010101" pitchFamily="49" charset="-122"/>
                <a:ea typeface="仿宋" panose="02010609060101010101" pitchFamily="49" charset="-122"/>
                <a:cs typeface="Courier New" panose="02070309020205020404" pitchFamily="49" charset="0"/>
              </a:rPr>
              <a:t>初始化头结点，置哨兵</a:t>
            </a:r>
            <a:endParaRPr lang="en-US" altLang="zh-CN" sz="1600" b="1" dirty="0">
              <a:solidFill>
                <a:srgbClr val="3911B7"/>
              </a:solidFill>
              <a:latin typeface="仿宋" panose="02010609060101010101" pitchFamily="49" charset="-122"/>
              <a:ea typeface="仿宋" panose="02010609060101010101" pitchFamily="49" charset="-122"/>
              <a:cs typeface="Courier New" panose="02070309020205020404" pitchFamily="49" charset="0"/>
            </a:endParaRPr>
          </a:p>
          <a:p>
            <a:r>
              <a:rPr lang="en-US" altLang="zh-CN" sz="1600" b="1" dirty="0">
                <a:latin typeface="Courier New" panose="02070309020205020404" pitchFamily="49" charset="0"/>
                <a:cs typeface="Courier New" panose="02070309020205020404" pitchFamily="49" charset="0"/>
              </a:rPr>
              <a:t>  SL-&gt;r[0].next=1;    </a:t>
            </a:r>
            <a:r>
              <a:rPr lang="en-US" altLang="zh-CN" sz="1600" b="1" dirty="0">
                <a:solidFill>
                  <a:srgbClr val="3911B7"/>
                </a:solidFill>
                <a:latin typeface="仿宋" panose="02010609060101010101" pitchFamily="49" charset="-122"/>
                <a:ea typeface="仿宋" panose="02010609060101010101" pitchFamily="49" charset="-122"/>
                <a:cs typeface="Courier New" panose="02070309020205020404" pitchFamily="49" charset="0"/>
              </a:rPr>
              <a:t>// </a:t>
            </a:r>
            <a:r>
              <a:rPr lang="zh-CN" altLang="en-US" sz="1600" b="1" dirty="0">
                <a:solidFill>
                  <a:srgbClr val="3911B7"/>
                </a:solidFill>
                <a:latin typeface="仿宋" panose="02010609060101010101" pitchFamily="49" charset="-122"/>
                <a:ea typeface="仿宋" panose="02010609060101010101" pitchFamily="49" charset="-122"/>
                <a:cs typeface="Courier New" panose="02070309020205020404" pitchFamily="49" charset="0"/>
              </a:rPr>
              <a:t>头结点指向首个记录</a:t>
            </a:r>
            <a:endParaRPr lang="en-US" altLang="zh-CN" sz="1600" b="1" dirty="0">
              <a:solidFill>
                <a:srgbClr val="3911B7"/>
              </a:solidFill>
              <a:latin typeface="仿宋" panose="02010609060101010101" pitchFamily="49" charset="-122"/>
              <a:ea typeface="仿宋" panose="02010609060101010101" pitchFamily="49" charset="-122"/>
              <a:cs typeface="Courier New" panose="02070309020205020404" pitchFamily="49" charset="0"/>
            </a:endParaRPr>
          </a:p>
          <a:p>
            <a:r>
              <a:rPr lang="en-US" altLang="zh-CN" sz="1600" b="1" dirty="0">
                <a:latin typeface="Courier New" panose="02070309020205020404" pitchFamily="49" charset="0"/>
                <a:cs typeface="Courier New" panose="02070309020205020404" pitchFamily="49" charset="0"/>
              </a:rPr>
              <a:t>  SL-&gt;r[1].next=0;    </a:t>
            </a:r>
            <a:r>
              <a:rPr lang="en-US" altLang="zh-CN" sz="1600" b="1" dirty="0">
                <a:solidFill>
                  <a:srgbClr val="3911B7"/>
                </a:solidFill>
                <a:latin typeface="仿宋" panose="02010609060101010101" pitchFamily="49" charset="-122"/>
                <a:ea typeface="仿宋" panose="02010609060101010101" pitchFamily="49" charset="-122"/>
                <a:cs typeface="Courier New" panose="02070309020205020404" pitchFamily="49" charset="0"/>
              </a:rPr>
              <a:t>// </a:t>
            </a:r>
            <a:r>
              <a:rPr lang="zh-CN" altLang="en-US" sz="1600" b="1" dirty="0">
                <a:solidFill>
                  <a:srgbClr val="3911B7"/>
                </a:solidFill>
                <a:latin typeface="仿宋" panose="02010609060101010101" pitchFamily="49" charset="-122"/>
                <a:ea typeface="仿宋" panose="02010609060101010101" pitchFamily="49" charset="-122"/>
                <a:cs typeface="Courier New" panose="02070309020205020404" pitchFamily="49" charset="0"/>
              </a:rPr>
              <a:t>首个记录指回头结点，构成循环链表</a:t>
            </a:r>
            <a:endParaRPr lang="en-US" altLang="zh-CN" sz="1600" b="1" dirty="0">
              <a:solidFill>
                <a:srgbClr val="3911B7"/>
              </a:solidFill>
              <a:latin typeface="仿宋" panose="02010609060101010101" pitchFamily="49" charset="-122"/>
              <a:ea typeface="仿宋" panose="02010609060101010101" pitchFamily="49" charset="-122"/>
              <a:cs typeface="Courier New" panose="02070309020205020404" pitchFamily="49" charset="0"/>
            </a:endParaRPr>
          </a:p>
          <a:p>
            <a:r>
              <a:rPr lang="en-US" altLang="zh-CN"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for</a:t>
            </a:r>
            <a:r>
              <a:rPr lang="en-US" altLang="zh-CN" sz="1600" b="1" dirty="0">
                <a:latin typeface="Courier New" panose="02070309020205020404" pitchFamily="49" charset="0"/>
                <a:cs typeface="Courier New" panose="02070309020205020404" pitchFamily="49" charset="0"/>
              </a:rPr>
              <a:t>(</a:t>
            </a:r>
            <a:r>
              <a:rPr lang="en-US" altLang="zh-CN" sz="1600" b="1" dirty="0" err="1">
                <a:latin typeface="Courier New" panose="02070309020205020404" pitchFamily="49" charset="0"/>
                <a:cs typeface="Courier New" panose="02070309020205020404" pitchFamily="49" charset="0"/>
              </a:rPr>
              <a:t>i</a:t>
            </a:r>
            <a:r>
              <a:rPr lang="en-US" altLang="zh-CN" sz="1600" b="1" dirty="0">
                <a:latin typeface="Courier New" panose="02070309020205020404" pitchFamily="49" charset="0"/>
                <a:cs typeface="Courier New" panose="02070309020205020404" pitchFamily="49" charset="0"/>
              </a:rPr>
              <a:t>=2; </a:t>
            </a:r>
            <a:r>
              <a:rPr lang="en-US" altLang="zh-CN" sz="1600" b="1" dirty="0" err="1">
                <a:latin typeface="Courier New" panose="02070309020205020404" pitchFamily="49" charset="0"/>
                <a:cs typeface="Courier New" panose="02070309020205020404" pitchFamily="49" charset="0"/>
              </a:rPr>
              <a:t>i</a:t>
            </a:r>
            <a:r>
              <a:rPr lang="en-US" altLang="zh-CN" sz="1600" b="1" dirty="0">
                <a:latin typeface="Courier New" panose="02070309020205020404" pitchFamily="49" charset="0"/>
                <a:cs typeface="Courier New" panose="02070309020205020404" pitchFamily="49" charset="0"/>
              </a:rPr>
              <a:t>&lt;=SL-&gt;</a:t>
            </a:r>
            <a:r>
              <a:rPr lang="en-US" altLang="zh-CN" sz="1600" b="1" dirty="0" err="1">
                <a:latin typeface="Courier New" panose="02070309020205020404" pitchFamily="49" charset="0"/>
                <a:cs typeface="Courier New" panose="02070309020205020404" pitchFamily="49" charset="0"/>
              </a:rPr>
              <a:t>len</a:t>
            </a:r>
            <a:r>
              <a:rPr lang="en-US" altLang="zh-CN" sz="1600" b="1" dirty="0">
                <a:latin typeface="Courier New" panose="02070309020205020404" pitchFamily="49" charset="0"/>
                <a:cs typeface="Courier New" panose="02070309020205020404" pitchFamily="49" charset="0"/>
              </a:rPr>
              <a:t>; </a:t>
            </a:r>
            <a:r>
              <a:rPr lang="en-US" altLang="zh-CN" sz="1600" b="1" dirty="0" err="1">
                <a:latin typeface="Courier New" panose="02070309020205020404" pitchFamily="49" charset="0"/>
                <a:cs typeface="Courier New" panose="02070309020205020404" pitchFamily="49" charset="0"/>
              </a:rPr>
              <a:t>i</a:t>
            </a:r>
            <a:r>
              <a:rPr lang="en-US" altLang="zh-CN" sz="1600" b="1" dirty="0">
                <a:latin typeface="Courier New" panose="02070309020205020404" pitchFamily="49" charset="0"/>
                <a:cs typeface="Courier New" panose="02070309020205020404" pitchFamily="49" charset="0"/>
              </a:rPr>
              <a:t>++) { </a:t>
            </a:r>
            <a:r>
              <a:rPr lang="en-US" altLang="zh-CN" sz="1600" b="1" dirty="0">
                <a:solidFill>
                  <a:srgbClr val="3911B7"/>
                </a:solidFill>
                <a:latin typeface="仿宋" panose="02010609060101010101" pitchFamily="49" charset="-122"/>
                <a:ea typeface="仿宋" panose="02010609060101010101" pitchFamily="49" charset="-122"/>
                <a:cs typeface="Courier New" panose="02070309020205020404" pitchFamily="49" charset="0"/>
              </a:rPr>
              <a:t>// </a:t>
            </a:r>
            <a:r>
              <a:rPr lang="zh-CN" altLang="en-US" sz="1600" b="1" dirty="0">
                <a:solidFill>
                  <a:srgbClr val="3911B7"/>
                </a:solidFill>
                <a:latin typeface="仿宋" panose="02010609060101010101" pitchFamily="49" charset="-122"/>
                <a:ea typeface="仿宋" panose="02010609060101010101" pitchFamily="49" charset="-122"/>
                <a:cs typeface="Courier New" panose="02070309020205020404" pitchFamily="49" charset="0"/>
              </a:rPr>
              <a:t>第</a:t>
            </a:r>
            <a:r>
              <a:rPr lang="en-US" altLang="zh-CN" sz="1600" b="1" dirty="0" err="1">
                <a:solidFill>
                  <a:srgbClr val="3911B7"/>
                </a:solidFill>
                <a:latin typeface="仿宋" panose="02010609060101010101" pitchFamily="49" charset="-122"/>
                <a:ea typeface="仿宋" panose="02010609060101010101" pitchFamily="49" charset="-122"/>
                <a:cs typeface="Courier New" panose="02070309020205020404" pitchFamily="49" charset="0"/>
              </a:rPr>
              <a:t>i</a:t>
            </a:r>
            <a:r>
              <a:rPr lang="zh-CN" altLang="en-US" sz="1600" b="1" dirty="0">
                <a:solidFill>
                  <a:srgbClr val="3911B7"/>
                </a:solidFill>
                <a:latin typeface="仿宋" panose="02010609060101010101" pitchFamily="49" charset="-122"/>
                <a:ea typeface="仿宋" panose="02010609060101010101" pitchFamily="49" charset="-122"/>
                <a:cs typeface="Courier New" panose="02070309020205020404" pitchFamily="49" charset="0"/>
              </a:rPr>
              <a:t>个记录插入有序子表</a:t>
            </a:r>
            <a:endParaRPr lang="en-US" altLang="zh-CN" sz="1600" b="1" dirty="0">
              <a:solidFill>
                <a:srgbClr val="3911B7"/>
              </a:solidFill>
              <a:latin typeface="仿宋" panose="02010609060101010101" pitchFamily="49" charset="-122"/>
              <a:ea typeface="仿宋" panose="02010609060101010101" pitchFamily="49" charset="-122"/>
              <a:cs typeface="Courier New" panose="02070309020205020404" pitchFamily="49" charset="0"/>
            </a:endParaRPr>
          </a:p>
          <a:p>
            <a:r>
              <a:rPr lang="en-US" altLang="zh-CN" sz="1600" b="1" dirty="0">
                <a:latin typeface="Courier New" panose="02070309020205020404" pitchFamily="49" charset="0"/>
                <a:cs typeface="Courier New" panose="02070309020205020404" pitchFamily="49" charset="0"/>
              </a:rPr>
              <a:t>    </a:t>
            </a:r>
            <a:r>
              <a:rPr lang="en-US" altLang="zh-CN" sz="1600" b="1" dirty="0" err="1">
                <a:latin typeface="Courier New" panose="02070309020205020404" pitchFamily="49" charset="0"/>
                <a:cs typeface="Courier New" panose="02070309020205020404" pitchFamily="49" charset="0"/>
              </a:rPr>
              <a:t>pj</a:t>
            </a:r>
            <a:r>
              <a:rPr lang="en-US" altLang="zh-CN" sz="1600" b="1" dirty="0">
                <a:latin typeface="Courier New" panose="02070309020205020404" pitchFamily="49" charset="0"/>
                <a:cs typeface="Courier New" panose="02070309020205020404" pitchFamily="49" charset="0"/>
              </a:rPr>
              <a:t>=0;  j=SL-&gt;r[0].next;   </a:t>
            </a:r>
            <a:r>
              <a:rPr lang="en-US" altLang="zh-CN" sz="1600" b="1" dirty="0">
                <a:solidFill>
                  <a:srgbClr val="3911B7"/>
                </a:solidFill>
                <a:latin typeface="仿宋" panose="02010609060101010101" pitchFamily="49" charset="-122"/>
                <a:ea typeface="仿宋" panose="02010609060101010101" pitchFamily="49" charset="-122"/>
                <a:cs typeface="Courier New" panose="02070309020205020404" pitchFamily="49" charset="0"/>
              </a:rPr>
              <a:t>// </a:t>
            </a:r>
            <a:r>
              <a:rPr lang="zh-CN" altLang="en-US" sz="1600" b="1" dirty="0">
                <a:solidFill>
                  <a:srgbClr val="3911B7"/>
                </a:solidFill>
                <a:latin typeface="仿宋" panose="02010609060101010101" pitchFamily="49" charset="-122"/>
                <a:ea typeface="仿宋" panose="02010609060101010101" pitchFamily="49" charset="-122"/>
                <a:cs typeface="Courier New" panose="02070309020205020404" pitchFamily="49" charset="0"/>
              </a:rPr>
              <a:t>从首个记录开始查找插入位置</a:t>
            </a:r>
            <a:endParaRPr lang="en-US" altLang="zh-CN" sz="1600" b="1" dirty="0">
              <a:solidFill>
                <a:srgbClr val="3911B7"/>
              </a:solidFill>
              <a:latin typeface="仿宋" panose="02010609060101010101" pitchFamily="49" charset="-122"/>
              <a:ea typeface="仿宋" panose="02010609060101010101" pitchFamily="49" charset="-122"/>
              <a:cs typeface="Courier New" panose="02070309020205020404" pitchFamily="49" charset="0"/>
            </a:endParaRPr>
          </a:p>
          <a:p>
            <a:r>
              <a:rPr lang="en-US" altLang="zh-CN"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while</a:t>
            </a:r>
            <a:r>
              <a:rPr lang="en-US" altLang="zh-CN" sz="1600" b="1" dirty="0">
                <a:latin typeface="Courier New" panose="02070309020205020404" pitchFamily="49" charset="0"/>
                <a:cs typeface="Courier New" panose="02070309020205020404" pitchFamily="49" charset="0"/>
              </a:rPr>
              <a:t>(SL-&gt;r[j].</a:t>
            </a:r>
            <a:r>
              <a:rPr lang="en-US" altLang="zh-CN" sz="1600" b="1" dirty="0" err="1">
                <a:latin typeface="Courier New" panose="02070309020205020404" pitchFamily="49" charset="0"/>
                <a:cs typeface="Courier New" panose="02070309020205020404" pitchFamily="49" charset="0"/>
              </a:rPr>
              <a:t>rc</a:t>
            </a:r>
            <a:r>
              <a:rPr lang="en-US" altLang="zh-CN" sz="1600" b="1" dirty="0">
                <a:latin typeface="Courier New" panose="02070309020205020404" pitchFamily="49" charset="0"/>
                <a:cs typeface="Courier New" panose="02070309020205020404" pitchFamily="49" charset="0"/>
              </a:rPr>
              <a:t> &lt;= SL-&gt;r[</a:t>
            </a:r>
            <a:r>
              <a:rPr lang="en-US" altLang="zh-CN" sz="1600" b="1" dirty="0" err="1">
                <a:latin typeface="Courier New" panose="02070309020205020404" pitchFamily="49" charset="0"/>
                <a:cs typeface="Courier New" panose="02070309020205020404" pitchFamily="49" charset="0"/>
              </a:rPr>
              <a:t>i</a:t>
            </a:r>
            <a:r>
              <a:rPr lang="en-US" altLang="zh-CN" sz="1600" b="1" dirty="0">
                <a:latin typeface="Courier New" panose="02070309020205020404" pitchFamily="49" charset="0"/>
                <a:cs typeface="Courier New" panose="02070309020205020404" pitchFamily="49" charset="0"/>
              </a:rPr>
              <a:t>].</a:t>
            </a:r>
            <a:r>
              <a:rPr lang="en-US" altLang="zh-CN" sz="1600" b="1" dirty="0" err="1">
                <a:latin typeface="Courier New" panose="02070309020205020404" pitchFamily="49" charset="0"/>
                <a:cs typeface="Courier New" panose="02070309020205020404" pitchFamily="49" charset="0"/>
              </a:rPr>
              <a:t>rc</a:t>
            </a:r>
            <a:r>
              <a:rPr lang="en-US" altLang="zh-CN"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3911B7"/>
                </a:solidFill>
                <a:latin typeface="仿宋" panose="02010609060101010101" pitchFamily="49" charset="-122"/>
                <a:ea typeface="仿宋" panose="02010609060101010101" pitchFamily="49" charset="-122"/>
                <a:cs typeface="Courier New" panose="02070309020205020404" pitchFamily="49" charset="0"/>
              </a:rPr>
              <a:t>// </a:t>
            </a:r>
            <a:r>
              <a:rPr lang="zh-CN" altLang="en-US" sz="1600" b="1" dirty="0">
                <a:solidFill>
                  <a:srgbClr val="3911B7"/>
                </a:solidFill>
                <a:latin typeface="仿宋" panose="02010609060101010101" pitchFamily="49" charset="-122"/>
                <a:ea typeface="仿宋" panose="02010609060101010101" pitchFamily="49" charset="-122"/>
                <a:cs typeface="Courier New" panose="02070309020205020404" pitchFamily="49" charset="0"/>
              </a:rPr>
              <a:t>比较关键字</a:t>
            </a:r>
            <a:endParaRPr lang="en-US" altLang="zh-CN" sz="1600" b="1" dirty="0">
              <a:solidFill>
                <a:srgbClr val="3911B7"/>
              </a:solidFill>
              <a:latin typeface="仿宋" panose="02010609060101010101" pitchFamily="49" charset="-122"/>
              <a:ea typeface="仿宋" panose="02010609060101010101" pitchFamily="49" charset="-122"/>
              <a:cs typeface="Courier New" panose="02070309020205020404" pitchFamily="49" charset="0"/>
            </a:endParaRPr>
          </a:p>
          <a:p>
            <a:r>
              <a:rPr lang="en-US" altLang="zh-CN" sz="1600" b="1" dirty="0">
                <a:latin typeface="Courier New" panose="02070309020205020404" pitchFamily="49" charset="0"/>
                <a:cs typeface="Courier New" panose="02070309020205020404" pitchFamily="49" charset="0"/>
              </a:rPr>
              <a:t>      </a:t>
            </a:r>
            <a:r>
              <a:rPr lang="en-US" altLang="zh-CN" sz="1600" b="1" dirty="0" err="1">
                <a:latin typeface="Courier New" panose="02070309020205020404" pitchFamily="49" charset="0"/>
                <a:cs typeface="Courier New" panose="02070309020205020404" pitchFamily="49" charset="0"/>
              </a:rPr>
              <a:t>pj</a:t>
            </a:r>
            <a:r>
              <a:rPr lang="en-US" altLang="zh-CN" sz="1600" b="1" dirty="0">
                <a:latin typeface="Courier New" panose="02070309020205020404" pitchFamily="49" charset="0"/>
                <a:cs typeface="Courier New" panose="02070309020205020404" pitchFamily="49" charset="0"/>
              </a:rPr>
              <a:t> = j;  j = SL-&gt;r[j].next; </a:t>
            </a:r>
            <a:r>
              <a:rPr lang="en-US" altLang="zh-CN" sz="1600" b="1" dirty="0">
                <a:solidFill>
                  <a:srgbClr val="3911B7"/>
                </a:solidFill>
                <a:latin typeface="仿宋" panose="02010609060101010101" pitchFamily="49" charset="-122"/>
                <a:ea typeface="仿宋" panose="02010609060101010101" pitchFamily="49" charset="-122"/>
                <a:cs typeface="Courier New" panose="02070309020205020404" pitchFamily="49" charset="0"/>
              </a:rPr>
              <a:t>// </a:t>
            </a:r>
            <a:r>
              <a:rPr lang="zh-CN" altLang="en-US" sz="1600" b="1" dirty="0">
                <a:solidFill>
                  <a:srgbClr val="3911B7"/>
                </a:solidFill>
                <a:latin typeface="仿宋" panose="02010609060101010101" pitchFamily="49" charset="-122"/>
                <a:ea typeface="仿宋" panose="02010609060101010101" pitchFamily="49" charset="-122"/>
                <a:cs typeface="Courier New" panose="02070309020205020404" pitchFamily="49" charset="0"/>
              </a:rPr>
              <a:t>指示有序子表下一记录</a:t>
            </a:r>
            <a:endParaRPr lang="en-US" altLang="zh-CN" sz="1600" b="1" dirty="0">
              <a:solidFill>
                <a:srgbClr val="3911B7"/>
              </a:solidFill>
              <a:latin typeface="仿宋" panose="02010609060101010101" pitchFamily="49" charset="-122"/>
              <a:ea typeface="仿宋" panose="02010609060101010101" pitchFamily="49" charset="-122"/>
              <a:cs typeface="Courier New" panose="02070309020205020404" pitchFamily="49" charset="0"/>
            </a:endParaRPr>
          </a:p>
          <a:p>
            <a:r>
              <a:rPr lang="en-US" altLang="zh-CN"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r>
              <a:rPr lang="en-US" altLang="zh-CN" sz="1600" b="1" dirty="0">
                <a:latin typeface="Courier New" panose="02070309020205020404" pitchFamily="49" charset="0"/>
                <a:cs typeface="Courier New" panose="02070309020205020404" pitchFamily="49" charset="0"/>
              </a:rPr>
              <a:t>    SL-&gt;r[</a:t>
            </a:r>
            <a:r>
              <a:rPr lang="en-US" altLang="zh-CN" sz="1600" b="1" dirty="0" err="1">
                <a:latin typeface="Courier New" panose="02070309020205020404" pitchFamily="49" charset="0"/>
                <a:cs typeface="Courier New" panose="02070309020205020404" pitchFamily="49" charset="0"/>
              </a:rPr>
              <a:t>i</a:t>
            </a:r>
            <a:r>
              <a:rPr lang="en-US" altLang="zh-CN" sz="1600" b="1" dirty="0">
                <a:latin typeface="Courier New" panose="02070309020205020404" pitchFamily="49" charset="0"/>
                <a:cs typeface="Courier New" panose="02070309020205020404" pitchFamily="49" charset="0"/>
              </a:rPr>
              <a:t>].next = j</a:t>
            </a:r>
            <a:r>
              <a:rPr lang="en-US" altLang="zh-CN" sz="1600" b="1" dirty="0">
                <a:solidFill>
                  <a:srgbClr val="002060"/>
                </a:solidFill>
                <a:latin typeface="Courier New" panose="02070309020205020404" pitchFamily="49" charset="0"/>
                <a:cs typeface="Courier New" panose="02070309020205020404" pitchFamily="49" charset="0"/>
              </a:rPr>
              <a:t>;   </a:t>
            </a:r>
            <a:r>
              <a:rPr lang="en-US" altLang="zh-CN" sz="1600" b="1" dirty="0">
                <a:solidFill>
                  <a:srgbClr val="3911B7"/>
                </a:solidFill>
                <a:latin typeface="仿宋" panose="02010609060101010101" pitchFamily="49" charset="-122"/>
                <a:ea typeface="仿宋" panose="02010609060101010101" pitchFamily="49" charset="-122"/>
                <a:cs typeface="Courier New" panose="02070309020205020404" pitchFamily="49" charset="0"/>
              </a:rPr>
              <a:t>//</a:t>
            </a:r>
            <a:r>
              <a:rPr lang="zh-CN" altLang="en-US" sz="1600" b="1" dirty="0">
                <a:solidFill>
                  <a:srgbClr val="3911B7"/>
                </a:solidFill>
                <a:latin typeface="仿宋" panose="02010609060101010101" pitchFamily="49" charset="-122"/>
                <a:ea typeface="仿宋" panose="02010609060101010101" pitchFamily="49" charset="-122"/>
                <a:cs typeface="Courier New" panose="02070309020205020404" pitchFamily="49" charset="0"/>
              </a:rPr>
              <a:t> 插入第</a:t>
            </a:r>
            <a:r>
              <a:rPr lang="en-US" altLang="zh-CN" sz="1600" b="1" dirty="0" err="1">
                <a:solidFill>
                  <a:srgbClr val="3911B7"/>
                </a:solidFill>
                <a:latin typeface="仿宋" panose="02010609060101010101" pitchFamily="49" charset="-122"/>
                <a:ea typeface="仿宋" panose="02010609060101010101" pitchFamily="49" charset="-122"/>
                <a:cs typeface="Courier New" panose="02070309020205020404" pitchFamily="49" charset="0"/>
              </a:rPr>
              <a:t>i</a:t>
            </a:r>
            <a:r>
              <a:rPr lang="zh-CN" altLang="en-US" sz="1600" b="1" dirty="0">
                <a:solidFill>
                  <a:srgbClr val="3911B7"/>
                </a:solidFill>
                <a:latin typeface="仿宋" panose="02010609060101010101" pitchFamily="49" charset="-122"/>
                <a:ea typeface="仿宋" panose="02010609060101010101" pitchFamily="49" charset="-122"/>
                <a:cs typeface="Courier New" panose="02070309020205020404" pitchFamily="49" charset="0"/>
              </a:rPr>
              <a:t>个记录</a:t>
            </a:r>
            <a:endParaRPr lang="en-US" altLang="zh-CN" sz="1600" b="1" dirty="0">
              <a:solidFill>
                <a:srgbClr val="3911B7"/>
              </a:solidFill>
              <a:latin typeface="仿宋" panose="02010609060101010101" pitchFamily="49" charset="-122"/>
              <a:ea typeface="仿宋" panose="02010609060101010101" pitchFamily="49" charset="-122"/>
              <a:cs typeface="Courier New" panose="02070309020205020404" pitchFamily="49" charset="0"/>
            </a:endParaRPr>
          </a:p>
          <a:p>
            <a:r>
              <a:rPr lang="en-US" altLang="zh-CN" sz="1600" b="1" dirty="0">
                <a:latin typeface="Courier New" panose="02070309020205020404" pitchFamily="49" charset="0"/>
                <a:cs typeface="Courier New" panose="02070309020205020404" pitchFamily="49" charset="0"/>
              </a:rPr>
              <a:t>    SL-&gt;r[</a:t>
            </a:r>
            <a:r>
              <a:rPr lang="en-US" altLang="zh-CN" sz="1600" b="1" dirty="0" err="1">
                <a:latin typeface="Courier New" panose="02070309020205020404" pitchFamily="49" charset="0"/>
                <a:cs typeface="Courier New" panose="02070309020205020404" pitchFamily="49" charset="0"/>
              </a:rPr>
              <a:t>pj</a:t>
            </a:r>
            <a:r>
              <a:rPr lang="en-US" altLang="zh-CN" sz="1600" b="1" dirty="0">
                <a:latin typeface="Courier New" panose="02070309020205020404" pitchFamily="49" charset="0"/>
                <a:cs typeface="Courier New" panose="02070309020205020404" pitchFamily="49" charset="0"/>
              </a:rPr>
              <a:t>].next = </a:t>
            </a:r>
            <a:r>
              <a:rPr lang="en-US" altLang="zh-CN" sz="1600" b="1" dirty="0" err="1">
                <a:latin typeface="Courier New" panose="02070309020205020404" pitchFamily="49" charset="0"/>
                <a:cs typeface="Courier New" panose="02070309020205020404" pitchFamily="49" charset="0"/>
              </a:rPr>
              <a:t>i</a:t>
            </a:r>
            <a:r>
              <a:rPr lang="en-US" altLang="zh-CN" sz="1600" b="1" dirty="0">
                <a:latin typeface="Courier New" panose="02070309020205020404" pitchFamily="49" charset="0"/>
                <a:cs typeface="Courier New" panose="02070309020205020404" pitchFamily="49" charset="0"/>
              </a:rPr>
              <a:t>;</a:t>
            </a:r>
          </a:p>
          <a:p>
            <a:r>
              <a:rPr lang="en-US" altLang="zh-CN"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C00000"/>
                </a:solidFill>
                <a:latin typeface="Courier New" panose="02070309020205020404" pitchFamily="49" charset="0"/>
                <a:cs typeface="Courier New" panose="02070309020205020404" pitchFamily="49" charset="0"/>
              </a:rPr>
              <a:t>Arrange(SL);    </a:t>
            </a:r>
            <a:r>
              <a:rPr lang="en-US" altLang="zh-CN" sz="1600" b="1" dirty="0">
                <a:solidFill>
                  <a:srgbClr val="3911B7"/>
                </a:solidFill>
                <a:latin typeface="仿宋" panose="02010609060101010101" pitchFamily="49" charset="-122"/>
                <a:ea typeface="仿宋" panose="02010609060101010101" pitchFamily="49" charset="-122"/>
                <a:cs typeface="Courier New" panose="02070309020205020404" pitchFamily="49" charset="0"/>
              </a:rPr>
              <a:t>//</a:t>
            </a:r>
            <a:r>
              <a:rPr lang="zh-CN" altLang="en-US" sz="1600" b="1" dirty="0">
                <a:solidFill>
                  <a:srgbClr val="3911B7"/>
                </a:solidFill>
                <a:latin typeface="仿宋" panose="02010609060101010101" pitchFamily="49" charset="-122"/>
                <a:ea typeface="仿宋" panose="02010609060101010101" pitchFamily="49" charset="-122"/>
                <a:cs typeface="Courier New" panose="02070309020205020404" pitchFamily="49" charset="0"/>
              </a:rPr>
              <a:t> 调用</a:t>
            </a:r>
            <a:r>
              <a:rPr lang="zh-CN" altLang="en-US" sz="16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cs typeface="Courier New" panose="02070309020205020404" pitchFamily="49" charset="0"/>
              </a:rPr>
              <a:t>算法</a:t>
            </a:r>
            <a:r>
              <a:rPr lang="en-US" altLang="zh-CN" sz="16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cs typeface="Courier New" panose="02070309020205020404" pitchFamily="49" charset="0"/>
              </a:rPr>
              <a:t>10.4  </a:t>
            </a:r>
            <a:r>
              <a:rPr lang="zh-CN" altLang="en-US" sz="1600" b="1" dirty="0">
                <a:solidFill>
                  <a:srgbClr val="3911B7"/>
                </a:solidFill>
                <a:latin typeface="仿宋" panose="02010609060101010101" pitchFamily="49" charset="-122"/>
                <a:ea typeface="仿宋" panose="02010609060101010101" pitchFamily="49" charset="-122"/>
                <a:cs typeface="Courier New" panose="02070309020205020404" pitchFamily="49" charset="0"/>
              </a:rPr>
              <a:t>按序重排</a:t>
            </a:r>
            <a:r>
              <a:rPr lang="en-US" altLang="zh-CN" sz="1600" b="1" dirty="0">
                <a:solidFill>
                  <a:srgbClr val="3911B7"/>
                </a:solidFill>
                <a:latin typeface="仿宋" panose="02010609060101010101" pitchFamily="49" charset="-122"/>
                <a:ea typeface="仿宋" panose="02010609060101010101" pitchFamily="49" charset="-122"/>
                <a:cs typeface="Courier New" panose="02070309020205020404" pitchFamily="49" charset="0"/>
              </a:rPr>
              <a:t>SL</a:t>
            </a:r>
          </a:p>
          <a:p>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grpSp>
        <p:nvGrpSpPr>
          <p:cNvPr id="82" name="组合 81">
            <a:extLst>
              <a:ext uri="{FF2B5EF4-FFF2-40B4-BE49-F238E27FC236}">
                <a16:creationId xmlns:a16="http://schemas.microsoft.com/office/drawing/2014/main" id="{F2BC4ED0-0C07-447C-B5E8-70725E3A538B}"/>
              </a:ext>
            </a:extLst>
          </p:cNvPr>
          <p:cNvGrpSpPr/>
          <p:nvPr/>
        </p:nvGrpSpPr>
        <p:grpSpPr>
          <a:xfrm>
            <a:off x="4266440" y="3568060"/>
            <a:ext cx="402672" cy="1084385"/>
            <a:chOff x="4169328" y="5107219"/>
            <a:chExt cx="402672" cy="1084385"/>
          </a:xfrm>
        </p:grpSpPr>
        <p:sp>
          <p:nvSpPr>
            <p:cNvPr id="60" name="矩形 59">
              <a:extLst>
                <a:ext uri="{FF2B5EF4-FFF2-40B4-BE49-F238E27FC236}">
                  <a16:creationId xmlns:a16="http://schemas.microsoft.com/office/drawing/2014/main" id="{56B3F715-7B66-46AF-B3D6-94B012F9A6D2}"/>
                </a:ext>
              </a:extLst>
            </p:cNvPr>
            <p:cNvSpPr/>
            <p:nvPr/>
          </p:nvSpPr>
          <p:spPr>
            <a:xfrm>
              <a:off x="4169329" y="5443321"/>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002060"/>
                </a:solidFill>
              </a:endParaRPr>
            </a:p>
          </p:txBody>
        </p:sp>
        <p:sp>
          <p:nvSpPr>
            <p:cNvPr id="61" name="文本框 60">
              <a:extLst>
                <a:ext uri="{FF2B5EF4-FFF2-40B4-BE49-F238E27FC236}">
                  <a16:creationId xmlns:a16="http://schemas.microsoft.com/office/drawing/2014/main" id="{7DDAC93C-24C2-4E9C-9D3D-427FDA7D9E98}"/>
                </a:ext>
              </a:extLst>
            </p:cNvPr>
            <p:cNvSpPr txBox="1"/>
            <p:nvPr/>
          </p:nvSpPr>
          <p:spPr>
            <a:xfrm>
              <a:off x="4169328" y="5453136"/>
              <a:ext cx="402672" cy="359517"/>
            </a:xfrm>
            <a:prstGeom prst="rect">
              <a:avLst/>
            </a:prstGeom>
            <a:noFill/>
          </p:spPr>
          <p:txBody>
            <a:bodyPr wrap="square" lIns="0" tIns="36000" rIns="0" bIns="36000" rtlCol="0" anchor="ctr">
              <a:spAutoFit/>
            </a:bodyPr>
            <a:lstStyle/>
            <a:p>
              <a:pPr algn="ctr"/>
              <a:r>
                <a:rPr lang="en-US" altLang="zh-CN" b="1" u="sng" dirty="0">
                  <a:solidFill>
                    <a:srgbClr val="002060"/>
                  </a:solidFill>
                </a:rPr>
                <a:t>49</a:t>
              </a:r>
              <a:endParaRPr lang="zh-CN" altLang="en-US" b="1" u="sng" dirty="0">
                <a:solidFill>
                  <a:srgbClr val="002060"/>
                </a:solidFill>
              </a:endParaRPr>
            </a:p>
          </p:txBody>
        </p:sp>
        <p:sp>
          <p:nvSpPr>
            <p:cNvPr id="62" name="矩形 61">
              <a:extLst>
                <a:ext uri="{FF2B5EF4-FFF2-40B4-BE49-F238E27FC236}">
                  <a16:creationId xmlns:a16="http://schemas.microsoft.com/office/drawing/2014/main" id="{092778CC-6C40-49AB-A0C1-43BA1B714D36}"/>
                </a:ext>
              </a:extLst>
            </p:cNvPr>
            <p:cNvSpPr/>
            <p:nvPr/>
          </p:nvSpPr>
          <p:spPr>
            <a:xfrm>
              <a:off x="4169329" y="5822272"/>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002060"/>
                </a:solidFill>
              </a:endParaRPr>
            </a:p>
          </p:txBody>
        </p:sp>
        <p:sp>
          <p:nvSpPr>
            <p:cNvPr id="64" name="文本框 63">
              <a:extLst>
                <a:ext uri="{FF2B5EF4-FFF2-40B4-BE49-F238E27FC236}">
                  <a16:creationId xmlns:a16="http://schemas.microsoft.com/office/drawing/2014/main" id="{64AE8C2E-3FAF-4DC7-99F7-CCC005372F86}"/>
                </a:ext>
              </a:extLst>
            </p:cNvPr>
            <p:cNvSpPr txBox="1"/>
            <p:nvPr/>
          </p:nvSpPr>
          <p:spPr>
            <a:xfrm>
              <a:off x="4169328" y="5107219"/>
              <a:ext cx="402672" cy="318924"/>
            </a:xfrm>
            <a:prstGeom prst="rect">
              <a:avLst/>
            </a:prstGeom>
            <a:noFill/>
          </p:spPr>
          <p:txBody>
            <a:bodyPr wrap="square" lIns="0" tIns="36000" rIns="0" bIns="36000" rtlCol="0" anchor="ctr">
              <a:spAutoFit/>
            </a:bodyPr>
            <a:lstStyle/>
            <a:p>
              <a:pPr algn="ctr"/>
              <a:r>
                <a:rPr lang="en-US" altLang="zh-CN" sz="1600" b="1" dirty="0">
                  <a:solidFill>
                    <a:srgbClr val="0070C0"/>
                  </a:solidFill>
                </a:rPr>
                <a:t>8</a:t>
              </a:r>
              <a:endParaRPr lang="zh-CN" altLang="en-US" sz="1600" b="1" dirty="0">
                <a:solidFill>
                  <a:srgbClr val="0070C0"/>
                </a:solidFill>
              </a:endParaRPr>
            </a:p>
          </p:txBody>
        </p:sp>
      </p:grpSp>
      <p:sp>
        <p:nvSpPr>
          <p:cNvPr id="68" name="文本框 67">
            <a:extLst>
              <a:ext uri="{FF2B5EF4-FFF2-40B4-BE49-F238E27FC236}">
                <a16:creationId xmlns:a16="http://schemas.microsoft.com/office/drawing/2014/main" id="{B77D8EF0-6763-4383-A099-CE0C3E58150E}"/>
              </a:ext>
            </a:extLst>
          </p:cNvPr>
          <p:cNvSpPr txBox="1"/>
          <p:nvPr/>
        </p:nvSpPr>
        <p:spPr>
          <a:xfrm>
            <a:off x="2263668" y="4273730"/>
            <a:ext cx="402672" cy="359517"/>
          </a:xfrm>
          <a:prstGeom prst="rect">
            <a:avLst/>
          </a:prstGeom>
          <a:noFill/>
        </p:spPr>
        <p:txBody>
          <a:bodyPr wrap="square" lIns="0" tIns="36000" rIns="0" bIns="36000" rtlCol="0" anchor="ctr">
            <a:spAutoFit/>
          </a:bodyPr>
          <a:lstStyle/>
          <a:p>
            <a:pPr algn="ctr"/>
            <a:r>
              <a:rPr lang="en-US" altLang="zh-CN" b="1" dirty="0">
                <a:solidFill>
                  <a:srgbClr val="C00000"/>
                </a:solidFill>
              </a:rPr>
              <a:t>5</a:t>
            </a:r>
            <a:endParaRPr lang="zh-CN" altLang="en-US" b="1" dirty="0">
              <a:solidFill>
                <a:srgbClr val="C00000"/>
              </a:solidFill>
            </a:endParaRPr>
          </a:p>
        </p:txBody>
      </p:sp>
      <p:grpSp>
        <p:nvGrpSpPr>
          <p:cNvPr id="87" name="组合 86">
            <a:extLst>
              <a:ext uri="{FF2B5EF4-FFF2-40B4-BE49-F238E27FC236}">
                <a16:creationId xmlns:a16="http://schemas.microsoft.com/office/drawing/2014/main" id="{10F8AEC4-E695-4085-8E4A-4C504A56098C}"/>
              </a:ext>
            </a:extLst>
          </p:cNvPr>
          <p:cNvGrpSpPr/>
          <p:nvPr/>
        </p:nvGrpSpPr>
        <p:grpSpPr>
          <a:xfrm>
            <a:off x="3858944" y="3571245"/>
            <a:ext cx="405567" cy="1079092"/>
            <a:chOff x="3766656" y="5113544"/>
            <a:chExt cx="405567" cy="1079092"/>
          </a:xfrm>
        </p:grpSpPr>
        <p:sp>
          <p:nvSpPr>
            <p:cNvPr id="74" name="文本框 73">
              <a:extLst>
                <a:ext uri="{FF2B5EF4-FFF2-40B4-BE49-F238E27FC236}">
                  <a16:creationId xmlns:a16="http://schemas.microsoft.com/office/drawing/2014/main" id="{8AB25BDF-F7CD-4E12-845B-2A4ED39A45F3}"/>
                </a:ext>
              </a:extLst>
            </p:cNvPr>
            <p:cNvSpPr txBox="1"/>
            <p:nvPr/>
          </p:nvSpPr>
          <p:spPr>
            <a:xfrm>
              <a:off x="3766656" y="5113544"/>
              <a:ext cx="402672" cy="318924"/>
            </a:xfrm>
            <a:prstGeom prst="rect">
              <a:avLst/>
            </a:prstGeom>
            <a:noFill/>
          </p:spPr>
          <p:txBody>
            <a:bodyPr wrap="square" lIns="0" tIns="36000" rIns="0" bIns="36000" rtlCol="0" anchor="ctr">
              <a:spAutoFit/>
            </a:bodyPr>
            <a:lstStyle/>
            <a:p>
              <a:pPr algn="ctr"/>
              <a:r>
                <a:rPr lang="en-US" altLang="zh-CN" sz="1600" b="1" dirty="0">
                  <a:solidFill>
                    <a:srgbClr val="0070C0"/>
                  </a:solidFill>
                </a:rPr>
                <a:t>7</a:t>
              </a:r>
              <a:endParaRPr lang="zh-CN" altLang="en-US" sz="1600" b="1" dirty="0">
                <a:solidFill>
                  <a:srgbClr val="0070C0"/>
                </a:solidFill>
              </a:endParaRPr>
            </a:p>
          </p:txBody>
        </p:sp>
        <p:sp>
          <p:nvSpPr>
            <p:cNvPr id="83" name="矩形 82">
              <a:extLst>
                <a:ext uri="{FF2B5EF4-FFF2-40B4-BE49-F238E27FC236}">
                  <a16:creationId xmlns:a16="http://schemas.microsoft.com/office/drawing/2014/main" id="{3083501A-BB7A-47E9-8237-3306423C3F18}"/>
                </a:ext>
              </a:extLst>
            </p:cNvPr>
            <p:cNvSpPr/>
            <p:nvPr/>
          </p:nvSpPr>
          <p:spPr>
            <a:xfrm>
              <a:off x="3769552" y="5444353"/>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002060"/>
                </a:solidFill>
              </a:endParaRPr>
            </a:p>
          </p:txBody>
        </p:sp>
        <p:sp>
          <p:nvSpPr>
            <p:cNvPr id="84" name="文本框 83">
              <a:extLst>
                <a:ext uri="{FF2B5EF4-FFF2-40B4-BE49-F238E27FC236}">
                  <a16:creationId xmlns:a16="http://schemas.microsoft.com/office/drawing/2014/main" id="{F5CF682A-4B39-4B7C-968E-17460E7C6FA4}"/>
                </a:ext>
              </a:extLst>
            </p:cNvPr>
            <p:cNvSpPr txBox="1"/>
            <p:nvPr/>
          </p:nvSpPr>
          <p:spPr>
            <a:xfrm>
              <a:off x="3769551" y="5444353"/>
              <a:ext cx="402672" cy="359517"/>
            </a:xfrm>
            <a:prstGeom prst="rect">
              <a:avLst/>
            </a:prstGeom>
            <a:noFill/>
          </p:spPr>
          <p:txBody>
            <a:bodyPr wrap="square" lIns="0" tIns="36000" rIns="0" bIns="36000" rtlCol="0" anchor="ctr">
              <a:spAutoFit/>
            </a:bodyPr>
            <a:lstStyle/>
            <a:p>
              <a:pPr algn="ctr"/>
              <a:r>
                <a:rPr lang="en-US" altLang="zh-CN" b="1" dirty="0">
                  <a:solidFill>
                    <a:srgbClr val="002060"/>
                  </a:solidFill>
                </a:rPr>
                <a:t>27</a:t>
              </a:r>
              <a:endParaRPr lang="zh-CN" altLang="en-US" b="1" dirty="0">
                <a:solidFill>
                  <a:srgbClr val="002060"/>
                </a:solidFill>
              </a:endParaRPr>
            </a:p>
          </p:txBody>
        </p:sp>
        <p:sp>
          <p:nvSpPr>
            <p:cNvPr id="85" name="矩形 84">
              <a:extLst>
                <a:ext uri="{FF2B5EF4-FFF2-40B4-BE49-F238E27FC236}">
                  <a16:creationId xmlns:a16="http://schemas.microsoft.com/office/drawing/2014/main" id="{8D36A0E7-03C0-4DD8-9DB6-CEE30C88C1E9}"/>
                </a:ext>
              </a:extLst>
            </p:cNvPr>
            <p:cNvSpPr/>
            <p:nvPr/>
          </p:nvSpPr>
          <p:spPr>
            <a:xfrm>
              <a:off x="3769552" y="5823304"/>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C00000"/>
                </a:solidFill>
              </a:endParaRPr>
            </a:p>
          </p:txBody>
        </p:sp>
      </p:grpSp>
      <p:grpSp>
        <p:nvGrpSpPr>
          <p:cNvPr id="92" name="组合 91">
            <a:extLst>
              <a:ext uri="{FF2B5EF4-FFF2-40B4-BE49-F238E27FC236}">
                <a16:creationId xmlns:a16="http://schemas.microsoft.com/office/drawing/2014/main" id="{2D946A80-0C9F-4CD2-A481-9FD126E2E57B}"/>
              </a:ext>
            </a:extLst>
          </p:cNvPr>
          <p:cNvGrpSpPr/>
          <p:nvPr/>
        </p:nvGrpSpPr>
        <p:grpSpPr>
          <a:xfrm>
            <a:off x="3457005" y="3564459"/>
            <a:ext cx="402672" cy="1084499"/>
            <a:chOff x="3400425" y="5122169"/>
            <a:chExt cx="402672" cy="1084499"/>
          </a:xfrm>
        </p:grpSpPr>
        <p:sp>
          <p:nvSpPr>
            <p:cNvPr id="75" name="文本框 74">
              <a:extLst>
                <a:ext uri="{FF2B5EF4-FFF2-40B4-BE49-F238E27FC236}">
                  <a16:creationId xmlns:a16="http://schemas.microsoft.com/office/drawing/2014/main" id="{9C005109-3626-4944-BB49-59B6D75A5188}"/>
                </a:ext>
              </a:extLst>
            </p:cNvPr>
            <p:cNvSpPr txBox="1"/>
            <p:nvPr/>
          </p:nvSpPr>
          <p:spPr>
            <a:xfrm>
              <a:off x="3400425" y="5122169"/>
              <a:ext cx="402672" cy="318924"/>
            </a:xfrm>
            <a:prstGeom prst="rect">
              <a:avLst/>
            </a:prstGeom>
            <a:noFill/>
          </p:spPr>
          <p:txBody>
            <a:bodyPr wrap="square" lIns="0" tIns="36000" rIns="0" bIns="36000" rtlCol="0" anchor="ctr">
              <a:spAutoFit/>
            </a:bodyPr>
            <a:lstStyle/>
            <a:p>
              <a:pPr algn="ctr"/>
              <a:r>
                <a:rPr lang="en-US" altLang="zh-CN" sz="1600" b="1" dirty="0">
                  <a:solidFill>
                    <a:srgbClr val="0070C0"/>
                  </a:solidFill>
                </a:rPr>
                <a:t>6</a:t>
              </a:r>
              <a:endParaRPr lang="zh-CN" altLang="en-US" sz="1600" b="1" dirty="0">
                <a:solidFill>
                  <a:srgbClr val="0070C0"/>
                </a:solidFill>
              </a:endParaRPr>
            </a:p>
          </p:txBody>
        </p:sp>
        <p:sp>
          <p:nvSpPr>
            <p:cNvPr id="88" name="矩形 87">
              <a:extLst>
                <a:ext uri="{FF2B5EF4-FFF2-40B4-BE49-F238E27FC236}">
                  <a16:creationId xmlns:a16="http://schemas.microsoft.com/office/drawing/2014/main" id="{E7E6EC35-67B5-4ED7-9F85-A2A96A8EC316}"/>
                </a:ext>
              </a:extLst>
            </p:cNvPr>
            <p:cNvSpPr/>
            <p:nvPr/>
          </p:nvSpPr>
          <p:spPr>
            <a:xfrm>
              <a:off x="3400426" y="5458385"/>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002060"/>
                </a:solidFill>
              </a:endParaRPr>
            </a:p>
          </p:txBody>
        </p:sp>
        <p:sp>
          <p:nvSpPr>
            <p:cNvPr id="89" name="文本框 88">
              <a:extLst>
                <a:ext uri="{FF2B5EF4-FFF2-40B4-BE49-F238E27FC236}">
                  <a16:creationId xmlns:a16="http://schemas.microsoft.com/office/drawing/2014/main" id="{076FFF04-DC4E-45E4-8004-2926381CC79D}"/>
                </a:ext>
              </a:extLst>
            </p:cNvPr>
            <p:cNvSpPr txBox="1"/>
            <p:nvPr/>
          </p:nvSpPr>
          <p:spPr>
            <a:xfrm>
              <a:off x="3400425" y="5461561"/>
              <a:ext cx="402672" cy="359517"/>
            </a:xfrm>
            <a:prstGeom prst="rect">
              <a:avLst/>
            </a:prstGeom>
            <a:noFill/>
          </p:spPr>
          <p:txBody>
            <a:bodyPr wrap="square" lIns="0" tIns="36000" rIns="0" bIns="36000" rtlCol="0" anchor="ctr">
              <a:spAutoFit/>
            </a:bodyPr>
            <a:lstStyle/>
            <a:p>
              <a:pPr algn="ctr"/>
              <a:r>
                <a:rPr lang="en-US" altLang="zh-CN" b="1" dirty="0">
                  <a:solidFill>
                    <a:srgbClr val="002060"/>
                  </a:solidFill>
                </a:rPr>
                <a:t>13</a:t>
              </a:r>
              <a:endParaRPr lang="zh-CN" altLang="en-US" b="1" dirty="0">
                <a:solidFill>
                  <a:srgbClr val="002060"/>
                </a:solidFill>
              </a:endParaRPr>
            </a:p>
          </p:txBody>
        </p:sp>
        <p:sp>
          <p:nvSpPr>
            <p:cNvPr id="90" name="矩形 89">
              <a:extLst>
                <a:ext uri="{FF2B5EF4-FFF2-40B4-BE49-F238E27FC236}">
                  <a16:creationId xmlns:a16="http://schemas.microsoft.com/office/drawing/2014/main" id="{3CB4A96D-AE0A-40EB-9E0B-E34355FAC2A0}"/>
                </a:ext>
              </a:extLst>
            </p:cNvPr>
            <p:cNvSpPr/>
            <p:nvPr/>
          </p:nvSpPr>
          <p:spPr>
            <a:xfrm>
              <a:off x="3400426" y="5837336"/>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C00000"/>
                </a:solidFill>
              </a:endParaRPr>
            </a:p>
          </p:txBody>
        </p:sp>
      </p:grpSp>
      <p:grpSp>
        <p:nvGrpSpPr>
          <p:cNvPr id="97" name="组合 96">
            <a:extLst>
              <a:ext uri="{FF2B5EF4-FFF2-40B4-BE49-F238E27FC236}">
                <a16:creationId xmlns:a16="http://schemas.microsoft.com/office/drawing/2014/main" id="{1FF55403-A81E-4A2F-AE52-7B749D4D1E7C}"/>
              </a:ext>
            </a:extLst>
          </p:cNvPr>
          <p:cNvGrpSpPr/>
          <p:nvPr/>
        </p:nvGrpSpPr>
        <p:grpSpPr>
          <a:xfrm>
            <a:off x="3055479" y="3575681"/>
            <a:ext cx="430895" cy="1074880"/>
            <a:chOff x="2953346" y="5107219"/>
            <a:chExt cx="430895" cy="1074880"/>
          </a:xfrm>
        </p:grpSpPr>
        <p:sp>
          <p:nvSpPr>
            <p:cNvPr id="76" name="文本框 75">
              <a:extLst>
                <a:ext uri="{FF2B5EF4-FFF2-40B4-BE49-F238E27FC236}">
                  <a16:creationId xmlns:a16="http://schemas.microsoft.com/office/drawing/2014/main" id="{0116D02F-3A3A-4193-9464-2AF2FB9A4729}"/>
                </a:ext>
              </a:extLst>
            </p:cNvPr>
            <p:cNvSpPr txBox="1"/>
            <p:nvPr/>
          </p:nvSpPr>
          <p:spPr>
            <a:xfrm>
              <a:off x="2981569" y="5107219"/>
              <a:ext cx="402672" cy="318924"/>
            </a:xfrm>
            <a:prstGeom prst="rect">
              <a:avLst/>
            </a:prstGeom>
            <a:noFill/>
          </p:spPr>
          <p:txBody>
            <a:bodyPr wrap="square" lIns="0" tIns="36000" rIns="0" bIns="36000" rtlCol="0" anchor="ctr">
              <a:spAutoFit/>
            </a:bodyPr>
            <a:lstStyle/>
            <a:p>
              <a:pPr algn="ctr"/>
              <a:r>
                <a:rPr lang="en-US" altLang="zh-CN" sz="1600" b="1" dirty="0">
                  <a:solidFill>
                    <a:srgbClr val="0070C0"/>
                  </a:solidFill>
                </a:rPr>
                <a:t>5</a:t>
              </a:r>
              <a:endParaRPr lang="zh-CN" altLang="en-US" sz="1600" b="1" dirty="0">
                <a:solidFill>
                  <a:srgbClr val="0070C0"/>
                </a:solidFill>
              </a:endParaRPr>
            </a:p>
          </p:txBody>
        </p:sp>
        <p:sp>
          <p:nvSpPr>
            <p:cNvPr id="93" name="矩形 92">
              <a:extLst>
                <a:ext uri="{FF2B5EF4-FFF2-40B4-BE49-F238E27FC236}">
                  <a16:creationId xmlns:a16="http://schemas.microsoft.com/office/drawing/2014/main" id="{0A20231B-C54E-45F2-8831-38149F54B968}"/>
                </a:ext>
              </a:extLst>
            </p:cNvPr>
            <p:cNvSpPr/>
            <p:nvPr/>
          </p:nvSpPr>
          <p:spPr>
            <a:xfrm>
              <a:off x="2953347" y="5433816"/>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002060"/>
                </a:solidFill>
              </a:endParaRPr>
            </a:p>
          </p:txBody>
        </p:sp>
        <p:sp>
          <p:nvSpPr>
            <p:cNvPr id="94" name="文本框 93">
              <a:extLst>
                <a:ext uri="{FF2B5EF4-FFF2-40B4-BE49-F238E27FC236}">
                  <a16:creationId xmlns:a16="http://schemas.microsoft.com/office/drawing/2014/main" id="{F282812B-6ED9-4D8E-A689-7B7BA43FB52E}"/>
                </a:ext>
              </a:extLst>
            </p:cNvPr>
            <p:cNvSpPr txBox="1"/>
            <p:nvPr/>
          </p:nvSpPr>
          <p:spPr>
            <a:xfrm>
              <a:off x="2953346" y="5433816"/>
              <a:ext cx="402672" cy="359517"/>
            </a:xfrm>
            <a:prstGeom prst="rect">
              <a:avLst/>
            </a:prstGeom>
            <a:noFill/>
          </p:spPr>
          <p:txBody>
            <a:bodyPr wrap="square" lIns="0" tIns="36000" rIns="0" bIns="36000" rtlCol="0" anchor="ctr">
              <a:spAutoFit/>
            </a:bodyPr>
            <a:lstStyle/>
            <a:p>
              <a:pPr algn="ctr"/>
              <a:r>
                <a:rPr lang="en-US" altLang="zh-CN" b="1" dirty="0">
                  <a:solidFill>
                    <a:srgbClr val="002060"/>
                  </a:solidFill>
                </a:rPr>
                <a:t>76</a:t>
              </a:r>
              <a:endParaRPr lang="zh-CN" altLang="en-US" b="1" dirty="0">
                <a:solidFill>
                  <a:srgbClr val="002060"/>
                </a:solidFill>
              </a:endParaRPr>
            </a:p>
          </p:txBody>
        </p:sp>
        <p:sp>
          <p:nvSpPr>
            <p:cNvPr id="95" name="矩形 94">
              <a:extLst>
                <a:ext uri="{FF2B5EF4-FFF2-40B4-BE49-F238E27FC236}">
                  <a16:creationId xmlns:a16="http://schemas.microsoft.com/office/drawing/2014/main" id="{58334CF1-CF7C-4F85-A37D-EC81F5ECE194}"/>
                </a:ext>
              </a:extLst>
            </p:cNvPr>
            <p:cNvSpPr/>
            <p:nvPr/>
          </p:nvSpPr>
          <p:spPr>
            <a:xfrm>
              <a:off x="2953347" y="5812767"/>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C00000"/>
                </a:solidFill>
              </a:endParaRPr>
            </a:p>
          </p:txBody>
        </p:sp>
      </p:grpSp>
      <p:grpSp>
        <p:nvGrpSpPr>
          <p:cNvPr id="102" name="组合 101">
            <a:extLst>
              <a:ext uri="{FF2B5EF4-FFF2-40B4-BE49-F238E27FC236}">
                <a16:creationId xmlns:a16="http://schemas.microsoft.com/office/drawing/2014/main" id="{A600C4B1-2AAC-4D75-8204-83E837ED3229}"/>
              </a:ext>
            </a:extLst>
          </p:cNvPr>
          <p:cNvGrpSpPr/>
          <p:nvPr/>
        </p:nvGrpSpPr>
        <p:grpSpPr>
          <a:xfrm>
            <a:off x="2652648" y="3582743"/>
            <a:ext cx="405776" cy="1067698"/>
            <a:chOff x="2516853" y="5117277"/>
            <a:chExt cx="405776" cy="1067698"/>
          </a:xfrm>
        </p:grpSpPr>
        <p:sp>
          <p:nvSpPr>
            <p:cNvPr id="77" name="文本框 76">
              <a:extLst>
                <a:ext uri="{FF2B5EF4-FFF2-40B4-BE49-F238E27FC236}">
                  <a16:creationId xmlns:a16="http://schemas.microsoft.com/office/drawing/2014/main" id="{C828A86D-B1BB-4A12-B898-4C402CEC5DE7}"/>
                </a:ext>
              </a:extLst>
            </p:cNvPr>
            <p:cNvSpPr txBox="1"/>
            <p:nvPr/>
          </p:nvSpPr>
          <p:spPr>
            <a:xfrm>
              <a:off x="2519957" y="5117277"/>
              <a:ext cx="402672" cy="318924"/>
            </a:xfrm>
            <a:prstGeom prst="rect">
              <a:avLst/>
            </a:prstGeom>
            <a:noFill/>
          </p:spPr>
          <p:txBody>
            <a:bodyPr wrap="square" lIns="0" tIns="36000" rIns="0" bIns="36000" rtlCol="0" anchor="ctr">
              <a:spAutoFit/>
            </a:bodyPr>
            <a:lstStyle/>
            <a:p>
              <a:pPr algn="ctr"/>
              <a:r>
                <a:rPr lang="en-US" altLang="zh-CN" sz="1600" b="1" dirty="0">
                  <a:solidFill>
                    <a:srgbClr val="0070C0"/>
                  </a:solidFill>
                </a:rPr>
                <a:t>4</a:t>
              </a:r>
              <a:endParaRPr lang="zh-CN" altLang="en-US" sz="1600" b="1" dirty="0">
                <a:solidFill>
                  <a:srgbClr val="0070C0"/>
                </a:solidFill>
              </a:endParaRPr>
            </a:p>
          </p:txBody>
        </p:sp>
        <p:sp>
          <p:nvSpPr>
            <p:cNvPr id="98" name="矩形 97">
              <a:extLst>
                <a:ext uri="{FF2B5EF4-FFF2-40B4-BE49-F238E27FC236}">
                  <a16:creationId xmlns:a16="http://schemas.microsoft.com/office/drawing/2014/main" id="{ED66DC3B-3314-4A64-805A-4D921F0576B1}"/>
                </a:ext>
              </a:extLst>
            </p:cNvPr>
            <p:cNvSpPr/>
            <p:nvPr/>
          </p:nvSpPr>
          <p:spPr>
            <a:xfrm>
              <a:off x="2516854" y="5436692"/>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002060"/>
                </a:solidFill>
              </a:endParaRPr>
            </a:p>
          </p:txBody>
        </p:sp>
        <p:sp>
          <p:nvSpPr>
            <p:cNvPr id="99" name="文本框 98">
              <a:extLst>
                <a:ext uri="{FF2B5EF4-FFF2-40B4-BE49-F238E27FC236}">
                  <a16:creationId xmlns:a16="http://schemas.microsoft.com/office/drawing/2014/main" id="{2B614159-00AC-48AE-A520-1F3BF21BD72B}"/>
                </a:ext>
              </a:extLst>
            </p:cNvPr>
            <p:cNvSpPr txBox="1"/>
            <p:nvPr/>
          </p:nvSpPr>
          <p:spPr>
            <a:xfrm>
              <a:off x="2516853" y="5436692"/>
              <a:ext cx="402672" cy="359517"/>
            </a:xfrm>
            <a:prstGeom prst="rect">
              <a:avLst/>
            </a:prstGeom>
            <a:noFill/>
          </p:spPr>
          <p:txBody>
            <a:bodyPr wrap="square" lIns="0" tIns="36000" rIns="0" bIns="36000" rtlCol="0" anchor="ctr">
              <a:spAutoFit/>
            </a:bodyPr>
            <a:lstStyle/>
            <a:p>
              <a:pPr algn="ctr"/>
              <a:r>
                <a:rPr lang="en-US" altLang="zh-CN" b="1" dirty="0">
                  <a:solidFill>
                    <a:srgbClr val="002060"/>
                  </a:solidFill>
                </a:rPr>
                <a:t>97</a:t>
              </a:r>
              <a:endParaRPr lang="zh-CN" altLang="en-US" b="1" dirty="0">
                <a:solidFill>
                  <a:srgbClr val="002060"/>
                </a:solidFill>
              </a:endParaRPr>
            </a:p>
          </p:txBody>
        </p:sp>
        <p:sp>
          <p:nvSpPr>
            <p:cNvPr id="100" name="矩形 99">
              <a:extLst>
                <a:ext uri="{FF2B5EF4-FFF2-40B4-BE49-F238E27FC236}">
                  <a16:creationId xmlns:a16="http://schemas.microsoft.com/office/drawing/2014/main" id="{9E811779-4C04-4973-B6B9-24DC8813B65A}"/>
                </a:ext>
              </a:extLst>
            </p:cNvPr>
            <p:cNvSpPr/>
            <p:nvPr/>
          </p:nvSpPr>
          <p:spPr>
            <a:xfrm>
              <a:off x="2516854" y="5815643"/>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C00000"/>
                </a:solidFill>
              </a:endParaRPr>
            </a:p>
          </p:txBody>
        </p:sp>
      </p:grpSp>
      <p:grpSp>
        <p:nvGrpSpPr>
          <p:cNvPr id="112" name="组合 111">
            <a:extLst>
              <a:ext uri="{FF2B5EF4-FFF2-40B4-BE49-F238E27FC236}">
                <a16:creationId xmlns:a16="http://schemas.microsoft.com/office/drawing/2014/main" id="{1B049058-0FE9-4B73-A950-61C8DED7A53F}"/>
              </a:ext>
            </a:extLst>
          </p:cNvPr>
          <p:cNvGrpSpPr/>
          <p:nvPr/>
        </p:nvGrpSpPr>
        <p:grpSpPr>
          <a:xfrm>
            <a:off x="1851233" y="3563029"/>
            <a:ext cx="427628" cy="1087427"/>
            <a:chOff x="1675895" y="5107219"/>
            <a:chExt cx="427628" cy="1087427"/>
          </a:xfrm>
        </p:grpSpPr>
        <p:sp>
          <p:nvSpPr>
            <p:cNvPr id="79" name="文本框 78">
              <a:extLst>
                <a:ext uri="{FF2B5EF4-FFF2-40B4-BE49-F238E27FC236}">
                  <a16:creationId xmlns:a16="http://schemas.microsoft.com/office/drawing/2014/main" id="{972193CA-5A1A-4AE6-9017-3FD2CAFC07EB}"/>
                </a:ext>
              </a:extLst>
            </p:cNvPr>
            <p:cNvSpPr txBox="1"/>
            <p:nvPr/>
          </p:nvSpPr>
          <p:spPr>
            <a:xfrm>
              <a:off x="1700851" y="5107219"/>
              <a:ext cx="402672" cy="318924"/>
            </a:xfrm>
            <a:prstGeom prst="rect">
              <a:avLst/>
            </a:prstGeom>
            <a:noFill/>
          </p:spPr>
          <p:txBody>
            <a:bodyPr wrap="square" lIns="0" tIns="36000" rIns="0" bIns="36000" rtlCol="0" anchor="ctr">
              <a:spAutoFit/>
            </a:bodyPr>
            <a:lstStyle/>
            <a:p>
              <a:pPr algn="ctr"/>
              <a:r>
                <a:rPr lang="en-US" altLang="zh-CN" sz="1600" b="1" dirty="0">
                  <a:solidFill>
                    <a:srgbClr val="0070C0"/>
                  </a:solidFill>
                </a:rPr>
                <a:t>2</a:t>
              </a:r>
              <a:endParaRPr lang="zh-CN" altLang="en-US" sz="1600" b="1" dirty="0">
                <a:solidFill>
                  <a:srgbClr val="0070C0"/>
                </a:solidFill>
              </a:endParaRPr>
            </a:p>
          </p:txBody>
        </p:sp>
        <p:sp>
          <p:nvSpPr>
            <p:cNvPr id="108" name="矩形 107">
              <a:extLst>
                <a:ext uri="{FF2B5EF4-FFF2-40B4-BE49-F238E27FC236}">
                  <a16:creationId xmlns:a16="http://schemas.microsoft.com/office/drawing/2014/main" id="{88C8CD8E-F5E6-4053-A59A-31E6AB2CBEF5}"/>
                </a:ext>
              </a:extLst>
            </p:cNvPr>
            <p:cNvSpPr/>
            <p:nvPr/>
          </p:nvSpPr>
          <p:spPr>
            <a:xfrm>
              <a:off x="1675896" y="5446363"/>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002060"/>
                </a:solidFill>
              </a:endParaRPr>
            </a:p>
          </p:txBody>
        </p:sp>
        <p:sp>
          <p:nvSpPr>
            <p:cNvPr id="109" name="文本框 108">
              <a:extLst>
                <a:ext uri="{FF2B5EF4-FFF2-40B4-BE49-F238E27FC236}">
                  <a16:creationId xmlns:a16="http://schemas.microsoft.com/office/drawing/2014/main" id="{100A47C7-33AE-4823-A508-B413506B8732}"/>
                </a:ext>
              </a:extLst>
            </p:cNvPr>
            <p:cNvSpPr txBox="1"/>
            <p:nvPr/>
          </p:nvSpPr>
          <p:spPr>
            <a:xfrm>
              <a:off x="1675895" y="5446363"/>
              <a:ext cx="402672" cy="359517"/>
            </a:xfrm>
            <a:prstGeom prst="rect">
              <a:avLst/>
            </a:prstGeom>
            <a:noFill/>
          </p:spPr>
          <p:txBody>
            <a:bodyPr wrap="square" lIns="0" tIns="36000" rIns="0" bIns="36000" rtlCol="0" anchor="ctr">
              <a:spAutoFit/>
            </a:bodyPr>
            <a:lstStyle/>
            <a:p>
              <a:pPr algn="ctr"/>
              <a:r>
                <a:rPr lang="en-US" altLang="zh-CN" b="1" dirty="0">
                  <a:solidFill>
                    <a:srgbClr val="002060"/>
                  </a:solidFill>
                </a:rPr>
                <a:t>38</a:t>
              </a:r>
              <a:endParaRPr lang="zh-CN" altLang="en-US" b="1" dirty="0">
                <a:solidFill>
                  <a:srgbClr val="002060"/>
                </a:solidFill>
              </a:endParaRPr>
            </a:p>
          </p:txBody>
        </p:sp>
        <p:sp>
          <p:nvSpPr>
            <p:cNvPr id="110" name="矩形 109">
              <a:extLst>
                <a:ext uri="{FF2B5EF4-FFF2-40B4-BE49-F238E27FC236}">
                  <a16:creationId xmlns:a16="http://schemas.microsoft.com/office/drawing/2014/main" id="{F38F252C-F636-4F0A-99E6-A6E677E6A9E4}"/>
                </a:ext>
              </a:extLst>
            </p:cNvPr>
            <p:cNvSpPr/>
            <p:nvPr/>
          </p:nvSpPr>
          <p:spPr>
            <a:xfrm>
              <a:off x="1675896" y="5825314"/>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C00000"/>
                </a:solidFill>
              </a:endParaRPr>
            </a:p>
          </p:txBody>
        </p:sp>
      </p:grpSp>
      <p:grpSp>
        <p:nvGrpSpPr>
          <p:cNvPr id="121" name="组合 120">
            <a:extLst>
              <a:ext uri="{FF2B5EF4-FFF2-40B4-BE49-F238E27FC236}">
                <a16:creationId xmlns:a16="http://schemas.microsoft.com/office/drawing/2014/main" id="{8C7CFF1E-D7C7-42CE-8263-37C04FC25974}"/>
              </a:ext>
            </a:extLst>
          </p:cNvPr>
          <p:cNvGrpSpPr/>
          <p:nvPr/>
        </p:nvGrpSpPr>
        <p:grpSpPr>
          <a:xfrm>
            <a:off x="1444897" y="3569349"/>
            <a:ext cx="413409" cy="1081930"/>
            <a:chOff x="1260577" y="5092496"/>
            <a:chExt cx="413409" cy="1081930"/>
          </a:xfrm>
        </p:grpSpPr>
        <p:sp>
          <p:nvSpPr>
            <p:cNvPr id="80" name="文本框 79">
              <a:extLst>
                <a:ext uri="{FF2B5EF4-FFF2-40B4-BE49-F238E27FC236}">
                  <a16:creationId xmlns:a16="http://schemas.microsoft.com/office/drawing/2014/main" id="{60C13DCF-8754-4A49-B050-F6F8226D0044}"/>
                </a:ext>
              </a:extLst>
            </p:cNvPr>
            <p:cNvSpPr txBox="1"/>
            <p:nvPr/>
          </p:nvSpPr>
          <p:spPr>
            <a:xfrm>
              <a:off x="1271314" y="5092496"/>
              <a:ext cx="402672" cy="318924"/>
            </a:xfrm>
            <a:prstGeom prst="rect">
              <a:avLst/>
            </a:prstGeom>
            <a:noFill/>
          </p:spPr>
          <p:txBody>
            <a:bodyPr wrap="square" lIns="0" tIns="36000" rIns="0" bIns="36000" rtlCol="0" anchor="ctr">
              <a:spAutoFit/>
            </a:bodyPr>
            <a:lstStyle/>
            <a:p>
              <a:pPr algn="ctr"/>
              <a:r>
                <a:rPr lang="en-US" altLang="zh-CN" sz="1600" b="1" dirty="0">
                  <a:solidFill>
                    <a:srgbClr val="0070C0"/>
                  </a:solidFill>
                </a:rPr>
                <a:t>1</a:t>
              </a:r>
              <a:endParaRPr lang="zh-CN" altLang="en-US" sz="1600" b="1" dirty="0">
                <a:solidFill>
                  <a:srgbClr val="0070C0"/>
                </a:solidFill>
              </a:endParaRPr>
            </a:p>
          </p:txBody>
        </p:sp>
        <p:sp>
          <p:nvSpPr>
            <p:cNvPr id="117" name="矩形 116">
              <a:extLst>
                <a:ext uri="{FF2B5EF4-FFF2-40B4-BE49-F238E27FC236}">
                  <a16:creationId xmlns:a16="http://schemas.microsoft.com/office/drawing/2014/main" id="{461083D8-9CE4-4A7D-9AAD-0BDED209F611}"/>
                </a:ext>
              </a:extLst>
            </p:cNvPr>
            <p:cNvSpPr/>
            <p:nvPr/>
          </p:nvSpPr>
          <p:spPr>
            <a:xfrm>
              <a:off x="1260578" y="5426143"/>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002060"/>
                </a:solidFill>
              </a:endParaRPr>
            </a:p>
          </p:txBody>
        </p:sp>
        <p:sp>
          <p:nvSpPr>
            <p:cNvPr id="118" name="文本框 117">
              <a:extLst>
                <a:ext uri="{FF2B5EF4-FFF2-40B4-BE49-F238E27FC236}">
                  <a16:creationId xmlns:a16="http://schemas.microsoft.com/office/drawing/2014/main" id="{2D90EEE0-9F2E-42C1-A59C-67B8375EE6EA}"/>
                </a:ext>
              </a:extLst>
            </p:cNvPr>
            <p:cNvSpPr txBox="1"/>
            <p:nvPr/>
          </p:nvSpPr>
          <p:spPr>
            <a:xfrm>
              <a:off x="1260577" y="5426143"/>
              <a:ext cx="402672" cy="359517"/>
            </a:xfrm>
            <a:prstGeom prst="rect">
              <a:avLst/>
            </a:prstGeom>
            <a:noFill/>
          </p:spPr>
          <p:txBody>
            <a:bodyPr wrap="square" lIns="0" tIns="36000" rIns="0" bIns="36000" rtlCol="0" anchor="ctr">
              <a:spAutoFit/>
            </a:bodyPr>
            <a:lstStyle/>
            <a:p>
              <a:pPr algn="ctr"/>
              <a:r>
                <a:rPr lang="en-US" altLang="zh-CN" b="1" dirty="0">
                  <a:solidFill>
                    <a:srgbClr val="002060"/>
                  </a:solidFill>
                </a:rPr>
                <a:t>49</a:t>
              </a:r>
              <a:endParaRPr lang="zh-CN" altLang="en-US" b="1" dirty="0">
                <a:solidFill>
                  <a:srgbClr val="002060"/>
                </a:solidFill>
              </a:endParaRPr>
            </a:p>
          </p:txBody>
        </p:sp>
        <p:sp>
          <p:nvSpPr>
            <p:cNvPr id="119" name="矩形 118">
              <a:extLst>
                <a:ext uri="{FF2B5EF4-FFF2-40B4-BE49-F238E27FC236}">
                  <a16:creationId xmlns:a16="http://schemas.microsoft.com/office/drawing/2014/main" id="{29D10320-5DC7-4058-8EA7-0DAB4AD0951B}"/>
                </a:ext>
              </a:extLst>
            </p:cNvPr>
            <p:cNvSpPr/>
            <p:nvPr/>
          </p:nvSpPr>
          <p:spPr>
            <a:xfrm>
              <a:off x="1260578" y="5805094"/>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C00000"/>
                </a:solidFill>
              </a:endParaRPr>
            </a:p>
          </p:txBody>
        </p:sp>
        <p:sp>
          <p:nvSpPr>
            <p:cNvPr id="120" name="文本框 119">
              <a:extLst>
                <a:ext uri="{FF2B5EF4-FFF2-40B4-BE49-F238E27FC236}">
                  <a16:creationId xmlns:a16="http://schemas.microsoft.com/office/drawing/2014/main" id="{ABC1D3E2-67D8-48B6-883D-68A4676BC9AE}"/>
                </a:ext>
              </a:extLst>
            </p:cNvPr>
            <p:cNvSpPr txBox="1"/>
            <p:nvPr/>
          </p:nvSpPr>
          <p:spPr>
            <a:xfrm>
              <a:off x="1260577" y="5805094"/>
              <a:ext cx="402672" cy="359517"/>
            </a:xfrm>
            <a:prstGeom prst="rect">
              <a:avLst/>
            </a:prstGeom>
            <a:noFill/>
          </p:spPr>
          <p:txBody>
            <a:bodyPr wrap="square" lIns="0" tIns="36000" rIns="0" bIns="36000" rtlCol="0" anchor="ctr">
              <a:spAutoFit/>
            </a:bodyPr>
            <a:lstStyle/>
            <a:p>
              <a:pPr algn="ctr"/>
              <a:endParaRPr lang="zh-CN" altLang="en-US" b="1" dirty="0">
                <a:solidFill>
                  <a:srgbClr val="C00000"/>
                </a:solidFill>
              </a:endParaRPr>
            </a:p>
          </p:txBody>
        </p:sp>
      </p:grpSp>
      <p:grpSp>
        <p:nvGrpSpPr>
          <p:cNvPr id="126" name="组合 125">
            <a:extLst>
              <a:ext uri="{FF2B5EF4-FFF2-40B4-BE49-F238E27FC236}">
                <a16:creationId xmlns:a16="http://schemas.microsoft.com/office/drawing/2014/main" id="{15BBAB94-048B-4754-99B3-2C20AFC47093}"/>
              </a:ext>
            </a:extLst>
          </p:cNvPr>
          <p:cNvGrpSpPr/>
          <p:nvPr/>
        </p:nvGrpSpPr>
        <p:grpSpPr>
          <a:xfrm>
            <a:off x="1040785" y="3555182"/>
            <a:ext cx="438554" cy="1095167"/>
            <a:chOff x="849426" y="5092496"/>
            <a:chExt cx="438554" cy="1095167"/>
          </a:xfrm>
        </p:grpSpPr>
        <p:sp>
          <p:nvSpPr>
            <p:cNvPr id="81" name="文本框 80">
              <a:extLst>
                <a:ext uri="{FF2B5EF4-FFF2-40B4-BE49-F238E27FC236}">
                  <a16:creationId xmlns:a16="http://schemas.microsoft.com/office/drawing/2014/main" id="{1C536DD9-E69C-4160-8DF6-76CA40593412}"/>
                </a:ext>
              </a:extLst>
            </p:cNvPr>
            <p:cNvSpPr txBox="1"/>
            <p:nvPr/>
          </p:nvSpPr>
          <p:spPr>
            <a:xfrm>
              <a:off x="885308" y="5092496"/>
              <a:ext cx="402672" cy="318924"/>
            </a:xfrm>
            <a:prstGeom prst="rect">
              <a:avLst/>
            </a:prstGeom>
            <a:noFill/>
          </p:spPr>
          <p:txBody>
            <a:bodyPr wrap="square" lIns="0" tIns="36000" rIns="0" bIns="36000" rtlCol="0" anchor="ctr">
              <a:spAutoFit/>
            </a:bodyPr>
            <a:lstStyle/>
            <a:p>
              <a:pPr algn="ctr"/>
              <a:r>
                <a:rPr lang="en-US" altLang="zh-CN" sz="1600" b="1" dirty="0">
                  <a:solidFill>
                    <a:srgbClr val="0070C0"/>
                  </a:solidFill>
                </a:rPr>
                <a:t>0</a:t>
              </a:r>
              <a:endParaRPr lang="zh-CN" altLang="en-US" sz="1600" b="1" dirty="0">
                <a:solidFill>
                  <a:srgbClr val="0070C0"/>
                </a:solidFill>
              </a:endParaRPr>
            </a:p>
          </p:txBody>
        </p:sp>
        <p:sp>
          <p:nvSpPr>
            <p:cNvPr id="122" name="矩形 121">
              <a:extLst>
                <a:ext uri="{FF2B5EF4-FFF2-40B4-BE49-F238E27FC236}">
                  <a16:creationId xmlns:a16="http://schemas.microsoft.com/office/drawing/2014/main" id="{A267D19E-5EC8-4039-94A9-ECA9101E07E1}"/>
                </a:ext>
              </a:extLst>
            </p:cNvPr>
            <p:cNvSpPr/>
            <p:nvPr/>
          </p:nvSpPr>
          <p:spPr>
            <a:xfrm>
              <a:off x="849427" y="5439380"/>
              <a:ext cx="402671" cy="369332"/>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002060"/>
                </a:solidFill>
              </a:endParaRPr>
            </a:p>
          </p:txBody>
        </p:sp>
        <p:sp>
          <p:nvSpPr>
            <p:cNvPr id="123" name="文本框 122">
              <a:extLst>
                <a:ext uri="{FF2B5EF4-FFF2-40B4-BE49-F238E27FC236}">
                  <a16:creationId xmlns:a16="http://schemas.microsoft.com/office/drawing/2014/main" id="{11BD617B-6B8F-4988-8840-409B58E508AB}"/>
                </a:ext>
              </a:extLst>
            </p:cNvPr>
            <p:cNvSpPr txBox="1"/>
            <p:nvPr/>
          </p:nvSpPr>
          <p:spPr>
            <a:xfrm>
              <a:off x="852511" y="5483236"/>
              <a:ext cx="402672" cy="239553"/>
            </a:xfrm>
            <a:prstGeom prst="rect">
              <a:avLst/>
            </a:prstGeom>
            <a:noFill/>
          </p:spPr>
          <p:txBody>
            <a:bodyPr wrap="square" lIns="0" tIns="0" rIns="0" bIns="0" rtlCol="0" anchor="ctr">
              <a:spAutoFit/>
            </a:bodyPr>
            <a:lstStyle/>
            <a:p>
              <a:pPr algn="ctr">
                <a:lnSpc>
                  <a:spcPct val="130000"/>
                </a:lnSpc>
              </a:pPr>
              <a:r>
                <a:rPr lang="en-US" altLang="zh-CN" sz="1300" b="1" dirty="0">
                  <a:solidFill>
                    <a:srgbClr val="0070C0"/>
                  </a:solidFill>
                </a:rPr>
                <a:t>MAX</a:t>
              </a:r>
              <a:endParaRPr lang="zh-CN" altLang="en-US" sz="1300" b="1" dirty="0">
                <a:solidFill>
                  <a:srgbClr val="0070C0"/>
                </a:solidFill>
              </a:endParaRPr>
            </a:p>
          </p:txBody>
        </p:sp>
        <p:sp>
          <p:nvSpPr>
            <p:cNvPr id="124" name="矩形 123">
              <a:extLst>
                <a:ext uri="{FF2B5EF4-FFF2-40B4-BE49-F238E27FC236}">
                  <a16:creationId xmlns:a16="http://schemas.microsoft.com/office/drawing/2014/main" id="{700C84DB-5221-457D-9E93-F98957571D95}"/>
                </a:ext>
              </a:extLst>
            </p:cNvPr>
            <p:cNvSpPr/>
            <p:nvPr/>
          </p:nvSpPr>
          <p:spPr>
            <a:xfrm>
              <a:off x="849427" y="5818331"/>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C00000"/>
                </a:solidFill>
              </a:endParaRPr>
            </a:p>
          </p:txBody>
        </p:sp>
        <p:sp>
          <p:nvSpPr>
            <p:cNvPr id="125" name="文本框 124">
              <a:extLst>
                <a:ext uri="{FF2B5EF4-FFF2-40B4-BE49-F238E27FC236}">
                  <a16:creationId xmlns:a16="http://schemas.microsoft.com/office/drawing/2014/main" id="{010D27D2-CA08-4E92-992F-F8C2D593F441}"/>
                </a:ext>
              </a:extLst>
            </p:cNvPr>
            <p:cNvSpPr txBox="1"/>
            <p:nvPr/>
          </p:nvSpPr>
          <p:spPr>
            <a:xfrm>
              <a:off x="849426" y="5823238"/>
              <a:ext cx="402672" cy="349702"/>
            </a:xfrm>
            <a:prstGeom prst="rect">
              <a:avLst/>
            </a:prstGeom>
            <a:noFill/>
          </p:spPr>
          <p:txBody>
            <a:bodyPr wrap="square" lIns="0" tIns="36000" rIns="0" bIns="36000" rtlCol="0" anchor="ctr">
              <a:spAutoFit/>
            </a:bodyPr>
            <a:lstStyle/>
            <a:p>
              <a:pPr algn="ctr"/>
              <a:endParaRPr lang="zh-CN" altLang="en-US" b="1" dirty="0">
                <a:solidFill>
                  <a:srgbClr val="C00000"/>
                </a:solidFill>
              </a:endParaRPr>
            </a:p>
          </p:txBody>
        </p:sp>
      </p:grpSp>
      <p:cxnSp>
        <p:nvCxnSpPr>
          <p:cNvPr id="128" name="直接箭头连接符 127">
            <a:extLst>
              <a:ext uri="{FF2B5EF4-FFF2-40B4-BE49-F238E27FC236}">
                <a16:creationId xmlns:a16="http://schemas.microsoft.com/office/drawing/2014/main" id="{E93EB878-175E-4494-B03D-C2460A533FD5}"/>
              </a:ext>
            </a:extLst>
          </p:cNvPr>
          <p:cNvCxnSpPr>
            <a:cxnSpLocks/>
          </p:cNvCxnSpPr>
          <p:nvPr/>
        </p:nvCxnSpPr>
        <p:spPr>
          <a:xfrm>
            <a:off x="1063962" y="5981185"/>
            <a:ext cx="346705" cy="0"/>
          </a:xfrm>
          <a:prstGeom prst="straightConnector1">
            <a:avLst/>
          </a:prstGeom>
          <a:ln w="28575">
            <a:solidFill>
              <a:srgbClr val="7030A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135" name="连接符: 肘形 134">
            <a:extLst>
              <a:ext uri="{FF2B5EF4-FFF2-40B4-BE49-F238E27FC236}">
                <a16:creationId xmlns:a16="http://schemas.microsoft.com/office/drawing/2014/main" id="{BEBA92A9-48B5-4518-8BDC-C917E24C3DFA}"/>
              </a:ext>
            </a:extLst>
          </p:cNvPr>
          <p:cNvCxnSpPr>
            <a:cxnSpLocks/>
          </p:cNvCxnSpPr>
          <p:nvPr/>
        </p:nvCxnSpPr>
        <p:spPr>
          <a:xfrm rot="5400000" flipH="1">
            <a:off x="1249823" y="5828065"/>
            <a:ext cx="4908" cy="633809"/>
          </a:xfrm>
          <a:prstGeom prst="bentConnector3">
            <a:avLst>
              <a:gd name="adj1" fmla="val -4657702"/>
            </a:avLst>
          </a:prstGeom>
          <a:ln w="28575">
            <a:solidFill>
              <a:srgbClr val="7030A0"/>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40" name="直接箭头连接符 139">
            <a:extLst>
              <a:ext uri="{FF2B5EF4-FFF2-40B4-BE49-F238E27FC236}">
                <a16:creationId xmlns:a16="http://schemas.microsoft.com/office/drawing/2014/main" id="{918F3B10-E958-434B-83A5-EA1436F35EC6}"/>
              </a:ext>
            </a:extLst>
          </p:cNvPr>
          <p:cNvCxnSpPr>
            <a:cxnSpLocks/>
          </p:cNvCxnSpPr>
          <p:nvPr/>
        </p:nvCxnSpPr>
        <p:spPr>
          <a:xfrm>
            <a:off x="1762463" y="5990780"/>
            <a:ext cx="346705" cy="0"/>
          </a:xfrm>
          <a:prstGeom prst="straightConnector1">
            <a:avLst/>
          </a:prstGeom>
          <a:ln w="28575">
            <a:solidFill>
              <a:srgbClr val="7030A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169" name="组合 168">
            <a:extLst>
              <a:ext uri="{FF2B5EF4-FFF2-40B4-BE49-F238E27FC236}">
                <a16:creationId xmlns:a16="http://schemas.microsoft.com/office/drawing/2014/main" id="{8E11D7D6-BA8F-462B-824C-1787C8C28BE7}"/>
              </a:ext>
            </a:extLst>
          </p:cNvPr>
          <p:cNvGrpSpPr/>
          <p:nvPr/>
        </p:nvGrpSpPr>
        <p:grpSpPr>
          <a:xfrm>
            <a:off x="939388" y="6142454"/>
            <a:ext cx="1311892" cy="232878"/>
            <a:chOff x="1667151" y="6205286"/>
            <a:chExt cx="1084859" cy="263247"/>
          </a:xfrm>
        </p:grpSpPr>
        <p:cxnSp>
          <p:nvCxnSpPr>
            <p:cNvPr id="161" name="直接连接符 160">
              <a:extLst>
                <a:ext uri="{FF2B5EF4-FFF2-40B4-BE49-F238E27FC236}">
                  <a16:creationId xmlns:a16="http://schemas.microsoft.com/office/drawing/2014/main" id="{7624C6E5-BC37-4F1A-A6B0-13B3636882FA}"/>
                </a:ext>
              </a:extLst>
            </p:cNvPr>
            <p:cNvCxnSpPr>
              <a:cxnSpLocks/>
            </p:cNvCxnSpPr>
            <p:nvPr/>
          </p:nvCxnSpPr>
          <p:spPr>
            <a:xfrm flipV="1">
              <a:off x="1667821" y="6205287"/>
              <a:ext cx="0" cy="263246"/>
            </a:xfrm>
            <a:prstGeom prst="line">
              <a:avLst/>
            </a:prstGeom>
            <a:ln w="28575">
              <a:solidFill>
                <a:srgbClr val="7030A0"/>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65" name="直接连接符 164">
              <a:extLst>
                <a:ext uri="{FF2B5EF4-FFF2-40B4-BE49-F238E27FC236}">
                  <a16:creationId xmlns:a16="http://schemas.microsoft.com/office/drawing/2014/main" id="{E8BC9277-9F24-48D0-96E3-1C5184C854D2}"/>
                </a:ext>
              </a:extLst>
            </p:cNvPr>
            <p:cNvCxnSpPr/>
            <p:nvPr/>
          </p:nvCxnSpPr>
          <p:spPr>
            <a:xfrm>
              <a:off x="1667151" y="6468533"/>
              <a:ext cx="1084859" cy="0"/>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67" name="直接连接符 166">
              <a:extLst>
                <a:ext uri="{FF2B5EF4-FFF2-40B4-BE49-F238E27FC236}">
                  <a16:creationId xmlns:a16="http://schemas.microsoft.com/office/drawing/2014/main" id="{372433C0-95B1-4A33-B74B-5F08EE761306}"/>
                </a:ext>
              </a:extLst>
            </p:cNvPr>
            <p:cNvCxnSpPr>
              <a:cxnSpLocks/>
            </p:cNvCxnSpPr>
            <p:nvPr/>
          </p:nvCxnSpPr>
          <p:spPr>
            <a:xfrm>
              <a:off x="2752010" y="6205286"/>
              <a:ext cx="0" cy="263247"/>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grpSp>
      <p:sp>
        <p:nvSpPr>
          <p:cNvPr id="73" name="文本框 72">
            <a:extLst>
              <a:ext uri="{FF2B5EF4-FFF2-40B4-BE49-F238E27FC236}">
                <a16:creationId xmlns:a16="http://schemas.microsoft.com/office/drawing/2014/main" id="{3F803DDD-76EC-4E53-A4FB-3F8BE821DC51}"/>
              </a:ext>
            </a:extLst>
          </p:cNvPr>
          <p:cNvSpPr txBox="1"/>
          <p:nvPr/>
        </p:nvSpPr>
        <p:spPr>
          <a:xfrm>
            <a:off x="1410620" y="5774885"/>
            <a:ext cx="402672" cy="359517"/>
          </a:xfrm>
          <a:prstGeom prst="rect">
            <a:avLst/>
          </a:prstGeom>
          <a:noFill/>
        </p:spPr>
        <p:txBody>
          <a:bodyPr wrap="square" lIns="0" tIns="36000" rIns="0" bIns="36000" rtlCol="0" anchor="ctr">
            <a:spAutoFit/>
          </a:bodyPr>
          <a:lstStyle/>
          <a:p>
            <a:pPr algn="ctr"/>
            <a:r>
              <a:rPr lang="en-US" altLang="zh-CN" b="1" dirty="0">
                <a:solidFill>
                  <a:srgbClr val="C00000"/>
                </a:solidFill>
              </a:rPr>
              <a:t>0</a:t>
            </a:r>
            <a:endParaRPr lang="zh-CN" altLang="en-US" b="1" dirty="0">
              <a:solidFill>
                <a:srgbClr val="C00000"/>
              </a:solidFill>
            </a:endParaRPr>
          </a:p>
        </p:txBody>
      </p:sp>
      <p:sp>
        <p:nvSpPr>
          <p:cNvPr id="12" name="矩形 11">
            <a:extLst>
              <a:ext uri="{FF2B5EF4-FFF2-40B4-BE49-F238E27FC236}">
                <a16:creationId xmlns:a16="http://schemas.microsoft.com/office/drawing/2014/main" id="{BF655CFE-C39A-40E5-A9EC-61477545EA26}"/>
              </a:ext>
            </a:extLst>
          </p:cNvPr>
          <p:cNvSpPr/>
          <p:nvPr/>
        </p:nvSpPr>
        <p:spPr>
          <a:xfrm>
            <a:off x="1451402" y="3904298"/>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002060"/>
              </a:solidFill>
            </a:endParaRPr>
          </a:p>
        </p:txBody>
      </p:sp>
      <p:sp>
        <p:nvSpPr>
          <p:cNvPr id="13" name="文本框 12">
            <a:extLst>
              <a:ext uri="{FF2B5EF4-FFF2-40B4-BE49-F238E27FC236}">
                <a16:creationId xmlns:a16="http://schemas.microsoft.com/office/drawing/2014/main" id="{7EBE1720-10E9-42EB-995A-542BB7C4F8EA}"/>
              </a:ext>
            </a:extLst>
          </p:cNvPr>
          <p:cNvSpPr txBox="1"/>
          <p:nvPr/>
        </p:nvSpPr>
        <p:spPr>
          <a:xfrm>
            <a:off x="1451401" y="3904298"/>
            <a:ext cx="402672" cy="359517"/>
          </a:xfrm>
          <a:prstGeom prst="rect">
            <a:avLst/>
          </a:prstGeom>
          <a:noFill/>
        </p:spPr>
        <p:txBody>
          <a:bodyPr wrap="square" lIns="0" tIns="36000" rIns="0" bIns="36000" rtlCol="0" anchor="ctr">
            <a:spAutoFit/>
          </a:bodyPr>
          <a:lstStyle/>
          <a:p>
            <a:pPr algn="ctr"/>
            <a:r>
              <a:rPr lang="en-US" altLang="zh-CN" b="1" dirty="0">
                <a:solidFill>
                  <a:srgbClr val="002060"/>
                </a:solidFill>
              </a:rPr>
              <a:t>49</a:t>
            </a:r>
            <a:endParaRPr lang="zh-CN" altLang="en-US" b="1" dirty="0">
              <a:solidFill>
                <a:srgbClr val="002060"/>
              </a:solidFill>
            </a:endParaRPr>
          </a:p>
        </p:txBody>
      </p:sp>
      <p:sp>
        <p:nvSpPr>
          <p:cNvPr id="14" name="矩形 13">
            <a:extLst>
              <a:ext uri="{FF2B5EF4-FFF2-40B4-BE49-F238E27FC236}">
                <a16:creationId xmlns:a16="http://schemas.microsoft.com/office/drawing/2014/main" id="{29DF86BA-BD5F-4FB7-B602-904AAD81B83C}"/>
              </a:ext>
            </a:extLst>
          </p:cNvPr>
          <p:cNvSpPr/>
          <p:nvPr/>
        </p:nvSpPr>
        <p:spPr>
          <a:xfrm>
            <a:off x="1854074" y="3904298"/>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002060"/>
              </a:solidFill>
            </a:endParaRPr>
          </a:p>
        </p:txBody>
      </p:sp>
      <p:sp>
        <p:nvSpPr>
          <p:cNvPr id="15" name="文本框 14">
            <a:extLst>
              <a:ext uri="{FF2B5EF4-FFF2-40B4-BE49-F238E27FC236}">
                <a16:creationId xmlns:a16="http://schemas.microsoft.com/office/drawing/2014/main" id="{8A5B3321-D737-4ED7-BDE3-AB7FD8F63D6C}"/>
              </a:ext>
            </a:extLst>
          </p:cNvPr>
          <p:cNvSpPr txBox="1"/>
          <p:nvPr/>
        </p:nvSpPr>
        <p:spPr>
          <a:xfrm>
            <a:off x="1854073" y="3904298"/>
            <a:ext cx="402672" cy="359517"/>
          </a:xfrm>
          <a:prstGeom prst="rect">
            <a:avLst/>
          </a:prstGeom>
          <a:noFill/>
        </p:spPr>
        <p:txBody>
          <a:bodyPr wrap="square" lIns="0" tIns="36000" rIns="0" bIns="36000" rtlCol="0" anchor="ctr">
            <a:spAutoFit/>
          </a:bodyPr>
          <a:lstStyle/>
          <a:p>
            <a:pPr algn="ctr"/>
            <a:r>
              <a:rPr lang="en-US" altLang="zh-CN" b="1" dirty="0">
                <a:solidFill>
                  <a:srgbClr val="002060"/>
                </a:solidFill>
              </a:rPr>
              <a:t>38</a:t>
            </a:r>
            <a:endParaRPr lang="zh-CN" altLang="en-US" b="1" dirty="0">
              <a:solidFill>
                <a:srgbClr val="002060"/>
              </a:solidFill>
            </a:endParaRPr>
          </a:p>
        </p:txBody>
      </p:sp>
      <p:sp>
        <p:nvSpPr>
          <p:cNvPr id="29" name="矩形 28">
            <a:extLst>
              <a:ext uri="{FF2B5EF4-FFF2-40B4-BE49-F238E27FC236}">
                <a16:creationId xmlns:a16="http://schemas.microsoft.com/office/drawing/2014/main" id="{48E78259-3DBC-49D9-A58A-FC2BE110FBCD}"/>
              </a:ext>
            </a:extLst>
          </p:cNvPr>
          <p:cNvSpPr/>
          <p:nvPr/>
        </p:nvSpPr>
        <p:spPr>
          <a:xfrm>
            <a:off x="1043105" y="3902145"/>
            <a:ext cx="402335" cy="369332"/>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algn="ctr"/>
            <a:endParaRPr lang="zh-CN" altLang="en-US" sz="1300" b="1" dirty="0">
              <a:solidFill>
                <a:srgbClr val="00B0F0"/>
              </a:solidFill>
            </a:endParaRPr>
          </a:p>
        </p:txBody>
      </p:sp>
      <p:sp>
        <p:nvSpPr>
          <p:cNvPr id="31" name="矩形 30">
            <a:extLst>
              <a:ext uri="{FF2B5EF4-FFF2-40B4-BE49-F238E27FC236}">
                <a16:creationId xmlns:a16="http://schemas.microsoft.com/office/drawing/2014/main" id="{678E7314-4F1C-48F5-AE44-A90D137B1F5D}"/>
              </a:ext>
            </a:extLst>
          </p:cNvPr>
          <p:cNvSpPr/>
          <p:nvPr/>
        </p:nvSpPr>
        <p:spPr>
          <a:xfrm>
            <a:off x="1451402" y="4283249"/>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C00000"/>
              </a:solidFill>
            </a:endParaRPr>
          </a:p>
        </p:txBody>
      </p:sp>
      <p:sp>
        <p:nvSpPr>
          <p:cNvPr id="33" name="矩形 32">
            <a:extLst>
              <a:ext uri="{FF2B5EF4-FFF2-40B4-BE49-F238E27FC236}">
                <a16:creationId xmlns:a16="http://schemas.microsoft.com/office/drawing/2014/main" id="{7EE4F2D2-A8C2-44ED-9329-A1DA73686DC5}"/>
              </a:ext>
            </a:extLst>
          </p:cNvPr>
          <p:cNvSpPr/>
          <p:nvPr/>
        </p:nvSpPr>
        <p:spPr>
          <a:xfrm>
            <a:off x="1854074" y="4283249"/>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C00000"/>
              </a:solidFill>
            </a:endParaRPr>
          </a:p>
        </p:txBody>
      </p:sp>
      <p:sp>
        <p:nvSpPr>
          <p:cNvPr id="34" name="文本框 33">
            <a:extLst>
              <a:ext uri="{FF2B5EF4-FFF2-40B4-BE49-F238E27FC236}">
                <a16:creationId xmlns:a16="http://schemas.microsoft.com/office/drawing/2014/main" id="{DDDE72EE-657E-4E4C-B0BC-11E3D87751A8}"/>
              </a:ext>
            </a:extLst>
          </p:cNvPr>
          <p:cNvSpPr txBox="1"/>
          <p:nvPr/>
        </p:nvSpPr>
        <p:spPr>
          <a:xfrm>
            <a:off x="1838827" y="4283929"/>
            <a:ext cx="402672" cy="359517"/>
          </a:xfrm>
          <a:prstGeom prst="rect">
            <a:avLst/>
          </a:prstGeom>
          <a:noFill/>
        </p:spPr>
        <p:txBody>
          <a:bodyPr wrap="square" lIns="0" tIns="36000" rIns="0" bIns="36000" rtlCol="0" anchor="ctr">
            <a:spAutoFit/>
          </a:bodyPr>
          <a:lstStyle/>
          <a:p>
            <a:pPr algn="ctr"/>
            <a:r>
              <a:rPr lang="en-US" altLang="zh-CN" b="1" dirty="0">
                <a:solidFill>
                  <a:srgbClr val="C00000"/>
                </a:solidFill>
              </a:rPr>
              <a:t>-</a:t>
            </a:r>
            <a:endParaRPr lang="zh-CN" altLang="en-US" b="1" dirty="0">
              <a:solidFill>
                <a:srgbClr val="C00000"/>
              </a:solidFill>
            </a:endParaRPr>
          </a:p>
        </p:txBody>
      </p:sp>
      <p:sp>
        <p:nvSpPr>
          <p:cNvPr id="47" name="矩形 46">
            <a:extLst>
              <a:ext uri="{FF2B5EF4-FFF2-40B4-BE49-F238E27FC236}">
                <a16:creationId xmlns:a16="http://schemas.microsoft.com/office/drawing/2014/main" id="{914BA4F7-AF5B-4CEE-B093-F5AD0FB8EBBB}"/>
              </a:ext>
            </a:extLst>
          </p:cNvPr>
          <p:cNvSpPr/>
          <p:nvPr/>
        </p:nvSpPr>
        <p:spPr>
          <a:xfrm>
            <a:off x="1042264" y="4283983"/>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C00000"/>
              </a:solidFill>
            </a:endParaRPr>
          </a:p>
        </p:txBody>
      </p:sp>
      <p:sp>
        <p:nvSpPr>
          <p:cNvPr id="48" name="文本框 47">
            <a:extLst>
              <a:ext uri="{FF2B5EF4-FFF2-40B4-BE49-F238E27FC236}">
                <a16:creationId xmlns:a16="http://schemas.microsoft.com/office/drawing/2014/main" id="{B8A80F4F-6441-4B96-AE22-D63BD0E5779F}"/>
              </a:ext>
            </a:extLst>
          </p:cNvPr>
          <p:cNvSpPr txBox="1"/>
          <p:nvPr/>
        </p:nvSpPr>
        <p:spPr>
          <a:xfrm>
            <a:off x="1038602" y="4288890"/>
            <a:ext cx="402672" cy="349702"/>
          </a:xfrm>
          <a:prstGeom prst="rect">
            <a:avLst/>
          </a:prstGeom>
          <a:noFill/>
        </p:spPr>
        <p:txBody>
          <a:bodyPr wrap="square" lIns="0" tIns="36000" rIns="0" bIns="36000" rtlCol="0" anchor="ctr">
            <a:spAutoFit/>
          </a:bodyPr>
          <a:lstStyle/>
          <a:p>
            <a:pPr algn="ctr"/>
            <a:r>
              <a:rPr lang="en-US" altLang="zh-CN" b="1" dirty="0">
                <a:solidFill>
                  <a:srgbClr val="C00000"/>
                </a:solidFill>
              </a:rPr>
              <a:t>1</a:t>
            </a:r>
            <a:endParaRPr lang="zh-CN" altLang="en-US" b="1" dirty="0">
              <a:solidFill>
                <a:srgbClr val="C00000"/>
              </a:solidFill>
            </a:endParaRPr>
          </a:p>
        </p:txBody>
      </p:sp>
      <p:sp>
        <p:nvSpPr>
          <p:cNvPr id="72" name="文本框 71">
            <a:extLst>
              <a:ext uri="{FF2B5EF4-FFF2-40B4-BE49-F238E27FC236}">
                <a16:creationId xmlns:a16="http://schemas.microsoft.com/office/drawing/2014/main" id="{B1F239FE-EC29-4A59-B09D-3C8F30E61AEE}"/>
              </a:ext>
            </a:extLst>
          </p:cNvPr>
          <p:cNvSpPr txBox="1"/>
          <p:nvPr/>
        </p:nvSpPr>
        <p:spPr>
          <a:xfrm>
            <a:off x="763420" y="5786663"/>
            <a:ext cx="402672" cy="359517"/>
          </a:xfrm>
          <a:prstGeom prst="rect">
            <a:avLst/>
          </a:prstGeom>
          <a:noFill/>
        </p:spPr>
        <p:txBody>
          <a:bodyPr wrap="square" lIns="0" tIns="36000" rIns="0" bIns="36000" rtlCol="0" anchor="ctr">
            <a:spAutoFit/>
          </a:bodyPr>
          <a:lstStyle/>
          <a:p>
            <a:pPr algn="ctr"/>
            <a:r>
              <a:rPr lang="en-US" altLang="zh-CN" b="1" dirty="0">
                <a:solidFill>
                  <a:srgbClr val="C00000"/>
                </a:solidFill>
              </a:rPr>
              <a:t>1</a:t>
            </a:r>
            <a:endParaRPr lang="zh-CN" altLang="en-US" b="1" dirty="0">
              <a:solidFill>
                <a:srgbClr val="C00000"/>
              </a:solidFill>
            </a:endParaRPr>
          </a:p>
        </p:txBody>
      </p:sp>
      <p:sp>
        <p:nvSpPr>
          <p:cNvPr id="71" name="文本框 70">
            <a:extLst>
              <a:ext uri="{FF2B5EF4-FFF2-40B4-BE49-F238E27FC236}">
                <a16:creationId xmlns:a16="http://schemas.microsoft.com/office/drawing/2014/main" id="{970A0E58-A862-4458-A9C8-583F375DDBB7}"/>
              </a:ext>
            </a:extLst>
          </p:cNvPr>
          <p:cNvSpPr txBox="1"/>
          <p:nvPr/>
        </p:nvSpPr>
        <p:spPr>
          <a:xfrm>
            <a:off x="762685" y="5787550"/>
            <a:ext cx="402672" cy="359517"/>
          </a:xfrm>
          <a:prstGeom prst="rect">
            <a:avLst/>
          </a:prstGeom>
          <a:noFill/>
        </p:spPr>
        <p:txBody>
          <a:bodyPr wrap="square" lIns="0" tIns="36000" rIns="0" bIns="36000" rtlCol="0" anchor="ctr">
            <a:spAutoFit/>
          </a:bodyPr>
          <a:lstStyle/>
          <a:p>
            <a:pPr algn="ctr"/>
            <a:r>
              <a:rPr lang="en-US" altLang="zh-CN" b="1" dirty="0">
                <a:solidFill>
                  <a:srgbClr val="C00000"/>
                </a:solidFill>
              </a:rPr>
              <a:t>2</a:t>
            </a:r>
            <a:endParaRPr lang="zh-CN" altLang="en-US" b="1" dirty="0">
              <a:solidFill>
                <a:srgbClr val="C00000"/>
              </a:solidFill>
            </a:endParaRPr>
          </a:p>
        </p:txBody>
      </p:sp>
      <p:cxnSp>
        <p:nvCxnSpPr>
          <p:cNvPr id="170" name="直接箭头连接符 169">
            <a:extLst>
              <a:ext uri="{FF2B5EF4-FFF2-40B4-BE49-F238E27FC236}">
                <a16:creationId xmlns:a16="http://schemas.microsoft.com/office/drawing/2014/main" id="{2E1153F0-897D-4E91-9DCD-AD4F8D184CCA}"/>
              </a:ext>
            </a:extLst>
          </p:cNvPr>
          <p:cNvCxnSpPr>
            <a:cxnSpLocks/>
          </p:cNvCxnSpPr>
          <p:nvPr/>
        </p:nvCxnSpPr>
        <p:spPr>
          <a:xfrm>
            <a:off x="2378052" y="5997429"/>
            <a:ext cx="346705" cy="0"/>
          </a:xfrm>
          <a:prstGeom prst="straightConnector1">
            <a:avLst/>
          </a:prstGeom>
          <a:ln w="28575">
            <a:solidFill>
              <a:srgbClr val="7030A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171" name="组合 170">
            <a:extLst>
              <a:ext uri="{FF2B5EF4-FFF2-40B4-BE49-F238E27FC236}">
                <a16:creationId xmlns:a16="http://schemas.microsoft.com/office/drawing/2014/main" id="{77C6E413-5C33-497C-908C-9A2BF70E16DF}"/>
              </a:ext>
            </a:extLst>
          </p:cNvPr>
          <p:cNvGrpSpPr/>
          <p:nvPr/>
        </p:nvGrpSpPr>
        <p:grpSpPr>
          <a:xfrm>
            <a:off x="936800" y="6151359"/>
            <a:ext cx="1984850" cy="232878"/>
            <a:chOff x="1667151" y="6205286"/>
            <a:chExt cx="1084859" cy="263247"/>
          </a:xfrm>
        </p:grpSpPr>
        <p:cxnSp>
          <p:nvCxnSpPr>
            <p:cNvPr id="172" name="直接连接符 171">
              <a:extLst>
                <a:ext uri="{FF2B5EF4-FFF2-40B4-BE49-F238E27FC236}">
                  <a16:creationId xmlns:a16="http://schemas.microsoft.com/office/drawing/2014/main" id="{CBF86809-99A7-4264-A987-4212114CE9D0}"/>
                </a:ext>
              </a:extLst>
            </p:cNvPr>
            <p:cNvCxnSpPr>
              <a:cxnSpLocks/>
            </p:cNvCxnSpPr>
            <p:nvPr/>
          </p:nvCxnSpPr>
          <p:spPr>
            <a:xfrm flipV="1">
              <a:off x="1667821" y="6205287"/>
              <a:ext cx="0" cy="263246"/>
            </a:xfrm>
            <a:prstGeom prst="line">
              <a:avLst/>
            </a:prstGeom>
            <a:ln w="28575">
              <a:solidFill>
                <a:srgbClr val="7030A0"/>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73" name="直接连接符 172">
              <a:extLst>
                <a:ext uri="{FF2B5EF4-FFF2-40B4-BE49-F238E27FC236}">
                  <a16:creationId xmlns:a16="http://schemas.microsoft.com/office/drawing/2014/main" id="{5E290288-43D2-4643-B0DE-5838BD44BF91}"/>
                </a:ext>
              </a:extLst>
            </p:cNvPr>
            <p:cNvCxnSpPr/>
            <p:nvPr/>
          </p:nvCxnSpPr>
          <p:spPr>
            <a:xfrm>
              <a:off x="1667151" y="6458963"/>
              <a:ext cx="1084859" cy="0"/>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74" name="直接连接符 173">
              <a:extLst>
                <a:ext uri="{FF2B5EF4-FFF2-40B4-BE49-F238E27FC236}">
                  <a16:creationId xmlns:a16="http://schemas.microsoft.com/office/drawing/2014/main" id="{1B439B3F-65FF-4BEB-8285-AA338F8003C3}"/>
                </a:ext>
              </a:extLst>
            </p:cNvPr>
            <p:cNvCxnSpPr>
              <a:cxnSpLocks/>
            </p:cNvCxnSpPr>
            <p:nvPr/>
          </p:nvCxnSpPr>
          <p:spPr>
            <a:xfrm>
              <a:off x="2752010" y="6205286"/>
              <a:ext cx="0" cy="263247"/>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grpSp>
      <p:sp>
        <p:nvSpPr>
          <p:cNvPr id="70" name="文本框 69">
            <a:extLst>
              <a:ext uri="{FF2B5EF4-FFF2-40B4-BE49-F238E27FC236}">
                <a16:creationId xmlns:a16="http://schemas.microsoft.com/office/drawing/2014/main" id="{2EFA1903-70D4-4CB8-937D-1BF92CEC555B}"/>
              </a:ext>
            </a:extLst>
          </p:cNvPr>
          <p:cNvSpPr txBox="1"/>
          <p:nvPr/>
        </p:nvSpPr>
        <p:spPr>
          <a:xfrm>
            <a:off x="2068186" y="5800464"/>
            <a:ext cx="402672" cy="359517"/>
          </a:xfrm>
          <a:prstGeom prst="rect">
            <a:avLst/>
          </a:prstGeom>
          <a:noFill/>
        </p:spPr>
        <p:txBody>
          <a:bodyPr wrap="square" lIns="0" tIns="36000" rIns="0" bIns="36000" rtlCol="0" anchor="ctr">
            <a:spAutoFit/>
          </a:bodyPr>
          <a:lstStyle/>
          <a:p>
            <a:pPr algn="ctr"/>
            <a:r>
              <a:rPr lang="en-US" altLang="zh-CN" b="1" dirty="0">
                <a:solidFill>
                  <a:srgbClr val="C00000"/>
                </a:solidFill>
              </a:rPr>
              <a:t>3</a:t>
            </a:r>
            <a:endParaRPr lang="zh-CN" altLang="en-US" b="1" dirty="0">
              <a:solidFill>
                <a:srgbClr val="C00000"/>
              </a:solidFill>
            </a:endParaRPr>
          </a:p>
        </p:txBody>
      </p:sp>
      <p:sp>
        <p:nvSpPr>
          <p:cNvPr id="175" name="文本框 174">
            <a:extLst>
              <a:ext uri="{FF2B5EF4-FFF2-40B4-BE49-F238E27FC236}">
                <a16:creationId xmlns:a16="http://schemas.microsoft.com/office/drawing/2014/main" id="{C16968CA-93A8-4492-9904-7A8A0EF5A597}"/>
              </a:ext>
            </a:extLst>
          </p:cNvPr>
          <p:cNvSpPr txBox="1"/>
          <p:nvPr/>
        </p:nvSpPr>
        <p:spPr>
          <a:xfrm>
            <a:off x="1039011" y="4279036"/>
            <a:ext cx="402672" cy="359517"/>
          </a:xfrm>
          <a:prstGeom prst="rect">
            <a:avLst/>
          </a:prstGeom>
          <a:noFill/>
        </p:spPr>
        <p:txBody>
          <a:bodyPr wrap="square" lIns="0" tIns="36000" rIns="0" bIns="36000" rtlCol="0" anchor="ctr">
            <a:spAutoFit/>
          </a:bodyPr>
          <a:lstStyle/>
          <a:p>
            <a:pPr algn="ctr"/>
            <a:r>
              <a:rPr lang="en-US" altLang="zh-CN" b="1" dirty="0">
                <a:solidFill>
                  <a:srgbClr val="C00000"/>
                </a:solidFill>
              </a:rPr>
              <a:t>2</a:t>
            </a:r>
            <a:endParaRPr lang="zh-CN" altLang="en-US" b="1" dirty="0">
              <a:solidFill>
                <a:srgbClr val="C00000"/>
              </a:solidFill>
            </a:endParaRPr>
          </a:p>
        </p:txBody>
      </p:sp>
      <p:sp>
        <p:nvSpPr>
          <p:cNvPr id="176" name="文本框 175">
            <a:extLst>
              <a:ext uri="{FF2B5EF4-FFF2-40B4-BE49-F238E27FC236}">
                <a16:creationId xmlns:a16="http://schemas.microsoft.com/office/drawing/2014/main" id="{BE21E2B1-D730-4563-BCD8-546EECAC5E26}"/>
              </a:ext>
            </a:extLst>
          </p:cNvPr>
          <p:cNvSpPr txBox="1"/>
          <p:nvPr/>
        </p:nvSpPr>
        <p:spPr>
          <a:xfrm>
            <a:off x="1448966" y="4287486"/>
            <a:ext cx="402672" cy="359517"/>
          </a:xfrm>
          <a:prstGeom prst="rect">
            <a:avLst/>
          </a:prstGeom>
          <a:noFill/>
        </p:spPr>
        <p:txBody>
          <a:bodyPr wrap="square" lIns="0" tIns="36000" rIns="0" bIns="36000" rtlCol="0" anchor="ctr">
            <a:spAutoFit/>
          </a:bodyPr>
          <a:lstStyle/>
          <a:p>
            <a:pPr algn="ctr"/>
            <a:r>
              <a:rPr lang="en-US" altLang="zh-CN" b="1" dirty="0">
                <a:solidFill>
                  <a:srgbClr val="C00000"/>
                </a:solidFill>
              </a:rPr>
              <a:t>3</a:t>
            </a:r>
            <a:endParaRPr lang="zh-CN" altLang="en-US" b="1" dirty="0">
              <a:solidFill>
                <a:srgbClr val="C00000"/>
              </a:solidFill>
            </a:endParaRPr>
          </a:p>
        </p:txBody>
      </p:sp>
      <p:cxnSp>
        <p:nvCxnSpPr>
          <p:cNvPr id="177" name="直接箭头连接符 176">
            <a:extLst>
              <a:ext uri="{FF2B5EF4-FFF2-40B4-BE49-F238E27FC236}">
                <a16:creationId xmlns:a16="http://schemas.microsoft.com/office/drawing/2014/main" id="{A64591D1-2555-4467-BE9B-732125B05A83}"/>
              </a:ext>
            </a:extLst>
          </p:cNvPr>
          <p:cNvCxnSpPr>
            <a:cxnSpLocks/>
          </p:cNvCxnSpPr>
          <p:nvPr/>
        </p:nvCxnSpPr>
        <p:spPr>
          <a:xfrm>
            <a:off x="3032168" y="5994323"/>
            <a:ext cx="346705" cy="0"/>
          </a:xfrm>
          <a:prstGeom prst="straightConnector1">
            <a:avLst/>
          </a:prstGeom>
          <a:ln w="28575">
            <a:solidFill>
              <a:srgbClr val="7030A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127" name="组合 126">
            <a:extLst>
              <a:ext uri="{FF2B5EF4-FFF2-40B4-BE49-F238E27FC236}">
                <a16:creationId xmlns:a16="http://schemas.microsoft.com/office/drawing/2014/main" id="{C885DE9B-ED1A-411B-8239-FCB308E07AD9}"/>
              </a:ext>
            </a:extLst>
          </p:cNvPr>
          <p:cNvGrpSpPr/>
          <p:nvPr/>
        </p:nvGrpSpPr>
        <p:grpSpPr>
          <a:xfrm>
            <a:off x="935372" y="6109999"/>
            <a:ext cx="2620690" cy="279136"/>
            <a:chOff x="1667151" y="6205286"/>
            <a:chExt cx="1084859" cy="263247"/>
          </a:xfrm>
        </p:grpSpPr>
        <p:cxnSp>
          <p:nvCxnSpPr>
            <p:cNvPr id="129" name="直接连接符 128">
              <a:extLst>
                <a:ext uri="{FF2B5EF4-FFF2-40B4-BE49-F238E27FC236}">
                  <a16:creationId xmlns:a16="http://schemas.microsoft.com/office/drawing/2014/main" id="{3C0D2743-09BD-4D18-8866-B56D3D874304}"/>
                </a:ext>
              </a:extLst>
            </p:cNvPr>
            <p:cNvCxnSpPr>
              <a:cxnSpLocks/>
            </p:cNvCxnSpPr>
            <p:nvPr/>
          </p:nvCxnSpPr>
          <p:spPr>
            <a:xfrm flipV="1">
              <a:off x="1667821" y="6205287"/>
              <a:ext cx="0" cy="263246"/>
            </a:xfrm>
            <a:prstGeom prst="line">
              <a:avLst/>
            </a:prstGeom>
            <a:ln w="28575">
              <a:solidFill>
                <a:srgbClr val="7030A0"/>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30" name="直接连接符 129">
              <a:extLst>
                <a:ext uri="{FF2B5EF4-FFF2-40B4-BE49-F238E27FC236}">
                  <a16:creationId xmlns:a16="http://schemas.microsoft.com/office/drawing/2014/main" id="{2BD877A7-1C59-46BB-9397-B3F761F28979}"/>
                </a:ext>
              </a:extLst>
            </p:cNvPr>
            <p:cNvCxnSpPr/>
            <p:nvPr/>
          </p:nvCxnSpPr>
          <p:spPr>
            <a:xfrm>
              <a:off x="1667151" y="6458963"/>
              <a:ext cx="1084859" cy="0"/>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31" name="直接连接符 130">
              <a:extLst>
                <a:ext uri="{FF2B5EF4-FFF2-40B4-BE49-F238E27FC236}">
                  <a16:creationId xmlns:a16="http://schemas.microsoft.com/office/drawing/2014/main" id="{42CE26BA-7965-436B-B157-F4FC374A74C5}"/>
                </a:ext>
              </a:extLst>
            </p:cNvPr>
            <p:cNvCxnSpPr>
              <a:cxnSpLocks/>
            </p:cNvCxnSpPr>
            <p:nvPr/>
          </p:nvCxnSpPr>
          <p:spPr>
            <a:xfrm>
              <a:off x="2752010" y="6205286"/>
              <a:ext cx="0" cy="263247"/>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grpSp>
      <p:sp>
        <p:nvSpPr>
          <p:cNvPr id="32" name="文本框 31">
            <a:extLst>
              <a:ext uri="{FF2B5EF4-FFF2-40B4-BE49-F238E27FC236}">
                <a16:creationId xmlns:a16="http://schemas.microsoft.com/office/drawing/2014/main" id="{58B9F2FB-9A6B-4E8E-B21B-5B83B200E2CE}"/>
              </a:ext>
            </a:extLst>
          </p:cNvPr>
          <p:cNvSpPr txBox="1"/>
          <p:nvPr/>
        </p:nvSpPr>
        <p:spPr>
          <a:xfrm>
            <a:off x="1447034" y="4298884"/>
            <a:ext cx="402672" cy="359517"/>
          </a:xfrm>
          <a:prstGeom prst="rect">
            <a:avLst/>
          </a:prstGeom>
          <a:noFill/>
        </p:spPr>
        <p:txBody>
          <a:bodyPr wrap="square" lIns="0" tIns="36000" rIns="0" bIns="36000" rtlCol="0" anchor="ctr">
            <a:spAutoFit/>
          </a:bodyPr>
          <a:lstStyle/>
          <a:p>
            <a:pPr algn="ctr"/>
            <a:r>
              <a:rPr lang="en-US" altLang="zh-CN" b="1" dirty="0">
                <a:solidFill>
                  <a:srgbClr val="C00000"/>
                </a:solidFill>
              </a:rPr>
              <a:t>0</a:t>
            </a:r>
            <a:endParaRPr lang="zh-CN" altLang="en-US" b="1" dirty="0">
              <a:solidFill>
                <a:srgbClr val="C00000"/>
              </a:solidFill>
            </a:endParaRPr>
          </a:p>
        </p:txBody>
      </p:sp>
      <p:sp>
        <p:nvSpPr>
          <p:cNvPr id="132" name="文本框 131">
            <a:extLst>
              <a:ext uri="{FF2B5EF4-FFF2-40B4-BE49-F238E27FC236}">
                <a16:creationId xmlns:a16="http://schemas.microsoft.com/office/drawing/2014/main" id="{82D828F0-6F6C-4755-A271-7C44FA75ACE6}"/>
              </a:ext>
            </a:extLst>
          </p:cNvPr>
          <p:cNvSpPr txBox="1"/>
          <p:nvPr/>
        </p:nvSpPr>
        <p:spPr>
          <a:xfrm>
            <a:off x="2248512" y="4282810"/>
            <a:ext cx="402672" cy="359517"/>
          </a:xfrm>
          <a:prstGeom prst="rect">
            <a:avLst/>
          </a:prstGeom>
          <a:noFill/>
        </p:spPr>
        <p:txBody>
          <a:bodyPr wrap="square" lIns="0" tIns="36000" rIns="0" bIns="36000" rtlCol="0" anchor="ctr">
            <a:spAutoFit/>
          </a:bodyPr>
          <a:lstStyle/>
          <a:p>
            <a:pPr algn="ctr"/>
            <a:r>
              <a:rPr lang="en-US" altLang="zh-CN" b="1" dirty="0">
                <a:solidFill>
                  <a:srgbClr val="C00000"/>
                </a:solidFill>
              </a:rPr>
              <a:t>4</a:t>
            </a:r>
            <a:endParaRPr lang="zh-CN" altLang="en-US" b="1" dirty="0">
              <a:solidFill>
                <a:srgbClr val="C00000"/>
              </a:solidFill>
            </a:endParaRPr>
          </a:p>
        </p:txBody>
      </p:sp>
      <p:cxnSp>
        <p:nvCxnSpPr>
          <p:cNvPr id="133" name="直接箭头连接符 132">
            <a:extLst>
              <a:ext uri="{FF2B5EF4-FFF2-40B4-BE49-F238E27FC236}">
                <a16:creationId xmlns:a16="http://schemas.microsoft.com/office/drawing/2014/main" id="{3426028B-B0E8-46EE-91E7-062FA5A238EE}"/>
              </a:ext>
            </a:extLst>
          </p:cNvPr>
          <p:cNvCxnSpPr>
            <a:cxnSpLocks/>
          </p:cNvCxnSpPr>
          <p:nvPr/>
        </p:nvCxnSpPr>
        <p:spPr>
          <a:xfrm>
            <a:off x="3672682" y="5997429"/>
            <a:ext cx="346705" cy="0"/>
          </a:xfrm>
          <a:prstGeom prst="straightConnector1">
            <a:avLst/>
          </a:prstGeom>
          <a:ln w="28575">
            <a:solidFill>
              <a:srgbClr val="7030A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134" name="组合 133">
            <a:extLst>
              <a:ext uri="{FF2B5EF4-FFF2-40B4-BE49-F238E27FC236}">
                <a16:creationId xmlns:a16="http://schemas.microsoft.com/office/drawing/2014/main" id="{666C95FC-0565-4752-9A26-39FDD9CEC9B3}"/>
              </a:ext>
            </a:extLst>
          </p:cNvPr>
          <p:cNvGrpSpPr/>
          <p:nvPr/>
        </p:nvGrpSpPr>
        <p:grpSpPr>
          <a:xfrm>
            <a:off x="939827" y="6109991"/>
            <a:ext cx="3248279" cy="279136"/>
            <a:chOff x="1667151" y="6205286"/>
            <a:chExt cx="1084859" cy="263247"/>
          </a:xfrm>
        </p:grpSpPr>
        <p:cxnSp>
          <p:nvCxnSpPr>
            <p:cNvPr id="136" name="直接连接符 135">
              <a:extLst>
                <a:ext uri="{FF2B5EF4-FFF2-40B4-BE49-F238E27FC236}">
                  <a16:creationId xmlns:a16="http://schemas.microsoft.com/office/drawing/2014/main" id="{A84AC0CD-9704-4DF2-B673-BC090B2AF2FD}"/>
                </a:ext>
              </a:extLst>
            </p:cNvPr>
            <p:cNvCxnSpPr>
              <a:cxnSpLocks/>
            </p:cNvCxnSpPr>
            <p:nvPr/>
          </p:nvCxnSpPr>
          <p:spPr>
            <a:xfrm flipV="1">
              <a:off x="1667821" y="6205287"/>
              <a:ext cx="0" cy="263246"/>
            </a:xfrm>
            <a:prstGeom prst="line">
              <a:avLst/>
            </a:prstGeom>
            <a:ln w="28575">
              <a:solidFill>
                <a:srgbClr val="7030A0"/>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37" name="直接连接符 136">
              <a:extLst>
                <a:ext uri="{FF2B5EF4-FFF2-40B4-BE49-F238E27FC236}">
                  <a16:creationId xmlns:a16="http://schemas.microsoft.com/office/drawing/2014/main" id="{2CABD04A-A94B-47B8-87AB-81346522DF06}"/>
                </a:ext>
              </a:extLst>
            </p:cNvPr>
            <p:cNvCxnSpPr/>
            <p:nvPr/>
          </p:nvCxnSpPr>
          <p:spPr>
            <a:xfrm>
              <a:off x="1667151" y="6458963"/>
              <a:ext cx="1084859" cy="0"/>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38" name="直接连接符 137">
              <a:extLst>
                <a:ext uri="{FF2B5EF4-FFF2-40B4-BE49-F238E27FC236}">
                  <a16:creationId xmlns:a16="http://schemas.microsoft.com/office/drawing/2014/main" id="{D907440F-49D1-4E9D-9C1C-2A73EB20BBB2}"/>
                </a:ext>
              </a:extLst>
            </p:cNvPr>
            <p:cNvCxnSpPr>
              <a:cxnSpLocks/>
            </p:cNvCxnSpPr>
            <p:nvPr/>
          </p:nvCxnSpPr>
          <p:spPr>
            <a:xfrm>
              <a:off x="2752010" y="6205286"/>
              <a:ext cx="0" cy="263247"/>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grpSp>
      <p:sp>
        <p:nvSpPr>
          <p:cNvPr id="69" name="文本框 68">
            <a:extLst>
              <a:ext uri="{FF2B5EF4-FFF2-40B4-BE49-F238E27FC236}">
                <a16:creationId xmlns:a16="http://schemas.microsoft.com/office/drawing/2014/main" id="{86A5D789-98DF-4AAD-A754-5FFE4E4042BE}"/>
              </a:ext>
            </a:extLst>
          </p:cNvPr>
          <p:cNvSpPr txBox="1"/>
          <p:nvPr/>
        </p:nvSpPr>
        <p:spPr>
          <a:xfrm>
            <a:off x="2703185" y="5790807"/>
            <a:ext cx="402672" cy="359517"/>
          </a:xfrm>
          <a:prstGeom prst="rect">
            <a:avLst/>
          </a:prstGeom>
          <a:noFill/>
        </p:spPr>
        <p:txBody>
          <a:bodyPr wrap="square" lIns="0" tIns="36000" rIns="0" bIns="36000" rtlCol="0" anchor="ctr">
            <a:spAutoFit/>
          </a:bodyPr>
          <a:lstStyle/>
          <a:p>
            <a:pPr algn="ctr"/>
            <a:r>
              <a:rPr lang="en-US" altLang="zh-CN" b="1" dirty="0">
                <a:solidFill>
                  <a:srgbClr val="C00000"/>
                </a:solidFill>
              </a:rPr>
              <a:t>4</a:t>
            </a:r>
            <a:endParaRPr lang="zh-CN" altLang="en-US" b="1" dirty="0">
              <a:solidFill>
                <a:srgbClr val="C00000"/>
              </a:solidFill>
            </a:endParaRPr>
          </a:p>
        </p:txBody>
      </p:sp>
      <p:sp>
        <p:nvSpPr>
          <p:cNvPr id="139" name="文本框 138">
            <a:extLst>
              <a:ext uri="{FF2B5EF4-FFF2-40B4-BE49-F238E27FC236}">
                <a16:creationId xmlns:a16="http://schemas.microsoft.com/office/drawing/2014/main" id="{6267DA6D-6B77-4437-AABB-C78D888AAB69}"/>
              </a:ext>
            </a:extLst>
          </p:cNvPr>
          <p:cNvSpPr txBox="1"/>
          <p:nvPr/>
        </p:nvSpPr>
        <p:spPr>
          <a:xfrm>
            <a:off x="2713986" y="5800364"/>
            <a:ext cx="402672" cy="359517"/>
          </a:xfrm>
          <a:prstGeom prst="rect">
            <a:avLst/>
          </a:prstGeom>
          <a:noFill/>
        </p:spPr>
        <p:txBody>
          <a:bodyPr wrap="square" lIns="0" tIns="36000" rIns="0" bIns="36000" rtlCol="0" anchor="ctr">
            <a:spAutoFit/>
          </a:bodyPr>
          <a:lstStyle/>
          <a:p>
            <a:pPr algn="ctr"/>
            <a:r>
              <a:rPr lang="en-US" altLang="zh-CN" b="1" dirty="0">
                <a:solidFill>
                  <a:srgbClr val="C00000"/>
                </a:solidFill>
              </a:rPr>
              <a:t>5</a:t>
            </a:r>
            <a:endParaRPr lang="zh-CN" altLang="en-US" b="1" dirty="0">
              <a:solidFill>
                <a:srgbClr val="C00000"/>
              </a:solidFill>
            </a:endParaRPr>
          </a:p>
        </p:txBody>
      </p:sp>
      <p:grpSp>
        <p:nvGrpSpPr>
          <p:cNvPr id="141" name="组合 140">
            <a:extLst>
              <a:ext uri="{FF2B5EF4-FFF2-40B4-BE49-F238E27FC236}">
                <a16:creationId xmlns:a16="http://schemas.microsoft.com/office/drawing/2014/main" id="{453F83EC-B562-4B0E-BCFB-C73E43658E19}"/>
              </a:ext>
            </a:extLst>
          </p:cNvPr>
          <p:cNvGrpSpPr/>
          <p:nvPr/>
        </p:nvGrpSpPr>
        <p:grpSpPr>
          <a:xfrm>
            <a:off x="946042" y="6112565"/>
            <a:ext cx="3877743" cy="279136"/>
            <a:chOff x="1667151" y="6205286"/>
            <a:chExt cx="1084859" cy="263247"/>
          </a:xfrm>
        </p:grpSpPr>
        <p:cxnSp>
          <p:nvCxnSpPr>
            <p:cNvPr id="142" name="直接连接符 141">
              <a:extLst>
                <a:ext uri="{FF2B5EF4-FFF2-40B4-BE49-F238E27FC236}">
                  <a16:creationId xmlns:a16="http://schemas.microsoft.com/office/drawing/2014/main" id="{EAC59C57-FF6E-432E-B403-28CA94AA33F3}"/>
                </a:ext>
              </a:extLst>
            </p:cNvPr>
            <p:cNvCxnSpPr>
              <a:cxnSpLocks/>
            </p:cNvCxnSpPr>
            <p:nvPr/>
          </p:nvCxnSpPr>
          <p:spPr>
            <a:xfrm flipV="1">
              <a:off x="1667821" y="6205287"/>
              <a:ext cx="0" cy="263246"/>
            </a:xfrm>
            <a:prstGeom prst="line">
              <a:avLst/>
            </a:prstGeom>
            <a:ln w="28575">
              <a:solidFill>
                <a:srgbClr val="7030A0"/>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43" name="直接连接符 142">
              <a:extLst>
                <a:ext uri="{FF2B5EF4-FFF2-40B4-BE49-F238E27FC236}">
                  <a16:creationId xmlns:a16="http://schemas.microsoft.com/office/drawing/2014/main" id="{94740190-3966-4C15-BDD6-31BD2ADF3F17}"/>
                </a:ext>
              </a:extLst>
            </p:cNvPr>
            <p:cNvCxnSpPr/>
            <p:nvPr/>
          </p:nvCxnSpPr>
          <p:spPr>
            <a:xfrm>
              <a:off x="1667151" y="6458963"/>
              <a:ext cx="1084859" cy="0"/>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44" name="直接连接符 143">
              <a:extLst>
                <a:ext uri="{FF2B5EF4-FFF2-40B4-BE49-F238E27FC236}">
                  <a16:creationId xmlns:a16="http://schemas.microsoft.com/office/drawing/2014/main" id="{7440E5AF-99D4-4CD4-B3E7-94D9254B2180}"/>
                </a:ext>
              </a:extLst>
            </p:cNvPr>
            <p:cNvCxnSpPr>
              <a:cxnSpLocks/>
            </p:cNvCxnSpPr>
            <p:nvPr/>
          </p:nvCxnSpPr>
          <p:spPr>
            <a:xfrm>
              <a:off x="2752010" y="6205286"/>
              <a:ext cx="0" cy="263247"/>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grpSp>
      <p:cxnSp>
        <p:nvCxnSpPr>
          <p:cNvPr id="145" name="直接箭头连接符 144">
            <a:extLst>
              <a:ext uri="{FF2B5EF4-FFF2-40B4-BE49-F238E27FC236}">
                <a16:creationId xmlns:a16="http://schemas.microsoft.com/office/drawing/2014/main" id="{9E1824D6-D971-4C13-83C6-C9E2E0D03115}"/>
              </a:ext>
            </a:extLst>
          </p:cNvPr>
          <p:cNvCxnSpPr>
            <a:cxnSpLocks/>
          </p:cNvCxnSpPr>
          <p:nvPr/>
        </p:nvCxnSpPr>
        <p:spPr>
          <a:xfrm>
            <a:off x="4320607" y="5990780"/>
            <a:ext cx="346705" cy="0"/>
          </a:xfrm>
          <a:prstGeom prst="straightConnector1">
            <a:avLst/>
          </a:prstGeom>
          <a:ln w="28575">
            <a:solidFill>
              <a:srgbClr val="7030A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146" name="文本框 145">
            <a:extLst>
              <a:ext uri="{FF2B5EF4-FFF2-40B4-BE49-F238E27FC236}">
                <a16:creationId xmlns:a16="http://schemas.microsoft.com/office/drawing/2014/main" id="{DDA54BF6-1107-4185-9809-4FA4831FE126}"/>
              </a:ext>
            </a:extLst>
          </p:cNvPr>
          <p:cNvSpPr txBox="1"/>
          <p:nvPr/>
        </p:nvSpPr>
        <p:spPr>
          <a:xfrm>
            <a:off x="749840" y="5787549"/>
            <a:ext cx="402672" cy="359517"/>
          </a:xfrm>
          <a:prstGeom prst="rect">
            <a:avLst/>
          </a:prstGeom>
          <a:noFill/>
        </p:spPr>
        <p:txBody>
          <a:bodyPr wrap="square" lIns="0" tIns="36000" rIns="0" bIns="36000" rtlCol="0" anchor="ctr">
            <a:spAutoFit/>
          </a:bodyPr>
          <a:lstStyle/>
          <a:p>
            <a:pPr algn="ctr"/>
            <a:r>
              <a:rPr lang="en-US" altLang="zh-CN" b="1" dirty="0">
                <a:solidFill>
                  <a:srgbClr val="C00000"/>
                </a:solidFill>
              </a:rPr>
              <a:t>6</a:t>
            </a:r>
            <a:endParaRPr lang="zh-CN" altLang="en-US" b="1" dirty="0">
              <a:solidFill>
                <a:srgbClr val="C00000"/>
              </a:solidFill>
            </a:endParaRPr>
          </a:p>
        </p:txBody>
      </p:sp>
      <p:sp>
        <p:nvSpPr>
          <p:cNvPr id="67" name="文本框 66">
            <a:extLst>
              <a:ext uri="{FF2B5EF4-FFF2-40B4-BE49-F238E27FC236}">
                <a16:creationId xmlns:a16="http://schemas.microsoft.com/office/drawing/2014/main" id="{955C9750-F5E0-4267-9C93-0161C0ED9E8E}"/>
              </a:ext>
            </a:extLst>
          </p:cNvPr>
          <p:cNvSpPr txBox="1"/>
          <p:nvPr/>
        </p:nvSpPr>
        <p:spPr>
          <a:xfrm>
            <a:off x="1041277" y="4285685"/>
            <a:ext cx="402672" cy="359517"/>
          </a:xfrm>
          <a:prstGeom prst="rect">
            <a:avLst/>
          </a:prstGeom>
          <a:noFill/>
        </p:spPr>
        <p:txBody>
          <a:bodyPr wrap="square" lIns="0" tIns="36000" rIns="0" bIns="36000" rtlCol="0" anchor="ctr">
            <a:spAutoFit/>
          </a:bodyPr>
          <a:lstStyle/>
          <a:p>
            <a:pPr algn="ctr"/>
            <a:r>
              <a:rPr lang="en-US" altLang="zh-CN" b="1" dirty="0">
                <a:solidFill>
                  <a:srgbClr val="C00000"/>
                </a:solidFill>
              </a:rPr>
              <a:t>6</a:t>
            </a:r>
            <a:endParaRPr lang="zh-CN" altLang="en-US" b="1" dirty="0">
              <a:solidFill>
                <a:srgbClr val="C00000"/>
              </a:solidFill>
            </a:endParaRPr>
          </a:p>
        </p:txBody>
      </p:sp>
      <p:cxnSp>
        <p:nvCxnSpPr>
          <p:cNvPr id="147" name="直接箭头连接符 146">
            <a:extLst>
              <a:ext uri="{FF2B5EF4-FFF2-40B4-BE49-F238E27FC236}">
                <a16:creationId xmlns:a16="http://schemas.microsoft.com/office/drawing/2014/main" id="{30CB49B5-9553-4078-B3D2-FD30E39A0FA9}"/>
              </a:ext>
            </a:extLst>
          </p:cNvPr>
          <p:cNvCxnSpPr>
            <a:cxnSpLocks/>
          </p:cNvCxnSpPr>
          <p:nvPr/>
        </p:nvCxnSpPr>
        <p:spPr>
          <a:xfrm>
            <a:off x="4942432" y="5990780"/>
            <a:ext cx="346705" cy="0"/>
          </a:xfrm>
          <a:prstGeom prst="straightConnector1">
            <a:avLst/>
          </a:prstGeom>
          <a:ln w="28575">
            <a:solidFill>
              <a:srgbClr val="7030A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148" name="组合 147">
            <a:extLst>
              <a:ext uri="{FF2B5EF4-FFF2-40B4-BE49-F238E27FC236}">
                <a16:creationId xmlns:a16="http://schemas.microsoft.com/office/drawing/2014/main" id="{8D87CB11-CA00-40FA-845C-55EADD769794}"/>
              </a:ext>
            </a:extLst>
          </p:cNvPr>
          <p:cNvGrpSpPr/>
          <p:nvPr/>
        </p:nvGrpSpPr>
        <p:grpSpPr>
          <a:xfrm>
            <a:off x="943405" y="6113419"/>
            <a:ext cx="4525835" cy="279136"/>
            <a:chOff x="1667151" y="6205286"/>
            <a:chExt cx="1084859" cy="263247"/>
          </a:xfrm>
        </p:grpSpPr>
        <p:cxnSp>
          <p:nvCxnSpPr>
            <p:cNvPr id="149" name="直接连接符 148">
              <a:extLst>
                <a:ext uri="{FF2B5EF4-FFF2-40B4-BE49-F238E27FC236}">
                  <a16:creationId xmlns:a16="http://schemas.microsoft.com/office/drawing/2014/main" id="{9C9397A7-02B6-4072-A2A5-B768FB4B96E9}"/>
                </a:ext>
              </a:extLst>
            </p:cNvPr>
            <p:cNvCxnSpPr>
              <a:cxnSpLocks/>
            </p:cNvCxnSpPr>
            <p:nvPr/>
          </p:nvCxnSpPr>
          <p:spPr>
            <a:xfrm flipV="1">
              <a:off x="1667821" y="6205287"/>
              <a:ext cx="0" cy="263246"/>
            </a:xfrm>
            <a:prstGeom prst="line">
              <a:avLst/>
            </a:prstGeom>
            <a:ln w="28575">
              <a:solidFill>
                <a:srgbClr val="7030A0"/>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50" name="直接连接符 149">
              <a:extLst>
                <a:ext uri="{FF2B5EF4-FFF2-40B4-BE49-F238E27FC236}">
                  <a16:creationId xmlns:a16="http://schemas.microsoft.com/office/drawing/2014/main" id="{6193478F-56AC-4EF4-A084-D3332141E008}"/>
                </a:ext>
              </a:extLst>
            </p:cNvPr>
            <p:cNvCxnSpPr/>
            <p:nvPr/>
          </p:nvCxnSpPr>
          <p:spPr>
            <a:xfrm>
              <a:off x="1667151" y="6458963"/>
              <a:ext cx="1084859" cy="0"/>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51" name="直接连接符 150">
              <a:extLst>
                <a:ext uri="{FF2B5EF4-FFF2-40B4-BE49-F238E27FC236}">
                  <a16:creationId xmlns:a16="http://schemas.microsoft.com/office/drawing/2014/main" id="{630600C5-421A-4B5B-9AF0-131077742FFF}"/>
                </a:ext>
              </a:extLst>
            </p:cNvPr>
            <p:cNvCxnSpPr>
              <a:cxnSpLocks/>
            </p:cNvCxnSpPr>
            <p:nvPr/>
          </p:nvCxnSpPr>
          <p:spPr>
            <a:xfrm>
              <a:off x="2752010" y="6205286"/>
              <a:ext cx="0" cy="263247"/>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grpSp>
      <p:sp>
        <p:nvSpPr>
          <p:cNvPr id="152" name="文本框 151">
            <a:extLst>
              <a:ext uri="{FF2B5EF4-FFF2-40B4-BE49-F238E27FC236}">
                <a16:creationId xmlns:a16="http://schemas.microsoft.com/office/drawing/2014/main" id="{F9221AF4-C663-4C29-810C-C7B5EC921ED0}"/>
              </a:ext>
            </a:extLst>
          </p:cNvPr>
          <p:cNvSpPr txBox="1"/>
          <p:nvPr/>
        </p:nvSpPr>
        <p:spPr>
          <a:xfrm>
            <a:off x="1414223" y="5786662"/>
            <a:ext cx="402672" cy="359517"/>
          </a:xfrm>
          <a:prstGeom prst="rect">
            <a:avLst/>
          </a:prstGeom>
          <a:noFill/>
        </p:spPr>
        <p:txBody>
          <a:bodyPr wrap="square" lIns="0" tIns="36000" rIns="0" bIns="36000" rtlCol="0" anchor="ctr">
            <a:spAutoFit/>
          </a:bodyPr>
          <a:lstStyle/>
          <a:p>
            <a:pPr algn="ctr"/>
            <a:r>
              <a:rPr lang="en-US" altLang="zh-CN" b="1" dirty="0">
                <a:solidFill>
                  <a:srgbClr val="C00000"/>
                </a:solidFill>
              </a:rPr>
              <a:t>7</a:t>
            </a:r>
            <a:endParaRPr lang="zh-CN" altLang="en-US" b="1" dirty="0">
              <a:solidFill>
                <a:srgbClr val="C00000"/>
              </a:solidFill>
            </a:endParaRPr>
          </a:p>
        </p:txBody>
      </p:sp>
      <p:sp>
        <p:nvSpPr>
          <p:cNvPr id="66" name="文本框 65">
            <a:extLst>
              <a:ext uri="{FF2B5EF4-FFF2-40B4-BE49-F238E27FC236}">
                <a16:creationId xmlns:a16="http://schemas.microsoft.com/office/drawing/2014/main" id="{8889DA9F-3530-41F5-ABF6-57AD6BE60471}"/>
              </a:ext>
            </a:extLst>
          </p:cNvPr>
          <p:cNvSpPr txBox="1"/>
          <p:nvPr/>
        </p:nvSpPr>
        <p:spPr>
          <a:xfrm>
            <a:off x="3449515" y="4281703"/>
            <a:ext cx="402672" cy="359517"/>
          </a:xfrm>
          <a:prstGeom prst="rect">
            <a:avLst/>
          </a:prstGeom>
          <a:noFill/>
        </p:spPr>
        <p:txBody>
          <a:bodyPr wrap="square" lIns="0" tIns="36000" rIns="0" bIns="36000" rtlCol="0" anchor="ctr">
            <a:spAutoFit/>
          </a:bodyPr>
          <a:lstStyle/>
          <a:p>
            <a:pPr algn="ctr"/>
            <a:r>
              <a:rPr lang="en-US" altLang="zh-CN" b="1" dirty="0">
                <a:solidFill>
                  <a:srgbClr val="C00000"/>
                </a:solidFill>
              </a:rPr>
              <a:t>7</a:t>
            </a:r>
            <a:endParaRPr lang="zh-CN" altLang="en-US" b="1" dirty="0">
              <a:solidFill>
                <a:srgbClr val="C00000"/>
              </a:solidFill>
            </a:endParaRPr>
          </a:p>
        </p:txBody>
      </p:sp>
      <p:cxnSp>
        <p:nvCxnSpPr>
          <p:cNvPr id="153" name="直接箭头连接符 152">
            <a:extLst>
              <a:ext uri="{FF2B5EF4-FFF2-40B4-BE49-F238E27FC236}">
                <a16:creationId xmlns:a16="http://schemas.microsoft.com/office/drawing/2014/main" id="{F6ADF51C-73B9-44B2-9BA8-FBB0D5305FA7}"/>
              </a:ext>
            </a:extLst>
          </p:cNvPr>
          <p:cNvCxnSpPr>
            <a:cxnSpLocks/>
          </p:cNvCxnSpPr>
          <p:nvPr/>
        </p:nvCxnSpPr>
        <p:spPr>
          <a:xfrm>
            <a:off x="5554410" y="5981185"/>
            <a:ext cx="346705" cy="0"/>
          </a:xfrm>
          <a:prstGeom prst="straightConnector1">
            <a:avLst/>
          </a:prstGeom>
          <a:ln w="28575">
            <a:solidFill>
              <a:srgbClr val="7030A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154" name="组合 153">
            <a:extLst>
              <a:ext uri="{FF2B5EF4-FFF2-40B4-BE49-F238E27FC236}">
                <a16:creationId xmlns:a16="http://schemas.microsoft.com/office/drawing/2014/main" id="{481158A9-CE70-45FB-8F66-9A6CC845AB0A}"/>
              </a:ext>
            </a:extLst>
          </p:cNvPr>
          <p:cNvGrpSpPr/>
          <p:nvPr/>
        </p:nvGrpSpPr>
        <p:grpSpPr>
          <a:xfrm>
            <a:off x="944313" y="6109956"/>
            <a:ext cx="5116603" cy="279136"/>
            <a:chOff x="1667151" y="6205286"/>
            <a:chExt cx="1084859" cy="263247"/>
          </a:xfrm>
        </p:grpSpPr>
        <p:cxnSp>
          <p:nvCxnSpPr>
            <p:cNvPr id="155" name="直接连接符 154">
              <a:extLst>
                <a:ext uri="{FF2B5EF4-FFF2-40B4-BE49-F238E27FC236}">
                  <a16:creationId xmlns:a16="http://schemas.microsoft.com/office/drawing/2014/main" id="{39D288EC-433D-48B9-A36F-6ADD1E73B8A3}"/>
                </a:ext>
              </a:extLst>
            </p:cNvPr>
            <p:cNvCxnSpPr>
              <a:cxnSpLocks/>
            </p:cNvCxnSpPr>
            <p:nvPr/>
          </p:nvCxnSpPr>
          <p:spPr>
            <a:xfrm flipV="1">
              <a:off x="1667821" y="6205287"/>
              <a:ext cx="0" cy="263246"/>
            </a:xfrm>
            <a:prstGeom prst="line">
              <a:avLst/>
            </a:prstGeom>
            <a:ln w="28575">
              <a:solidFill>
                <a:srgbClr val="7030A0"/>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56" name="直接连接符 155">
              <a:extLst>
                <a:ext uri="{FF2B5EF4-FFF2-40B4-BE49-F238E27FC236}">
                  <a16:creationId xmlns:a16="http://schemas.microsoft.com/office/drawing/2014/main" id="{B5ADEE08-8687-4EBC-B6FA-EC6E63DCDB7E}"/>
                </a:ext>
              </a:extLst>
            </p:cNvPr>
            <p:cNvCxnSpPr/>
            <p:nvPr/>
          </p:nvCxnSpPr>
          <p:spPr>
            <a:xfrm>
              <a:off x="1667151" y="6458963"/>
              <a:ext cx="1084859" cy="0"/>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57" name="直接连接符 156">
              <a:extLst>
                <a:ext uri="{FF2B5EF4-FFF2-40B4-BE49-F238E27FC236}">
                  <a16:creationId xmlns:a16="http://schemas.microsoft.com/office/drawing/2014/main" id="{8DD566A4-BDB7-4AC2-BDE1-A36DB2BCC20F}"/>
                </a:ext>
              </a:extLst>
            </p:cNvPr>
            <p:cNvCxnSpPr>
              <a:cxnSpLocks/>
            </p:cNvCxnSpPr>
            <p:nvPr/>
          </p:nvCxnSpPr>
          <p:spPr>
            <a:xfrm>
              <a:off x="2752010" y="6205286"/>
              <a:ext cx="0" cy="263247"/>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grpSp>
      <p:sp>
        <p:nvSpPr>
          <p:cNvPr id="158" name="文本框 157">
            <a:extLst>
              <a:ext uri="{FF2B5EF4-FFF2-40B4-BE49-F238E27FC236}">
                <a16:creationId xmlns:a16="http://schemas.microsoft.com/office/drawing/2014/main" id="{D14AACB5-671C-4CA4-BA28-D0E7EA0FAA8F}"/>
              </a:ext>
            </a:extLst>
          </p:cNvPr>
          <p:cNvSpPr txBox="1"/>
          <p:nvPr/>
        </p:nvSpPr>
        <p:spPr>
          <a:xfrm>
            <a:off x="3346029" y="5793025"/>
            <a:ext cx="402672" cy="359517"/>
          </a:xfrm>
          <a:prstGeom prst="rect">
            <a:avLst/>
          </a:prstGeom>
          <a:noFill/>
        </p:spPr>
        <p:txBody>
          <a:bodyPr wrap="square" lIns="0" tIns="36000" rIns="0" bIns="36000" rtlCol="0" anchor="ctr">
            <a:spAutoFit/>
          </a:bodyPr>
          <a:lstStyle/>
          <a:p>
            <a:pPr algn="ctr"/>
            <a:r>
              <a:rPr lang="en-US" altLang="zh-CN" b="1" dirty="0">
                <a:solidFill>
                  <a:srgbClr val="C00000"/>
                </a:solidFill>
              </a:rPr>
              <a:t>8</a:t>
            </a:r>
            <a:endParaRPr lang="zh-CN" altLang="en-US" b="1" dirty="0">
              <a:solidFill>
                <a:srgbClr val="C00000"/>
              </a:solidFill>
            </a:endParaRPr>
          </a:p>
        </p:txBody>
      </p:sp>
      <p:sp>
        <p:nvSpPr>
          <p:cNvPr id="63" name="文本框 62">
            <a:extLst>
              <a:ext uri="{FF2B5EF4-FFF2-40B4-BE49-F238E27FC236}">
                <a16:creationId xmlns:a16="http://schemas.microsoft.com/office/drawing/2014/main" id="{93EA7E18-63DD-475A-82A1-3FF41C54C623}"/>
              </a:ext>
            </a:extLst>
          </p:cNvPr>
          <p:cNvSpPr txBox="1"/>
          <p:nvPr/>
        </p:nvSpPr>
        <p:spPr>
          <a:xfrm>
            <a:off x="1442820" y="4291542"/>
            <a:ext cx="402672" cy="359517"/>
          </a:xfrm>
          <a:prstGeom prst="rect">
            <a:avLst/>
          </a:prstGeom>
          <a:noFill/>
        </p:spPr>
        <p:txBody>
          <a:bodyPr wrap="square" lIns="0" tIns="36000" rIns="0" bIns="36000" rtlCol="0" anchor="ctr">
            <a:spAutoFit/>
          </a:bodyPr>
          <a:lstStyle/>
          <a:p>
            <a:pPr algn="ctr"/>
            <a:r>
              <a:rPr lang="en-US" altLang="zh-CN" b="1" dirty="0">
                <a:solidFill>
                  <a:srgbClr val="C00000"/>
                </a:solidFill>
              </a:rPr>
              <a:t>8</a:t>
            </a:r>
            <a:endParaRPr lang="zh-CN" altLang="en-US" b="1" dirty="0">
              <a:solidFill>
                <a:srgbClr val="C00000"/>
              </a:solidFill>
            </a:endParaRPr>
          </a:p>
        </p:txBody>
      </p:sp>
      <p:sp>
        <p:nvSpPr>
          <p:cNvPr id="2" name="矩形: 圆角 1">
            <a:extLst>
              <a:ext uri="{FF2B5EF4-FFF2-40B4-BE49-F238E27FC236}">
                <a16:creationId xmlns:a16="http://schemas.microsoft.com/office/drawing/2014/main" id="{405FED17-920B-407B-BFDC-BC4350391496}"/>
              </a:ext>
            </a:extLst>
          </p:cNvPr>
          <p:cNvSpPr/>
          <p:nvPr/>
        </p:nvSpPr>
        <p:spPr>
          <a:xfrm>
            <a:off x="1410620" y="278384"/>
            <a:ext cx="5229414" cy="496189"/>
          </a:xfrm>
          <a:prstGeom prst="roundRect">
            <a:avLst/>
          </a:prstGeom>
          <a:solidFill>
            <a:schemeClr val="tx2">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rgbClr val="C00000"/>
                </a:solidFill>
                <a:effectLst>
                  <a:outerShdw blurRad="38100" dist="38100" dir="2700000" algn="tl">
                    <a:srgbClr val="000000">
                      <a:alpha val="43137"/>
                    </a:srgbClr>
                  </a:outerShdw>
                </a:effectLst>
              </a:rPr>
              <a:t>算法</a:t>
            </a:r>
            <a:r>
              <a:rPr lang="en-US" altLang="zh-CN" sz="2200" b="1" dirty="0">
                <a:solidFill>
                  <a:srgbClr val="C00000"/>
                </a:solidFill>
                <a:effectLst>
                  <a:outerShdw blurRad="38100" dist="38100" dir="2700000" algn="tl">
                    <a:srgbClr val="000000">
                      <a:alpha val="43137"/>
                    </a:srgbClr>
                  </a:outerShdw>
                </a:effectLst>
              </a:rPr>
              <a:t>10.3</a:t>
            </a:r>
            <a:r>
              <a:rPr lang="zh-CN" altLang="en-US" sz="2200" b="1" dirty="0">
                <a:solidFill>
                  <a:srgbClr val="002060"/>
                </a:solidFill>
                <a:effectLst>
                  <a:outerShdw blurRad="38100" dist="38100" dir="2700000" algn="tl">
                    <a:srgbClr val="000000">
                      <a:alpha val="43137"/>
                    </a:srgbClr>
                  </a:outerShdw>
                </a:effectLst>
              </a:rPr>
              <a:t>和</a:t>
            </a:r>
            <a:r>
              <a:rPr lang="en-US" altLang="zh-CN" sz="2200" b="1" dirty="0">
                <a:solidFill>
                  <a:srgbClr val="C00000"/>
                </a:solidFill>
                <a:effectLst>
                  <a:outerShdw blurRad="38100" dist="38100" dir="2700000" algn="tl">
                    <a:srgbClr val="000000">
                      <a:alpha val="43137"/>
                    </a:srgbClr>
                  </a:outerShdw>
                </a:effectLst>
              </a:rPr>
              <a:t>10.4  </a:t>
            </a:r>
            <a:r>
              <a:rPr lang="zh-CN" altLang="en-US" sz="2200" b="1" dirty="0">
                <a:solidFill>
                  <a:srgbClr val="002060"/>
                </a:solidFill>
                <a:effectLst>
                  <a:outerShdw blurRad="38100" dist="38100" dir="2700000" algn="tl">
                    <a:srgbClr val="000000">
                      <a:alpha val="43137"/>
                    </a:srgbClr>
                  </a:outerShdw>
                </a:effectLst>
              </a:rPr>
              <a:t>表插入排序和记录重排</a:t>
            </a:r>
          </a:p>
        </p:txBody>
      </p:sp>
      <p:sp>
        <p:nvSpPr>
          <p:cNvPr id="3" name="文本框 2">
            <a:extLst>
              <a:ext uri="{FF2B5EF4-FFF2-40B4-BE49-F238E27FC236}">
                <a16:creationId xmlns:a16="http://schemas.microsoft.com/office/drawing/2014/main" id="{A9FDD49C-ED5E-42DE-AE5E-CDDB036DF3B5}"/>
              </a:ext>
            </a:extLst>
          </p:cNvPr>
          <p:cNvSpPr txBox="1"/>
          <p:nvPr/>
        </p:nvSpPr>
        <p:spPr>
          <a:xfrm>
            <a:off x="558802" y="3569361"/>
            <a:ext cx="358737" cy="1200329"/>
          </a:xfrm>
          <a:prstGeom prst="rect">
            <a:avLst/>
          </a:prstGeom>
          <a:noFill/>
        </p:spPr>
        <p:txBody>
          <a:bodyPr wrap="square" rtlCol="0">
            <a:spAutoFit/>
          </a:bodyPr>
          <a:lstStyle/>
          <a:p>
            <a:r>
              <a:rPr lang="zh-CN" altLang="en-US" dirty="0"/>
              <a:t>静态链表</a:t>
            </a:r>
          </a:p>
        </p:txBody>
      </p:sp>
      <p:sp>
        <p:nvSpPr>
          <p:cNvPr id="159" name="文本框 158">
            <a:extLst>
              <a:ext uri="{FF2B5EF4-FFF2-40B4-BE49-F238E27FC236}">
                <a16:creationId xmlns:a16="http://schemas.microsoft.com/office/drawing/2014/main" id="{83D2B00D-45C1-44E7-9881-7122834E415F}"/>
              </a:ext>
            </a:extLst>
          </p:cNvPr>
          <p:cNvSpPr txBox="1"/>
          <p:nvPr/>
        </p:nvSpPr>
        <p:spPr>
          <a:xfrm>
            <a:off x="287469" y="5137231"/>
            <a:ext cx="358737" cy="1200329"/>
          </a:xfrm>
          <a:prstGeom prst="rect">
            <a:avLst/>
          </a:prstGeom>
          <a:noFill/>
        </p:spPr>
        <p:txBody>
          <a:bodyPr wrap="square" rtlCol="0">
            <a:spAutoFit/>
          </a:bodyPr>
          <a:lstStyle/>
          <a:p>
            <a:r>
              <a:rPr lang="zh-CN" altLang="en-US" dirty="0"/>
              <a:t>逻辑结构</a:t>
            </a:r>
          </a:p>
        </p:txBody>
      </p:sp>
      <p:cxnSp>
        <p:nvCxnSpPr>
          <p:cNvPr id="9" name="直接连接符 8">
            <a:extLst>
              <a:ext uri="{FF2B5EF4-FFF2-40B4-BE49-F238E27FC236}">
                <a16:creationId xmlns:a16="http://schemas.microsoft.com/office/drawing/2014/main" id="{39EF1E73-AB6F-4FFA-94CC-521EC25037C3}"/>
              </a:ext>
            </a:extLst>
          </p:cNvPr>
          <p:cNvCxnSpPr>
            <a:cxnSpLocks/>
          </p:cNvCxnSpPr>
          <p:nvPr/>
        </p:nvCxnSpPr>
        <p:spPr>
          <a:xfrm>
            <a:off x="5318028" y="1767466"/>
            <a:ext cx="3150805"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60" name="直接连接符 159">
            <a:extLst>
              <a:ext uri="{FF2B5EF4-FFF2-40B4-BE49-F238E27FC236}">
                <a16:creationId xmlns:a16="http://schemas.microsoft.com/office/drawing/2014/main" id="{A7FA31B1-AC6A-4AE9-AF14-755F7A83B604}"/>
              </a:ext>
            </a:extLst>
          </p:cNvPr>
          <p:cNvCxnSpPr>
            <a:cxnSpLocks/>
          </p:cNvCxnSpPr>
          <p:nvPr/>
        </p:nvCxnSpPr>
        <p:spPr>
          <a:xfrm>
            <a:off x="5318028" y="1984260"/>
            <a:ext cx="1877072"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62" name="直接连接符 161">
            <a:extLst>
              <a:ext uri="{FF2B5EF4-FFF2-40B4-BE49-F238E27FC236}">
                <a16:creationId xmlns:a16="http://schemas.microsoft.com/office/drawing/2014/main" id="{F9039A55-23DE-4D0E-BBFC-AFC7CB8002B7}"/>
              </a:ext>
            </a:extLst>
          </p:cNvPr>
          <p:cNvCxnSpPr>
            <a:cxnSpLocks/>
          </p:cNvCxnSpPr>
          <p:nvPr/>
        </p:nvCxnSpPr>
        <p:spPr>
          <a:xfrm>
            <a:off x="5318028" y="2233252"/>
            <a:ext cx="1877072"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63" name="直接连接符 162">
            <a:extLst>
              <a:ext uri="{FF2B5EF4-FFF2-40B4-BE49-F238E27FC236}">
                <a16:creationId xmlns:a16="http://schemas.microsoft.com/office/drawing/2014/main" id="{D3E1F85C-4849-462F-8D5D-6A4FC0C09D70}"/>
              </a:ext>
            </a:extLst>
          </p:cNvPr>
          <p:cNvCxnSpPr>
            <a:cxnSpLocks/>
          </p:cNvCxnSpPr>
          <p:nvPr/>
        </p:nvCxnSpPr>
        <p:spPr>
          <a:xfrm>
            <a:off x="5373837" y="2486536"/>
            <a:ext cx="3218621"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64" name="直接连接符 163">
            <a:extLst>
              <a:ext uri="{FF2B5EF4-FFF2-40B4-BE49-F238E27FC236}">
                <a16:creationId xmlns:a16="http://schemas.microsoft.com/office/drawing/2014/main" id="{985A57AA-FF86-41F8-8303-373EBE863DC4}"/>
              </a:ext>
            </a:extLst>
          </p:cNvPr>
          <p:cNvCxnSpPr>
            <a:cxnSpLocks/>
          </p:cNvCxnSpPr>
          <p:nvPr/>
        </p:nvCxnSpPr>
        <p:spPr>
          <a:xfrm>
            <a:off x="5537341" y="2735527"/>
            <a:ext cx="2887691"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66" name="直接连接符 165">
            <a:extLst>
              <a:ext uri="{FF2B5EF4-FFF2-40B4-BE49-F238E27FC236}">
                <a16:creationId xmlns:a16="http://schemas.microsoft.com/office/drawing/2014/main" id="{3395A34B-7316-40BE-86B7-9771B4A15EE1}"/>
              </a:ext>
            </a:extLst>
          </p:cNvPr>
          <p:cNvCxnSpPr>
            <a:cxnSpLocks/>
          </p:cNvCxnSpPr>
          <p:nvPr/>
        </p:nvCxnSpPr>
        <p:spPr>
          <a:xfrm>
            <a:off x="5585789" y="2954469"/>
            <a:ext cx="4249327"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68" name="直接连接符 167">
            <a:extLst>
              <a:ext uri="{FF2B5EF4-FFF2-40B4-BE49-F238E27FC236}">
                <a16:creationId xmlns:a16="http://schemas.microsoft.com/office/drawing/2014/main" id="{716E7482-2F99-4F38-86AA-F75296399E28}"/>
              </a:ext>
            </a:extLst>
          </p:cNvPr>
          <p:cNvCxnSpPr>
            <a:cxnSpLocks/>
          </p:cNvCxnSpPr>
          <p:nvPr/>
        </p:nvCxnSpPr>
        <p:spPr>
          <a:xfrm>
            <a:off x="5803133" y="3231364"/>
            <a:ext cx="3314286"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78" name="直接连接符 177">
            <a:extLst>
              <a:ext uri="{FF2B5EF4-FFF2-40B4-BE49-F238E27FC236}">
                <a16:creationId xmlns:a16="http://schemas.microsoft.com/office/drawing/2014/main" id="{9860ECE2-A54B-458D-816E-6AAFC6E062B5}"/>
              </a:ext>
            </a:extLst>
          </p:cNvPr>
          <p:cNvCxnSpPr>
            <a:cxnSpLocks/>
          </p:cNvCxnSpPr>
          <p:nvPr/>
        </p:nvCxnSpPr>
        <p:spPr>
          <a:xfrm>
            <a:off x="5585789" y="3683399"/>
            <a:ext cx="2245090"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98097163-340E-43B2-B9BC-B7AC1BD7F16E}"/>
              </a:ext>
            </a:extLst>
          </p:cNvPr>
          <p:cNvCxnSpPr>
            <a:cxnSpLocks/>
          </p:cNvCxnSpPr>
          <p:nvPr/>
        </p:nvCxnSpPr>
        <p:spPr>
          <a:xfrm>
            <a:off x="5585789" y="3932390"/>
            <a:ext cx="2319518"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sp>
        <p:nvSpPr>
          <p:cNvPr id="180" name="文本框 179">
            <a:extLst>
              <a:ext uri="{FF2B5EF4-FFF2-40B4-BE49-F238E27FC236}">
                <a16:creationId xmlns:a16="http://schemas.microsoft.com/office/drawing/2014/main" id="{3B3900A9-CCB1-46B1-978E-9478B84F17C3}"/>
              </a:ext>
            </a:extLst>
          </p:cNvPr>
          <p:cNvSpPr txBox="1"/>
          <p:nvPr/>
        </p:nvSpPr>
        <p:spPr>
          <a:xfrm>
            <a:off x="1017048" y="3979910"/>
            <a:ext cx="455775" cy="215444"/>
          </a:xfrm>
          <a:prstGeom prst="rect">
            <a:avLst/>
          </a:prstGeom>
          <a:noFill/>
        </p:spPr>
        <p:txBody>
          <a:bodyPr wrap="square" lIns="0" tIns="0" rIns="0" bIns="0">
            <a:spAutoFit/>
          </a:bodyPr>
          <a:lstStyle/>
          <a:p>
            <a:pPr algn="ctr"/>
            <a:r>
              <a:rPr lang="en-US" altLang="zh-CN" sz="1400" b="1" dirty="0">
                <a:solidFill>
                  <a:srgbClr val="0070C0"/>
                </a:solidFill>
              </a:rPr>
              <a:t>MAX</a:t>
            </a:r>
            <a:endParaRPr lang="zh-CN" altLang="en-US" sz="1400" b="1" dirty="0">
              <a:solidFill>
                <a:srgbClr val="0070C0"/>
              </a:solidFill>
            </a:endParaRPr>
          </a:p>
        </p:txBody>
      </p:sp>
      <p:sp>
        <p:nvSpPr>
          <p:cNvPr id="111" name="文本框 110">
            <a:extLst>
              <a:ext uri="{FF2B5EF4-FFF2-40B4-BE49-F238E27FC236}">
                <a16:creationId xmlns:a16="http://schemas.microsoft.com/office/drawing/2014/main" id="{49D150AF-0090-4AA0-9325-12F4E4F1E596}"/>
              </a:ext>
            </a:extLst>
          </p:cNvPr>
          <p:cNvSpPr txBox="1"/>
          <p:nvPr/>
        </p:nvSpPr>
        <p:spPr>
          <a:xfrm>
            <a:off x="1887515" y="3269042"/>
            <a:ext cx="369012" cy="461665"/>
          </a:xfrm>
          <a:prstGeom prst="rect">
            <a:avLst/>
          </a:prstGeom>
          <a:noFill/>
        </p:spPr>
        <p:txBody>
          <a:bodyPr wrap="none" rtlCol="0">
            <a:spAutoFit/>
          </a:bodyPr>
          <a:lstStyle/>
          <a:p>
            <a:r>
              <a:rPr lang="en-US" altLang="zh-CN" sz="2400" b="1" dirty="0" err="1">
                <a:solidFill>
                  <a:srgbClr val="C00000"/>
                </a:solidFill>
                <a:latin typeface="Courier New" panose="02070309020205020404" pitchFamily="49" charset="0"/>
                <a:cs typeface="Courier New" panose="02070309020205020404" pitchFamily="49" charset="0"/>
              </a:rPr>
              <a:t>i</a:t>
            </a:r>
            <a:endParaRPr lang="zh-CN" altLang="en-US" sz="2400" b="1" dirty="0">
              <a:solidFill>
                <a:srgbClr val="C00000"/>
              </a:solidFill>
              <a:latin typeface="Courier New" panose="02070309020205020404" pitchFamily="49" charset="0"/>
              <a:cs typeface="Courier New" panose="02070309020205020404" pitchFamily="49" charset="0"/>
            </a:endParaRPr>
          </a:p>
        </p:txBody>
      </p:sp>
      <p:sp>
        <p:nvSpPr>
          <p:cNvPr id="181" name="文本框 180">
            <a:extLst>
              <a:ext uri="{FF2B5EF4-FFF2-40B4-BE49-F238E27FC236}">
                <a16:creationId xmlns:a16="http://schemas.microsoft.com/office/drawing/2014/main" id="{D0FC53BB-C790-45DB-9FC0-02CEA9B74E4A}"/>
              </a:ext>
            </a:extLst>
          </p:cNvPr>
          <p:cNvSpPr txBox="1"/>
          <p:nvPr/>
        </p:nvSpPr>
        <p:spPr>
          <a:xfrm>
            <a:off x="998610" y="4620711"/>
            <a:ext cx="492443" cy="400110"/>
          </a:xfrm>
          <a:prstGeom prst="rect">
            <a:avLst/>
          </a:prstGeom>
          <a:noFill/>
        </p:spPr>
        <p:txBody>
          <a:bodyPr wrap="none" rtlCol="0">
            <a:spAutoFit/>
          </a:bodyPr>
          <a:lstStyle/>
          <a:p>
            <a:r>
              <a:rPr lang="en-US" altLang="zh-CN" sz="2000" b="1" dirty="0" err="1">
                <a:solidFill>
                  <a:srgbClr val="C00000"/>
                </a:solidFill>
                <a:latin typeface="Courier New" panose="02070309020205020404" pitchFamily="49" charset="0"/>
                <a:cs typeface="Courier New" panose="02070309020205020404" pitchFamily="49" charset="0"/>
              </a:rPr>
              <a:t>pj</a:t>
            </a:r>
            <a:endParaRPr lang="zh-CN" altLang="en-US" sz="2000" b="1" dirty="0">
              <a:solidFill>
                <a:srgbClr val="C00000"/>
              </a:solidFill>
              <a:latin typeface="Courier New" panose="02070309020205020404" pitchFamily="49" charset="0"/>
              <a:cs typeface="Courier New" panose="02070309020205020404" pitchFamily="49" charset="0"/>
            </a:endParaRPr>
          </a:p>
        </p:txBody>
      </p:sp>
      <p:sp>
        <p:nvSpPr>
          <p:cNvPr id="182" name="文本框 181">
            <a:extLst>
              <a:ext uri="{FF2B5EF4-FFF2-40B4-BE49-F238E27FC236}">
                <a16:creationId xmlns:a16="http://schemas.microsoft.com/office/drawing/2014/main" id="{95A9D27F-4B84-4871-A8B7-CCA861E16F4C}"/>
              </a:ext>
            </a:extLst>
          </p:cNvPr>
          <p:cNvSpPr txBox="1"/>
          <p:nvPr/>
        </p:nvSpPr>
        <p:spPr>
          <a:xfrm>
            <a:off x="1460752" y="4625498"/>
            <a:ext cx="338554" cy="400110"/>
          </a:xfrm>
          <a:prstGeom prst="rect">
            <a:avLst/>
          </a:prstGeom>
          <a:noFill/>
        </p:spPr>
        <p:txBody>
          <a:bodyPr wrap="none" rtlCol="0">
            <a:spAutoFit/>
          </a:bodyPr>
          <a:lstStyle/>
          <a:p>
            <a:r>
              <a:rPr lang="en-US" altLang="zh-CN" sz="2000" b="1" dirty="0">
                <a:solidFill>
                  <a:srgbClr val="C00000"/>
                </a:solidFill>
                <a:latin typeface="Courier New" panose="02070309020205020404" pitchFamily="49" charset="0"/>
                <a:cs typeface="Courier New" panose="02070309020205020404" pitchFamily="49" charset="0"/>
              </a:rPr>
              <a:t>j</a:t>
            </a:r>
            <a:endParaRPr lang="zh-CN" altLang="en-US" sz="2000" b="1" dirty="0">
              <a:solidFill>
                <a:srgbClr val="C00000"/>
              </a:solidFill>
              <a:latin typeface="Courier New" panose="02070309020205020404" pitchFamily="49" charset="0"/>
              <a:cs typeface="Courier New" panose="02070309020205020404" pitchFamily="49" charset="0"/>
            </a:endParaRPr>
          </a:p>
        </p:txBody>
      </p:sp>
      <p:grpSp>
        <p:nvGrpSpPr>
          <p:cNvPr id="187" name="组合 186">
            <a:extLst>
              <a:ext uri="{FF2B5EF4-FFF2-40B4-BE49-F238E27FC236}">
                <a16:creationId xmlns:a16="http://schemas.microsoft.com/office/drawing/2014/main" id="{2D0D8359-804F-4386-827C-781A2014BFF4}"/>
              </a:ext>
            </a:extLst>
          </p:cNvPr>
          <p:cNvGrpSpPr/>
          <p:nvPr/>
        </p:nvGrpSpPr>
        <p:grpSpPr>
          <a:xfrm>
            <a:off x="1672032" y="3499874"/>
            <a:ext cx="383377" cy="537286"/>
            <a:chOff x="1672032" y="3499897"/>
            <a:chExt cx="383377" cy="537286"/>
          </a:xfrm>
        </p:grpSpPr>
        <p:cxnSp>
          <p:nvCxnSpPr>
            <p:cNvPr id="114" name="直接连接符 113">
              <a:extLst>
                <a:ext uri="{FF2B5EF4-FFF2-40B4-BE49-F238E27FC236}">
                  <a16:creationId xmlns:a16="http://schemas.microsoft.com/office/drawing/2014/main" id="{DA56EC06-3319-4EE6-B020-0D443985C842}"/>
                </a:ext>
              </a:extLst>
            </p:cNvPr>
            <p:cNvCxnSpPr>
              <a:cxnSpLocks/>
              <a:stCxn id="111" idx="1"/>
              <a:endCxn id="15" idx="0"/>
            </p:cNvCxnSpPr>
            <p:nvPr/>
          </p:nvCxnSpPr>
          <p:spPr>
            <a:xfrm>
              <a:off x="1887515" y="3499897"/>
              <a:ext cx="167894" cy="404423"/>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3" name="直接连接符 182">
              <a:extLst>
                <a:ext uri="{FF2B5EF4-FFF2-40B4-BE49-F238E27FC236}">
                  <a16:creationId xmlns:a16="http://schemas.microsoft.com/office/drawing/2014/main" id="{9BBF2EDF-00ED-4699-B219-B345BB4CE5D3}"/>
                </a:ext>
              </a:extLst>
            </p:cNvPr>
            <p:cNvCxnSpPr>
              <a:cxnSpLocks/>
            </p:cNvCxnSpPr>
            <p:nvPr/>
          </p:nvCxnSpPr>
          <p:spPr>
            <a:xfrm flipH="1">
              <a:off x="1672032" y="3643410"/>
              <a:ext cx="127274" cy="393773"/>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192" name="组合 191">
            <a:extLst>
              <a:ext uri="{FF2B5EF4-FFF2-40B4-BE49-F238E27FC236}">
                <a16:creationId xmlns:a16="http://schemas.microsoft.com/office/drawing/2014/main" id="{964FE29F-C0DF-46A2-A856-37499CC847C0}"/>
              </a:ext>
            </a:extLst>
          </p:cNvPr>
          <p:cNvGrpSpPr/>
          <p:nvPr/>
        </p:nvGrpSpPr>
        <p:grpSpPr>
          <a:xfrm>
            <a:off x="1735466" y="3184539"/>
            <a:ext cx="242674" cy="369332"/>
            <a:chOff x="6679930" y="476961"/>
            <a:chExt cx="242674" cy="369332"/>
          </a:xfrm>
        </p:grpSpPr>
        <p:sp>
          <p:nvSpPr>
            <p:cNvPr id="188" name="文本框 187">
              <a:extLst>
                <a:ext uri="{FF2B5EF4-FFF2-40B4-BE49-F238E27FC236}">
                  <a16:creationId xmlns:a16="http://schemas.microsoft.com/office/drawing/2014/main" id="{1B173B5C-F0F2-4172-98E2-1744673151D8}"/>
                </a:ext>
              </a:extLst>
            </p:cNvPr>
            <p:cNvSpPr txBox="1"/>
            <p:nvPr/>
          </p:nvSpPr>
          <p:spPr>
            <a:xfrm flipH="1">
              <a:off x="6679930" y="476961"/>
              <a:ext cx="242674" cy="369332"/>
            </a:xfrm>
            <a:prstGeom prst="rect">
              <a:avLst/>
            </a:prstGeom>
            <a:noFill/>
          </p:spPr>
          <p:txBody>
            <a:bodyPr wrap="square" lIns="0" tIns="0" rIns="0" bIns="0" rtlCol="0" anchor="ctr" anchorCtr="1">
              <a:spAutoFit/>
            </a:bodyPr>
            <a:lstStyle/>
            <a:p>
              <a:r>
                <a:rPr lang="zh-CN" altLang="en-US" sz="2400" b="1" dirty="0">
                  <a:solidFill>
                    <a:srgbClr val="C00000"/>
                  </a:solidFill>
                  <a:latin typeface="等线" panose="02010600030101010101" pitchFamily="2" charset="-122"/>
                  <a:ea typeface="等线" panose="02010600030101010101" pitchFamily="2" charset="-122"/>
                </a:rPr>
                <a:t>≤</a:t>
              </a:r>
              <a:endParaRPr lang="zh-CN" altLang="en-US" sz="2400" b="1" dirty="0">
                <a:solidFill>
                  <a:srgbClr val="C00000"/>
                </a:solidFill>
              </a:endParaRPr>
            </a:p>
          </p:txBody>
        </p:sp>
        <p:cxnSp>
          <p:nvCxnSpPr>
            <p:cNvPr id="190" name="直接连接符 189">
              <a:extLst>
                <a:ext uri="{FF2B5EF4-FFF2-40B4-BE49-F238E27FC236}">
                  <a16:creationId xmlns:a16="http://schemas.microsoft.com/office/drawing/2014/main" id="{7B5494DC-6ADE-4FF5-9FFD-F28BABF832AB}"/>
                </a:ext>
              </a:extLst>
            </p:cNvPr>
            <p:cNvCxnSpPr>
              <a:stCxn id="188" idx="0"/>
              <a:endCxn id="188" idx="2"/>
            </p:cNvCxnSpPr>
            <p:nvPr/>
          </p:nvCxnSpPr>
          <p:spPr>
            <a:xfrm>
              <a:off x="6801267" y="476961"/>
              <a:ext cx="0" cy="369332"/>
            </a:xfrm>
            <a:prstGeom prst="line">
              <a:avLst/>
            </a:prstGeom>
            <a:ln w="28575"/>
          </p:spPr>
          <p:style>
            <a:lnRef idx="1">
              <a:schemeClr val="accent1"/>
            </a:lnRef>
            <a:fillRef idx="0">
              <a:schemeClr val="accent1"/>
            </a:fillRef>
            <a:effectRef idx="0">
              <a:schemeClr val="accent1"/>
            </a:effectRef>
            <a:fontRef idx="minor">
              <a:schemeClr val="tx1"/>
            </a:fontRef>
          </p:style>
        </p:cxnSp>
      </p:grpSp>
      <p:sp>
        <p:nvSpPr>
          <p:cNvPr id="191" name="文本框 190">
            <a:extLst>
              <a:ext uri="{FF2B5EF4-FFF2-40B4-BE49-F238E27FC236}">
                <a16:creationId xmlns:a16="http://schemas.microsoft.com/office/drawing/2014/main" id="{71848A5C-21BF-4C9B-B73D-39BE918FB019}"/>
              </a:ext>
            </a:extLst>
          </p:cNvPr>
          <p:cNvSpPr txBox="1"/>
          <p:nvPr/>
        </p:nvSpPr>
        <p:spPr>
          <a:xfrm flipH="1">
            <a:off x="2130260" y="3207663"/>
            <a:ext cx="242674" cy="369332"/>
          </a:xfrm>
          <a:prstGeom prst="rect">
            <a:avLst/>
          </a:prstGeom>
          <a:noFill/>
        </p:spPr>
        <p:txBody>
          <a:bodyPr wrap="square" lIns="0" tIns="0" rIns="0" bIns="0" rtlCol="0" anchor="ctr" anchorCtr="1">
            <a:spAutoFit/>
          </a:bodyPr>
          <a:lstStyle/>
          <a:p>
            <a:r>
              <a:rPr lang="zh-CN" altLang="en-US" sz="2400" b="1" dirty="0">
                <a:solidFill>
                  <a:srgbClr val="C00000"/>
                </a:solidFill>
                <a:latin typeface="等线" panose="02010600030101010101" pitchFamily="2" charset="-122"/>
                <a:ea typeface="等线" panose="02010600030101010101" pitchFamily="2" charset="-122"/>
              </a:rPr>
              <a:t>≤</a:t>
            </a:r>
            <a:endParaRPr lang="zh-CN" altLang="en-US" sz="2400" b="1" dirty="0">
              <a:solidFill>
                <a:srgbClr val="C00000"/>
              </a:solidFill>
            </a:endParaRPr>
          </a:p>
        </p:txBody>
      </p:sp>
      <p:grpSp>
        <p:nvGrpSpPr>
          <p:cNvPr id="193" name="组合 192">
            <a:extLst>
              <a:ext uri="{FF2B5EF4-FFF2-40B4-BE49-F238E27FC236}">
                <a16:creationId xmlns:a16="http://schemas.microsoft.com/office/drawing/2014/main" id="{AC9E520E-7C48-4462-B76A-6A5193B5A978}"/>
              </a:ext>
            </a:extLst>
          </p:cNvPr>
          <p:cNvGrpSpPr/>
          <p:nvPr/>
        </p:nvGrpSpPr>
        <p:grpSpPr>
          <a:xfrm>
            <a:off x="2062644" y="3517056"/>
            <a:ext cx="383377" cy="404424"/>
            <a:chOff x="1672032" y="3643410"/>
            <a:chExt cx="383377" cy="404424"/>
          </a:xfrm>
        </p:grpSpPr>
        <p:cxnSp>
          <p:nvCxnSpPr>
            <p:cNvPr id="194" name="直接连接符 193">
              <a:extLst>
                <a:ext uri="{FF2B5EF4-FFF2-40B4-BE49-F238E27FC236}">
                  <a16:creationId xmlns:a16="http://schemas.microsoft.com/office/drawing/2014/main" id="{278CBE4C-8D0F-4AFE-A3DB-8153105E3152}"/>
                </a:ext>
              </a:extLst>
            </p:cNvPr>
            <p:cNvCxnSpPr>
              <a:cxnSpLocks/>
            </p:cNvCxnSpPr>
            <p:nvPr/>
          </p:nvCxnSpPr>
          <p:spPr>
            <a:xfrm>
              <a:off x="1887515" y="3643411"/>
              <a:ext cx="167894" cy="404423"/>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5" name="直接连接符 194">
              <a:extLst>
                <a:ext uri="{FF2B5EF4-FFF2-40B4-BE49-F238E27FC236}">
                  <a16:creationId xmlns:a16="http://schemas.microsoft.com/office/drawing/2014/main" id="{290F06E7-B486-4F0E-A853-25A40D2BD9CC}"/>
                </a:ext>
              </a:extLst>
            </p:cNvPr>
            <p:cNvCxnSpPr>
              <a:cxnSpLocks/>
            </p:cNvCxnSpPr>
            <p:nvPr/>
          </p:nvCxnSpPr>
          <p:spPr>
            <a:xfrm flipH="1">
              <a:off x="1672032" y="3643410"/>
              <a:ext cx="127274" cy="393773"/>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196" name="组合 195">
            <a:extLst>
              <a:ext uri="{FF2B5EF4-FFF2-40B4-BE49-F238E27FC236}">
                <a16:creationId xmlns:a16="http://schemas.microsoft.com/office/drawing/2014/main" id="{28008CBB-E346-49CB-8314-3D7FF16B25E0}"/>
              </a:ext>
            </a:extLst>
          </p:cNvPr>
          <p:cNvGrpSpPr/>
          <p:nvPr/>
        </p:nvGrpSpPr>
        <p:grpSpPr>
          <a:xfrm>
            <a:off x="1666260" y="3513800"/>
            <a:ext cx="785244" cy="419434"/>
            <a:chOff x="1270165" y="3628400"/>
            <a:chExt cx="785244" cy="419434"/>
          </a:xfrm>
        </p:grpSpPr>
        <p:cxnSp>
          <p:nvCxnSpPr>
            <p:cNvPr id="197" name="直接连接符 196">
              <a:extLst>
                <a:ext uri="{FF2B5EF4-FFF2-40B4-BE49-F238E27FC236}">
                  <a16:creationId xmlns:a16="http://schemas.microsoft.com/office/drawing/2014/main" id="{42187B39-8394-4D64-942A-22D14779D8B0}"/>
                </a:ext>
              </a:extLst>
            </p:cNvPr>
            <p:cNvCxnSpPr>
              <a:cxnSpLocks/>
            </p:cNvCxnSpPr>
            <p:nvPr/>
          </p:nvCxnSpPr>
          <p:spPr>
            <a:xfrm>
              <a:off x="1736881" y="3631623"/>
              <a:ext cx="318528" cy="416211"/>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8" name="直接连接符 197">
              <a:extLst>
                <a:ext uri="{FF2B5EF4-FFF2-40B4-BE49-F238E27FC236}">
                  <a16:creationId xmlns:a16="http://schemas.microsoft.com/office/drawing/2014/main" id="{C7C84FAB-D79E-48A6-9449-2DBFBB546350}"/>
                </a:ext>
              </a:extLst>
            </p:cNvPr>
            <p:cNvCxnSpPr>
              <a:cxnSpLocks/>
            </p:cNvCxnSpPr>
            <p:nvPr/>
          </p:nvCxnSpPr>
          <p:spPr>
            <a:xfrm flipH="1">
              <a:off x="1270165" y="3628400"/>
              <a:ext cx="354475" cy="407459"/>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201" name="文本框 200">
            <a:extLst>
              <a:ext uri="{FF2B5EF4-FFF2-40B4-BE49-F238E27FC236}">
                <a16:creationId xmlns:a16="http://schemas.microsoft.com/office/drawing/2014/main" id="{6263A51D-8B28-4098-B029-F90C9424DCBE}"/>
              </a:ext>
            </a:extLst>
          </p:cNvPr>
          <p:cNvSpPr txBox="1"/>
          <p:nvPr/>
        </p:nvSpPr>
        <p:spPr>
          <a:xfrm flipH="1">
            <a:off x="1947595" y="3193576"/>
            <a:ext cx="242674" cy="369332"/>
          </a:xfrm>
          <a:prstGeom prst="rect">
            <a:avLst/>
          </a:prstGeom>
          <a:noFill/>
        </p:spPr>
        <p:txBody>
          <a:bodyPr wrap="square" lIns="0" tIns="0" rIns="0" bIns="0" rtlCol="0" anchor="ctr" anchorCtr="1">
            <a:spAutoFit/>
          </a:bodyPr>
          <a:lstStyle/>
          <a:p>
            <a:r>
              <a:rPr lang="zh-CN" altLang="en-US" sz="2400" b="1" dirty="0">
                <a:solidFill>
                  <a:srgbClr val="C00000"/>
                </a:solidFill>
                <a:latin typeface="等线" panose="02010600030101010101" pitchFamily="2" charset="-122"/>
                <a:ea typeface="等线" panose="02010600030101010101" pitchFamily="2" charset="-122"/>
              </a:rPr>
              <a:t>≤</a:t>
            </a:r>
            <a:endParaRPr lang="zh-CN" altLang="en-US" sz="2400" b="1" dirty="0">
              <a:solidFill>
                <a:srgbClr val="C00000"/>
              </a:solidFill>
            </a:endParaRPr>
          </a:p>
        </p:txBody>
      </p:sp>
      <p:grpSp>
        <p:nvGrpSpPr>
          <p:cNvPr id="202" name="组合 201">
            <a:extLst>
              <a:ext uri="{FF2B5EF4-FFF2-40B4-BE49-F238E27FC236}">
                <a16:creationId xmlns:a16="http://schemas.microsoft.com/office/drawing/2014/main" id="{D8C6249F-69FE-4D5C-8621-2914415D3E6F}"/>
              </a:ext>
            </a:extLst>
          </p:cNvPr>
          <p:cNvGrpSpPr/>
          <p:nvPr/>
        </p:nvGrpSpPr>
        <p:grpSpPr>
          <a:xfrm>
            <a:off x="1244273" y="3527913"/>
            <a:ext cx="1208343" cy="396485"/>
            <a:chOff x="847066" y="3463205"/>
            <a:chExt cx="1208343" cy="396485"/>
          </a:xfrm>
        </p:grpSpPr>
        <p:cxnSp>
          <p:nvCxnSpPr>
            <p:cNvPr id="203" name="直接连接符 202">
              <a:extLst>
                <a:ext uri="{FF2B5EF4-FFF2-40B4-BE49-F238E27FC236}">
                  <a16:creationId xmlns:a16="http://schemas.microsoft.com/office/drawing/2014/main" id="{71C36203-AFB1-4D36-A1AE-205CC8D3DFB9}"/>
                </a:ext>
              </a:extLst>
            </p:cNvPr>
            <p:cNvCxnSpPr>
              <a:cxnSpLocks/>
              <a:endCxn id="17" idx="0"/>
            </p:cNvCxnSpPr>
            <p:nvPr/>
          </p:nvCxnSpPr>
          <p:spPr>
            <a:xfrm>
              <a:off x="1487685" y="3465247"/>
              <a:ext cx="567724" cy="394443"/>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4" name="直接连接符 203">
              <a:extLst>
                <a:ext uri="{FF2B5EF4-FFF2-40B4-BE49-F238E27FC236}">
                  <a16:creationId xmlns:a16="http://schemas.microsoft.com/office/drawing/2014/main" id="{9F2E13A8-52C7-487B-ABA7-5B25CD3E3D8D}"/>
                </a:ext>
              </a:extLst>
            </p:cNvPr>
            <p:cNvCxnSpPr>
              <a:cxnSpLocks/>
              <a:endCxn id="29" idx="0"/>
            </p:cNvCxnSpPr>
            <p:nvPr/>
          </p:nvCxnSpPr>
          <p:spPr>
            <a:xfrm flipH="1">
              <a:off x="847066" y="3463205"/>
              <a:ext cx="574116" cy="396457"/>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213" name="组合 212">
            <a:extLst>
              <a:ext uri="{FF2B5EF4-FFF2-40B4-BE49-F238E27FC236}">
                <a16:creationId xmlns:a16="http://schemas.microsoft.com/office/drawing/2014/main" id="{9E3BADD0-62BE-4545-8EC4-949927F0EE63}"/>
              </a:ext>
            </a:extLst>
          </p:cNvPr>
          <p:cNvGrpSpPr/>
          <p:nvPr/>
        </p:nvGrpSpPr>
        <p:grpSpPr>
          <a:xfrm>
            <a:off x="2052820" y="3515771"/>
            <a:ext cx="785244" cy="419434"/>
            <a:chOff x="1270165" y="3628400"/>
            <a:chExt cx="785244" cy="419434"/>
          </a:xfrm>
        </p:grpSpPr>
        <p:cxnSp>
          <p:nvCxnSpPr>
            <p:cNvPr id="214" name="直接连接符 213">
              <a:extLst>
                <a:ext uri="{FF2B5EF4-FFF2-40B4-BE49-F238E27FC236}">
                  <a16:creationId xmlns:a16="http://schemas.microsoft.com/office/drawing/2014/main" id="{0A148858-E0B8-4E83-BD5E-0707D688A928}"/>
                </a:ext>
              </a:extLst>
            </p:cNvPr>
            <p:cNvCxnSpPr>
              <a:cxnSpLocks/>
            </p:cNvCxnSpPr>
            <p:nvPr/>
          </p:nvCxnSpPr>
          <p:spPr>
            <a:xfrm>
              <a:off x="1736881" y="3631623"/>
              <a:ext cx="318528" cy="416211"/>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5" name="直接连接符 214">
              <a:extLst>
                <a:ext uri="{FF2B5EF4-FFF2-40B4-BE49-F238E27FC236}">
                  <a16:creationId xmlns:a16="http://schemas.microsoft.com/office/drawing/2014/main" id="{A0C249E0-273B-43F9-854F-A07824DB9FB9}"/>
                </a:ext>
              </a:extLst>
            </p:cNvPr>
            <p:cNvCxnSpPr>
              <a:cxnSpLocks/>
            </p:cNvCxnSpPr>
            <p:nvPr/>
          </p:nvCxnSpPr>
          <p:spPr>
            <a:xfrm flipH="1">
              <a:off x="1270165" y="3628400"/>
              <a:ext cx="354475" cy="407459"/>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216" name="文本框 215">
            <a:extLst>
              <a:ext uri="{FF2B5EF4-FFF2-40B4-BE49-F238E27FC236}">
                <a16:creationId xmlns:a16="http://schemas.microsoft.com/office/drawing/2014/main" id="{EB901847-F5B9-45B1-89D3-8DF7766B1F80}"/>
              </a:ext>
            </a:extLst>
          </p:cNvPr>
          <p:cNvSpPr txBox="1"/>
          <p:nvPr/>
        </p:nvSpPr>
        <p:spPr>
          <a:xfrm flipH="1">
            <a:off x="2346708" y="3214020"/>
            <a:ext cx="242674" cy="369332"/>
          </a:xfrm>
          <a:prstGeom prst="rect">
            <a:avLst/>
          </a:prstGeom>
          <a:noFill/>
        </p:spPr>
        <p:txBody>
          <a:bodyPr wrap="square" lIns="0" tIns="0" rIns="0" bIns="0" rtlCol="0" anchor="ctr" anchorCtr="1">
            <a:spAutoFit/>
          </a:bodyPr>
          <a:lstStyle/>
          <a:p>
            <a:r>
              <a:rPr lang="zh-CN" altLang="en-US" sz="2400" b="1" dirty="0">
                <a:solidFill>
                  <a:srgbClr val="C00000"/>
                </a:solidFill>
                <a:latin typeface="等线" panose="02010600030101010101" pitchFamily="2" charset="-122"/>
                <a:ea typeface="等线" panose="02010600030101010101" pitchFamily="2" charset="-122"/>
              </a:rPr>
              <a:t>≤</a:t>
            </a:r>
            <a:endParaRPr lang="zh-CN" altLang="en-US" sz="2400" b="1" dirty="0">
              <a:solidFill>
                <a:srgbClr val="C00000"/>
              </a:solidFill>
            </a:endParaRPr>
          </a:p>
        </p:txBody>
      </p:sp>
      <p:grpSp>
        <p:nvGrpSpPr>
          <p:cNvPr id="217" name="组合 216">
            <a:extLst>
              <a:ext uri="{FF2B5EF4-FFF2-40B4-BE49-F238E27FC236}">
                <a16:creationId xmlns:a16="http://schemas.microsoft.com/office/drawing/2014/main" id="{57D279D8-3324-43C1-B9D2-27158AC3860B}"/>
              </a:ext>
            </a:extLst>
          </p:cNvPr>
          <p:cNvGrpSpPr/>
          <p:nvPr/>
        </p:nvGrpSpPr>
        <p:grpSpPr>
          <a:xfrm>
            <a:off x="1635884" y="3516078"/>
            <a:ext cx="1208041" cy="404751"/>
            <a:chOff x="847368" y="3604108"/>
            <a:chExt cx="1208041" cy="404751"/>
          </a:xfrm>
        </p:grpSpPr>
        <p:cxnSp>
          <p:nvCxnSpPr>
            <p:cNvPr id="218" name="直接连接符 217">
              <a:extLst>
                <a:ext uri="{FF2B5EF4-FFF2-40B4-BE49-F238E27FC236}">
                  <a16:creationId xmlns:a16="http://schemas.microsoft.com/office/drawing/2014/main" id="{8E3BCFE0-7EAA-48B3-8880-3FE022805283}"/>
                </a:ext>
              </a:extLst>
            </p:cNvPr>
            <p:cNvCxnSpPr>
              <a:cxnSpLocks/>
            </p:cNvCxnSpPr>
            <p:nvPr/>
          </p:nvCxnSpPr>
          <p:spPr>
            <a:xfrm>
              <a:off x="1487685" y="3608783"/>
              <a:ext cx="567724" cy="394443"/>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9" name="直接连接符 218">
              <a:extLst>
                <a:ext uri="{FF2B5EF4-FFF2-40B4-BE49-F238E27FC236}">
                  <a16:creationId xmlns:a16="http://schemas.microsoft.com/office/drawing/2014/main" id="{E3949B9A-4C7B-4AA9-9FD7-531258CD5A6C}"/>
                </a:ext>
              </a:extLst>
            </p:cNvPr>
            <p:cNvCxnSpPr>
              <a:cxnSpLocks/>
            </p:cNvCxnSpPr>
            <p:nvPr/>
          </p:nvCxnSpPr>
          <p:spPr>
            <a:xfrm flipH="1">
              <a:off x="847368" y="3604108"/>
              <a:ext cx="574116" cy="404751"/>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220" name="组合 219">
            <a:extLst>
              <a:ext uri="{FF2B5EF4-FFF2-40B4-BE49-F238E27FC236}">
                <a16:creationId xmlns:a16="http://schemas.microsoft.com/office/drawing/2014/main" id="{9934262C-79F7-41FC-A36D-7B5904A2D884}"/>
              </a:ext>
            </a:extLst>
          </p:cNvPr>
          <p:cNvGrpSpPr/>
          <p:nvPr/>
        </p:nvGrpSpPr>
        <p:grpSpPr>
          <a:xfrm>
            <a:off x="2454687" y="3525056"/>
            <a:ext cx="383377" cy="404424"/>
            <a:chOff x="1672032" y="3643410"/>
            <a:chExt cx="383377" cy="404424"/>
          </a:xfrm>
        </p:grpSpPr>
        <p:cxnSp>
          <p:nvCxnSpPr>
            <p:cNvPr id="221" name="直接连接符 220">
              <a:extLst>
                <a:ext uri="{FF2B5EF4-FFF2-40B4-BE49-F238E27FC236}">
                  <a16:creationId xmlns:a16="http://schemas.microsoft.com/office/drawing/2014/main" id="{8EEA8149-E694-4EC5-A5C8-766B2300FEC6}"/>
                </a:ext>
              </a:extLst>
            </p:cNvPr>
            <p:cNvCxnSpPr>
              <a:cxnSpLocks/>
            </p:cNvCxnSpPr>
            <p:nvPr/>
          </p:nvCxnSpPr>
          <p:spPr>
            <a:xfrm>
              <a:off x="1887515" y="3643411"/>
              <a:ext cx="167894" cy="404423"/>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22" name="直接连接符 221">
              <a:extLst>
                <a:ext uri="{FF2B5EF4-FFF2-40B4-BE49-F238E27FC236}">
                  <a16:creationId xmlns:a16="http://schemas.microsoft.com/office/drawing/2014/main" id="{48BF2425-0828-4DD4-AB41-FB2789AA29B9}"/>
                </a:ext>
              </a:extLst>
            </p:cNvPr>
            <p:cNvCxnSpPr>
              <a:cxnSpLocks/>
            </p:cNvCxnSpPr>
            <p:nvPr/>
          </p:nvCxnSpPr>
          <p:spPr>
            <a:xfrm flipH="1">
              <a:off x="1672032" y="3643410"/>
              <a:ext cx="127274" cy="393773"/>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223" name="文本框 222">
            <a:extLst>
              <a:ext uri="{FF2B5EF4-FFF2-40B4-BE49-F238E27FC236}">
                <a16:creationId xmlns:a16="http://schemas.microsoft.com/office/drawing/2014/main" id="{03764F8F-9DF5-4A64-87BB-F3EC84AE8AB5}"/>
              </a:ext>
            </a:extLst>
          </p:cNvPr>
          <p:cNvSpPr txBox="1"/>
          <p:nvPr/>
        </p:nvSpPr>
        <p:spPr>
          <a:xfrm flipH="1">
            <a:off x="2514066" y="3215342"/>
            <a:ext cx="242674" cy="369332"/>
          </a:xfrm>
          <a:prstGeom prst="rect">
            <a:avLst/>
          </a:prstGeom>
          <a:noFill/>
        </p:spPr>
        <p:txBody>
          <a:bodyPr wrap="square" lIns="0" tIns="0" rIns="0" bIns="0" rtlCol="0" anchor="ctr" anchorCtr="1">
            <a:spAutoFit/>
          </a:bodyPr>
          <a:lstStyle/>
          <a:p>
            <a:r>
              <a:rPr lang="zh-CN" altLang="en-US" sz="2400" b="1" dirty="0">
                <a:solidFill>
                  <a:srgbClr val="C00000"/>
                </a:solidFill>
                <a:latin typeface="等线" panose="02010600030101010101" pitchFamily="2" charset="-122"/>
                <a:ea typeface="等线" panose="02010600030101010101" pitchFamily="2" charset="-122"/>
              </a:rPr>
              <a:t>≤</a:t>
            </a:r>
            <a:endParaRPr lang="zh-CN" altLang="en-US" sz="2400" b="1" dirty="0">
              <a:solidFill>
                <a:srgbClr val="C00000"/>
              </a:solidFill>
            </a:endParaRPr>
          </a:p>
        </p:txBody>
      </p:sp>
      <p:grpSp>
        <p:nvGrpSpPr>
          <p:cNvPr id="224" name="组合 223">
            <a:extLst>
              <a:ext uri="{FF2B5EF4-FFF2-40B4-BE49-F238E27FC236}">
                <a16:creationId xmlns:a16="http://schemas.microsoft.com/office/drawing/2014/main" id="{1B9F40AA-4300-45A9-B6BA-AB4D5588FBE9}"/>
              </a:ext>
            </a:extLst>
          </p:cNvPr>
          <p:cNvGrpSpPr/>
          <p:nvPr/>
        </p:nvGrpSpPr>
        <p:grpSpPr>
          <a:xfrm>
            <a:off x="1253491" y="3518766"/>
            <a:ext cx="1600493" cy="556419"/>
            <a:chOff x="501508" y="3488604"/>
            <a:chExt cx="1600493" cy="556419"/>
          </a:xfrm>
        </p:grpSpPr>
        <p:cxnSp>
          <p:nvCxnSpPr>
            <p:cNvPr id="225" name="直接连接符 224">
              <a:extLst>
                <a:ext uri="{FF2B5EF4-FFF2-40B4-BE49-F238E27FC236}">
                  <a16:creationId xmlns:a16="http://schemas.microsoft.com/office/drawing/2014/main" id="{9C5B52F8-E701-48F7-9E7B-B260027E105E}"/>
                </a:ext>
              </a:extLst>
            </p:cNvPr>
            <p:cNvCxnSpPr>
              <a:cxnSpLocks/>
              <a:endCxn id="99" idx="0"/>
            </p:cNvCxnSpPr>
            <p:nvPr/>
          </p:nvCxnSpPr>
          <p:spPr>
            <a:xfrm>
              <a:off x="1348479" y="3488604"/>
              <a:ext cx="753522" cy="364474"/>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26" name="直接连接符 225">
              <a:extLst>
                <a:ext uri="{FF2B5EF4-FFF2-40B4-BE49-F238E27FC236}">
                  <a16:creationId xmlns:a16="http://schemas.microsoft.com/office/drawing/2014/main" id="{003FFC54-DD05-4E67-A724-D1A43CC30622}"/>
                </a:ext>
              </a:extLst>
            </p:cNvPr>
            <p:cNvCxnSpPr>
              <a:cxnSpLocks/>
            </p:cNvCxnSpPr>
            <p:nvPr/>
          </p:nvCxnSpPr>
          <p:spPr>
            <a:xfrm flipH="1">
              <a:off x="501508" y="3633137"/>
              <a:ext cx="696294" cy="411886"/>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232" name="组合 231">
            <a:extLst>
              <a:ext uri="{FF2B5EF4-FFF2-40B4-BE49-F238E27FC236}">
                <a16:creationId xmlns:a16="http://schemas.microsoft.com/office/drawing/2014/main" id="{0FD1E5F3-A303-43BE-8726-80942F5420B0}"/>
              </a:ext>
            </a:extLst>
          </p:cNvPr>
          <p:cNvGrpSpPr/>
          <p:nvPr/>
        </p:nvGrpSpPr>
        <p:grpSpPr>
          <a:xfrm>
            <a:off x="1937591" y="3173138"/>
            <a:ext cx="242674" cy="369332"/>
            <a:chOff x="6679930" y="476961"/>
            <a:chExt cx="242674" cy="369332"/>
          </a:xfrm>
        </p:grpSpPr>
        <p:sp>
          <p:nvSpPr>
            <p:cNvPr id="233" name="文本框 232">
              <a:extLst>
                <a:ext uri="{FF2B5EF4-FFF2-40B4-BE49-F238E27FC236}">
                  <a16:creationId xmlns:a16="http://schemas.microsoft.com/office/drawing/2014/main" id="{BA527338-E777-4CA1-B693-F3F5FF01AB13}"/>
                </a:ext>
              </a:extLst>
            </p:cNvPr>
            <p:cNvSpPr txBox="1"/>
            <p:nvPr/>
          </p:nvSpPr>
          <p:spPr>
            <a:xfrm flipH="1">
              <a:off x="6679930" y="476961"/>
              <a:ext cx="242674" cy="369332"/>
            </a:xfrm>
            <a:prstGeom prst="rect">
              <a:avLst/>
            </a:prstGeom>
            <a:noFill/>
          </p:spPr>
          <p:txBody>
            <a:bodyPr wrap="square" lIns="0" tIns="0" rIns="0" bIns="0" rtlCol="0" anchor="ctr" anchorCtr="1">
              <a:spAutoFit/>
            </a:bodyPr>
            <a:lstStyle/>
            <a:p>
              <a:r>
                <a:rPr lang="zh-CN" altLang="en-US" sz="2400" b="1" dirty="0">
                  <a:solidFill>
                    <a:srgbClr val="C00000"/>
                  </a:solidFill>
                  <a:latin typeface="等线" panose="02010600030101010101" pitchFamily="2" charset="-122"/>
                  <a:ea typeface="等线" panose="02010600030101010101" pitchFamily="2" charset="-122"/>
                </a:rPr>
                <a:t>≤</a:t>
              </a:r>
              <a:endParaRPr lang="zh-CN" altLang="en-US" sz="2400" b="1" dirty="0">
                <a:solidFill>
                  <a:srgbClr val="C00000"/>
                </a:solidFill>
              </a:endParaRPr>
            </a:p>
          </p:txBody>
        </p:sp>
        <p:cxnSp>
          <p:nvCxnSpPr>
            <p:cNvPr id="234" name="直接连接符 233">
              <a:extLst>
                <a:ext uri="{FF2B5EF4-FFF2-40B4-BE49-F238E27FC236}">
                  <a16:creationId xmlns:a16="http://schemas.microsoft.com/office/drawing/2014/main" id="{1B58DE3D-4EF7-496F-B70D-184FA8DD2EE3}"/>
                </a:ext>
              </a:extLst>
            </p:cNvPr>
            <p:cNvCxnSpPr>
              <a:stCxn id="233" idx="0"/>
              <a:endCxn id="233" idx="2"/>
            </p:cNvCxnSpPr>
            <p:nvPr/>
          </p:nvCxnSpPr>
          <p:spPr>
            <a:xfrm>
              <a:off x="6801267" y="476961"/>
              <a:ext cx="0" cy="369332"/>
            </a:xfrm>
            <a:prstGeom prst="line">
              <a:avLst/>
            </a:prstGeom>
            <a:ln w="28575"/>
          </p:spPr>
          <p:style>
            <a:lnRef idx="1">
              <a:schemeClr val="accent1"/>
            </a:lnRef>
            <a:fillRef idx="0">
              <a:schemeClr val="accent1"/>
            </a:fillRef>
            <a:effectRef idx="0">
              <a:schemeClr val="accent1"/>
            </a:effectRef>
            <a:fontRef idx="minor">
              <a:schemeClr val="tx1"/>
            </a:fontRef>
          </p:style>
        </p:cxnSp>
      </p:grpSp>
      <p:grpSp>
        <p:nvGrpSpPr>
          <p:cNvPr id="238" name="组合 237">
            <a:extLst>
              <a:ext uri="{FF2B5EF4-FFF2-40B4-BE49-F238E27FC236}">
                <a16:creationId xmlns:a16="http://schemas.microsoft.com/office/drawing/2014/main" id="{6C158BD7-2E6D-439E-A857-76C02532CCCD}"/>
              </a:ext>
            </a:extLst>
          </p:cNvPr>
          <p:cNvGrpSpPr/>
          <p:nvPr/>
        </p:nvGrpSpPr>
        <p:grpSpPr>
          <a:xfrm>
            <a:off x="2098196" y="3524108"/>
            <a:ext cx="1208041" cy="404751"/>
            <a:chOff x="847368" y="3604108"/>
            <a:chExt cx="1208041" cy="404751"/>
          </a:xfrm>
        </p:grpSpPr>
        <p:cxnSp>
          <p:nvCxnSpPr>
            <p:cNvPr id="239" name="直接连接符 238">
              <a:extLst>
                <a:ext uri="{FF2B5EF4-FFF2-40B4-BE49-F238E27FC236}">
                  <a16:creationId xmlns:a16="http://schemas.microsoft.com/office/drawing/2014/main" id="{C956D402-42C0-4791-9F6F-6BA991CC1033}"/>
                </a:ext>
              </a:extLst>
            </p:cNvPr>
            <p:cNvCxnSpPr>
              <a:cxnSpLocks/>
            </p:cNvCxnSpPr>
            <p:nvPr/>
          </p:nvCxnSpPr>
          <p:spPr>
            <a:xfrm>
              <a:off x="1487685" y="3608783"/>
              <a:ext cx="567724" cy="394443"/>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40" name="直接连接符 239">
              <a:extLst>
                <a:ext uri="{FF2B5EF4-FFF2-40B4-BE49-F238E27FC236}">
                  <a16:creationId xmlns:a16="http://schemas.microsoft.com/office/drawing/2014/main" id="{2F92FFDB-5E7E-49FF-8075-8A32CF617A43}"/>
                </a:ext>
              </a:extLst>
            </p:cNvPr>
            <p:cNvCxnSpPr>
              <a:cxnSpLocks/>
            </p:cNvCxnSpPr>
            <p:nvPr/>
          </p:nvCxnSpPr>
          <p:spPr>
            <a:xfrm flipH="1">
              <a:off x="847368" y="3604108"/>
              <a:ext cx="574116" cy="404751"/>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241" name="文本框 240">
            <a:extLst>
              <a:ext uri="{FF2B5EF4-FFF2-40B4-BE49-F238E27FC236}">
                <a16:creationId xmlns:a16="http://schemas.microsoft.com/office/drawing/2014/main" id="{2F9FE50C-0A0E-4236-94F4-9399037EA92F}"/>
              </a:ext>
            </a:extLst>
          </p:cNvPr>
          <p:cNvSpPr txBox="1"/>
          <p:nvPr/>
        </p:nvSpPr>
        <p:spPr>
          <a:xfrm flipH="1">
            <a:off x="2597223" y="3227190"/>
            <a:ext cx="242674" cy="369332"/>
          </a:xfrm>
          <a:prstGeom prst="rect">
            <a:avLst/>
          </a:prstGeom>
          <a:noFill/>
        </p:spPr>
        <p:txBody>
          <a:bodyPr wrap="square" lIns="0" tIns="0" rIns="0" bIns="0" rtlCol="0" anchor="ctr" anchorCtr="1">
            <a:spAutoFit/>
          </a:bodyPr>
          <a:lstStyle/>
          <a:p>
            <a:r>
              <a:rPr lang="zh-CN" altLang="en-US" sz="2400" b="1" dirty="0">
                <a:solidFill>
                  <a:srgbClr val="C00000"/>
                </a:solidFill>
                <a:latin typeface="等线" panose="02010600030101010101" pitchFamily="2" charset="-122"/>
                <a:ea typeface="等线" panose="02010600030101010101" pitchFamily="2" charset="-122"/>
              </a:rPr>
              <a:t>≤</a:t>
            </a:r>
            <a:endParaRPr lang="zh-CN" altLang="en-US" sz="2400" b="1" dirty="0">
              <a:solidFill>
                <a:srgbClr val="C00000"/>
              </a:solidFill>
            </a:endParaRPr>
          </a:p>
        </p:txBody>
      </p:sp>
      <p:grpSp>
        <p:nvGrpSpPr>
          <p:cNvPr id="242" name="组合 241">
            <a:extLst>
              <a:ext uri="{FF2B5EF4-FFF2-40B4-BE49-F238E27FC236}">
                <a16:creationId xmlns:a16="http://schemas.microsoft.com/office/drawing/2014/main" id="{16FB0C86-7CB4-47D2-A9BD-EF9072F87358}"/>
              </a:ext>
            </a:extLst>
          </p:cNvPr>
          <p:cNvGrpSpPr/>
          <p:nvPr/>
        </p:nvGrpSpPr>
        <p:grpSpPr>
          <a:xfrm>
            <a:off x="1651624" y="3476854"/>
            <a:ext cx="1605191" cy="552691"/>
            <a:chOff x="496810" y="3488604"/>
            <a:chExt cx="1605191" cy="552691"/>
          </a:xfrm>
        </p:grpSpPr>
        <p:cxnSp>
          <p:nvCxnSpPr>
            <p:cNvPr id="243" name="直接连接符 242">
              <a:extLst>
                <a:ext uri="{FF2B5EF4-FFF2-40B4-BE49-F238E27FC236}">
                  <a16:creationId xmlns:a16="http://schemas.microsoft.com/office/drawing/2014/main" id="{6550C779-0EF6-4BEB-9925-74FF8E7ED0D4}"/>
                </a:ext>
              </a:extLst>
            </p:cNvPr>
            <p:cNvCxnSpPr>
              <a:cxnSpLocks/>
              <a:endCxn id="94" idx="0"/>
            </p:cNvCxnSpPr>
            <p:nvPr/>
          </p:nvCxnSpPr>
          <p:spPr>
            <a:xfrm>
              <a:off x="1348479" y="3488604"/>
              <a:ext cx="753522" cy="425424"/>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44" name="直接连接符 243">
              <a:extLst>
                <a:ext uri="{FF2B5EF4-FFF2-40B4-BE49-F238E27FC236}">
                  <a16:creationId xmlns:a16="http://schemas.microsoft.com/office/drawing/2014/main" id="{99065177-2217-4BF3-84AC-08C181448486}"/>
                </a:ext>
              </a:extLst>
            </p:cNvPr>
            <p:cNvCxnSpPr>
              <a:cxnSpLocks/>
            </p:cNvCxnSpPr>
            <p:nvPr/>
          </p:nvCxnSpPr>
          <p:spPr>
            <a:xfrm flipH="1">
              <a:off x="496810" y="3648327"/>
              <a:ext cx="696294" cy="392968"/>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246" name="组合 245">
            <a:extLst>
              <a:ext uri="{FF2B5EF4-FFF2-40B4-BE49-F238E27FC236}">
                <a16:creationId xmlns:a16="http://schemas.microsoft.com/office/drawing/2014/main" id="{80D7AF33-B7D8-46CB-90DA-7F7B290A4677}"/>
              </a:ext>
            </a:extLst>
          </p:cNvPr>
          <p:cNvGrpSpPr/>
          <p:nvPr/>
        </p:nvGrpSpPr>
        <p:grpSpPr>
          <a:xfrm>
            <a:off x="2475768" y="3527610"/>
            <a:ext cx="785244" cy="419434"/>
            <a:chOff x="1270165" y="3628400"/>
            <a:chExt cx="785244" cy="419434"/>
          </a:xfrm>
        </p:grpSpPr>
        <p:cxnSp>
          <p:nvCxnSpPr>
            <p:cNvPr id="247" name="直接连接符 246">
              <a:extLst>
                <a:ext uri="{FF2B5EF4-FFF2-40B4-BE49-F238E27FC236}">
                  <a16:creationId xmlns:a16="http://schemas.microsoft.com/office/drawing/2014/main" id="{546C19A5-B22B-4815-844D-45EE2C6663D5}"/>
                </a:ext>
              </a:extLst>
            </p:cNvPr>
            <p:cNvCxnSpPr>
              <a:cxnSpLocks/>
            </p:cNvCxnSpPr>
            <p:nvPr/>
          </p:nvCxnSpPr>
          <p:spPr>
            <a:xfrm>
              <a:off x="1736881" y="3631623"/>
              <a:ext cx="318528" cy="416211"/>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48" name="直接连接符 247">
              <a:extLst>
                <a:ext uri="{FF2B5EF4-FFF2-40B4-BE49-F238E27FC236}">
                  <a16:creationId xmlns:a16="http://schemas.microsoft.com/office/drawing/2014/main" id="{4D7FF7F2-0EED-4E0E-8807-CFF85BB9A11A}"/>
                </a:ext>
              </a:extLst>
            </p:cNvPr>
            <p:cNvCxnSpPr>
              <a:cxnSpLocks/>
            </p:cNvCxnSpPr>
            <p:nvPr/>
          </p:nvCxnSpPr>
          <p:spPr>
            <a:xfrm flipH="1">
              <a:off x="1270165" y="3628400"/>
              <a:ext cx="354475" cy="407459"/>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249" name="文本框 248">
            <a:extLst>
              <a:ext uri="{FF2B5EF4-FFF2-40B4-BE49-F238E27FC236}">
                <a16:creationId xmlns:a16="http://schemas.microsoft.com/office/drawing/2014/main" id="{BD41617E-E91D-40C8-BF60-417B3067CEEB}"/>
              </a:ext>
            </a:extLst>
          </p:cNvPr>
          <p:cNvSpPr txBox="1"/>
          <p:nvPr/>
        </p:nvSpPr>
        <p:spPr>
          <a:xfrm flipH="1">
            <a:off x="2773472" y="3234986"/>
            <a:ext cx="242674" cy="369332"/>
          </a:xfrm>
          <a:prstGeom prst="rect">
            <a:avLst/>
          </a:prstGeom>
          <a:noFill/>
        </p:spPr>
        <p:txBody>
          <a:bodyPr wrap="square" lIns="0" tIns="0" rIns="0" bIns="0" rtlCol="0" anchor="ctr" anchorCtr="1">
            <a:spAutoFit/>
          </a:bodyPr>
          <a:lstStyle/>
          <a:p>
            <a:r>
              <a:rPr lang="zh-CN" altLang="en-US" sz="2400" b="1" dirty="0">
                <a:solidFill>
                  <a:srgbClr val="C00000"/>
                </a:solidFill>
                <a:latin typeface="等线" panose="02010600030101010101" pitchFamily="2" charset="-122"/>
                <a:ea typeface="等线" panose="02010600030101010101" pitchFamily="2" charset="-122"/>
              </a:rPr>
              <a:t>≤</a:t>
            </a:r>
            <a:endParaRPr lang="zh-CN" altLang="en-US" sz="2400" b="1" dirty="0">
              <a:solidFill>
                <a:srgbClr val="C00000"/>
              </a:solidFill>
            </a:endParaRPr>
          </a:p>
        </p:txBody>
      </p:sp>
      <p:grpSp>
        <p:nvGrpSpPr>
          <p:cNvPr id="250" name="组合 249">
            <a:extLst>
              <a:ext uri="{FF2B5EF4-FFF2-40B4-BE49-F238E27FC236}">
                <a16:creationId xmlns:a16="http://schemas.microsoft.com/office/drawing/2014/main" id="{06B3CE5F-8612-42AF-B785-EE4589DA5E14}"/>
              </a:ext>
            </a:extLst>
          </p:cNvPr>
          <p:cNvGrpSpPr/>
          <p:nvPr/>
        </p:nvGrpSpPr>
        <p:grpSpPr>
          <a:xfrm>
            <a:off x="2870601" y="3534363"/>
            <a:ext cx="383377" cy="404424"/>
            <a:chOff x="1672032" y="3643410"/>
            <a:chExt cx="383377" cy="404424"/>
          </a:xfrm>
        </p:grpSpPr>
        <p:cxnSp>
          <p:nvCxnSpPr>
            <p:cNvPr id="251" name="直接连接符 250">
              <a:extLst>
                <a:ext uri="{FF2B5EF4-FFF2-40B4-BE49-F238E27FC236}">
                  <a16:creationId xmlns:a16="http://schemas.microsoft.com/office/drawing/2014/main" id="{748EB8CF-12C1-4E87-A097-6845A6A5BFB0}"/>
                </a:ext>
              </a:extLst>
            </p:cNvPr>
            <p:cNvCxnSpPr>
              <a:cxnSpLocks/>
            </p:cNvCxnSpPr>
            <p:nvPr/>
          </p:nvCxnSpPr>
          <p:spPr>
            <a:xfrm>
              <a:off x="1887515" y="3643411"/>
              <a:ext cx="167894" cy="404423"/>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52" name="直接连接符 251">
              <a:extLst>
                <a:ext uri="{FF2B5EF4-FFF2-40B4-BE49-F238E27FC236}">
                  <a16:creationId xmlns:a16="http://schemas.microsoft.com/office/drawing/2014/main" id="{2679EA7B-FB6D-49A7-8511-2D2638C5DA93}"/>
                </a:ext>
              </a:extLst>
            </p:cNvPr>
            <p:cNvCxnSpPr>
              <a:cxnSpLocks/>
            </p:cNvCxnSpPr>
            <p:nvPr/>
          </p:nvCxnSpPr>
          <p:spPr>
            <a:xfrm flipH="1">
              <a:off x="1672032" y="3643410"/>
              <a:ext cx="127274" cy="393773"/>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253" name="组合 252">
            <a:extLst>
              <a:ext uri="{FF2B5EF4-FFF2-40B4-BE49-F238E27FC236}">
                <a16:creationId xmlns:a16="http://schemas.microsoft.com/office/drawing/2014/main" id="{DA90D7E6-236D-469E-9331-045CCF49B933}"/>
              </a:ext>
            </a:extLst>
          </p:cNvPr>
          <p:cNvGrpSpPr/>
          <p:nvPr/>
        </p:nvGrpSpPr>
        <p:grpSpPr>
          <a:xfrm>
            <a:off x="2923046" y="3205324"/>
            <a:ext cx="242674" cy="369332"/>
            <a:chOff x="6679930" y="476961"/>
            <a:chExt cx="242674" cy="369332"/>
          </a:xfrm>
        </p:grpSpPr>
        <p:sp>
          <p:nvSpPr>
            <p:cNvPr id="254" name="文本框 253">
              <a:extLst>
                <a:ext uri="{FF2B5EF4-FFF2-40B4-BE49-F238E27FC236}">
                  <a16:creationId xmlns:a16="http://schemas.microsoft.com/office/drawing/2014/main" id="{3840CB46-64B2-4A73-A6DD-DF80B553317A}"/>
                </a:ext>
              </a:extLst>
            </p:cNvPr>
            <p:cNvSpPr txBox="1"/>
            <p:nvPr/>
          </p:nvSpPr>
          <p:spPr>
            <a:xfrm flipH="1">
              <a:off x="6679930" y="476961"/>
              <a:ext cx="242674" cy="369332"/>
            </a:xfrm>
            <a:prstGeom prst="rect">
              <a:avLst/>
            </a:prstGeom>
            <a:noFill/>
          </p:spPr>
          <p:txBody>
            <a:bodyPr wrap="square" lIns="0" tIns="0" rIns="0" bIns="0" rtlCol="0" anchor="ctr" anchorCtr="1">
              <a:spAutoFit/>
            </a:bodyPr>
            <a:lstStyle/>
            <a:p>
              <a:r>
                <a:rPr lang="zh-CN" altLang="en-US" sz="2400" b="1" dirty="0">
                  <a:solidFill>
                    <a:srgbClr val="C00000"/>
                  </a:solidFill>
                  <a:latin typeface="等线" panose="02010600030101010101" pitchFamily="2" charset="-122"/>
                  <a:ea typeface="等线" panose="02010600030101010101" pitchFamily="2" charset="-122"/>
                </a:rPr>
                <a:t>≤</a:t>
              </a:r>
              <a:endParaRPr lang="zh-CN" altLang="en-US" sz="2400" b="1" dirty="0">
                <a:solidFill>
                  <a:srgbClr val="C00000"/>
                </a:solidFill>
              </a:endParaRPr>
            </a:p>
          </p:txBody>
        </p:sp>
        <p:cxnSp>
          <p:nvCxnSpPr>
            <p:cNvPr id="255" name="直接连接符 254">
              <a:extLst>
                <a:ext uri="{FF2B5EF4-FFF2-40B4-BE49-F238E27FC236}">
                  <a16:creationId xmlns:a16="http://schemas.microsoft.com/office/drawing/2014/main" id="{8660D19F-566A-4A53-B1B1-3BEE8BF4ECDB}"/>
                </a:ext>
              </a:extLst>
            </p:cNvPr>
            <p:cNvCxnSpPr>
              <a:stCxn id="254" idx="0"/>
              <a:endCxn id="254" idx="2"/>
            </p:cNvCxnSpPr>
            <p:nvPr/>
          </p:nvCxnSpPr>
          <p:spPr>
            <a:xfrm>
              <a:off x="6801267" y="476961"/>
              <a:ext cx="0" cy="369332"/>
            </a:xfrm>
            <a:prstGeom prst="line">
              <a:avLst/>
            </a:prstGeom>
            <a:ln w="28575"/>
          </p:spPr>
          <p:style>
            <a:lnRef idx="1">
              <a:schemeClr val="accent1"/>
            </a:lnRef>
            <a:fillRef idx="0">
              <a:schemeClr val="accent1"/>
            </a:fillRef>
            <a:effectRef idx="0">
              <a:schemeClr val="accent1"/>
            </a:effectRef>
            <a:fontRef idx="minor">
              <a:schemeClr val="tx1"/>
            </a:fontRef>
          </p:style>
        </p:cxnSp>
      </p:grpSp>
      <p:grpSp>
        <p:nvGrpSpPr>
          <p:cNvPr id="260" name="组合 259">
            <a:extLst>
              <a:ext uri="{FF2B5EF4-FFF2-40B4-BE49-F238E27FC236}">
                <a16:creationId xmlns:a16="http://schemas.microsoft.com/office/drawing/2014/main" id="{AE2EDB9D-3BD0-4E6A-BCC1-5E447F42CB78}"/>
              </a:ext>
            </a:extLst>
          </p:cNvPr>
          <p:cNvGrpSpPr/>
          <p:nvPr/>
        </p:nvGrpSpPr>
        <p:grpSpPr>
          <a:xfrm>
            <a:off x="2081381" y="3501770"/>
            <a:ext cx="1605191" cy="425424"/>
            <a:chOff x="496810" y="3632140"/>
            <a:chExt cx="1605191" cy="425424"/>
          </a:xfrm>
        </p:grpSpPr>
        <p:cxnSp>
          <p:nvCxnSpPr>
            <p:cNvPr id="261" name="直接连接符 260">
              <a:extLst>
                <a:ext uri="{FF2B5EF4-FFF2-40B4-BE49-F238E27FC236}">
                  <a16:creationId xmlns:a16="http://schemas.microsoft.com/office/drawing/2014/main" id="{4F67C6A1-5E7E-4E23-B85E-06F09AE52F21}"/>
                </a:ext>
              </a:extLst>
            </p:cNvPr>
            <p:cNvCxnSpPr>
              <a:cxnSpLocks/>
            </p:cNvCxnSpPr>
            <p:nvPr/>
          </p:nvCxnSpPr>
          <p:spPr>
            <a:xfrm>
              <a:off x="1348479" y="3632140"/>
              <a:ext cx="753522" cy="425424"/>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2" name="直接连接符 261">
              <a:extLst>
                <a:ext uri="{FF2B5EF4-FFF2-40B4-BE49-F238E27FC236}">
                  <a16:creationId xmlns:a16="http://schemas.microsoft.com/office/drawing/2014/main" id="{82334733-112A-4106-9CC5-BABA736EA294}"/>
                </a:ext>
              </a:extLst>
            </p:cNvPr>
            <p:cNvCxnSpPr>
              <a:cxnSpLocks/>
            </p:cNvCxnSpPr>
            <p:nvPr/>
          </p:nvCxnSpPr>
          <p:spPr>
            <a:xfrm flipH="1">
              <a:off x="496810" y="3648327"/>
              <a:ext cx="696294" cy="392968"/>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263" name="组合 262">
            <a:extLst>
              <a:ext uri="{FF2B5EF4-FFF2-40B4-BE49-F238E27FC236}">
                <a16:creationId xmlns:a16="http://schemas.microsoft.com/office/drawing/2014/main" id="{D21C3C5D-450C-447A-AC30-82A7AB848684}"/>
              </a:ext>
            </a:extLst>
          </p:cNvPr>
          <p:cNvGrpSpPr/>
          <p:nvPr/>
        </p:nvGrpSpPr>
        <p:grpSpPr>
          <a:xfrm>
            <a:off x="2759676" y="3181541"/>
            <a:ext cx="242674" cy="369332"/>
            <a:chOff x="6679930" y="476961"/>
            <a:chExt cx="242674" cy="369332"/>
          </a:xfrm>
        </p:grpSpPr>
        <p:sp>
          <p:nvSpPr>
            <p:cNvPr id="264" name="文本框 263">
              <a:extLst>
                <a:ext uri="{FF2B5EF4-FFF2-40B4-BE49-F238E27FC236}">
                  <a16:creationId xmlns:a16="http://schemas.microsoft.com/office/drawing/2014/main" id="{460B2BC6-A9CE-42C2-B183-FD8CE14439D5}"/>
                </a:ext>
              </a:extLst>
            </p:cNvPr>
            <p:cNvSpPr txBox="1"/>
            <p:nvPr/>
          </p:nvSpPr>
          <p:spPr>
            <a:xfrm flipH="1">
              <a:off x="6679930" y="476961"/>
              <a:ext cx="242674" cy="369332"/>
            </a:xfrm>
            <a:prstGeom prst="rect">
              <a:avLst/>
            </a:prstGeom>
            <a:noFill/>
          </p:spPr>
          <p:txBody>
            <a:bodyPr wrap="square" lIns="0" tIns="0" rIns="0" bIns="0" rtlCol="0" anchor="ctr" anchorCtr="1">
              <a:spAutoFit/>
            </a:bodyPr>
            <a:lstStyle/>
            <a:p>
              <a:r>
                <a:rPr lang="zh-CN" altLang="en-US" sz="2400" b="1" dirty="0">
                  <a:solidFill>
                    <a:srgbClr val="C00000"/>
                  </a:solidFill>
                  <a:latin typeface="等线" panose="02010600030101010101" pitchFamily="2" charset="-122"/>
                  <a:ea typeface="等线" panose="02010600030101010101" pitchFamily="2" charset="-122"/>
                </a:rPr>
                <a:t>≤</a:t>
              </a:r>
              <a:endParaRPr lang="zh-CN" altLang="en-US" sz="2400" b="1" dirty="0">
                <a:solidFill>
                  <a:srgbClr val="C00000"/>
                </a:solidFill>
              </a:endParaRPr>
            </a:p>
          </p:txBody>
        </p:sp>
        <p:cxnSp>
          <p:nvCxnSpPr>
            <p:cNvPr id="265" name="直接连接符 264">
              <a:extLst>
                <a:ext uri="{FF2B5EF4-FFF2-40B4-BE49-F238E27FC236}">
                  <a16:creationId xmlns:a16="http://schemas.microsoft.com/office/drawing/2014/main" id="{8A9B00CA-33E7-414D-AB6E-04A4BCADCE24}"/>
                </a:ext>
              </a:extLst>
            </p:cNvPr>
            <p:cNvCxnSpPr>
              <a:stCxn id="264" idx="0"/>
              <a:endCxn id="264" idx="2"/>
            </p:cNvCxnSpPr>
            <p:nvPr/>
          </p:nvCxnSpPr>
          <p:spPr>
            <a:xfrm>
              <a:off x="6801267" y="476961"/>
              <a:ext cx="0" cy="369332"/>
            </a:xfrm>
            <a:prstGeom prst="line">
              <a:avLst/>
            </a:prstGeom>
            <a:ln w="28575"/>
          </p:spPr>
          <p:style>
            <a:lnRef idx="1">
              <a:schemeClr val="accent1"/>
            </a:lnRef>
            <a:fillRef idx="0">
              <a:schemeClr val="accent1"/>
            </a:fillRef>
            <a:effectRef idx="0">
              <a:schemeClr val="accent1"/>
            </a:effectRef>
            <a:fontRef idx="minor">
              <a:schemeClr val="tx1"/>
            </a:fontRef>
          </p:style>
        </p:cxnSp>
      </p:grpSp>
      <p:grpSp>
        <p:nvGrpSpPr>
          <p:cNvPr id="270" name="组合 269">
            <a:extLst>
              <a:ext uri="{FF2B5EF4-FFF2-40B4-BE49-F238E27FC236}">
                <a16:creationId xmlns:a16="http://schemas.microsoft.com/office/drawing/2014/main" id="{7031CF0A-F882-4BF9-AC81-9C7CCCD130E9}"/>
              </a:ext>
            </a:extLst>
          </p:cNvPr>
          <p:cNvGrpSpPr/>
          <p:nvPr/>
        </p:nvGrpSpPr>
        <p:grpSpPr>
          <a:xfrm>
            <a:off x="3683994" y="3526112"/>
            <a:ext cx="383377" cy="404424"/>
            <a:chOff x="1672032" y="3643410"/>
            <a:chExt cx="383377" cy="404424"/>
          </a:xfrm>
        </p:grpSpPr>
        <p:cxnSp>
          <p:nvCxnSpPr>
            <p:cNvPr id="271" name="直接连接符 270">
              <a:extLst>
                <a:ext uri="{FF2B5EF4-FFF2-40B4-BE49-F238E27FC236}">
                  <a16:creationId xmlns:a16="http://schemas.microsoft.com/office/drawing/2014/main" id="{D9F900CE-18FF-4EAC-99A6-0619C945EA98}"/>
                </a:ext>
              </a:extLst>
            </p:cNvPr>
            <p:cNvCxnSpPr>
              <a:cxnSpLocks/>
            </p:cNvCxnSpPr>
            <p:nvPr/>
          </p:nvCxnSpPr>
          <p:spPr>
            <a:xfrm>
              <a:off x="1887515" y="3643411"/>
              <a:ext cx="167894" cy="404423"/>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72" name="直接连接符 271">
              <a:extLst>
                <a:ext uri="{FF2B5EF4-FFF2-40B4-BE49-F238E27FC236}">
                  <a16:creationId xmlns:a16="http://schemas.microsoft.com/office/drawing/2014/main" id="{1C67FBD1-C6CF-49C1-9ABF-D8D16694AE87}"/>
                </a:ext>
              </a:extLst>
            </p:cNvPr>
            <p:cNvCxnSpPr>
              <a:cxnSpLocks/>
            </p:cNvCxnSpPr>
            <p:nvPr/>
          </p:nvCxnSpPr>
          <p:spPr>
            <a:xfrm flipH="1">
              <a:off x="1672032" y="3643410"/>
              <a:ext cx="127274" cy="393773"/>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273" name="文本框 272">
            <a:extLst>
              <a:ext uri="{FF2B5EF4-FFF2-40B4-BE49-F238E27FC236}">
                <a16:creationId xmlns:a16="http://schemas.microsoft.com/office/drawing/2014/main" id="{87CC7AF4-AAE3-42FB-8D44-4BFD034018D4}"/>
              </a:ext>
            </a:extLst>
          </p:cNvPr>
          <p:cNvSpPr txBox="1"/>
          <p:nvPr/>
        </p:nvSpPr>
        <p:spPr>
          <a:xfrm flipH="1">
            <a:off x="3739731" y="3228245"/>
            <a:ext cx="242674" cy="369332"/>
          </a:xfrm>
          <a:prstGeom prst="rect">
            <a:avLst/>
          </a:prstGeom>
          <a:noFill/>
        </p:spPr>
        <p:txBody>
          <a:bodyPr wrap="square" lIns="0" tIns="0" rIns="0" bIns="0" rtlCol="0" anchor="ctr" anchorCtr="1">
            <a:spAutoFit/>
          </a:bodyPr>
          <a:lstStyle/>
          <a:p>
            <a:r>
              <a:rPr lang="zh-CN" altLang="en-US" sz="2400" b="1" dirty="0">
                <a:solidFill>
                  <a:srgbClr val="C00000"/>
                </a:solidFill>
                <a:latin typeface="等线" panose="02010600030101010101" pitchFamily="2" charset="-122"/>
                <a:ea typeface="等线" panose="02010600030101010101" pitchFamily="2" charset="-122"/>
              </a:rPr>
              <a:t>≤</a:t>
            </a:r>
            <a:endParaRPr lang="zh-CN" altLang="en-US" sz="2400" b="1" dirty="0">
              <a:solidFill>
                <a:srgbClr val="C00000"/>
              </a:solidFill>
            </a:endParaRPr>
          </a:p>
        </p:txBody>
      </p:sp>
      <p:grpSp>
        <p:nvGrpSpPr>
          <p:cNvPr id="274" name="组合 273">
            <a:extLst>
              <a:ext uri="{FF2B5EF4-FFF2-40B4-BE49-F238E27FC236}">
                <a16:creationId xmlns:a16="http://schemas.microsoft.com/office/drawing/2014/main" id="{DB60E385-FDDF-4DFD-A90A-6752190A3A10}"/>
              </a:ext>
            </a:extLst>
          </p:cNvPr>
          <p:cNvGrpSpPr/>
          <p:nvPr/>
        </p:nvGrpSpPr>
        <p:grpSpPr>
          <a:xfrm>
            <a:off x="2067570" y="3495672"/>
            <a:ext cx="1976066" cy="442509"/>
            <a:chOff x="125935" y="3617658"/>
            <a:chExt cx="1976066" cy="442509"/>
          </a:xfrm>
        </p:grpSpPr>
        <p:cxnSp>
          <p:nvCxnSpPr>
            <p:cNvPr id="275" name="直接连接符 274">
              <a:extLst>
                <a:ext uri="{FF2B5EF4-FFF2-40B4-BE49-F238E27FC236}">
                  <a16:creationId xmlns:a16="http://schemas.microsoft.com/office/drawing/2014/main" id="{0369BD12-776A-4583-A2F5-EA41E0A8F054}"/>
                </a:ext>
              </a:extLst>
            </p:cNvPr>
            <p:cNvCxnSpPr>
              <a:cxnSpLocks/>
            </p:cNvCxnSpPr>
            <p:nvPr/>
          </p:nvCxnSpPr>
          <p:spPr>
            <a:xfrm>
              <a:off x="1176542" y="3617658"/>
              <a:ext cx="925459" cy="439906"/>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76" name="直接连接符 275">
              <a:extLst>
                <a:ext uri="{FF2B5EF4-FFF2-40B4-BE49-F238E27FC236}">
                  <a16:creationId xmlns:a16="http://schemas.microsoft.com/office/drawing/2014/main" id="{B22DD474-1F96-41D3-8D1D-8F30937F701C}"/>
                </a:ext>
              </a:extLst>
            </p:cNvPr>
            <p:cNvCxnSpPr>
              <a:cxnSpLocks/>
            </p:cNvCxnSpPr>
            <p:nvPr/>
          </p:nvCxnSpPr>
          <p:spPr>
            <a:xfrm flipH="1">
              <a:off x="125935" y="3625136"/>
              <a:ext cx="931824" cy="435031"/>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279" name="组合 278">
            <a:extLst>
              <a:ext uri="{FF2B5EF4-FFF2-40B4-BE49-F238E27FC236}">
                <a16:creationId xmlns:a16="http://schemas.microsoft.com/office/drawing/2014/main" id="{3361DFC0-8CD3-471A-958C-FD69F17B209D}"/>
              </a:ext>
            </a:extLst>
          </p:cNvPr>
          <p:cNvGrpSpPr/>
          <p:nvPr/>
        </p:nvGrpSpPr>
        <p:grpSpPr>
          <a:xfrm>
            <a:off x="3681990" y="3511892"/>
            <a:ext cx="785244" cy="419434"/>
            <a:chOff x="1270165" y="3628400"/>
            <a:chExt cx="785244" cy="419434"/>
          </a:xfrm>
        </p:grpSpPr>
        <p:cxnSp>
          <p:nvCxnSpPr>
            <p:cNvPr id="280" name="直接连接符 279">
              <a:extLst>
                <a:ext uri="{FF2B5EF4-FFF2-40B4-BE49-F238E27FC236}">
                  <a16:creationId xmlns:a16="http://schemas.microsoft.com/office/drawing/2014/main" id="{E1AC0E91-E852-4141-BA41-18AB7CAFCA6B}"/>
                </a:ext>
              </a:extLst>
            </p:cNvPr>
            <p:cNvCxnSpPr>
              <a:cxnSpLocks/>
            </p:cNvCxnSpPr>
            <p:nvPr/>
          </p:nvCxnSpPr>
          <p:spPr>
            <a:xfrm>
              <a:off x="1736881" y="3631623"/>
              <a:ext cx="318528" cy="416211"/>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81" name="直接连接符 280">
              <a:extLst>
                <a:ext uri="{FF2B5EF4-FFF2-40B4-BE49-F238E27FC236}">
                  <a16:creationId xmlns:a16="http://schemas.microsoft.com/office/drawing/2014/main" id="{80C02DC5-5540-4609-968F-30AB5CF61079}"/>
                </a:ext>
              </a:extLst>
            </p:cNvPr>
            <p:cNvCxnSpPr>
              <a:cxnSpLocks/>
            </p:cNvCxnSpPr>
            <p:nvPr/>
          </p:nvCxnSpPr>
          <p:spPr>
            <a:xfrm flipH="1">
              <a:off x="1270165" y="3628400"/>
              <a:ext cx="354475" cy="407459"/>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282" name="文本框 281">
            <a:extLst>
              <a:ext uri="{FF2B5EF4-FFF2-40B4-BE49-F238E27FC236}">
                <a16:creationId xmlns:a16="http://schemas.microsoft.com/office/drawing/2014/main" id="{65F4ED9F-F7B7-421D-8F89-AB6BEEB3FA1C}"/>
              </a:ext>
            </a:extLst>
          </p:cNvPr>
          <p:cNvSpPr txBox="1"/>
          <p:nvPr/>
        </p:nvSpPr>
        <p:spPr>
          <a:xfrm flipH="1">
            <a:off x="3973953" y="3228030"/>
            <a:ext cx="242674" cy="369332"/>
          </a:xfrm>
          <a:prstGeom prst="rect">
            <a:avLst/>
          </a:prstGeom>
          <a:noFill/>
        </p:spPr>
        <p:txBody>
          <a:bodyPr wrap="square" lIns="0" tIns="0" rIns="0" bIns="0" rtlCol="0" anchor="ctr" anchorCtr="1">
            <a:spAutoFit/>
          </a:bodyPr>
          <a:lstStyle/>
          <a:p>
            <a:r>
              <a:rPr lang="zh-CN" altLang="en-US" sz="2400" b="1" dirty="0">
                <a:solidFill>
                  <a:srgbClr val="C00000"/>
                </a:solidFill>
                <a:latin typeface="等线" panose="02010600030101010101" pitchFamily="2" charset="-122"/>
                <a:ea typeface="等线" panose="02010600030101010101" pitchFamily="2" charset="-122"/>
              </a:rPr>
              <a:t>≤</a:t>
            </a:r>
            <a:endParaRPr lang="zh-CN" altLang="en-US" sz="2400" b="1" dirty="0">
              <a:solidFill>
                <a:srgbClr val="C00000"/>
              </a:solidFill>
            </a:endParaRPr>
          </a:p>
        </p:txBody>
      </p:sp>
      <p:grpSp>
        <p:nvGrpSpPr>
          <p:cNvPr id="283" name="组合 282">
            <a:extLst>
              <a:ext uri="{FF2B5EF4-FFF2-40B4-BE49-F238E27FC236}">
                <a16:creationId xmlns:a16="http://schemas.microsoft.com/office/drawing/2014/main" id="{B4103DB9-53DC-410C-90C0-878DCF401C21}"/>
              </a:ext>
            </a:extLst>
          </p:cNvPr>
          <p:cNvGrpSpPr/>
          <p:nvPr/>
        </p:nvGrpSpPr>
        <p:grpSpPr>
          <a:xfrm>
            <a:off x="4069372" y="3495403"/>
            <a:ext cx="383377" cy="404424"/>
            <a:chOff x="1672032" y="3643410"/>
            <a:chExt cx="383377" cy="404424"/>
          </a:xfrm>
        </p:grpSpPr>
        <p:cxnSp>
          <p:nvCxnSpPr>
            <p:cNvPr id="284" name="直接连接符 283">
              <a:extLst>
                <a:ext uri="{FF2B5EF4-FFF2-40B4-BE49-F238E27FC236}">
                  <a16:creationId xmlns:a16="http://schemas.microsoft.com/office/drawing/2014/main" id="{0B82DFC4-A251-48EC-9E0F-1F59D3156A59}"/>
                </a:ext>
              </a:extLst>
            </p:cNvPr>
            <p:cNvCxnSpPr>
              <a:cxnSpLocks/>
            </p:cNvCxnSpPr>
            <p:nvPr/>
          </p:nvCxnSpPr>
          <p:spPr>
            <a:xfrm>
              <a:off x="1887515" y="3643411"/>
              <a:ext cx="167894" cy="404423"/>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85" name="直接连接符 284">
              <a:extLst>
                <a:ext uri="{FF2B5EF4-FFF2-40B4-BE49-F238E27FC236}">
                  <a16:creationId xmlns:a16="http://schemas.microsoft.com/office/drawing/2014/main" id="{C28A82EC-510D-4E20-B2B3-EBBBEC7A5F3C}"/>
                </a:ext>
              </a:extLst>
            </p:cNvPr>
            <p:cNvCxnSpPr>
              <a:cxnSpLocks/>
            </p:cNvCxnSpPr>
            <p:nvPr/>
          </p:nvCxnSpPr>
          <p:spPr>
            <a:xfrm flipH="1">
              <a:off x="1672032" y="3643410"/>
              <a:ext cx="127274" cy="393773"/>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286" name="文本框 285">
            <a:extLst>
              <a:ext uri="{FF2B5EF4-FFF2-40B4-BE49-F238E27FC236}">
                <a16:creationId xmlns:a16="http://schemas.microsoft.com/office/drawing/2014/main" id="{F7CFA480-F7E8-4DF1-BF52-14C3D264122E}"/>
              </a:ext>
            </a:extLst>
          </p:cNvPr>
          <p:cNvSpPr txBox="1"/>
          <p:nvPr/>
        </p:nvSpPr>
        <p:spPr>
          <a:xfrm flipH="1">
            <a:off x="4138001" y="3224353"/>
            <a:ext cx="242674" cy="369332"/>
          </a:xfrm>
          <a:prstGeom prst="rect">
            <a:avLst/>
          </a:prstGeom>
          <a:noFill/>
        </p:spPr>
        <p:txBody>
          <a:bodyPr wrap="square" lIns="0" tIns="0" rIns="0" bIns="0" rtlCol="0" anchor="ctr" anchorCtr="1">
            <a:spAutoFit/>
          </a:bodyPr>
          <a:lstStyle/>
          <a:p>
            <a:r>
              <a:rPr lang="zh-CN" altLang="en-US" sz="2400" b="1" dirty="0">
                <a:solidFill>
                  <a:srgbClr val="C00000"/>
                </a:solidFill>
                <a:latin typeface="等线" panose="02010600030101010101" pitchFamily="2" charset="-122"/>
                <a:ea typeface="等线" panose="02010600030101010101" pitchFamily="2" charset="-122"/>
              </a:rPr>
              <a:t>≤</a:t>
            </a:r>
            <a:endParaRPr lang="zh-CN" altLang="en-US" sz="2400" b="1" dirty="0">
              <a:solidFill>
                <a:srgbClr val="C00000"/>
              </a:solidFill>
            </a:endParaRPr>
          </a:p>
        </p:txBody>
      </p:sp>
      <p:grpSp>
        <p:nvGrpSpPr>
          <p:cNvPr id="287" name="组合 286">
            <a:extLst>
              <a:ext uri="{FF2B5EF4-FFF2-40B4-BE49-F238E27FC236}">
                <a16:creationId xmlns:a16="http://schemas.microsoft.com/office/drawing/2014/main" id="{43CC86EB-2995-4633-B68F-7C6EF55F2065}"/>
              </a:ext>
            </a:extLst>
          </p:cNvPr>
          <p:cNvGrpSpPr/>
          <p:nvPr/>
        </p:nvGrpSpPr>
        <p:grpSpPr>
          <a:xfrm>
            <a:off x="2074405" y="3505597"/>
            <a:ext cx="2353417" cy="425468"/>
            <a:chOff x="-251416" y="3632096"/>
            <a:chExt cx="2353417" cy="425468"/>
          </a:xfrm>
        </p:grpSpPr>
        <p:cxnSp>
          <p:nvCxnSpPr>
            <p:cNvPr id="288" name="直接连接符 287">
              <a:extLst>
                <a:ext uri="{FF2B5EF4-FFF2-40B4-BE49-F238E27FC236}">
                  <a16:creationId xmlns:a16="http://schemas.microsoft.com/office/drawing/2014/main" id="{9928F0D5-1F3F-4687-B133-D02A3CF4F247}"/>
                </a:ext>
              </a:extLst>
            </p:cNvPr>
            <p:cNvCxnSpPr>
              <a:cxnSpLocks/>
            </p:cNvCxnSpPr>
            <p:nvPr/>
          </p:nvCxnSpPr>
          <p:spPr>
            <a:xfrm>
              <a:off x="987845" y="3632096"/>
              <a:ext cx="1114156" cy="425468"/>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89" name="直接连接符 288">
              <a:extLst>
                <a:ext uri="{FF2B5EF4-FFF2-40B4-BE49-F238E27FC236}">
                  <a16:creationId xmlns:a16="http://schemas.microsoft.com/office/drawing/2014/main" id="{AB7E19A5-B899-40FB-87FB-D9A54FCE2D80}"/>
                </a:ext>
              </a:extLst>
            </p:cNvPr>
            <p:cNvCxnSpPr>
              <a:cxnSpLocks/>
            </p:cNvCxnSpPr>
            <p:nvPr/>
          </p:nvCxnSpPr>
          <p:spPr>
            <a:xfrm flipH="1">
              <a:off x="-251416" y="3632132"/>
              <a:ext cx="1092961" cy="421722"/>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292" name="文本框 291">
            <a:extLst>
              <a:ext uri="{FF2B5EF4-FFF2-40B4-BE49-F238E27FC236}">
                <a16:creationId xmlns:a16="http://schemas.microsoft.com/office/drawing/2014/main" id="{D816650B-DAA9-47BE-9698-BE46BA913D5D}"/>
              </a:ext>
            </a:extLst>
          </p:cNvPr>
          <p:cNvSpPr txBox="1"/>
          <p:nvPr/>
        </p:nvSpPr>
        <p:spPr>
          <a:xfrm flipH="1">
            <a:off x="3090571" y="3211051"/>
            <a:ext cx="242674" cy="369332"/>
          </a:xfrm>
          <a:prstGeom prst="rect">
            <a:avLst/>
          </a:prstGeom>
          <a:noFill/>
        </p:spPr>
        <p:txBody>
          <a:bodyPr wrap="square" lIns="0" tIns="0" rIns="0" bIns="0" rtlCol="0" anchor="ctr" anchorCtr="1">
            <a:spAutoFit/>
          </a:bodyPr>
          <a:lstStyle/>
          <a:p>
            <a:r>
              <a:rPr lang="zh-CN" altLang="en-US" sz="2400" b="1" dirty="0">
                <a:solidFill>
                  <a:srgbClr val="C00000"/>
                </a:solidFill>
                <a:latin typeface="等线" panose="02010600030101010101" pitchFamily="2" charset="-122"/>
                <a:ea typeface="等线" panose="02010600030101010101" pitchFamily="2" charset="-122"/>
              </a:rPr>
              <a:t>≤</a:t>
            </a:r>
            <a:endParaRPr lang="zh-CN" altLang="en-US" sz="2400" b="1" dirty="0">
              <a:solidFill>
                <a:srgbClr val="C00000"/>
              </a:solidFill>
            </a:endParaRPr>
          </a:p>
        </p:txBody>
      </p:sp>
      <p:grpSp>
        <p:nvGrpSpPr>
          <p:cNvPr id="293" name="组合 292">
            <a:extLst>
              <a:ext uri="{FF2B5EF4-FFF2-40B4-BE49-F238E27FC236}">
                <a16:creationId xmlns:a16="http://schemas.microsoft.com/office/drawing/2014/main" id="{6FC2EE2F-9465-4DB2-A990-102E1EABDF5D}"/>
              </a:ext>
            </a:extLst>
          </p:cNvPr>
          <p:cNvGrpSpPr/>
          <p:nvPr/>
        </p:nvGrpSpPr>
        <p:grpSpPr>
          <a:xfrm>
            <a:off x="1656766" y="3493531"/>
            <a:ext cx="2783665" cy="443437"/>
            <a:chOff x="-681664" y="3617448"/>
            <a:chExt cx="2783665" cy="443437"/>
          </a:xfrm>
        </p:grpSpPr>
        <p:cxnSp>
          <p:nvCxnSpPr>
            <p:cNvPr id="294" name="直接连接符 293">
              <a:extLst>
                <a:ext uri="{FF2B5EF4-FFF2-40B4-BE49-F238E27FC236}">
                  <a16:creationId xmlns:a16="http://schemas.microsoft.com/office/drawing/2014/main" id="{75E482E9-5699-43E1-A435-A4A8B3C56ECB}"/>
                </a:ext>
              </a:extLst>
            </p:cNvPr>
            <p:cNvCxnSpPr>
              <a:cxnSpLocks/>
            </p:cNvCxnSpPr>
            <p:nvPr/>
          </p:nvCxnSpPr>
          <p:spPr>
            <a:xfrm>
              <a:off x="742770" y="3617890"/>
              <a:ext cx="1359231" cy="439674"/>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95" name="直接连接符 294">
              <a:extLst>
                <a:ext uri="{FF2B5EF4-FFF2-40B4-BE49-F238E27FC236}">
                  <a16:creationId xmlns:a16="http://schemas.microsoft.com/office/drawing/2014/main" id="{CEC56B2B-5B76-43C5-9495-2EE2026D3BC8}"/>
                </a:ext>
              </a:extLst>
            </p:cNvPr>
            <p:cNvCxnSpPr>
              <a:cxnSpLocks/>
            </p:cNvCxnSpPr>
            <p:nvPr/>
          </p:nvCxnSpPr>
          <p:spPr>
            <a:xfrm flipH="1">
              <a:off x="-681664" y="3617448"/>
              <a:ext cx="1322654" cy="443437"/>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298" name="矩形: 圆角 297">
            <a:extLst>
              <a:ext uri="{FF2B5EF4-FFF2-40B4-BE49-F238E27FC236}">
                <a16:creationId xmlns:a16="http://schemas.microsoft.com/office/drawing/2014/main" id="{B7EDB000-72B1-4379-AED3-74E839D488F0}"/>
              </a:ext>
            </a:extLst>
          </p:cNvPr>
          <p:cNvSpPr/>
          <p:nvPr/>
        </p:nvSpPr>
        <p:spPr>
          <a:xfrm>
            <a:off x="5294963" y="2223570"/>
            <a:ext cx="1621872" cy="264811"/>
          </a:xfrm>
          <a:prstGeom prst="round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6" name="文本框 255">
            <a:extLst>
              <a:ext uri="{FF2B5EF4-FFF2-40B4-BE49-F238E27FC236}">
                <a16:creationId xmlns:a16="http://schemas.microsoft.com/office/drawing/2014/main" id="{793A3A3C-AE07-4362-B20F-D308EBB0727B}"/>
              </a:ext>
            </a:extLst>
          </p:cNvPr>
          <p:cNvSpPr txBox="1"/>
          <p:nvPr/>
        </p:nvSpPr>
        <p:spPr>
          <a:xfrm>
            <a:off x="202230" y="3696760"/>
            <a:ext cx="358737" cy="923330"/>
          </a:xfrm>
          <a:prstGeom prst="rect">
            <a:avLst/>
          </a:prstGeom>
          <a:noFill/>
        </p:spPr>
        <p:txBody>
          <a:bodyPr wrap="square" rtlCol="0">
            <a:spAutoFit/>
          </a:bodyPr>
          <a:lstStyle/>
          <a:p>
            <a:r>
              <a:rPr lang="zh-CN" altLang="en-US" dirty="0"/>
              <a:t>顺序表</a:t>
            </a:r>
          </a:p>
        </p:txBody>
      </p:sp>
    </p:spTree>
    <p:extLst>
      <p:ext uri="{BB962C8B-B14F-4D97-AF65-F5344CB8AC3E}">
        <p14:creationId xmlns:p14="http://schemas.microsoft.com/office/powerpoint/2010/main" val="694069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left)">
                                      <p:cBhvr>
                                        <p:cTn id="11" dur="10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31" presetClass="entr" presetSubtype="0" fill="hold" grpId="0" nodeType="clickEffect">
                                  <p:stCondLst>
                                    <p:cond delay="0"/>
                                  </p:stCondLst>
                                  <p:childTnLst>
                                    <p:set>
                                      <p:cBhvr>
                                        <p:cTn id="15" dur="1" fill="hold">
                                          <p:stCondLst>
                                            <p:cond delay="0"/>
                                          </p:stCondLst>
                                        </p:cTn>
                                        <p:tgtEl>
                                          <p:spTgt spid="180"/>
                                        </p:tgtEl>
                                        <p:attrNameLst>
                                          <p:attrName>style.visibility</p:attrName>
                                        </p:attrNameLst>
                                      </p:cBhvr>
                                      <p:to>
                                        <p:strVal val="visible"/>
                                      </p:to>
                                    </p:set>
                                    <p:anim calcmode="lin" valueType="num">
                                      <p:cBhvr>
                                        <p:cTn id="16" dur="1000" fill="hold"/>
                                        <p:tgtEl>
                                          <p:spTgt spid="180"/>
                                        </p:tgtEl>
                                        <p:attrNameLst>
                                          <p:attrName>ppt_w</p:attrName>
                                        </p:attrNameLst>
                                      </p:cBhvr>
                                      <p:tavLst>
                                        <p:tav tm="0">
                                          <p:val>
                                            <p:fltVal val="0"/>
                                          </p:val>
                                        </p:tav>
                                        <p:tav tm="100000">
                                          <p:val>
                                            <p:strVal val="#ppt_w"/>
                                          </p:val>
                                        </p:tav>
                                      </p:tavLst>
                                    </p:anim>
                                    <p:anim calcmode="lin" valueType="num">
                                      <p:cBhvr>
                                        <p:cTn id="17" dur="1000" fill="hold"/>
                                        <p:tgtEl>
                                          <p:spTgt spid="180"/>
                                        </p:tgtEl>
                                        <p:attrNameLst>
                                          <p:attrName>ppt_h</p:attrName>
                                        </p:attrNameLst>
                                      </p:cBhvr>
                                      <p:tavLst>
                                        <p:tav tm="0">
                                          <p:val>
                                            <p:fltVal val="0"/>
                                          </p:val>
                                        </p:tav>
                                        <p:tav tm="100000">
                                          <p:val>
                                            <p:strVal val="#ppt_h"/>
                                          </p:val>
                                        </p:tav>
                                      </p:tavLst>
                                    </p:anim>
                                    <p:anim calcmode="lin" valueType="num">
                                      <p:cBhvr>
                                        <p:cTn id="18" dur="1000" fill="hold"/>
                                        <p:tgtEl>
                                          <p:spTgt spid="180"/>
                                        </p:tgtEl>
                                        <p:attrNameLst>
                                          <p:attrName>style.rotation</p:attrName>
                                        </p:attrNameLst>
                                      </p:cBhvr>
                                      <p:tavLst>
                                        <p:tav tm="0">
                                          <p:val>
                                            <p:fltVal val="90"/>
                                          </p:val>
                                        </p:tav>
                                        <p:tav tm="100000">
                                          <p:val>
                                            <p:fltVal val="0"/>
                                          </p:val>
                                        </p:tav>
                                      </p:tavLst>
                                    </p:anim>
                                    <p:animEffect transition="in" filter="fade">
                                      <p:cBhvr>
                                        <p:cTn id="19" dur="1000"/>
                                        <p:tgtEl>
                                          <p:spTgt spid="180"/>
                                        </p:tgtEl>
                                      </p:cBhvr>
                                    </p:animEffect>
                                  </p:childTnLst>
                                </p:cTn>
                              </p:par>
                            </p:childTnLst>
                          </p:cTn>
                        </p:par>
                        <p:par>
                          <p:cTn id="20" fill="hold">
                            <p:stCondLst>
                              <p:cond delay="1000"/>
                            </p:stCondLst>
                            <p:childTnLst>
                              <p:par>
                                <p:cTn id="21" presetID="16" presetClass="entr" presetSubtype="21" fill="hold" nodeType="afterEffect">
                                  <p:stCondLst>
                                    <p:cond delay="0"/>
                                  </p:stCondLst>
                                  <p:childTnLst>
                                    <p:set>
                                      <p:cBhvr>
                                        <p:cTn id="22" dur="1" fill="hold">
                                          <p:stCondLst>
                                            <p:cond delay="0"/>
                                          </p:stCondLst>
                                        </p:cTn>
                                        <p:tgtEl>
                                          <p:spTgt spid="126"/>
                                        </p:tgtEl>
                                        <p:attrNameLst>
                                          <p:attrName>style.visibility</p:attrName>
                                        </p:attrNameLst>
                                      </p:cBhvr>
                                      <p:to>
                                        <p:strVal val="visible"/>
                                      </p:to>
                                    </p:set>
                                    <p:animEffect transition="in" filter="barn(inVertical)">
                                      <p:cBhvr>
                                        <p:cTn id="23" dur="500"/>
                                        <p:tgtEl>
                                          <p:spTgt spid="126"/>
                                        </p:tgtEl>
                                      </p:cBhvr>
                                    </p:animEffect>
                                  </p:childTnLst>
                                </p:cTn>
                              </p:par>
                              <p:par>
                                <p:cTn id="24" presetID="42" presetClass="path" presetSubtype="0" accel="50000" decel="50000" fill="hold" nodeType="withEffect">
                                  <p:stCondLst>
                                    <p:cond delay="0"/>
                                  </p:stCondLst>
                                  <p:childTnLst>
                                    <p:animMotion origin="layout" path="M 4.58333E-6 1.85185E-6 L -0.02683 0.21643 " pathEditMode="relative" rAng="0" ptsTypes="AA">
                                      <p:cBhvr>
                                        <p:cTn id="25" dur="1500" fill="hold"/>
                                        <p:tgtEl>
                                          <p:spTgt spid="126"/>
                                        </p:tgtEl>
                                        <p:attrNameLst>
                                          <p:attrName>ppt_x</p:attrName>
                                          <p:attrName>ppt_y</p:attrName>
                                        </p:attrNameLst>
                                      </p:cBhvr>
                                      <p:rCtr x="-1341" y="10810"/>
                                    </p:animMotion>
                                  </p:childTnLst>
                                </p:cTn>
                              </p:par>
                            </p:childTnLst>
                          </p:cTn>
                        </p:par>
                        <p:par>
                          <p:cTn id="26" fill="hold">
                            <p:stCondLst>
                              <p:cond delay="2500"/>
                            </p:stCondLst>
                            <p:childTnLst>
                              <p:par>
                                <p:cTn id="27" presetID="22" presetClass="exit" presetSubtype="1" fill="hold" nodeType="afterEffect">
                                  <p:stCondLst>
                                    <p:cond delay="0"/>
                                  </p:stCondLst>
                                  <p:childTnLst>
                                    <p:animEffect transition="out" filter="wipe(up)">
                                      <p:cBhvr>
                                        <p:cTn id="28" dur="500"/>
                                        <p:tgtEl>
                                          <p:spTgt spid="9"/>
                                        </p:tgtEl>
                                      </p:cBhvr>
                                    </p:animEffect>
                                    <p:set>
                                      <p:cBhvr>
                                        <p:cTn id="29" dur="1" fill="hold">
                                          <p:stCondLst>
                                            <p:cond delay="499"/>
                                          </p:stCondLst>
                                        </p:cTn>
                                        <p:tgtEl>
                                          <p:spTgt spid="9"/>
                                        </p:tgtEl>
                                        <p:attrNameLst>
                                          <p:attrName>style.visibility</p:attrName>
                                        </p:attrNameLst>
                                      </p:cBhvr>
                                      <p:to>
                                        <p:strVal val="hidden"/>
                                      </p:to>
                                    </p:set>
                                  </p:childTnLst>
                                </p:cTn>
                              </p:par>
                              <p:par>
                                <p:cTn id="30" presetID="22" presetClass="entr" presetSubtype="8" fill="hold" nodeType="withEffect">
                                  <p:stCondLst>
                                    <p:cond delay="0"/>
                                  </p:stCondLst>
                                  <p:childTnLst>
                                    <p:set>
                                      <p:cBhvr>
                                        <p:cTn id="31" dur="1" fill="hold">
                                          <p:stCondLst>
                                            <p:cond delay="0"/>
                                          </p:stCondLst>
                                        </p:cTn>
                                        <p:tgtEl>
                                          <p:spTgt spid="160"/>
                                        </p:tgtEl>
                                        <p:attrNameLst>
                                          <p:attrName>style.visibility</p:attrName>
                                        </p:attrNameLst>
                                      </p:cBhvr>
                                      <p:to>
                                        <p:strVal val="visible"/>
                                      </p:to>
                                    </p:set>
                                    <p:animEffect transition="in" filter="wipe(left)">
                                      <p:cBhvr>
                                        <p:cTn id="32" dur="1000"/>
                                        <p:tgtEl>
                                          <p:spTgt spid="160"/>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121"/>
                                        </p:tgtEl>
                                        <p:attrNameLst>
                                          <p:attrName>style.visibility</p:attrName>
                                        </p:attrNameLst>
                                      </p:cBhvr>
                                      <p:to>
                                        <p:strVal val="visible"/>
                                      </p:to>
                                    </p:set>
                                    <p:animEffect transition="in" filter="barn(inVertical)">
                                      <p:cBhvr>
                                        <p:cTn id="37" dur="500"/>
                                        <p:tgtEl>
                                          <p:spTgt spid="121"/>
                                        </p:tgtEl>
                                      </p:cBhvr>
                                    </p:animEffect>
                                  </p:childTnLst>
                                </p:cTn>
                              </p:par>
                              <p:par>
                                <p:cTn id="38" presetID="42" presetClass="path" presetSubtype="0" accel="50000" decel="50000" fill="hold" nodeType="withEffect">
                                  <p:stCondLst>
                                    <p:cond delay="0"/>
                                  </p:stCondLst>
                                  <p:childTnLst>
                                    <p:animMotion origin="layout" path="M 3.33333E-6 4.44444E-6 L -0.00417 0.21574 " pathEditMode="relative" rAng="0" ptsTypes="AA">
                                      <p:cBhvr>
                                        <p:cTn id="39" dur="1500" fill="hold"/>
                                        <p:tgtEl>
                                          <p:spTgt spid="121"/>
                                        </p:tgtEl>
                                        <p:attrNameLst>
                                          <p:attrName>ppt_x</p:attrName>
                                          <p:attrName>ppt_y</p:attrName>
                                        </p:attrNameLst>
                                      </p:cBhvr>
                                      <p:rCtr x="-208" y="10787"/>
                                    </p:animMotion>
                                  </p:childTnLst>
                                </p:cTn>
                              </p:par>
                            </p:childTnLst>
                          </p:cTn>
                        </p:par>
                        <p:par>
                          <p:cTn id="40" fill="hold">
                            <p:stCondLst>
                              <p:cond delay="1500"/>
                            </p:stCondLst>
                            <p:childTnLst>
                              <p:par>
                                <p:cTn id="41" presetID="22" presetClass="entr" presetSubtype="1" fill="hold" grpId="1" nodeType="afterEffect">
                                  <p:stCondLst>
                                    <p:cond delay="0"/>
                                  </p:stCondLst>
                                  <p:childTnLst>
                                    <p:set>
                                      <p:cBhvr>
                                        <p:cTn id="42" dur="1" fill="hold">
                                          <p:stCondLst>
                                            <p:cond delay="0"/>
                                          </p:stCondLst>
                                        </p:cTn>
                                        <p:tgtEl>
                                          <p:spTgt spid="48"/>
                                        </p:tgtEl>
                                        <p:attrNameLst>
                                          <p:attrName>style.visibility</p:attrName>
                                        </p:attrNameLst>
                                      </p:cBhvr>
                                      <p:to>
                                        <p:strVal val="visible"/>
                                      </p:to>
                                    </p:set>
                                    <p:animEffect transition="in" filter="wipe(up)">
                                      <p:cBhvr>
                                        <p:cTn id="43" dur="500"/>
                                        <p:tgtEl>
                                          <p:spTgt spid="48"/>
                                        </p:tgtEl>
                                      </p:cBhvr>
                                    </p:animEffect>
                                  </p:childTnLst>
                                </p:cTn>
                              </p:par>
                              <p:par>
                                <p:cTn id="44" presetID="16" presetClass="entr" presetSubtype="21" fill="hold" grpId="0" nodeType="withEffect">
                                  <p:stCondLst>
                                    <p:cond delay="0"/>
                                  </p:stCondLst>
                                  <p:childTnLst>
                                    <p:set>
                                      <p:cBhvr>
                                        <p:cTn id="45" dur="1" fill="hold">
                                          <p:stCondLst>
                                            <p:cond delay="0"/>
                                          </p:stCondLst>
                                        </p:cTn>
                                        <p:tgtEl>
                                          <p:spTgt spid="72"/>
                                        </p:tgtEl>
                                        <p:attrNameLst>
                                          <p:attrName>style.visibility</p:attrName>
                                        </p:attrNameLst>
                                      </p:cBhvr>
                                      <p:to>
                                        <p:strVal val="visible"/>
                                      </p:to>
                                    </p:set>
                                    <p:animEffect transition="in" filter="barn(inVertical)">
                                      <p:cBhvr>
                                        <p:cTn id="46" dur="500"/>
                                        <p:tgtEl>
                                          <p:spTgt spid="72"/>
                                        </p:tgtEl>
                                      </p:cBhvr>
                                    </p:animEffect>
                                  </p:childTnLst>
                                </p:cTn>
                              </p:par>
                            </p:childTnLst>
                          </p:cTn>
                        </p:par>
                        <p:par>
                          <p:cTn id="47" fill="hold">
                            <p:stCondLst>
                              <p:cond delay="2000"/>
                            </p:stCondLst>
                            <p:childTnLst>
                              <p:par>
                                <p:cTn id="48" presetID="22" presetClass="entr" presetSubtype="8" fill="hold" nodeType="afterEffect">
                                  <p:stCondLst>
                                    <p:cond delay="0"/>
                                  </p:stCondLst>
                                  <p:childTnLst>
                                    <p:set>
                                      <p:cBhvr>
                                        <p:cTn id="49" dur="1" fill="hold">
                                          <p:stCondLst>
                                            <p:cond delay="0"/>
                                          </p:stCondLst>
                                        </p:cTn>
                                        <p:tgtEl>
                                          <p:spTgt spid="128"/>
                                        </p:tgtEl>
                                        <p:attrNameLst>
                                          <p:attrName>style.visibility</p:attrName>
                                        </p:attrNameLst>
                                      </p:cBhvr>
                                      <p:to>
                                        <p:strVal val="visible"/>
                                      </p:to>
                                    </p:set>
                                    <p:animEffect transition="in" filter="wipe(left)">
                                      <p:cBhvr>
                                        <p:cTn id="50" dur="500"/>
                                        <p:tgtEl>
                                          <p:spTgt spid="128"/>
                                        </p:tgtEl>
                                      </p:cBhvr>
                                    </p:animEffect>
                                  </p:childTnLst>
                                </p:cTn>
                              </p:par>
                            </p:childTnLst>
                          </p:cTn>
                        </p:par>
                        <p:par>
                          <p:cTn id="51" fill="hold">
                            <p:stCondLst>
                              <p:cond delay="2500"/>
                            </p:stCondLst>
                            <p:childTnLst>
                              <p:par>
                                <p:cTn id="52" presetID="22" presetClass="exit" presetSubtype="1" fill="hold" nodeType="afterEffect">
                                  <p:stCondLst>
                                    <p:cond delay="0"/>
                                  </p:stCondLst>
                                  <p:childTnLst>
                                    <p:animEffect transition="out" filter="wipe(up)">
                                      <p:cBhvr>
                                        <p:cTn id="53" dur="500"/>
                                        <p:tgtEl>
                                          <p:spTgt spid="160"/>
                                        </p:tgtEl>
                                      </p:cBhvr>
                                    </p:animEffect>
                                    <p:set>
                                      <p:cBhvr>
                                        <p:cTn id="54" dur="1" fill="hold">
                                          <p:stCondLst>
                                            <p:cond delay="499"/>
                                          </p:stCondLst>
                                        </p:cTn>
                                        <p:tgtEl>
                                          <p:spTgt spid="160"/>
                                        </p:tgtEl>
                                        <p:attrNameLst>
                                          <p:attrName>style.visibility</p:attrName>
                                        </p:attrNameLst>
                                      </p:cBhvr>
                                      <p:to>
                                        <p:strVal val="hidden"/>
                                      </p:to>
                                    </p:set>
                                  </p:childTnLst>
                                </p:cTn>
                              </p:par>
                              <p:par>
                                <p:cTn id="55" presetID="22" presetClass="entr" presetSubtype="8" fill="hold" nodeType="withEffect">
                                  <p:stCondLst>
                                    <p:cond delay="0"/>
                                  </p:stCondLst>
                                  <p:childTnLst>
                                    <p:set>
                                      <p:cBhvr>
                                        <p:cTn id="56" dur="1" fill="hold">
                                          <p:stCondLst>
                                            <p:cond delay="0"/>
                                          </p:stCondLst>
                                        </p:cTn>
                                        <p:tgtEl>
                                          <p:spTgt spid="162"/>
                                        </p:tgtEl>
                                        <p:attrNameLst>
                                          <p:attrName>style.visibility</p:attrName>
                                        </p:attrNameLst>
                                      </p:cBhvr>
                                      <p:to>
                                        <p:strVal val="visible"/>
                                      </p:to>
                                    </p:set>
                                    <p:animEffect transition="in" filter="wipe(left)">
                                      <p:cBhvr>
                                        <p:cTn id="57" dur="1000"/>
                                        <p:tgtEl>
                                          <p:spTgt spid="162"/>
                                        </p:tgtEl>
                                      </p:cBhvr>
                                    </p:animEffect>
                                  </p:childTnLst>
                                </p:cTn>
                              </p:par>
                            </p:childTnLst>
                          </p:cTn>
                        </p:par>
                        <p:par>
                          <p:cTn id="58" fill="hold">
                            <p:stCondLst>
                              <p:cond delay="3500"/>
                            </p:stCondLst>
                            <p:childTnLst>
                              <p:par>
                                <p:cTn id="59" presetID="22" presetClass="entr" presetSubtype="1" fill="hold" grpId="0" nodeType="afterEffect">
                                  <p:stCondLst>
                                    <p:cond delay="0"/>
                                  </p:stCondLst>
                                  <p:childTnLst>
                                    <p:set>
                                      <p:cBhvr>
                                        <p:cTn id="60" dur="1" fill="hold">
                                          <p:stCondLst>
                                            <p:cond delay="0"/>
                                          </p:stCondLst>
                                        </p:cTn>
                                        <p:tgtEl>
                                          <p:spTgt spid="32"/>
                                        </p:tgtEl>
                                        <p:attrNameLst>
                                          <p:attrName>style.visibility</p:attrName>
                                        </p:attrNameLst>
                                      </p:cBhvr>
                                      <p:to>
                                        <p:strVal val="visible"/>
                                      </p:to>
                                    </p:set>
                                    <p:animEffect transition="in" filter="wipe(up)">
                                      <p:cBhvr>
                                        <p:cTn id="61" dur="500"/>
                                        <p:tgtEl>
                                          <p:spTgt spid="32"/>
                                        </p:tgtEl>
                                      </p:cBhvr>
                                    </p:animEffect>
                                  </p:childTnLst>
                                </p:cTn>
                              </p:par>
                              <p:par>
                                <p:cTn id="62" presetID="16" presetClass="entr" presetSubtype="21" fill="hold" grpId="0" nodeType="withEffect">
                                  <p:stCondLst>
                                    <p:cond delay="0"/>
                                  </p:stCondLst>
                                  <p:childTnLst>
                                    <p:set>
                                      <p:cBhvr>
                                        <p:cTn id="63" dur="1" fill="hold">
                                          <p:stCondLst>
                                            <p:cond delay="0"/>
                                          </p:stCondLst>
                                        </p:cTn>
                                        <p:tgtEl>
                                          <p:spTgt spid="73"/>
                                        </p:tgtEl>
                                        <p:attrNameLst>
                                          <p:attrName>style.visibility</p:attrName>
                                        </p:attrNameLst>
                                      </p:cBhvr>
                                      <p:to>
                                        <p:strVal val="visible"/>
                                      </p:to>
                                    </p:set>
                                    <p:animEffect transition="in" filter="barn(inVertical)">
                                      <p:cBhvr>
                                        <p:cTn id="64" dur="500"/>
                                        <p:tgtEl>
                                          <p:spTgt spid="73"/>
                                        </p:tgtEl>
                                      </p:cBhvr>
                                    </p:animEffect>
                                  </p:childTnLst>
                                </p:cTn>
                              </p:par>
                              <p:par>
                                <p:cTn id="65" presetID="22" presetClass="entr" presetSubtype="2" fill="hold" nodeType="withEffect">
                                  <p:stCondLst>
                                    <p:cond delay="500"/>
                                  </p:stCondLst>
                                  <p:childTnLst>
                                    <p:set>
                                      <p:cBhvr>
                                        <p:cTn id="66" dur="1" fill="hold">
                                          <p:stCondLst>
                                            <p:cond delay="0"/>
                                          </p:stCondLst>
                                        </p:cTn>
                                        <p:tgtEl>
                                          <p:spTgt spid="135"/>
                                        </p:tgtEl>
                                        <p:attrNameLst>
                                          <p:attrName>style.visibility</p:attrName>
                                        </p:attrNameLst>
                                      </p:cBhvr>
                                      <p:to>
                                        <p:strVal val="visible"/>
                                      </p:to>
                                    </p:set>
                                    <p:animEffect transition="in" filter="wipe(right)">
                                      <p:cBhvr>
                                        <p:cTn id="67" dur="1000"/>
                                        <p:tgtEl>
                                          <p:spTgt spid="135"/>
                                        </p:tgtEl>
                                      </p:cBhvr>
                                    </p:animEffect>
                                  </p:childTnLst>
                                </p:cTn>
                              </p:par>
                            </p:childTnLst>
                          </p:cTn>
                        </p:par>
                        <p:par>
                          <p:cTn id="68" fill="hold">
                            <p:stCondLst>
                              <p:cond delay="5000"/>
                            </p:stCondLst>
                            <p:childTnLst>
                              <p:par>
                                <p:cTn id="69" presetID="22" presetClass="exit" presetSubtype="1" fill="hold" nodeType="afterEffect">
                                  <p:stCondLst>
                                    <p:cond delay="0"/>
                                  </p:stCondLst>
                                  <p:childTnLst>
                                    <p:animEffect transition="out" filter="wipe(up)">
                                      <p:cBhvr>
                                        <p:cTn id="70" dur="500"/>
                                        <p:tgtEl>
                                          <p:spTgt spid="162"/>
                                        </p:tgtEl>
                                      </p:cBhvr>
                                    </p:animEffect>
                                    <p:set>
                                      <p:cBhvr>
                                        <p:cTn id="71" dur="1" fill="hold">
                                          <p:stCondLst>
                                            <p:cond delay="499"/>
                                          </p:stCondLst>
                                        </p:cTn>
                                        <p:tgtEl>
                                          <p:spTgt spid="162"/>
                                        </p:tgtEl>
                                        <p:attrNameLst>
                                          <p:attrName>style.visibility</p:attrName>
                                        </p:attrNameLst>
                                      </p:cBhvr>
                                      <p:to>
                                        <p:strVal val="hidden"/>
                                      </p:to>
                                    </p:set>
                                  </p:childTnLst>
                                </p:cTn>
                              </p:par>
                              <p:par>
                                <p:cTn id="72" presetID="22" presetClass="entr" presetSubtype="8" fill="hold" nodeType="withEffect">
                                  <p:stCondLst>
                                    <p:cond delay="0"/>
                                  </p:stCondLst>
                                  <p:childTnLst>
                                    <p:set>
                                      <p:cBhvr>
                                        <p:cTn id="73" dur="1" fill="hold">
                                          <p:stCondLst>
                                            <p:cond delay="0"/>
                                          </p:stCondLst>
                                        </p:cTn>
                                        <p:tgtEl>
                                          <p:spTgt spid="163"/>
                                        </p:tgtEl>
                                        <p:attrNameLst>
                                          <p:attrName>style.visibility</p:attrName>
                                        </p:attrNameLst>
                                      </p:cBhvr>
                                      <p:to>
                                        <p:strVal val="visible"/>
                                      </p:to>
                                    </p:set>
                                    <p:animEffect transition="in" filter="wipe(left)">
                                      <p:cBhvr>
                                        <p:cTn id="74" dur="1000"/>
                                        <p:tgtEl>
                                          <p:spTgt spid="163"/>
                                        </p:tgtEl>
                                      </p:cBhvr>
                                    </p:animEffect>
                                  </p:childTnLst>
                                </p:cTn>
                              </p:par>
                            </p:childTnLst>
                          </p:cTn>
                        </p:par>
                        <p:par>
                          <p:cTn id="75" fill="hold">
                            <p:stCondLst>
                              <p:cond delay="6000"/>
                            </p:stCondLst>
                            <p:childTnLst>
                              <p:par>
                                <p:cTn id="76" presetID="22" presetClass="entr" presetSubtype="8" fill="hold" grpId="0" nodeType="afterEffect">
                                  <p:stCondLst>
                                    <p:cond delay="0"/>
                                  </p:stCondLst>
                                  <p:childTnLst>
                                    <p:set>
                                      <p:cBhvr>
                                        <p:cTn id="77" dur="1" fill="hold">
                                          <p:stCondLst>
                                            <p:cond delay="0"/>
                                          </p:stCondLst>
                                        </p:cTn>
                                        <p:tgtEl>
                                          <p:spTgt spid="6"/>
                                        </p:tgtEl>
                                        <p:attrNameLst>
                                          <p:attrName>style.visibility</p:attrName>
                                        </p:attrNameLst>
                                      </p:cBhvr>
                                      <p:to>
                                        <p:strVal val="visible"/>
                                      </p:to>
                                    </p:set>
                                    <p:animEffect transition="in" filter="wipe(left)">
                                      <p:cBhvr>
                                        <p:cTn id="78" dur="500"/>
                                        <p:tgtEl>
                                          <p:spTgt spid="6"/>
                                        </p:tgtEl>
                                      </p:cBhvr>
                                    </p:animEffect>
                                  </p:childTnLst>
                                </p:cTn>
                              </p:par>
                            </p:childTnLst>
                          </p:cTn>
                        </p:par>
                      </p:childTnLst>
                    </p:cTn>
                  </p:par>
                  <p:par>
                    <p:cTn id="79" fill="hold">
                      <p:stCondLst>
                        <p:cond delay="indefinite"/>
                      </p:stCondLst>
                      <p:childTnLst>
                        <p:par>
                          <p:cTn id="80" fill="hold">
                            <p:stCondLst>
                              <p:cond delay="0"/>
                            </p:stCondLst>
                            <p:childTnLst>
                              <p:par>
                                <p:cTn id="81" presetID="47" presetClass="entr" presetSubtype="0" fill="hold" grpId="0" nodeType="clickEffect">
                                  <p:stCondLst>
                                    <p:cond delay="0"/>
                                  </p:stCondLst>
                                  <p:childTnLst>
                                    <p:set>
                                      <p:cBhvr>
                                        <p:cTn id="82" dur="1" fill="hold">
                                          <p:stCondLst>
                                            <p:cond delay="0"/>
                                          </p:stCondLst>
                                        </p:cTn>
                                        <p:tgtEl>
                                          <p:spTgt spid="111"/>
                                        </p:tgtEl>
                                        <p:attrNameLst>
                                          <p:attrName>style.visibility</p:attrName>
                                        </p:attrNameLst>
                                      </p:cBhvr>
                                      <p:to>
                                        <p:strVal val="visible"/>
                                      </p:to>
                                    </p:set>
                                    <p:animEffect transition="in" filter="fade">
                                      <p:cBhvr>
                                        <p:cTn id="83" dur="1000"/>
                                        <p:tgtEl>
                                          <p:spTgt spid="111"/>
                                        </p:tgtEl>
                                      </p:cBhvr>
                                    </p:animEffect>
                                    <p:anim calcmode="lin" valueType="num">
                                      <p:cBhvr>
                                        <p:cTn id="84" dur="1000" fill="hold"/>
                                        <p:tgtEl>
                                          <p:spTgt spid="111"/>
                                        </p:tgtEl>
                                        <p:attrNameLst>
                                          <p:attrName>ppt_x</p:attrName>
                                        </p:attrNameLst>
                                      </p:cBhvr>
                                      <p:tavLst>
                                        <p:tav tm="0">
                                          <p:val>
                                            <p:strVal val="#ppt_x"/>
                                          </p:val>
                                        </p:tav>
                                        <p:tav tm="100000">
                                          <p:val>
                                            <p:strVal val="#ppt_x"/>
                                          </p:val>
                                        </p:tav>
                                      </p:tavLst>
                                    </p:anim>
                                    <p:anim calcmode="lin" valueType="num">
                                      <p:cBhvr>
                                        <p:cTn id="85" dur="1000" fill="hold"/>
                                        <p:tgtEl>
                                          <p:spTgt spid="111"/>
                                        </p:tgtEl>
                                        <p:attrNameLst>
                                          <p:attrName>ppt_y</p:attrName>
                                        </p:attrNameLst>
                                      </p:cBhvr>
                                      <p:tavLst>
                                        <p:tav tm="0">
                                          <p:val>
                                            <p:strVal val="#ppt_y-.1"/>
                                          </p:val>
                                        </p:tav>
                                        <p:tav tm="100000">
                                          <p:val>
                                            <p:strVal val="#ppt_y"/>
                                          </p:val>
                                        </p:tav>
                                      </p:tavLst>
                                    </p:anim>
                                  </p:childTnLst>
                                </p:cTn>
                              </p:par>
                            </p:childTnLst>
                          </p:cTn>
                        </p:par>
                        <p:par>
                          <p:cTn id="86" fill="hold">
                            <p:stCondLst>
                              <p:cond delay="1000"/>
                            </p:stCondLst>
                            <p:childTnLst>
                              <p:par>
                                <p:cTn id="87" presetID="22" presetClass="exit" presetSubtype="1" fill="hold" nodeType="afterEffect">
                                  <p:stCondLst>
                                    <p:cond delay="0"/>
                                  </p:stCondLst>
                                  <p:childTnLst>
                                    <p:animEffect transition="out" filter="wipe(up)">
                                      <p:cBhvr>
                                        <p:cTn id="88" dur="500"/>
                                        <p:tgtEl>
                                          <p:spTgt spid="163"/>
                                        </p:tgtEl>
                                      </p:cBhvr>
                                    </p:animEffect>
                                    <p:set>
                                      <p:cBhvr>
                                        <p:cTn id="89" dur="1" fill="hold">
                                          <p:stCondLst>
                                            <p:cond delay="499"/>
                                          </p:stCondLst>
                                        </p:cTn>
                                        <p:tgtEl>
                                          <p:spTgt spid="163"/>
                                        </p:tgtEl>
                                        <p:attrNameLst>
                                          <p:attrName>style.visibility</p:attrName>
                                        </p:attrNameLst>
                                      </p:cBhvr>
                                      <p:to>
                                        <p:strVal val="hidden"/>
                                      </p:to>
                                    </p:set>
                                  </p:childTnLst>
                                </p:cTn>
                              </p:par>
                              <p:par>
                                <p:cTn id="90" presetID="22" presetClass="entr" presetSubtype="8" fill="hold" nodeType="withEffect">
                                  <p:stCondLst>
                                    <p:cond delay="0"/>
                                  </p:stCondLst>
                                  <p:childTnLst>
                                    <p:set>
                                      <p:cBhvr>
                                        <p:cTn id="91" dur="1" fill="hold">
                                          <p:stCondLst>
                                            <p:cond delay="0"/>
                                          </p:stCondLst>
                                        </p:cTn>
                                        <p:tgtEl>
                                          <p:spTgt spid="164"/>
                                        </p:tgtEl>
                                        <p:attrNameLst>
                                          <p:attrName>style.visibility</p:attrName>
                                        </p:attrNameLst>
                                      </p:cBhvr>
                                      <p:to>
                                        <p:strVal val="visible"/>
                                      </p:to>
                                    </p:set>
                                    <p:animEffect transition="in" filter="wipe(left)">
                                      <p:cBhvr>
                                        <p:cTn id="92" dur="1000"/>
                                        <p:tgtEl>
                                          <p:spTgt spid="164"/>
                                        </p:tgtEl>
                                      </p:cBhvr>
                                    </p:animEffect>
                                  </p:childTnLst>
                                </p:cTn>
                              </p:par>
                            </p:childTnLst>
                          </p:cTn>
                        </p:par>
                        <p:par>
                          <p:cTn id="93" fill="hold">
                            <p:stCondLst>
                              <p:cond delay="2000"/>
                            </p:stCondLst>
                            <p:childTnLst>
                              <p:par>
                                <p:cTn id="94" presetID="42" presetClass="entr" presetSubtype="0" fill="hold" grpId="0" nodeType="afterEffect">
                                  <p:stCondLst>
                                    <p:cond delay="0"/>
                                  </p:stCondLst>
                                  <p:childTnLst>
                                    <p:set>
                                      <p:cBhvr>
                                        <p:cTn id="95" dur="1" fill="hold">
                                          <p:stCondLst>
                                            <p:cond delay="0"/>
                                          </p:stCondLst>
                                        </p:cTn>
                                        <p:tgtEl>
                                          <p:spTgt spid="181"/>
                                        </p:tgtEl>
                                        <p:attrNameLst>
                                          <p:attrName>style.visibility</p:attrName>
                                        </p:attrNameLst>
                                      </p:cBhvr>
                                      <p:to>
                                        <p:strVal val="visible"/>
                                      </p:to>
                                    </p:set>
                                    <p:animEffect transition="in" filter="fade">
                                      <p:cBhvr>
                                        <p:cTn id="96" dur="1000"/>
                                        <p:tgtEl>
                                          <p:spTgt spid="181"/>
                                        </p:tgtEl>
                                      </p:cBhvr>
                                    </p:animEffect>
                                    <p:anim calcmode="lin" valueType="num">
                                      <p:cBhvr>
                                        <p:cTn id="97" dur="1000" fill="hold"/>
                                        <p:tgtEl>
                                          <p:spTgt spid="181"/>
                                        </p:tgtEl>
                                        <p:attrNameLst>
                                          <p:attrName>ppt_x</p:attrName>
                                        </p:attrNameLst>
                                      </p:cBhvr>
                                      <p:tavLst>
                                        <p:tav tm="0">
                                          <p:val>
                                            <p:strVal val="#ppt_x"/>
                                          </p:val>
                                        </p:tav>
                                        <p:tav tm="100000">
                                          <p:val>
                                            <p:strVal val="#ppt_x"/>
                                          </p:val>
                                        </p:tav>
                                      </p:tavLst>
                                    </p:anim>
                                    <p:anim calcmode="lin" valueType="num">
                                      <p:cBhvr>
                                        <p:cTn id="98" dur="1000" fill="hold"/>
                                        <p:tgtEl>
                                          <p:spTgt spid="181"/>
                                        </p:tgtEl>
                                        <p:attrNameLst>
                                          <p:attrName>ppt_y</p:attrName>
                                        </p:attrNameLst>
                                      </p:cBhvr>
                                      <p:tavLst>
                                        <p:tav tm="0">
                                          <p:val>
                                            <p:strVal val="#ppt_y+.1"/>
                                          </p:val>
                                        </p:tav>
                                        <p:tav tm="100000">
                                          <p:val>
                                            <p:strVal val="#ppt_y"/>
                                          </p:val>
                                        </p:tav>
                                      </p:tavLst>
                                    </p:anim>
                                  </p:childTnLst>
                                </p:cTn>
                              </p:par>
                            </p:childTnLst>
                          </p:cTn>
                        </p:par>
                        <p:par>
                          <p:cTn id="99" fill="hold">
                            <p:stCondLst>
                              <p:cond delay="3000"/>
                            </p:stCondLst>
                            <p:childTnLst>
                              <p:par>
                                <p:cTn id="100" presetID="42" presetClass="entr" presetSubtype="0" fill="hold" grpId="0" nodeType="afterEffect">
                                  <p:stCondLst>
                                    <p:cond delay="0"/>
                                  </p:stCondLst>
                                  <p:childTnLst>
                                    <p:set>
                                      <p:cBhvr>
                                        <p:cTn id="101" dur="1" fill="hold">
                                          <p:stCondLst>
                                            <p:cond delay="0"/>
                                          </p:stCondLst>
                                        </p:cTn>
                                        <p:tgtEl>
                                          <p:spTgt spid="182"/>
                                        </p:tgtEl>
                                        <p:attrNameLst>
                                          <p:attrName>style.visibility</p:attrName>
                                        </p:attrNameLst>
                                      </p:cBhvr>
                                      <p:to>
                                        <p:strVal val="visible"/>
                                      </p:to>
                                    </p:set>
                                    <p:animEffect transition="in" filter="fade">
                                      <p:cBhvr>
                                        <p:cTn id="102" dur="1000"/>
                                        <p:tgtEl>
                                          <p:spTgt spid="182"/>
                                        </p:tgtEl>
                                      </p:cBhvr>
                                    </p:animEffect>
                                    <p:anim calcmode="lin" valueType="num">
                                      <p:cBhvr>
                                        <p:cTn id="103" dur="1000" fill="hold"/>
                                        <p:tgtEl>
                                          <p:spTgt spid="182"/>
                                        </p:tgtEl>
                                        <p:attrNameLst>
                                          <p:attrName>ppt_x</p:attrName>
                                        </p:attrNameLst>
                                      </p:cBhvr>
                                      <p:tavLst>
                                        <p:tav tm="0">
                                          <p:val>
                                            <p:strVal val="#ppt_x"/>
                                          </p:val>
                                        </p:tav>
                                        <p:tav tm="100000">
                                          <p:val>
                                            <p:strVal val="#ppt_x"/>
                                          </p:val>
                                        </p:tav>
                                      </p:tavLst>
                                    </p:anim>
                                    <p:anim calcmode="lin" valueType="num">
                                      <p:cBhvr>
                                        <p:cTn id="104" dur="1000" fill="hold"/>
                                        <p:tgtEl>
                                          <p:spTgt spid="182"/>
                                        </p:tgtEl>
                                        <p:attrNameLst>
                                          <p:attrName>ppt_y</p:attrName>
                                        </p:attrNameLst>
                                      </p:cBhvr>
                                      <p:tavLst>
                                        <p:tav tm="0">
                                          <p:val>
                                            <p:strVal val="#ppt_y+.1"/>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2" presetClass="exit" presetSubtype="1" fill="hold" nodeType="clickEffect">
                                  <p:stCondLst>
                                    <p:cond delay="0"/>
                                  </p:stCondLst>
                                  <p:childTnLst>
                                    <p:animEffect transition="out" filter="wipe(up)">
                                      <p:cBhvr>
                                        <p:cTn id="108" dur="500"/>
                                        <p:tgtEl>
                                          <p:spTgt spid="164"/>
                                        </p:tgtEl>
                                      </p:cBhvr>
                                    </p:animEffect>
                                    <p:set>
                                      <p:cBhvr>
                                        <p:cTn id="109" dur="1" fill="hold">
                                          <p:stCondLst>
                                            <p:cond delay="499"/>
                                          </p:stCondLst>
                                        </p:cTn>
                                        <p:tgtEl>
                                          <p:spTgt spid="164"/>
                                        </p:tgtEl>
                                        <p:attrNameLst>
                                          <p:attrName>style.visibility</p:attrName>
                                        </p:attrNameLst>
                                      </p:cBhvr>
                                      <p:to>
                                        <p:strVal val="hidden"/>
                                      </p:to>
                                    </p:set>
                                  </p:childTnLst>
                                </p:cTn>
                              </p:par>
                              <p:par>
                                <p:cTn id="110" presetID="45" presetClass="entr" presetSubtype="0" fill="hold" nodeType="withEffect">
                                  <p:stCondLst>
                                    <p:cond delay="0"/>
                                  </p:stCondLst>
                                  <p:childTnLst>
                                    <p:set>
                                      <p:cBhvr>
                                        <p:cTn id="111" dur="1" fill="hold">
                                          <p:stCondLst>
                                            <p:cond delay="0"/>
                                          </p:stCondLst>
                                        </p:cTn>
                                        <p:tgtEl>
                                          <p:spTgt spid="166"/>
                                        </p:tgtEl>
                                        <p:attrNameLst>
                                          <p:attrName>style.visibility</p:attrName>
                                        </p:attrNameLst>
                                      </p:cBhvr>
                                      <p:to>
                                        <p:strVal val="visible"/>
                                      </p:to>
                                    </p:set>
                                    <p:animEffect transition="in" filter="fade">
                                      <p:cBhvr>
                                        <p:cTn id="112" dur="2000"/>
                                        <p:tgtEl>
                                          <p:spTgt spid="166"/>
                                        </p:tgtEl>
                                      </p:cBhvr>
                                    </p:animEffect>
                                    <p:anim calcmode="lin" valueType="num">
                                      <p:cBhvr>
                                        <p:cTn id="113" dur="2000" fill="hold"/>
                                        <p:tgtEl>
                                          <p:spTgt spid="166"/>
                                        </p:tgtEl>
                                        <p:attrNameLst>
                                          <p:attrName>ppt_w</p:attrName>
                                        </p:attrNameLst>
                                      </p:cBhvr>
                                      <p:tavLst>
                                        <p:tav tm="0" fmla="#ppt_w*sin(2.5*pi*$)">
                                          <p:val>
                                            <p:fltVal val="0"/>
                                          </p:val>
                                        </p:tav>
                                        <p:tav tm="100000">
                                          <p:val>
                                            <p:fltVal val="1"/>
                                          </p:val>
                                        </p:tav>
                                      </p:tavLst>
                                    </p:anim>
                                    <p:anim calcmode="lin" valueType="num">
                                      <p:cBhvr>
                                        <p:cTn id="114" dur="2000" fill="hold"/>
                                        <p:tgtEl>
                                          <p:spTgt spid="166"/>
                                        </p:tgtEl>
                                        <p:attrNameLst>
                                          <p:attrName>ppt_h</p:attrName>
                                        </p:attrNameLst>
                                      </p:cBhvr>
                                      <p:tavLst>
                                        <p:tav tm="0">
                                          <p:val>
                                            <p:strVal val="#ppt_h"/>
                                          </p:val>
                                        </p:tav>
                                        <p:tav tm="100000">
                                          <p:val>
                                            <p:strVal val="#ppt_h"/>
                                          </p:val>
                                        </p:tav>
                                      </p:tavLst>
                                    </p:anim>
                                  </p:childTnLst>
                                </p:cTn>
                              </p:par>
                            </p:childTnLst>
                          </p:cTn>
                        </p:par>
                        <p:par>
                          <p:cTn id="115" fill="hold">
                            <p:stCondLst>
                              <p:cond delay="2000"/>
                            </p:stCondLst>
                            <p:childTnLst>
                              <p:par>
                                <p:cTn id="116" presetID="22" presetClass="entr" presetSubtype="4" fill="hold" nodeType="afterEffect">
                                  <p:stCondLst>
                                    <p:cond delay="0"/>
                                  </p:stCondLst>
                                  <p:childTnLst>
                                    <p:set>
                                      <p:cBhvr>
                                        <p:cTn id="117" dur="1" fill="hold">
                                          <p:stCondLst>
                                            <p:cond delay="0"/>
                                          </p:stCondLst>
                                        </p:cTn>
                                        <p:tgtEl>
                                          <p:spTgt spid="187"/>
                                        </p:tgtEl>
                                        <p:attrNameLst>
                                          <p:attrName>style.visibility</p:attrName>
                                        </p:attrNameLst>
                                      </p:cBhvr>
                                      <p:to>
                                        <p:strVal val="visible"/>
                                      </p:to>
                                    </p:set>
                                    <p:animEffect transition="in" filter="wipe(down)">
                                      <p:cBhvr>
                                        <p:cTn id="118" dur="1000"/>
                                        <p:tgtEl>
                                          <p:spTgt spid="187"/>
                                        </p:tgtEl>
                                      </p:cBhvr>
                                    </p:animEffect>
                                  </p:childTnLst>
                                </p:cTn>
                              </p:par>
                            </p:childTnLst>
                          </p:cTn>
                        </p:par>
                        <p:par>
                          <p:cTn id="119" fill="hold">
                            <p:stCondLst>
                              <p:cond delay="3000"/>
                            </p:stCondLst>
                            <p:childTnLst>
                              <p:par>
                                <p:cTn id="120" presetID="45" presetClass="entr" presetSubtype="0" fill="hold" nodeType="afterEffect">
                                  <p:stCondLst>
                                    <p:cond delay="0"/>
                                  </p:stCondLst>
                                  <p:childTnLst>
                                    <p:set>
                                      <p:cBhvr>
                                        <p:cTn id="121" dur="1" fill="hold">
                                          <p:stCondLst>
                                            <p:cond delay="0"/>
                                          </p:stCondLst>
                                        </p:cTn>
                                        <p:tgtEl>
                                          <p:spTgt spid="192"/>
                                        </p:tgtEl>
                                        <p:attrNameLst>
                                          <p:attrName>style.visibility</p:attrName>
                                        </p:attrNameLst>
                                      </p:cBhvr>
                                      <p:to>
                                        <p:strVal val="visible"/>
                                      </p:to>
                                    </p:set>
                                    <p:animEffect transition="in" filter="fade">
                                      <p:cBhvr>
                                        <p:cTn id="122" dur="2000"/>
                                        <p:tgtEl>
                                          <p:spTgt spid="192"/>
                                        </p:tgtEl>
                                      </p:cBhvr>
                                    </p:animEffect>
                                    <p:anim calcmode="lin" valueType="num">
                                      <p:cBhvr>
                                        <p:cTn id="123" dur="2000" fill="hold"/>
                                        <p:tgtEl>
                                          <p:spTgt spid="192"/>
                                        </p:tgtEl>
                                        <p:attrNameLst>
                                          <p:attrName>ppt_w</p:attrName>
                                        </p:attrNameLst>
                                      </p:cBhvr>
                                      <p:tavLst>
                                        <p:tav tm="0" fmla="#ppt_w*sin(2.5*pi*$)">
                                          <p:val>
                                            <p:fltVal val="0"/>
                                          </p:val>
                                        </p:tav>
                                        <p:tav tm="100000">
                                          <p:val>
                                            <p:fltVal val="1"/>
                                          </p:val>
                                        </p:tav>
                                      </p:tavLst>
                                    </p:anim>
                                    <p:anim calcmode="lin" valueType="num">
                                      <p:cBhvr>
                                        <p:cTn id="124" dur="2000" fill="hold"/>
                                        <p:tgtEl>
                                          <p:spTgt spid="192"/>
                                        </p:tgtEl>
                                        <p:attrNameLst>
                                          <p:attrName>ppt_h</p:attrName>
                                        </p:attrNameLst>
                                      </p:cBhvr>
                                      <p:tavLst>
                                        <p:tav tm="0">
                                          <p:val>
                                            <p:strVal val="#ppt_h"/>
                                          </p:val>
                                        </p:tav>
                                        <p:tav tm="100000">
                                          <p:val>
                                            <p:strVal val="#ppt_h"/>
                                          </p:val>
                                        </p:tav>
                                      </p:tavLst>
                                    </p:anim>
                                  </p:childTnLst>
                                </p:cTn>
                              </p:par>
                            </p:childTnLst>
                          </p:cTn>
                        </p:par>
                      </p:childTnLst>
                    </p:cTn>
                  </p:par>
                  <p:par>
                    <p:cTn id="125" fill="hold">
                      <p:stCondLst>
                        <p:cond delay="indefinite"/>
                      </p:stCondLst>
                      <p:childTnLst>
                        <p:par>
                          <p:cTn id="126" fill="hold">
                            <p:stCondLst>
                              <p:cond delay="0"/>
                            </p:stCondLst>
                            <p:childTnLst>
                              <p:par>
                                <p:cTn id="127" presetID="22" presetClass="exit" presetSubtype="1" fill="hold" nodeType="clickEffect">
                                  <p:stCondLst>
                                    <p:cond delay="0"/>
                                  </p:stCondLst>
                                  <p:childTnLst>
                                    <p:animEffect transition="out" filter="wipe(up)">
                                      <p:cBhvr>
                                        <p:cTn id="128" dur="500"/>
                                        <p:tgtEl>
                                          <p:spTgt spid="166"/>
                                        </p:tgtEl>
                                      </p:cBhvr>
                                    </p:animEffect>
                                    <p:set>
                                      <p:cBhvr>
                                        <p:cTn id="129" dur="1" fill="hold">
                                          <p:stCondLst>
                                            <p:cond delay="499"/>
                                          </p:stCondLst>
                                        </p:cTn>
                                        <p:tgtEl>
                                          <p:spTgt spid="166"/>
                                        </p:tgtEl>
                                        <p:attrNameLst>
                                          <p:attrName>style.visibility</p:attrName>
                                        </p:attrNameLst>
                                      </p:cBhvr>
                                      <p:to>
                                        <p:strVal val="hidden"/>
                                      </p:to>
                                    </p:set>
                                  </p:childTnLst>
                                </p:cTn>
                              </p:par>
                              <p:par>
                                <p:cTn id="130" presetID="22" presetClass="entr" presetSubtype="8" fill="hold" nodeType="withEffect">
                                  <p:stCondLst>
                                    <p:cond delay="0"/>
                                  </p:stCondLst>
                                  <p:childTnLst>
                                    <p:set>
                                      <p:cBhvr>
                                        <p:cTn id="131" dur="1" fill="hold">
                                          <p:stCondLst>
                                            <p:cond delay="0"/>
                                          </p:stCondLst>
                                        </p:cTn>
                                        <p:tgtEl>
                                          <p:spTgt spid="178"/>
                                        </p:tgtEl>
                                        <p:attrNameLst>
                                          <p:attrName>style.visibility</p:attrName>
                                        </p:attrNameLst>
                                      </p:cBhvr>
                                      <p:to>
                                        <p:strVal val="visible"/>
                                      </p:to>
                                    </p:set>
                                    <p:animEffect transition="in" filter="wipe(left)">
                                      <p:cBhvr>
                                        <p:cTn id="132" dur="1000"/>
                                        <p:tgtEl>
                                          <p:spTgt spid="178"/>
                                        </p:tgtEl>
                                      </p:cBhvr>
                                    </p:animEffect>
                                  </p:childTnLst>
                                </p:cTn>
                              </p:par>
                            </p:childTnLst>
                          </p:cTn>
                        </p:par>
                        <p:par>
                          <p:cTn id="133" fill="hold">
                            <p:stCondLst>
                              <p:cond delay="1000"/>
                            </p:stCondLst>
                            <p:childTnLst>
                              <p:par>
                                <p:cTn id="134" presetID="10" presetClass="exit" presetSubtype="0" fill="hold" grpId="0" nodeType="afterEffect">
                                  <p:stCondLst>
                                    <p:cond delay="0"/>
                                  </p:stCondLst>
                                  <p:childTnLst>
                                    <p:animEffect transition="out" filter="fade">
                                      <p:cBhvr>
                                        <p:cTn id="135" dur="500"/>
                                        <p:tgtEl>
                                          <p:spTgt spid="34"/>
                                        </p:tgtEl>
                                      </p:cBhvr>
                                    </p:animEffect>
                                    <p:set>
                                      <p:cBhvr>
                                        <p:cTn id="136" dur="1" fill="hold">
                                          <p:stCondLst>
                                            <p:cond delay="499"/>
                                          </p:stCondLst>
                                        </p:cTn>
                                        <p:tgtEl>
                                          <p:spTgt spid="34"/>
                                        </p:tgtEl>
                                        <p:attrNameLst>
                                          <p:attrName>style.visibility</p:attrName>
                                        </p:attrNameLst>
                                      </p:cBhvr>
                                      <p:to>
                                        <p:strVal val="hidden"/>
                                      </p:to>
                                    </p:set>
                                  </p:childTnLst>
                                </p:cTn>
                              </p:par>
                              <p:par>
                                <p:cTn id="137" presetID="63" presetClass="path" presetSubtype="0" accel="50000" decel="50000" fill="hold" nodeType="withEffect">
                                  <p:stCondLst>
                                    <p:cond delay="0"/>
                                  </p:stCondLst>
                                  <p:childTnLst>
                                    <p:animMotion origin="layout" path="M -0.00417 0.21574 L 0.05143 0.21736 " pathEditMode="relative" rAng="0" ptsTypes="AA">
                                      <p:cBhvr>
                                        <p:cTn id="138" dur="1500" fill="hold"/>
                                        <p:tgtEl>
                                          <p:spTgt spid="121"/>
                                        </p:tgtEl>
                                        <p:attrNameLst>
                                          <p:attrName>ppt_x</p:attrName>
                                          <p:attrName>ppt_y</p:attrName>
                                        </p:attrNameLst>
                                      </p:cBhvr>
                                      <p:rCtr x="2773" y="69"/>
                                    </p:animMotion>
                                  </p:childTnLst>
                                </p:cTn>
                              </p:par>
                              <p:par>
                                <p:cTn id="139" presetID="63" presetClass="path" presetSubtype="0" accel="50000" decel="50000" fill="hold" grpId="1" nodeType="withEffect">
                                  <p:stCondLst>
                                    <p:cond delay="0"/>
                                  </p:stCondLst>
                                  <p:childTnLst>
                                    <p:animMotion origin="layout" path="M -1.45833E-6 2.96296E-6 L 0.05495 0.00115 " pathEditMode="relative" rAng="0" ptsTypes="AA">
                                      <p:cBhvr>
                                        <p:cTn id="140" dur="1500" fill="hold"/>
                                        <p:tgtEl>
                                          <p:spTgt spid="73"/>
                                        </p:tgtEl>
                                        <p:attrNameLst>
                                          <p:attrName>ppt_x</p:attrName>
                                          <p:attrName>ppt_y</p:attrName>
                                        </p:attrNameLst>
                                      </p:cBhvr>
                                      <p:rCtr x="2747" y="46"/>
                                    </p:animMotion>
                                  </p:childTnLst>
                                </p:cTn>
                              </p:par>
                              <p:par>
                                <p:cTn id="141" presetID="10" presetClass="exit" presetSubtype="0" fill="hold" nodeType="withEffect">
                                  <p:stCondLst>
                                    <p:cond delay="0"/>
                                  </p:stCondLst>
                                  <p:childTnLst>
                                    <p:animEffect transition="out" filter="fade">
                                      <p:cBhvr>
                                        <p:cTn id="142" dur="1000"/>
                                        <p:tgtEl>
                                          <p:spTgt spid="135"/>
                                        </p:tgtEl>
                                      </p:cBhvr>
                                    </p:animEffect>
                                    <p:set>
                                      <p:cBhvr>
                                        <p:cTn id="143" dur="1" fill="hold">
                                          <p:stCondLst>
                                            <p:cond delay="999"/>
                                          </p:stCondLst>
                                        </p:cTn>
                                        <p:tgtEl>
                                          <p:spTgt spid="135"/>
                                        </p:tgtEl>
                                        <p:attrNameLst>
                                          <p:attrName>style.visibility</p:attrName>
                                        </p:attrNameLst>
                                      </p:cBhvr>
                                      <p:to>
                                        <p:strVal val="hidden"/>
                                      </p:to>
                                    </p:set>
                                  </p:childTnLst>
                                </p:cTn>
                              </p:par>
                            </p:childTnLst>
                          </p:cTn>
                        </p:par>
                        <p:par>
                          <p:cTn id="144" fill="hold">
                            <p:stCondLst>
                              <p:cond delay="2500"/>
                            </p:stCondLst>
                            <p:childTnLst>
                              <p:par>
                                <p:cTn id="145" presetID="22" presetClass="entr" presetSubtype="2" fill="hold" nodeType="afterEffect">
                                  <p:stCondLst>
                                    <p:cond delay="0"/>
                                  </p:stCondLst>
                                  <p:childTnLst>
                                    <p:set>
                                      <p:cBhvr>
                                        <p:cTn id="146" dur="1" fill="hold">
                                          <p:stCondLst>
                                            <p:cond delay="0"/>
                                          </p:stCondLst>
                                        </p:cTn>
                                        <p:tgtEl>
                                          <p:spTgt spid="169"/>
                                        </p:tgtEl>
                                        <p:attrNameLst>
                                          <p:attrName>style.visibility</p:attrName>
                                        </p:attrNameLst>
                                      </p:cBhvr>
                                      <p:to>
                                        <p:strVal val="visible"/>
                                      </p:to>
                                    </p:set>
                                    <p:animEffect transition="in" filter="wipe(right)">
                                      <p:cBhvr>
                                        <p:cTn id="147" dur="1000"/>
                                        <p:tgtEl>
                                          <p:spTgt spid="169"/>
                                        </p:tgtEl>
                                      </p:cBhvr>
                                    </p:animEffect>
                                  </p:childTnLst>
                                </p:cTn>
                              </p:par>
                            </p:childTnLst>
                          </p:cTn>
                        </p:par>
                        <p:par>
                          <p:cTn id="148" fill="hold">
                            <p:stCondLst>
                              <p:cond delay="3500"/>
                            </p:stCondLst>
                            <p:childTnLst>
                              <p:par>
                                <p:cTn id="149" presetID="16" presetClass="entr" presetSubtype="21" fill="hold" nodeType="afterEffect">
                                  <p:stCondLst>
                                    <p:cond delay="0"/>
                                  </p:stCondLst>
                                  <p:childTnLst>
                                    <p:set>
                                      <p:cBhvr>
                                        <p:cTn id="150" dur="1" fill="hold">
                                          <p:stCondLst>
                                            <p:cond delay="0"/>
                                          </p:stCondLst>
                                        </p:cTn>
                                        <p:tgtEl>
                                          <p:spTgt spid="112"/>
                                        </p:tgtEl>
                                        <p:attrNameLst>
                                          <p:attrName>style.visibility</p:attrName>
                                        </p:attrNameLst>
                                      </p:cBhvr>
                                      <p:to>
                                        <p:strVal val="visible"/>
                                      </p:to>
                                    </p:set>
                                    <p:animEffect transition="in" filter="barn(inVertical)">
                                      <p:cBhvr>
                                        <p:cTn id="151" dur="500"/>
                                        <p:tgtEl>
                                          <p:spTgt spid="112"/>
                                        </p:tgtEl>
                                      </p:cBhvr>
                                    </p:animEffect>
                                  </p:childTnLst>
                                </p:cTn>
                              </p:par>
                              <p:par>
                                <p:cTn id="152" presetID="42" presetClass="path" presetSubtype="0" accel="50000" decel="50000" fill="hold" nodeType="withEffect">
                                  <p:stCondLst>
                                    <p:cond delay="0"/>
                                  </p:stCondLst>
                                  <p:childTnLst>
                                    <p:animMotion origin="layout" path="M -1.04167E-6 -1.11111E-6 L -0.03802 0.2162 " pathEditMode="relative" rAng="0" ptsTypes="AA">
                                      <p:cBhvr>
                                        <p:cTn id="153" dur="1500" fill="hold"/>
                                        <p:tgtEl>
                                          <p:spTgt spid="112"/>
                                        </p:tgtEl>
                                        <p:attrNameLst>
                                          <p:attrName>ppt_x</p:attrName>
                                          <p:attrName>ppt_y</p:attrName>
                                        </p:attrNameLst>
                                      </p:cBhvr>
                                      <p:rCtr x="-1901" y="10810"/>
                                    </p:animMotion>
                                  </p:childTnLst>
                                </p:cTn>
                              </p:par>
                            </p:childTnLst>
                          </p:cTn>
                        </p:par>
                        <p:par>
                          <p:cTn id="154" fill="hold">
                            <p:stCondLst>
                              <p:cond delay="5000"/>
                            </p:stCondLst>
                            <p:childTnLst>
                              <p:par>
                                <p:cTn id="155" presetID="63" presetClass="path" presetSubtype="0" accel="50000" decel="50000" fill="hold" grpId="0" nodeType="afterEffect">
                                  <p:stCondLst>
                                    <p:cond delay="0"/>
                                  </p:stCondLst>
                                  <p:childTnLst>
                                    <p:animMotion origin="layout" path="M -2.70833E-6 4.07407E-6 L 0.06576 4.07407E-6 " pathEditMode="relative" rAng="0" ptsTypes="AA">
                                      <p:cBhvr>
                                        <p:cTn id="156" dur="1500" fill="hold"/>
                                        <p:tgtEl>
                                          <p:spTgt spid="48"/>
                                        </p:tgtEl>
                                        <p:attrNameLst>
                                          <p:attrName>ppt_x</p:attrName>
                                          <p:attrName>ppt_y</p:attrName>
                                        </p:attrNameLst>
                                      </p:cBhvr>
                                      <p:rCtr x="3281" y="0"/>
                                    </p:animMotion>
                                  </p:childTnLst>
                                </p:cTn>
                              </p:par>
                              <p:par>
                                <p:cTn id="157" presetID="63" presetClass="path" presetSubtype="0" accel="50000" decel="50000" fill="hold" grpId="1" nodeType="withEffect">
                                  <p:stCondLst>
                                    <p:cond delay="0"/>
                                  </p:stCondLst>
                                  <p:childTnLst>
                                    <p:animMotion origin="layout" path="M 3.33333E-6 2.59259E-6 L 0.0526 0.00139 " pathEditMode="relative" rAng="0" ptsTypes="AA">
                                      <p:cBhvr>
                                        <p:cTn id="158" dur="1500" fill="hold"/>
                                        <p:tgtEl>
                                          <p:spTgt spid="72"/>
                                        </p:tgtEl>
                                        <p:attrNameLst>
                                          <p:attrName>ppt_x</p:attrName>
                                          <p:attrName>ppt_y</p:attrName>
                                        </p:attrNameLst>
                                      </p:cBhvr>
                                      <p:rCtr x="2630" y="69"/>
                                    </p:animMotion>
                                  </p:childTnLst>
                                </p:cTn>
                              </p:par>
                            </p:childTnLst>
                          </p:cTn>
                        </p:par>
                        <p:par>
                          <p:cTn id="159" fill="hold">
                            <p:stCondLst>
                              <p:cond delay="6500"/>
                            </p:stCondLst>
                            <p:childTnLst>
                              <p:par>
                                <p:cTn id="160" presetID="22" presetClass="entr" presetSubtype="8" fill="hold" nodeType="afterEffect">
                                  <p:stCondLst>
                                    <p:cond delay="0"/>
                                  </p:stCondLst>
                                  <p:childTnLst>
                                    <p:set>
                                      <p:cBhvr>
                                        <p:cTn id="161" dur="1" fill="hold">
                                          <p:stCondLst>
                                            <p:cond delay="0"/>
                                          </p:stCondLst>
                                        </p:cTn>
                                        <p:tgtEl>
                                          <p:spTgt spid="140"/>
                                        </p:tgtEl>
                                        <p:attrNameLst>
                                          <p:attrName>style.visibility</p:attrName>
                                        </p:attrNameLst>
                                      </p:cBhvr>
                                      <p:to>
                                        <p:strVal val="visible"/>
                                      </p:to>
                                    </p:set>
                                    <p:animEffect transition="in" filter="wipe(left)">
                                      <p:cBhvr>
                                        <p:cTn id="162" dur="1000"/>
                                        <p:tgtEl>
                                          <p:spTgt spid="140"/>
                                        </p:tgtEl>
                                      </p:cBhvr>
                                    </p:animEffect>
                                  </p:childTnLst>
                                </p:cTn>
                              </p:par>
                            </p:childTnLst>
                          </p:cTn>
                        </p:par>
                      </p:childTnLst>
                    </p:cTn>
                  </p:par>
                  <p:par>
                    <p:cTn id="163" fill="hold">
                      <p:stCondLst>
                        <p:cond delay="indefinite"/>
                      </p:stCondLst>
                      <p:childTnLst>
                        <p:par>
                          <p:cTn id="164" fill="hold">
                            <p:stCondLst>
                              <p:cond delay="0"/>
                            </p:stCondLst>
                            <p:childTnLst>
                              <p:par>
                                <p:cTn id="165" presetID="22" presetClass="exit" presetSubtype="1" fill="hold" nodeType="clickEffect">
                                  <p:stCondLst>
                                    <p:cond delay="0"/>
                                  </p:stCondLst>
                                  <p:childTnLst>
                                    <p:animEffect transition="out" filter="wipe(up)">
                                      <p:cBhvr>
                                        <p:cTn id="166" dur="500"/>
                                        <p:tgtEl>
                                          <p:spTgt spid="178"/>
                                        </p:tgtEl>
                                      </p:cBhvr>
                                    </p:animEffect>
                                    <p:set>
                                      <p:cBhvr>
                                        <p:cTn id="167" dur="1" fill="hold">
                                          <p:stCondLst>
                                            <p:cond delay="499"/>
                                          </p:stCondLst>
                                        </p:cTn>
                                        <p:tgtEl>
                                          <p:spTgt spid="178"/>
                                        </p:tgtEl>
                                        <p:attrNameLst>
                                          <p:attrName>style.visibility</p:attrName>
                                        </p:attrNameLst>
                                      </p:cBhvr>
                                      <p:to>
                                        <p:strVal val="hidden"/>
                                      </p:to>
                                    </p:set>
                                  </p:childTnLst>
                                </p:cTn>
                              </p:par>
                              <p:par>
                                <p:cTn id="168" presetID="22" presetClass="entr" presetSubtype="8" fill="hold" nodeType="withEffect">
                                  <p:stCondLst>
                                    <p:cond delay="0"/>
                                  </p:stCondLst>
                                  <p:childTnLst>
                                    <p:set>
                                      <p:cBhvr>
                                        <p:cTn id="169" dur="1" fill="hold">
                                          <p:stCondLst>
                                            <p:cond delay="0"/>
                                          </p:stCondLst>
                                        </p:cTn>
                                        <p:tgtEl>
                                          <p:spTgt spid="179"/>
                                        </p:tgtEl>
                                        <p:attrNameLst>
                                          <p:attrName>style.visibility</p:attrName>
                                        </p:attrNameLst>
                                      </p:cBhvr>
                                      <p:to>
                                        <p:strVal val="visible"/>
                                      </p:to>
                                    </p:set>
                                    <p:animEffect transition="in" filter="wipe(left)">
                                      <p:cBhvr>
                                        <p:cTn id="170" dur="1000"/>
                                        <p:tgtEl>
                                          <p:spTgt spid="179"/>
                                        </p:tgtEl>
                                      </p:cBhvr>
                                    </p:animEffect>
                                  </p:childTnLst>
                                </p:cTn>
                              </p:par>
                            </p:childTnLst>
                          </p:cTn>
                        </p:par>
                        <p:par>
                          <p:cTn id="171" fill="hold">
                            <p:stCondLst>
                              <p:cond delay="1000"/>
                            </p:stCondLst>
                            <p:childTnLst>
                              <p:par>
                                <p:cTn id="172" presetID="22" presetClass="entr" presetSubtype="4" fill="hold" grpId="0" nodeType="afterEffect">
                                  <p:stCondLst>
                                    <p:cond delay="0"/>
                                  </p:stCondLst>
                                  <p:childTnLst>
                                    <p:set>
                                      <p:cBhvr>
                                        <p:cTn id="173" dur="1" fill="hold">
                                          <p:stCondLst>
                                            <p:cond delay="0"/>
                                          </p:stCondLst>
                                        </p:cTn>
                                        <p:tgtEl>
                                          <p:spTgt spid="175"/>
                                        </p:tgtEl>
                                        <p:attrNameLst>
                                          <p:attrName>style.visibility</p:attrName>
                                        </p:attrNameLst>
                                      </p:cBhvr>
                                      <p:to>
                                        <p:strVal val="visible"/>
                                      </p:to>
                                    </p:set>
                                    <p:animEffect transition="in" filter="wipe(down)">
                                      <p:cBhvr>
                                        <p:cTn id="174" dur="500"/>
                                        <p:tgtEl>
                                          <p:spTgt spid="175"/>
                                        </p:tgtEl>
                                      </p:cBhvr>
                                    </p:animEffect>
                                  </p:childTnLst>
                                </p:cTn>
                              </p:par>
                            </p:childTnLst>
                          </p:cTn>
                        </p:par>
                        <p:par>
                          <p:cTn id="175" fill="hold">
                            <p:stCondLst>
                              <p:cond delay="1500"/>
                            </p:stCondLst>
                            <p:childTnLst>
                              <p:par>
                                <p:cTn id="176" presetID="22" presetClass="entr" presetSubtype="1" fill="hold" grpId="0" nodeType="afterEffect">
                                  <p:stCondLst>
                                    <p:cond delay="0"/>
                                  </p:stCondLst>
                                  <p:childTnLst>
                                    <p:set>
                                      <p:cBhvr>
                                        <p:cTn id="177" dur="1" fill="hold">
                                          <p:stCondLst>
                                            <p:cond delay="0"/>
                                          </p:stCondLst>
                                        </p:cTn>
                                        <p:tgtEl>
                                          <p:spTgt spid="71"/>
                                        </p:tgtEl>
                                        <p:attrNameLst>
                                          <p:attrName>style.visibility</p:attrName>
                                        </p:attrNameLst>
                                      </p:cBhvr>
                                      <p:to>
                                        <p:strVal val="visible"/>
                                      </p:to>
                                    </p:set>
                                    <p:animEffect transition="in" filter="wipe(up)">
                                      <p:cBhvr>
                                        <p:cTn id="178" dur="500"/>
                                        <p:tgtEl>
                                          <p:spTgt spid="71"/>
                                        </p:tgtEl>
                                      </p:cBhvr>
                                    </p:animEffect>
                                  </p:childTnLst>
                                </p:cTn>
                              </p:par>
                            </p:childTnLst>
                          </p:cTn>
                        </p:par>
                        <p:par>
                          <p:cTn id="179" fill="hold">
                            <p:stCondLst>
                              <p:cond delay="2000"/>
                            </p:stCondLst>
                            <p:childTnLst>
                              <p:par>
                                <p:cTn id="180" presetID="26" presetClass="emph" presetSubtype="0" fill="hold" nodeType="afterEffect">
                                  <p:stCondLst>
                                    <p:cond delay="0"/>
                                  </p:stCondLst>
                                  <p:childTnLst>
                                    <p:animEffect transition="out" filter="fade">
                                      <p:cBhvr>
                                        <p:cTn id="181" dur="1000" tmFilter="0, 0; .2, .5; .8, .5; 1, 0"/>
                                        <p:tgtEl>
                                          <p:spTgt spid="128"/>
                                        </p:tgtEl>
                                      </p:cBhvr>
                                    </p:animEffect>
                                    <p:animScale>
                                      <p:cBhvr>
                                        <p:cTn id="182" dur="500" autoRev="1" fill="hold"/>
                                        <p:tgtEl>
                                          <p:spTgt spid="128"/>
                                        </p:tgtEl>
                                      </p:cBhvr>
                                      <p:by x="105000" y="105000"/>
                                    </p:animScale>
                                  </p:childTnLst>
                                </p:cTn>
                              </p:par>
                            </p:childTnLst>
                          </p:cTn>
                        </p:par>
                      </p:childTnLst>
                    </p:cTn>
                  </p:par>
                  <p:par>
                    <p:cTn id="183" fill="hold">
                      <p:stCondLst>
                        <p:cond delay="indefinite"/>
                      </p:stCondLst>
                      <p:childTnLst>
                        <p:par>
                          <p:cTn id="184" fill="hold">
                            <p:stCondLst>
                              <p:cond delay="0"/>
                            </p:stCondLst>
                            <p:childTnLst>
                              <p:par>
                                <p:cTn id="185" presetID="22" presetClass="exit" presetSubtype="1" fill="hold" nodeType="clickEffect">
                                  <p:stCondLst>
                                    <p:cond delay="0"/>
                                  </p:stCondLst>
                                  <p:childTnLst>
                                    <p:animEffect transition="out" filter="wipe(up)">
                                      <p:cBhvr>
                                        <p:cTn id="186" dur="500"/>
                                        <p:tgtEl>
                                          <p:spTgt spid="179"/>
                                        </p:tgtEl>
                                      </p:cBhvr>
                                    </p:animEffect>
                                    <p:set>
                                      <p:cBhvr>
                                        <p:cTn id="187" dur="1" fill="hold">
                                          <p:stCondLst>
                                            <p:cond delay="499"/>
                                          </p:stCondLst>
                                        </p:cTn>
                                        <p:tgtEl>
                                          <p:spTgt spid="179"/>
                                        </p:tgtEl>
                                        <p:attrNameLst>
                                          <p:attrName>style.visibility</p:attrName>
                                        </p:attrNameLst>
                                      </p:cBhvr>
                                      <p:to>
                                        <p:strVal val="hidden"/>
                                      </p:to>
                                    </p:set>
                                  </p:childTnLst>
                                </p:cTn>
                              </p:par>
                              <p:par>
                                <p:cTn id="188" presetID="31" presetClass="exit" presetSubtype="0" fill="hold" nodeType="withEffect">
                                  <p:stCondLst>
                                    <p:cond delay="0"/>
                                  </p:stCondLst>
                                  <p:childTnLst>
                                    <p:anim calcmode="lin" valueType="num">
                                      <p:cBhvr>
                                        <p:cTn id="189" dur="1000"/>
                                        <p:tgtEl>
                                          <p:spTgt spid="187"/>
                                        </p:tgtEl>
                                        <p:attrNameLst>
                                          <p:attrName>ppt_w</p:attrName>
                                        </p:attrNameLst>
                                      </p:cBhvr>
                                      <p:tavLst>
                                        <p:tav tm="0">
                                          <p:val>
                                            <p:strVal val="ppt_w"/>
                                          </p:val>
                                        </p:tav>
                                        <p:tav tm="100000">
                                          <p:val>
                                            <p:fltVal val="0"/>
                                          </p:val>
                                        </p:tav>
                                      </p:tavLst>
                                    </p:anim>
                                    <p:anim calcmode="lin" valueType="num">
                                      <p:cBhvr>
                                        <p:cTn id="190" dur="1000"/>
                                        <p:tgtEl>
                                          <p:spTgt spid="187"/>
                                        </p:tgtEl>
                                        <p:attrNameLst>
                                          <p:attrName>ppt_h</p:attrName>
                                        </p:attrNameLst>
                                      </p:cBhvr>
                                      <p:tavLst>
                                        <p:tav tm="0">
                                          <p:val>
                                            <p:strVal val="ppt_h"/>
                                          </p:val>
                                        </p:tav>
                                        <p:tav tm="100000">
                                          <p:val>
                                            <p:fltVal val="0"/>
                                          </p:val>
                                        </p:tav>
                                      </p:tavLst>
                                    </p:anim>
                                    <p:anim calcmode="lin" valueType="num">
                                      <p:cBhvr>
                                        <p:cTn id="191" dur="1000"/>
                                        <p:tgtEl>
                                          <p:spTgt spid="187"/>
                                        </p:tgtEl>
                                        <p:attrNameLst>
                                          <p:attrName>style.rotation</p:attrName>
                                        </p:attrNameLst>
                                      </p:cBhvr>
                                      <p:tavLst>
                                        <p:tav tm="0">
                                          <p:val>
                                            <p:fltVal val="0"/>
                                          </p:val>
                                        </p:tav>
                                        <p:tav tm="100000">
                                          <p:val>
                                            <p:fltVal val="90"/>
                                          </p:val>
                                        </p:tav>
                                      </p:tavLst>
                                    </p:anim>
                                    <p:animEffect transition="out" filter="fade">
                                      <p:cBhvr>
                                        <p:cTn id="192" dur="1000"/>
                                        <p:tgtEl>
                                          <p:spTgt spid="187"/>
                                        </p:tgtEl>
                                      </p:cBhvr>
                                    </p:animEffect>
                                    <p:set>
                                      <p:cBhvr>
                                        <p:cTn id="193" dur="1" fill="hold">
                                          <p:stCondLst>
                                            <p:cond delay="999"/>
                                          </p:stCondLst>
                                        </p:cTn>
                                        <p:tgtEl>
                                          <p:spTgt spid="187"/>
                                        </p:tgtEl>
                                        <p:attrNameLst>
                                          <p:attrName>style.visibility</p:attrName>
                                        </p:attrNameLst>
                                      </p:cBhvr>
                                      <p:to>
                                        <p:strVal val="hidden"/>
                                      </p:to>
                                    </p:set>
                                  </p:childTnLst>
                                </p:cTn>
                              </p:par>
                              <p:par>
                                <p:cTn id="194" presetID="31" presetClass="exit" presetSubtype="0" fill="hold" nodeType="withEffect">
                                  <p:stCondLst>
                                    <p:cond delay="0"/>
                                  </p:stCondLst>
                                  <p:childTnLst>
                                    <p:anim calcmode="lin" valueType="num">
                                      <p:cBhvr>
                                        <p:cTn id="195" dur="1000"/>
                                        <p:tgtEl>
                                          <p:spTgt spid="192"/>
                                        </p:tgtEl>
                                        <p:attrNameLst>
                                          <p:attrName>ppt_w</p:attrName>
                                        </p:attrNameLst>
                                      </p:cBhvr>
                                      <p:tavLst>
                                        <p:tav tm="0">
                                          <p:val>
                                            <p:strVal val="ppt_w"/>
                                          </p:val>
                                        </p:tav>
                                        <p:tav tm="100000">
                                          <p:val>
                                            <p:fltVal val="0"/>
                                          </p:val>
                                        </p:tav>
                                      </p:tavLst>
                                    </p:anim>
                                    <p:anim calcmode="lin" valueType="num">
                                      <p:cBhvr>
                                        <p:cTn id="196" dur="1000"/>
                                        <p:tgtEl>
                                          <p:spTgt spid="192"/>
                                        </p:tgtEl>
                                        <p:attrNameLst>
                                          <p:attrName>ppt_h</p:attrName>
                                        </p:attrNameLst>
                                      </p:cBhvr>
                                      <p:tavLst>
                                        <p:tav tm="0">
                                          <p:val>
                                            <p:strVal val="ppt_h"/>
                                          </p:val>
                                        </p:tav>
                                        <p:tav tm="100000">
                                          <p:val>
                                            <p:fltVal val="0"/>
                                          </p:val>
                                        </p:tav>
                                      </p:tavLst>
                                    </p:anim>
                                    <p:anim calcmode="lin" valueType="num">
                                      <p:cBhvr>
                                        <p:cTn id="197" dur="1000"/>
                                        <p:tgtEl>
                                          <p:spTgt spid="192"/>
                                        </p:tgtEl>
                                        <p:attrNameLst>
                                          <p:attrName>style.rotation</p:attrName>
                                        </p:attrNameLst>
                                      </p:cBhvr>
                                      <p:tavLst>
                                        <p:tav tm="0">
                                          <p:val>
                                            <p:fltVal val="0"/>
                                          </p:val>
                                        </p:tav>
                                        <p:tav tm="100000">
                                          <p:val>
                                            <p:fltVal val="90"/>
                                          </p:val>
                                        </p:tav>
                                      </p:tavLst>
                                    </p:anim>
                                    <p:animEffect transition="out" filter="fade">
                                      <p:cBhvr>
                                        <p:cTn id="198" dur="1000"/>
                                        <p:tgtEl>
                                          <p:spTgt spid="192"/>
                                        </p:tgtEl>
                                      </p:cBhvr>
                                    </p:animEffect>
                                    <p:set>
                                      <p:cBhvr>
                                        <p:cTn id="199" dur="1" fill="hold">
                                          <p:stCondLst>
                                            <p:cond delay="999"/>
                                          </p:stCondLst>
                                        </p:cTn>
                                        <p:tgtEl>
                                          <p:spTgt spid="192"/>
                                        </p:tgtEl>
                                        <p:attrNameLst>
                                          <p:attrName>style.visibility</p:attrName>
                                        </p:attrNameLst>
                                      </p:cBhvr>
                                      <p:to>
                                        <p:strVal val="hidden"/>
                                      </p:to>
                                    </p:set>
                                  </p:childTnLst>
                                </p:cTn>
                              </p:par>
                              <p:par>
                                <p:cTn id="200" presetID="22" presetClass="entr" presetSubtype="8" fill="hold" nodeType="withEffect">
                                  <p:stCondLst>
                                    <p:cond delay="0"/>
                                  </p:stCondLst>
                                  <p:childTnLst>
                                    <p:set>
                                      <p:cBhvr>
                                        <p:cTn id="201" dur="1" fill="hold">
                                          <p:stCondLst>
                                            <p:cond delay="0"/>
                                          </p:stCondLst>
                                        </p:cTn>
                                        <p:tgtEl>
                                          <p:spTgt spid="163"/>
                                        </p:tgtEl>
                                        <p:attrNameLst>
                                          <p:attrName>style.visibility</p:attrName>
                                        </p:attrNameLst>
                                      </p:cBhvr>
                                      <p:to>
                                        <p:strVal val="visible"/>
                                      </p:to>
                                    </p:set>
                                    <p:animEffect transition="in" filter="wipe(left)">
                                      <p:cBhvr>
                                        <p:cTn id="202" dur="1000"/>
                                        <p:tgtEl>
                                          <p:spTgt spid="163"/>
                                        </p:tgtEl>
                                      </p:cBhvr>
                                    </p:animEffect>
                                  </p:childTnLst>
                                </p:cTn>
                              </p:par>
                            </p:childTnLst>
                          </p:cTn>
                        </p:par>
                        <p:par>
                          <p:cTn id="203" fill="hold">
                            <p:stCondLst>
                              <p:cond delay="1000"/>
                            </p:stCondLst>
                            <p:childTnLst>
                              <p:par>
                                <p:cTn id="204" presetID="63" presetClass="path" presetSubtype="0" accel="50000" decel="50000" fill="hold" grpId="1" nodeType="afterEffect">
                                  <p:stCondLst>
                                    <p:cond delay="0"/>
                                  </p:stCondLst>
                                  <p:childTnLst>
                                    <p:animMotion origin="layout" path="M -1.875E-6 4.81481E-6 L 0.03268 4.81481E-6 " pathEditMode="relative" rAng="0" ptsTypes="AA">
                                      <p:cBhvr>
                                        <p:cTn id="205" dur="1500" fill="hold"/>
                                        <p:tgtEl>
                                          <p:spTgt spid="111"/>
                                        </p:tgtEl>
                                        <p:attrNameLst>
                                          <p:attrName>ppt_x</p:attrName>
                                          <p:attrName>ppt_y</p:attrName>
                                        </p:attrNameLst>
                                      </p:cBhvr>
                                      <p:rCtr x="1628" y="0"/>
                                    </p:animMotion>
                                  </p:childTnLst>
                                </p:cTn>
                              </p:par>
                            </p:childTnLst>
                          </p:cTn>
                        </p:par>
                      </p:childTnLst>
                    </p:cTn>
                  </p:par>
                  <p:par>
                    <p:cTn id="206" fill="hold">
                      <p:stCondLst>
                        <p:cond delay="indefinite"/>
                      </p:stCondLst>
                      <p:childTnLst>
                        <p:par>
                          <p:cTn id="207" fill="hold">
                            <p:stCondLst>
                              <p:cond delay="0"/>
                            </p:stCondLst>
                            <p:childTnLst>
                              <p:par>
                                <p:cTn id="208" presetID="22" presetClass="exit" presetSubtype="1" fill="hold" nodeType="clickEffect">
                                  <p:stCondLst>
                                    <p:cond delay="0"/>
                                  </p:stCondLst>
                                  <p:childTnLst>
                                    <p:animEffect transition="out" filter="wipe(up)">
                                      <p:cBhvr>
                                        <p:cTn id="209" dur="500"/>
                                        <p:tgtEl>
                                          <p:spTgt spid="163"/>
                                        </p:tgtEl>
                                      </p:cBhvr>
                                    </p:animEffect>
                                    <p:set>
                                      <p:cBhvr>
                                        <p:cTn id="210" dur="1" fill="hold">
                                          <p:stCondLst>
                                            <p:cond delay="499"/>
                                          </p:stCondLst>
                                        </p:cTn>
                                        <p:tgtEl>
                                          <p:spTgt spid="163"/>
                                        </p:tgtEl>
                                        <p:attrNameLst>
                                          <p:attrName>style.visibility</p:attrName>
                                        </p:attrNameLst>
                                      </p:cBhvr>
                                      <p:to>
                                        <p:strVal val="hidden"/>
                                      </p:to>
                                    </p:set>
                                  </p:childTnLst>
                                </p:cTn>
                              </p:par>
                              <p:par>
                                <p:cTn id="211" presetID="22" presetClass="entr" presetSubtype="8" fill="hold" nodeType="withEffect">
                                  <p:stCondLst>
                                    <p:cond delay="0"/>
                                  </p:stCondLst>
                                  <p:childTnLst>
                                    <p:set>
                                      <p:cBhvr>
                                        <p:cTn id="212" dur="1" fill="hold">
                                          <p:stCondLst>
                                            <p:cond delay="0"/>
                                          </p:stCondLst>
                                        </p:cTn>
                                        <p:tgtEl>
                                          <p:spTgt spid="164"/>
                                        </p:tgtEl>
                                        <p:attrNameLst>
                                          <p:attrName>style.visibility</p:attrName>
                                        </p:attrNameLst>
                                      </p:cBhvr>
                                      <p:to>
                                        <p:strVal val="visible"/>
                                      </p:to>
                                    </p:set>
                                    <p:animEffect transition="in" filter="wipe(left)">
                                      <p:cBhvr>
                                        <p:cTn id="213" dur="1000"/>
                                        <p:tgtEl>
                                          <p:spTgt spid="164"/>
                                        </p:tgtEl>
                                      </p:cBhvr>
                                    </p:animEffect>
                                  </p:childTnLst>
                                </p:cTn>
                              </p:par>
                            </p:childTnLst>
                          </p:cTn>
                        </p:par>
                        <p:par>
                          <p:cTn id="214" fill="hold">
                            <p:stCondLst>
                              <p:cond delay="1000"/>
                            </p:stCondLst>
                            <p:childTnLst>
                              <p:par>
                                <p:cTn id="215" presetID="63" presetClass="path" presetSubtype="0" accel="50000" decel="50000" fill="hold" grpId="1" nodeType="afterEffect">
                                  <p:stCondLst>
                                    <p:cond delay="0"/>
                                  </p:stCondLst>
                                  <p:childTnLst>
                                    <p:animMotion origin="layout" path="M -3.75E-6 -3.7037E-6 L 0.03503 -0.00092 " pathEditMode="relative" rAng="0" ptsTypes="AA">
                                      <p:cBhvr>
                                        <p:cTn id="216" dur="1500" fill="hold"/>
                                        <p:tgtEl>
                                          <p:spTgt spid="182"/>
                                        </p:tgtEl>
                                        <p:attrNameLst>
                                          <p:attrName>ppt_x</p:attrName>
                                          <p:attrName>ppt_y</p:attrName>
                                        </p:attrNameLst>
                                      </p:cBhvr>
                                      <p:rCtr x="1745" y="-46"/>
                                    </p:animMotion>
                                  </p:childTnLst>
                                </p:cTn>
                              </p:par>
                            </p:childTnLst>
                          </p:cTn>
                        </p:par>
                        <p:par>
                          <p:cTn id="217" fill="hold">
                            <p:stCondLst>
                              <p:cond delay="2500"/>
                            </p:stCondLst>
                            <p:childTnLst>
                              <p:par>
                                <p:cTn id="218" presetID="22" presetClass="exit" presetSubtype="1" fill="hold" nodeType="afterEffect">
                                  <p:stCondLst>
                                    <p:cond delay="0"/>
                                  </p:stCondLst>
                                  <p:childTnLst>
                                    <p:animEffect transition="out" filter="wipe(up)">
                                      <p:cBhvr>
                                        <p:cTn id="219" dur="500"/>
                                        <p:tgtEl>
                                          <p:spTgt spid="164"/>
                                        </p:tgtEl>
                                      </p:cBhvr>
                                    </p:animEffect>
                                    <p:set>
                                      <p:cBhvr>
                                        <p:cTn id="220" dur="1" fill="hold">
                                          <p:stCondLst>
                                            <p:cond delay="499"/>
                                          </p:stCondLst>
                                        </p:cTn>
                                        <p:tgtEl>
                                          <p:spTgt spid="164"/>
                                        </p:tgtEl>
                                        <p:attrNameLst>
                                          <p:attrName>style.visibility</p:attrName>
                                        </p:attrNameLst>
                                      </p:cBhvr>
                                      <p:to>
                                        <p:strVal val="hidden"/>
                                      </p:to>
                                    </p:set>
                                  </p:childTnLst>
                                </p:cTn>
                              </p:par>
                              <p:par>
                                <p:cTn id="221" presetID="22" presetClass="entr" presetSubtype="8" fill="hold" nodeType="withEffect">
                                  <p:stCondLst>
                                    <p:cond delay="0"/>
                                  </p:stCondLst>
                                  <p:childTnLst>
                                    <p:set>
                                      <p:cBhvr>
                                        <p:cTn id="222" dur="1" fill="hold">
                                          <p:stCondLst>
                                            <p:cond delay="0"/>
                                          </p:stCondLst>
                                        </p:cTn>
                                        <p:tgtEl>
                                          <p:spTgt spid="166"/>
                                        </p:tgtEl>
                                        <p:attrNameLst>
                                          <p:attrName>style.visibility</p:attrName>
                                        </p:attrNameLst>
                                      </p:cBhvr>
                                      <p:to>
                                        <p:strVal val="visible"/>
                                      </p:to>
                                    </p:set>
                                    <p:animEffect transition="in" filter="wipe(left)">
                                      <p:cBhvr>
                                        <p:cTn id="223" dur="1000"/>
                                        <p:tgtEl>
                                          <p:spTgt spid="166"/>
                                        </p:tgtEl>
                                      </p:cBhvr>
                                    </p:animEffect>
                                  </p:childTnLst>
                                </p:cTn>
                              </p:par>
                            </p:childTnLst>
                          </p:cTn>
                        </p:par>
                        <p:par>
                          <p:cTn id="224" fill="hold">
                            <p:stCondLst>
                              <p:cond delay="3500"/>
                            </p:stCondLst>
                            <p:childTnLst>
                              <p:par>
                                <p:cTn id="225" presetID="22" presetClass="entr" presetSubtype="4" fill="hold" nodeType="afterEffect">
                                  <p:stCondLst>
                                    <p:cond delay="0"/>
                                  </p:stCondLst>
                                  <p:childTnLst>
                                    <p:set>
                                      <p:cBhvr>
                                        <p:cTn id="226" dur="1" fill="hold">
                                          <p:stCondLst>
                                            <p:cond delay="0"/>
                                          </p:stCondLst>
                                        </p:cTn>
                                        <p:tgtEl>
                                          <p:spTgt spid="193"/>
                                        </p:tgtEl>
                                        <p:attrNameLst>
                                          <p:attrName>style.visibility</p:attrName>
                                        </p:attrNameLst>
                                      </p:cBhvr>
                                      <p:to>
                                        <p:strVal val="visible"/>
                                      </p:to>
                                    </p:set>
                                    <p:animEffect transition="in" filter="wipe(down)">
                                      <p:cBhvr>
                                        <p:cTn id="227" dur="1000"/>
                                        <p:tgtEl>
                                          <p:spTgt spid="193"/>
                                        </p:tgtEl>
                                      </p:cBhvr>
                                    </p:animEffect>
                                  </p:childTnLst>
                                </p:cTn>
                              </p:par>
                            </p:childTnLst>
                          </p:cTn>
                        </p:par>
                        <p:par>
                          <p:cTn id="228" fill="hold">
                            <p:stCondLst>
                              <p:cond delay="4500"/>
                            </p:stCondLst>
                            <p:childTnLst>
                              <p:par>
                                <p:cTn id="229" presetID="45" presetClass="entr" presetSubtype="0" fill="hold" grpId="0" nodeType="afterEffect">
                                  <p:stCondLst>
                                    <p:cond delay="0"/>
                                  </p:stCondLst>
                                  <p:childTnLst>
                                    <p:set>
                                      <p:cBhvr>
                                        <p:cTn id="230" dur="1" fill="hold">
                                          <p:stCondLst>
                                            <p:cond delay="0"/>
                                          </p:stCondLst>
                                        </p:cTn>
                                        <p:tgtEl>
                                          <p:spTgt spid="191"/>
                                        </p:tgtEl>
                                        <p:attrNameLst>
                                          <p:attrName>style.visibility</p:attrName>
                                        </p:attrNameLst>
                                      </p:cBhvr>
                                      <p:to>
                                        <p:strVal val="visible"/>
                                      </p:to>
                                    </p:set>
                                    <p:animEffect transition="in" filter="fade">
                                      <p:cBhvr>
                                        <p:cTn id="231" dur="2000"/>
                                        <p:tgtEl>
                                          <p:spTgt spid="191"/>
                                        </p:tgtEl>
                                      </p:cBhvr>
                                    </p:animEffect>
                                    <p:anim calcmode="lin" valueType="num">
                                      <p:cBhvr>
                                        <p:cTn id="232" dur="2000" fill="hold"/>
                                        <p:tgtEl>
                                          <p:spTgt spid="191"/>
                                        </p:tgtEl>
                                        <p:attrNameLst>
                                          <p:attrName>ppt_w</p:attrName>
                                        </p:attrNameLst>
                                      </p:cBhvr>
                                      <p:tavLst>
                                        <p:tav tm="0" fmla="#ppt_w*sin(2.5*pi*$)">
                                          <p:val>
                                            <p:fltVal val="0"/>
                                          </p:val>
                                        </p:tav>
                                        <p:tav tm="100000">
                                          <p:val>
                                            <p:fltVal val="1"/>
                                          </p:val>
                                        </p:tav>
                                      </p:tavLst>
                                    </p:anim>
                                    <p:anim calcmode="lin" valueType="num">
                                      <p:cBhvr>
                                        <p:cTn id="233" dur="2000" fill="hold"/>
                                        <p:tgtEl>
                                          <p:spTgt spid="191"/>
                                        </p:tgtEl>
                                        <p:attrNameLst>
                                          <p:attrName>ppt_h</p:attrName>
                                        </p:attrNameLst>
                                      </p:cBhvr>
                                      <p:tavLst>
                                        <p:tav tm="0">
                                          <p:val>
                                            <p:strVal val="#ppt_h"/>
                                          </p:val>
                                        </p:tav>
                                        <p:tav tm="100000">
                                          <p:val>
                                            <p:strVal val="#ppt_h"/>
                                          </p:val>
                                        </p:tav>
                                      </p:tavLst>
                                    </p:anim>
                                  </p:childTnLst>
                                </p:cTn>
                              </p:par>
                            </p:childTnLst>
                          </p:cTn>
                        </p:par>
                      </p:childTnLst>
                    </p:cTn>
                  </p:par>
                  <p:par>
                    <p:cTn id="234" fill="hold">
                      <p:stCondLst>
                        <p:cond delay="indefinite"/>
                      </p:stCondLst>
                      <p:childTnLst>
                        <p:par>
                          <p:cTn id="235" fill="hold">
                            <p:stCondLst>
                              <p:cond delay="0"/>
                            </p:stCondLst>
                            <p:childTnLst>
                              <p:par>
                                <p:cTn id="236" presetID="22" presetClass="exit" presetSubtype="1" fill="hold" nodeType="clickEffect">
                                  <p:stCondLst>
                                    <p:cond delay="0"/>
                                  </p:stCondLst>
                                  <p:childTnLst>
                                    <p:animEffect transition="out" filter="wipe(up)">
                                      <p:cBhvr>
                                        <p:cTn id="237" dur="500"/>
                                        <p:tgtEl>
                                          <p:spTgt spid="166"/>
                                        </p:tgtEl>
                                      </p:cBhvr>
                                    </p:animEffect>
                                    <p:set>
                                      <p:cBhvr>
                                        <p:cTn id="238" dur="1" fill="hold">
                                          <p:stCondLst>
                                            <p:cond delay="499"/>
                                          </p:stCondLst>
                                        </p:cTn>
                                        <p:tgtEl>
                                          <p:spTgt spid="166"/>
                                        </p:tgtEl>
                                        <p:attrNameLst>
                                          <p:attrName>style.visibility</p:attrName>
                                        </p:attrNameLst>
                                      </p:cBhvr>
                                      <p:to>
                                        <p:strVal val="hidden"/>
                                      </p:to>
                                    </p:set>
                                  </p:childTnLst>
                                </p:cTn>
                              </p:par>
                              <p:par>
                                <p:cTn id="239" presetID="22" presetClass="entr" presetSubtype="8" fill="hold" nodeType="withEffect">
                                  <p:stCondLst>
                                    <p:cond delay="0"/>
                                  </p:stCondLst>
                                  <p:childTnLst>
                                    <p:set>
                                      <p:cBhvr>
                                        <p:cTn id="240" dur="1" fill="hold">
                                          <p:stCondLst>
                                            <p:cond delay="0"/>
                                          </p:stCondLst>
                                        </p:cTn>
                                        <p:tgtEl>
                                          <p:spTgt spid="168"/>
                                        </p:tgtEl>
                                        <p:attrNameLst>
                                          <p:attrName>style.visibility</p:attrName>
                                        </p:attrNameLst>
                                      </p:cBhvr>
                                      <p:to>
                                        <p:strVal val="visible"/>
                                      </p:to>
                                    </p:set>
                                    <p:animEffect transition="in" filter="wipe(left)">
                                      <p:cBhvr>
                                        <p:cTn id="241" dur="1000"/>
                                        <p:tgtEl>
                                          <p:spTgt spid="168"/>
                                        </p:tgtEl>
                                      </p:cBhvr>
                                    </p:animEffect>
                                  </p:childTnLst>
                                </p:cTn>
                              </p:par>
                            </p:childTnLst>
                          </p:cTn>
                        </p:par>
                        <p:par>
                          <p:cTn id="242" fill="hold">
                            <p:stCondLst>
                              <p:cond delay="1000"/>
                            </p:stCondLst>
                            <p:childTnLst>
                              <p:par>
                                <p:cTn id="243" presetID="63" presetClass="path" presetSubtype="0" accel="50000" decel="50000" fill="hold" grpId="1" nodeType="afterEffect">
                                  <p:stCondLst>
                                    <p:cond delay="0"/>
                                  </p:stCondLst>
                                  <p:childTnLst>
                                    <p:animMotion origin="layout" path="M -3.33333E-6 7.40741E-7 L 0.06355 0.00301 " pathEditMode="relative" rAng="0" ptsTypes="AA">
                                      <p:cBhvr>
                                        <p:cTn id="244" dur="1500" fill="hold"/>
                                        <p:tgtEl>
                                          <p:spTgt spid="181"/>
                                        </p:tgtEl>
                                        <p:attrNameLst>
                                          <p:attrName>ppt_x</p:attrName>
                                          <p:attrName>ppt_y</p:attrName>
                                        </p:attrNameLst>
                                      </p:cBhvr>
                                      <p:rCtr x="3177" y="139"/>
                                    </p:animMotion>
                                  </p:childTnLst>
                                </p:cTn>
                              </p:par>
                            </p:childTnLst>
                          </p:cTn>
                        </p:par>
                        <p:par>
                          <p:cTn id="245" fill="hold">
                            <p:stCondLst>
                              <p:cond delay="2500"/>
                            </p:stCondLst>
                            <p:childTnLst>
                              <p:par>
                                <p:cTn id="246" presetID="35" presetClass="path" presetSubtype="0" accel="50000" decel="50000" fill="hold" grpId="2" nodeType="afterEffect">
                                  <p:stCondLst>
                                    <p:cond delay="0"/>
                                  </p:stCondLst>
                                  <p:childTnLst>
                                    <p:animMotion origin="layout" path="M 0.03503 -0.00092 L -3.75E-6 -3.7037E-6 " pathEditMode="relative" rAng="0" ptsTypes="AA">
                                      <p:cBhvr>
                                        <p:cTn id="247" dur="1500" fill="hold"/>
                                        <p:tgtEl>
                                          <p:spTgt spid="182"/>
                                        </p:tgtEl>
                                        <p:attrNameLst>
                                          <p:attrName>ppt_x</p:attrName>
                                          <p:attrName>ppt_y</p:attrName>
                                        </p:attrNameLst>
                                      </p:cBhvr>
                                      <p:rCtr x="-1758" y="46"/>
                                    </p:animMotion>
                                  </p:childTnLst>
                                </p:cTn>
                              </p:par>
                            </p:childTnLst>
                          </p:cTn>
                        </p:par>
                      </p:childTnLst>
                    </p:cTn>
                  </p:par>
                  <p:par>
                    <p:cTn id="248" fill="hold">
                      <p:stCondLst>
                        <p:cond delay="indefinite"/>
                      </p:stCondLst>
                      <p:childTnLst>
                        <p:par>
                          <p:cTn id="249" fill="hold">
                            <p:stCondLst>
                              <p:cond delay="0"/>
                            </p:stCondLst>
                            <p:childTnLst>
                              <p:par>
                                <p:cTn id="250" presetID="22" presetClass="exit" presetSubtype="1" fill="hold" nodeType="clickEffect">
                                  <p:stCondLst>
                                    <p:cond delay="0"/>
                                  </p:stCondLst>
                                  <p:childTnLst>
                                    <p:animEffect transition="out" filter="wipe(up)">
                                      <p:cBhvr>
                                        <p:cTn id="251" dur="500"/>
                                        <p:tgtEl>
                                          <p:spTgt spid="168"/>
                                        </p:tgtEl>
                                      </p:cBhvr>
                                    </p:animEffect>
                                    <p:set>
                                      <p:cBhvr>
                                        <p:cTn id="252" dur="1" fill="hold">
                                          <p:stCondLst>
                                            <p:cond delay="499"/>
                                          </p:stCondLst>
                                        </p:cTn>
                                        <p:tgtEl>
                                          <p:spTgt spid="168"/>
                                        </p:tgtEl>
                                        <p:attrNameLst>
                                          <p:attrName>style.visibility</p:attrName>
                                        </p:attrNameLst>
                                      </p:cBhvr>
                                      <p:to>
                                        <p:strVal val="hidden"/>
                                      </p:to>
                                    </p:set>
                                  </p:childTnLst>
                                </p:cTn>
                              </p:par>
                              <p:par>
                                <p:cTn id="253" presetID="31" presetClass="exit" presetSubtype="0" fill="hold" nodeType="withEffect">
                                  <p:stCondLst>
                                    <p:cond delay="0"/>
                                  </p:stCondLst>
                                  <p:childTnLst>
                                    <p:anim calcmode="lin" valueType="num">
                                      <p:cBhvr>
                                        <p:cTn id="254" dur="1000"/>
                                        <p:tgtEl>
                                          <p:spTgt spid="193"/>
                                        </p:tgtEl>
                                        <p:attrNameLst>
                                          <p:attrName>ppt_w</p:attrName>
                                        </p:attrNameLst>
                                      </p:cBhvr>
                                      <p:tavLst>
                                        <p:tav tm="0">
                                          <p:val>
                                            <p:strVal val="ppt_w"/>
                                          </p:val>
                                        </p:tav>
                                        <p:tav tm="100000">
                                          <p:val>
                                            <p:fltVal val="0"/>
                                          </p:val>
                                        </p:tav>
                                      </p:tavLst>
                                    </p:anim>
                                    <p:anim calcmode="lin" valueType="num">
                                      <p:cBhvr>
                                        <p:cTn id="255" dur="1000"/>
                                        <p:tgtEl>
                                          <p:spTgt spid="193"/>
                                        </p:tgtEl>
                                        <p:attrNameLst>
                                          <p:attrName>ppt_h</p:attrName>
                                        </p:attrNameLst>
                                      </p:cBhvr>
                                      <p:tavLst>
                                        <p:tav tm="0">
                                          <p:val>
                                            <p:strVal val="ppt_h"/>
                                          </p:val>
                                        </p:tav>
                                        <p:tav tm="100000">
                                          <p:val>
                                            <p:fltVal val="0"/>
                                          </p:val>
                                        </p:tav>
                                      </p:tavLst>
                                    </p:anim>
                                    <p:anim calcmode="lin" valueType="num">
                                      <p:cBhvr>
                                        <p:cTn id="256" dur="1000"/>
                                        <p:tgtEl>
                                          <p:spTgt spid="193"/>
                                        </p:tgtEl>
                                        <p:attrNameLst>
                                          <p:attrName>style.rotation</p:attrName>
                                        </p:attrNameLst>
                                      </p:cBhvr>
                                      <p:tavLst>
                                        <p:tav tm="0">
                                          <p:val>
                                            <p:fltVal val="0"/>
                                          </p:val>
                                        </p:tav>
                                        <p:tav tm="100000">
                                          <p:val>
                                            <p:fltVal val="90"/>
                                          </p:val>
                                        </p:tav>
                                      </p:tavLst>
                                    </p:anim>
                                    <p:animEffect transition="out" filter="fade">
                                      <p:cBhvr>
                                        <p:cTn id="257" dur="1000"/>
                                        <p:tgtEl>
                                          <p:spTgt spid="193"/>
                                        </p:tgtEl>
                                      </p:cBhvr>
                                    </p:animEffect>
                                    <p:set>
                                      <p:cBhvr>
                                        <p:cTn id="258" dur="1" fill="hold">
                                          <p:stCondLst>
                                            <p:cond delay="999"/>
                                          </p:stCondLst>
                                        </p:cTn>
                                        <p:tgtEl>
                                          <p:spTgt spid="193"/>
                                        </p:tgtEl>
                                        <p:attrNameLst>
                                          <p:attrName>style.visibility</p:attrName>
                                        </p:attrNameLst>
                                      </p:cBhvr>
                                      <p:to>
                                        <p:strVal val="hidden"/>
                                      </p:to>
                                    </p:set>
                                  </p:childTnLst>
                                </p:cTn>
                              </p:par>
                              <p:par>
                                <p:cTn id="259" presetID="31" presetClass="exit" presetSubtype="0" fill="hold" grpId="1" nodeType="withEffect">
                                  <p:stCondLst>
                                    <p:cond delay="0"/>
                                  </p:stCondLst>
                                  <p:childTnLst>
                                    <p:anim calcmode="lin" valueType="num">
                                      <p:cBhvr>
                                        <p:cTn id="260" dur="1000"/>
                                        <p:tgtEl>
                                          <p:spTgt spid="191"/>
                                        </p:tgtEl>
                                        <p:attrNameLst>
                                          <p:attrName>ppt_w</p:attrName>
                                        </p:attrNameLst>
                                      </p:cBhvr>
                                      <p:tavLst>
                                        <p:tav tm="0">
                                          <p:val>
                                            <p:strVal val="ppt_w"/>
                                          </p:val>
                                        </p:tav>
                                        <p:tav tm="100000">
                                          <p:val>
                                            <p:fltVal val="0"/>
                                          </p:val>
                                        </p:tav>
                                      </p:tavLst>
                                    </p:anim>
                                    <p:anim calcmode="lin" valueType="num">
                                      <p:cBhvr>
                                        <p:cTn id="261" dur="1000"/>
                                        <p:tgtEl>
                                          <p:spTgt spid="191"/>
                                        </p:tgtEl>
                                        <p:attrNameLst>
                                          <p:attrName>ppt_h</p:attrName>
                                        </p:attrNameLst>
                                      </p:cBhvr>
                                      <p:tavLst>
                                        <p:tav tm="0">
                                          <p:val>
                                            <p:strVal val="ppt_h"/>
                                          </p:val>
                                        </p:tav>
                                        <p:tav tm="100000">
                                          <p:val>
                                            <p:fltVal val="0"/>
                                          </p:val>
                                        </p:tav>
                                      </p:tavLst>
                                    </p:anim>
                                    <p:anim calcmode="lin" valueType="num">
                                      <p:cBhvr>
                                        <p:cTn id="262" dur="1000"/>
                                        <p:tgtEl>
                                          <p:spTgt spid="191"/>
                                        </p:tgtEl>
                                        <p:attrNameLst>
                                          <p:attrName>style.rotation</p:attrName>
                                        </p:attrNameLst>
                                      </p:cBhvr>
                                      <p:tavLst>
                                        <p:tav tm="0">
                                          <p:val>
                                            <p:fltVal val="0"/>
                                          </p:val>
                                        </p:tav>
                                        <p:tav tm="100000">
                                          <p:val>
                                            <p:fltVal val="90"/>
                                          </p:val>
                                        </p:tav>
                                      </p:tavLst>
                                    </p:anim>
                                    <p:animEffect transition="out" filter="fade">
                                      <p:cBhvr>
                                        <p:cTn id="263" dur="1000"/>
                                        <p:tgtEl>
                                          <p:spTgt spid="191"/>
                                        </p:tgtEl>
                                      </p:cBhvr>
                                    </p:animEffect>
                                    <p:set>
                                      <p:cBhvr>
                                        <p:cTn id="264" dur="1" fill="hold">
                                          <p:stCondLst>
                                            <p:cond delay="999"/>
                                          </p:stCondLst>
                                        </p:cTn>
                                        <p:tgtEl>
                                          <p:spTgt spid="191"/>
                                        </p:tgtEl>
                                        <p:attrNameLst>
                                          <p:attrName>style.visibility</p:attrName>
                                        </p:attrNameLst>
                                      </p:cBhvr>
                                      <p:to>
                                        <p:strVal val="hidden"/>
                                      </p:to>
                                    </p:set>
                                  </p:childTnLst>
                                </p:cTn>
                              </p:par>
                              <p:par>
                                <p:cTn id="265" presetID="22" presetClass="entr" presetSubtype="8" fill="hold" nodeType="withEffect">
                                  <p:stCondLst>
                                    <p:cond delay="0"/>
                                  </p:stCondLst>
                                  <p:childTnLst>
                                    <p:set>
                                      <p:cBhvr>
                                        <p:cTn id="266" dur="1" fill="hold">
                                          <p:stCondLst>
                                            <p:cond delay="0"/>
                                          </p:stCondLst>
                                        </p:cTn>
                                        <p:tgtEl>
                                          <p:spTgt spid="166"/>
                                        </p:tgtEl>
                                        <p:attrNameLst>
                                          <p:attrName>style.visibility</p:attrName>
                                        </p:attrNameLst>
                                      </p:cBhvr>
                                      <p:to>
                                        <p:strVal val="visible"/>
                                      </p:to>
                                    </p:set>
                                    <p:animEffect transition="in" filter="wipe(left)">
                                      <p:cBhvr>
                                        <p:cTn id="267" dur="1000"/>
                                        <p:tgtEl>
                                          <p:spTgt spid="166"/>
                                        </p:tgtEl>
                                      </p:cBhvr>
                                    </p:animEffect>
                                  </p:childTnLst>
                                </p:cTn>
                              </p:par>
                            </p:childTnLst>
                          </p:cTn>
                        </p:par>
                        <p:par>
                          <p:cTn id="268" fill="hold">
                            <p:stCondLst>
                              <p:cond delay="1000"/>
                            </p:stCondLst>
                            <p:childTnLst>
                              <p:par>
                                <p:cTn id="269" presetID="22" presetClass="entr" presetSubtype="4" fill="hold" nodeType="afterEffect">
                                  <p:stCondLst>
                                    <p:cond delay="0"/>
                                  </p:stCondLst>
                                  <p:childTnLst>
                                    <p:set>
                                      <p:cBhvr>
                                        <p:cTn id="270" dur="1" fill="hold">
                                          <p:stCondLst>
                                            <p:cond delay="0"/>
                                          </p:stCondLst>
                                        </p:cTn>
                                        <p:tgtEl>
                                          <p:spTgt spid="196"/>
                                        </p:tgtEl>
                                        <p:attrNameLst>
                                          <p:attrName>style.visibility</p:attrName>
                                        </p:attrNameLst>
                                      </p:cBhvr>
                                      <p:to>
                                        <p:strVal val="visible"/>
                                      </p:to>
                                    </p:set>
                                    <p:animEffect transition="in" filter="wipe(down)">
                                      <p:cBhvr>
                                        <p:cTn id="271" dur="1000"/>
                                        <p:tgtEl>
                                          <p:spTgt spid="196"/>
                                        </p:tgtEl>
                                      </p:cBhvr>
                                    </p:animEffect>
                                  </p:childTnLst>
                                </p:cTn>
                              </p:par>
                            </p:childTnLst>
                          </p:cTn>
                        </p:par>
                        <p:par>
                          <p:cTn id="272" fill="hold">
                            <p:stCondLst>
                              <p:cond delay="2000"/>
                            </p:stCondLst>
                            <p:childTnLst>
                              <p:par>
                                <p:cTn id="273" presetID="45" presetClass="entr" presetSubtype="0" fill="hold" grpId="0" nodeType="afterEffect">
                                  <p:stCondLst>
                                    <p:cond delay="0"/>
                                  </p:stCondLst>
                                  <p:childTnLst>
                                    <p:set>
                                      <p:cBhvr>
                                        <p:cTn id="274" dur="1" fill="hold">
                                          <p:stCondLst>
                                            <p:cond delay="0"/>
                                          </p:stCondLst>
                                        </p:cTn>
                                        <p:tgtEl>
                                          <p:spTgt spid="201"/>
                                        </p:tgtEl>
                                        <p:attrNameLst>
                                          <p:attrName>style.visibility</p:attrName>
                                        </p:attrNameLst>
                                      </p:cBhvr>
                                      <p:to>
                                        <p:strVal val="visible"/>
                                      </p:to>
                                    </p:set>
                                    <p:animEffect transition="in" filter="fade">
                                      <p:cBhvr>
                                        <p:cTn id="275" dur="2000"/>
                                        <p:tgtEl>
                                          <p:spTgt spid="201"/>
                                        </p:tgtEl>
                                      </p:cBhvr>
                                    </p:animEffect>
                                    <p:anim calcmode="lin" valueType="num">
                                      <p:cBhvr>
                                        <p:cTn id="276" dur="2000" fill="hold"/>
                                        <p:tgtEl>
                                          <p:spTgt spid="201"/>
                                        </p:tgtEl>
                                        <p:attrNameLst>
                                          <p:attrName>ppt_w</p:attrName>
                                        </p:attrNameLst>
                                      </p:cBhvr>
                                      <p:tavLst>
                                        <p:tav tm="0" fmla="#ppt_w*sin(2.5*pi*$)">
                                          <p:val>
                                            <p:fltVal val="0"/>
                                          </p:val>
                                        </p:tav>
                                        <p:tav tm="100000">
                                          <p:val>
                                            <p:fltVal val="1"/>
                                          </p:val>
                                        </p:tav>
                                      </p:tavLst>
                                    </p:anim>
                                    <p:anim calcmode="lin" valueType="num">
                                      <p:cBhvr>
                                        <p:cTn id="277" dur="2000" fill="hold"/>
                                        <p:tgtEl>
                                          <p:spTgt spid="201"/>
                                        </p:tgtEl>
                                        <p:attrNameLst>
                                          <p:attrName>ppt_h</p:attrName>
                                        </p:attrNameLst>
                                      </p:cBhvr>
                                      <p:tavLst>
                                        <p:tav tm="0">
                                          <p:val>
                                            <p:strVal val="#ppt_h"/>
                                          </p:val>
                                        </p:tav>
                                        <p:tav tm="100000">
                                          <p:val>
                                            <p:strVal val="#ppt_h"/>
                                          </p:val>
                                        </p:tav>
                                      </p:tavLst>
                                    </p:anim>
                                  </p:childTnLst>
                                </p:cTn>
                              </p:par>
                            </p:childTnLst>
                          </p:cTn>
                        </p:par>
                      </p:childTnLst>
                    </p:cTn>
                  </p:par>
                  <p:par>
                    <p:cTn id="278" fill="hold">
                      <p:stCondLst>
                        <p:cond delay="indefinite"/>
                      </p:stCondLst>
                      <p:childTnLst>
                        <p:par>
                          <p:cTn id="279" fill="hold">
                            <p:stCondLst>
                              <p:cond delay="0"/>
                            </p:stCondLst>
                            <p:childTnLst>
                              <p:par>
                                <p:cTn id="280" presetID="22" presetClass="exit" presetSubtype="1" fill="hold" nodeType="clickEffect">
                                  <p:stCondLst>
                                    <p:cond delay="0"/>
                                  </p:stCondLst>
                                  <p:childTnLst>
                                    <p:animEffect transition="out" filter="wipe(up)">
                                      <p:cBhvr>
                                        <p:cTn id="281" dur="500"/>
                                        <p:tgtEl>
                                          <p:spTgt spid="166"/>
                                        </p:tgtEl>
                                      </p:cBhvr>
                                    </p:animEffect>
                                    <p:set>
                                      <p:cBhvr>
                                        <p:cTn id="282" dur="1" fill="hold">
                                          <p:stCondLst>
                                            <p:cond delay="499"/>
                                          </p:stCondLst>
                                        </p:cTn>
                                        <p:tgtEl>
                                          <p:spTgt spid="166"/>
                                        </p:tgtEl>
                                        <p:attrNameLst>
                                          <p:attrName>style.visibility</p:attrName>
                                        </p:attrNameLst>
                                      </p:cBhvr>
                                      <p:to>
                                        <p:strVal val="hidden"/>
                                      </p:to>
                                    </p:set>
                                  </p:childTnLst>
                                </p:cTn>
                              </p:par>
                              <p:par>
                                <p:cTn id="283" presetID="22" presetClass="entr" presetSubtype="8" fill="hold" nodeType="withEffect">
                                  <p:stCondLst>
                                    <p:cond delay="0"/>
                                  </p:stCondLst>
                                  <p:childTnLst>
                                    <p:set>
                                      <p:cBhvr>
                                        <p:cTn id="284" dur="1" fill="hold">
                                          <p:stCondLst>
                                            <p:cond delay="0"/>
                                          </p:stCondLst>
                                        </p:cTn>
                                        <p:tgtEl>
                                          <p:spTgt spid="168"/>
                                        </p:tgtEl>
                                        <p:attrNameLst>
                                          <p:attrName>style.visibility</p:attrName>
                                        </p:attrNameLst>
                                      </p:cBhvr>
                                      <p:to>
                                        <p:strVal val="visible"/>
                                      </p:to>
                                    </p:set>
                                    <p:animEffect transition="in" filter="wipe(left)">
                                      <p:cBhvr>
                                        <p:cTn id="285" dur="1000"/>
                                        <p:tgtEl>
                                          <p:spTgt spid="168"/>
                                        </p:tgtEl>
                                      </p:cBhvr>
                                    </p:animEffect>
                                  </p:childTnLst>
                                </p:cTn>
                              </p:par>
                            </p:childTnLst>
                          </p:cTn>
                        </p:par>
                        <p:par>
                          <p:cTn id="286" fill="hold">
                            <p:stCondLst>
                              <p:cond delay="1000"/>
                            </p:stCondLst>
                            <p:childTnLst>
                              <p:par>
                                <p:cTn id="287" presetID="35" presetClass="path" presetSubtype="0" accel="50000" decel="50000" fill="hold" grpId="2" nodeType="afterEffect">
                                  <p:stCondLst>
                                    <p:cond delay="0"/>
                                  </p:stCondLst>
                                  <p:childTnLst>
                                    <p:animMotion origin="layout" path="M 0.06654 -0.00023 L 0.03151 0.00069 " pathEditMode="relative" rAng="0" ptsTypes="AA">
                                      <p:cBhvr>
                                        <p:cTn id="288" dur="1500" fill="hold"/>
                                        <p:tgtEl>
                                          <p:spTgt spid="181"/>
                                        </p:tgtEl>
                                        <p:attrNameLst>
                                          <p:attrName>ppt_x</p:attrName>
                                          <p:attrName>ppt_y</p:attrName>
                                        </p:attrNameLst>
                                      </p:cBhvr>
                                      <p:rCtr x="-1758" y="46"/>
                                    </p:animMotion>
                                  </p:childTnLst>
                                </p:cTn>
                              </p:par>
                            </p:childTnLst>
                          </p:cTn>
                        </p:par>
                        <p:par>
                          <p:cTn id="289" fill="hold">
                            <p:stCondLst>
                              <p:cond delay="2500"/>
                            </p:stCondLst>
                            <p:childTnLst>
                              <p:par>
                                <p:cTn id="290" presetID="35" presetClass="path" presetSubtype="0" accel="50000" decel="50000" fill="hold" grpId="3" nodeType="afterEffect">
                                  <p:stCondLst>
                                    <p:cond delay="0"/>
                                  </p:stCondLst>
                                  <p:childTnLst>
                                    <p:animMotion origin="layout" path="M -3.75E-6 -3.7037E-6 L -0.03151 -0.00069 " pathEditMode="relative" rAng="0" ptsTypes="AA">
                                      <p:cBhvr>
                                        <p:cTn id="291" dur="1500" fill="hold"/>
                                        <p:tgtEl>
                                          <p:spTgt spid="182"/>
                                        </p:tgtEl>
                                        <p:attrNameLst>
                                          <p:attrName>ppt_x</p:attrName>
                                          <p:attrName>ppt_y</p:attrName>
                                        </p:attrNameLst>
                                      </p:cBhvr>
                                      <p:rCtr x="-1576" y="-46"/>
                                    </p:animMotion>
                                  </p:childTnLst>
                                </p:cTn>
                              </p:par>
                            </p:childTnLst>
                          </p:cTn>
                        </p:par>
                        <p:par>
                          <p:cTn id="292" fill="hold">
                            <p:stCondLst>
                              <p:cond delay="4000"/>
                            </p:stCondLst>
                            <p:childTnLst>
                              <p:par>
                                <p:cTn id="293" presetID="22" presetClass="exit" presetSubtype="1" fill="hold" nodeType="afterEffect">
                                  <p:stCondLst>
                                    <p:cond delay="0"/>
                                  </p:stCondLst>
                                  <p:childTnLst>
                                    <p:animEffect transition="out" filter="wipe(up)">
                                      <p:cBhvr>
                                        <p:cTn id="294" dur="500"/>
                                        <p:tgtEl>
                                          <p:spTgt spid="168"/>
                                        </p:tgtEl>
                                      </p:cBhvr>
                                    </p:animEffect>
                                    <p:set>
                                      <p:cBhvr>
                                        <p:cTn id="295" dur="1" fill="hold">
                                          <p:stCondLst>
                                            <p:cond delay="499"/>
                                          </p:stCondLst>
                                        </p:cTn>
                                        <p:tgtEl>
                                          <p:spTgt spid="168"/>
                                        </p:tgtEl>
                                        <p:attrNameLst>
                                          <p:attrName>style.visibility</p:attrName>
                                        </p:attrNameLst>
                                      </p:cBhvr>
                                      <p:to>
                                        <p:strVal val="hidden"/>
                                      </p:to>
                                    </p:set>
                                  </p:childTnLst>
                                </p:cTn>
                              </p:par>
                              <p:par>
                                <p:cTn id="296" presetID="31" presetClass="exit" presetSubtype="0" fill="hold" nodeType="withEffect">
                                  <p:stCondLst>
                                    <p:cond delay="0"/>
                                  </p:stCondLst>
                                  <p:childTnLst>
                                    <p:anim calcmode="lin" valueType="num">
                                      <p:cBhvr>
                                        <p:cTn id="297" dur="1000"/>
                                        <p:tgtEl>
                                          <p:spTgt spid="196"/>
                                        </p:tgtEl>
                                        <p:attrNameLst>
                                          <p:attrName>ppt_w</p:attrName>
                                        </p:attrNameLst>
                                      </p:cBhvr>
                                      <p:tavLst>
                                        <p:tav tm="0">
                                          <p:val>
                                            <p:strVal val="ppt_w"/>
                                          </p:val>
                                        </p:tav>
                                        <p:tav tm="100000">
                                          <p:val>
                                            <p:fltVal val="0"/>
                                          </p:val>
                                        </p:tav>
                                      </p:tavLst>
                                    </p:anim>
                                    <p:anim calcmode="lin" valueType="num">
                                      <p:cBhvr>
                                        <p:cTn id="298" dur="1000"/>
                                        <p:tgtEl>
                                          <p:spTgt spid="196"/>
                                        </p:tgtEl>
                                        <p:attrNameLst>
                                          <p:attrName>ppt_h</p:attrName>
                                        </p:attrNameLst>
                                      </p:cBhvr>
                                      <p:tavLst>
                                        <p:tav tm="0">
                                          <p:val>
                                            <p:strVal val="ppt_h"/>
                                          </p:val>
                                        </p:tav>
                                        <p:tav tm="100000">
                                          <p:val>
                                            <p:fltVal val="0"/>
                                          </p:val>
                                        </p:tav>
                                      </p:tavLst>
                                    </p:anim>
                                    <p:anim calcmode="lin" valueType="num">
                                      <p:cBhvr>
                                        <p:cTn id="299" dur="1000"/>
                                        <p:tgtEl>
                                          <p:spTgt spid="196"/>
                                        </p:tgtEl>
                                        <p:attrNameLst>
                                          <p:attrName>style.rotation</p:attrName>
                                        </p:attrNameLst>
                                      </p:cBhvr>
                                      <p:tavLst>
                                        <p:tav tm="0">
                                          <p:val>
                                            <p:fltVal val="0"/>
                                          </p:val>
                                        </p:tav>
                                        <p:tav tm="100000">
                                          <p:val>
                                            <p:fltVal val="90"/>
                                          </p:val>
                                        </p:tav>
                                      </p:tavLst>
                                    </p:anim>
                                    <p:animEffect transition="out" filter="fade">
                                      <p:cBhvr>
                                        <p:cTn id="300" dur="1000"/>
                                        <p:tgtEl>
                                          <p:spTgt spid="196"/>
                                        </p:tgtEl>
                                      </p:cBhvr>
                                    </p:animEffect>
                                    <p:set>
                                      <p:cBhvr>
                                        <p:cTn id="301" dur="1" fill="hold">
                                          <p:stCondLst>
                                            <p:cond delay="999"/>
                                          </p:stCondLst>
                                        </p:cTn>
                                        <p:tgtEl>
                                          <p:spTgt spid="196"/>
                                        </p:tgtEl>
                                        <p:attrNameLst>
                                          <p:attrName>style.visibility</p:attrName>
                                        </p:attrNameLst>
                                      </p:cBhvr>
                                      <p:to>
                                        <p:strVal val="hidden"/>
                                      </p:to>
                                    </p:set>
                                  </p:childTnLst>
                                </p:cTn>
                              </p:par>
                              <p:par>
                                <p:cTn id="302" presetID="31" presetClass="exit" presetSubtype="0" fill="hold" grpId="1" nodeType="withEffect">
                                  <p:stCondLst>
                                    <p:cond delay="0"/>
                                  </p:stCondLst>
                                  <p:childTnLst>
                                    <p:anim calcmode="lin" valueType="num">
                                      <p:cBhvr>
                                        <p:cTn id="303" dur="1000"/>
                                        <p:tgtEl>
                                          <p:spTgt spid="201"/>
                                        </p:tgtEl>
                                        <p:attrNameLst>
                                          <p:attrName>ppt_w</p:attrName>
                                        </p:attrNameLst>
                                      </p:cBhvr>
                                      <p:tavLst>
                                        <p:tav tm="0">
                                          <p:val>
                                            <p:strVal val="ppt_w"/>
                                          </p:val>
                                        </p:tav>
                                        <p:tav tm="100000">
                                          <p:val>
                                            <p:fltVal val="0"/>
                                          </p:val>
                                        </p:tav>
                                      </p:tavLst>
                                    </p:anim>
                                    <p:anim calcmode="lin" valueType="num">
                                      <p:cBhvr>
                                        <p:cTn id="304" dur="1000"/>
                                        <p:tgtEl>
                                          <p:spTgt spid="201"/>
                                        </p:tgtEl>
                                        <p:attrNameLst>
                                          <p:attrName>ppt_h</p:attrName>
                                        </p:attrNameLst>
                                      </p:cBhvr>
                                      <p:tavLst>
                                        <p:tav tm="0">
                                          <p:val>
                                            <p:strVal val="ppt_h"/>
                                          </p:val>
                                        </p:tav>
                                        <p:tav tm="100000">
                                          <p:val>
                                            <p:fltVal val="0"/>
                                          </p:val>
                                        </p:tav>
                                      </p:tavLst>
                                    </p:anim>
                                    <p:anim calcmode="lin" valueType="num">
                                      <p:cBhvr>
                                        <p:cTn id="305" dur="1000"/>
                                        <p:tgtEl>
                                          <p:spTgt spid="201"/>
                                        </p:tgtEl>
                                        <p:attrNameLst>
                                          <p:attrName>style.rotation</p:attrName>
                                        </p:attrNameLst>
                                      </p:cBhvr>
                                      <p:tavLst>
                                        <p:tav tm="0">
                                          <p:val>
                                            <p:fltVal val="0"/>
                                          </p:val>
                                        </p:tav>
                                        <p:tav tm="100000">
                                          <p:val>
                                            <p:fltVal val="90"/>
                                          </p:val>
                                        </p:tav>
                                      </p:tavLst>
                                    </p:anim>
                                    <p:animEffect transition="out" filter="fade">
                                      <p:cBhvr>
                                        <p:cTn id="306" dur="1000"/>
                                        <p:tgtEl>
                                          <p:spTgt spid="201"/>
                                        </p:tgtEl>
                                      </p:cBhvr>
                                    </p:animEffect>
                                    <p:set>
                                      <p:cBhvr>
                                        <p:cTn id="307" dur="1" fill="hold">
                                          <p:stCondLst>
                                            <p:cond delay="999"/>
                                          </p:stCondLst>
                                        </p:cTn>
                                        <p:tgtEl>
                                          <p:spTgt spid="201"/>
                                        </p:tgtEl>
                                        <p:attrNameLst>
                                          <p:attrName>style.visibility</p:attrName>
                                        </p:attrNameLst>
                                      </p:cBhvr>
                                      <p:to>
                                        <p:strVal val="hidden"/>
                                      </p:to>
                                    </p:set>
                                  </p:childTnLst>
                                </p:cTn>
                              </p:par>
                              <p:par>
                                <p:cTn id="308" presetID="45" presetClass="entr" presetSubtype="0" fill="hold" nodeType="withEffect">
                                  <p:stCondLst>
                                    <p:cond delay="0"/>
                                  </p:stCondLst>
                                  <p:childTnLst>
                                    <p:set>
                                      <p:cBhvr>
                                        <p:cTn id="309" dur="1" fill="hold">
                                          <p:stCondLst>
                                            <p:cond delay="0"/>
                                          </p:stCondLst>
                                        </p:cTn>
                                        <p:tgtEl>
                                          <p:spTgt spid="166"/>
                                        </p:tgtEl>
                                        <p:attrNameLst>
                                          <p:attrName>style.visibility</p:attrName>
                                        </p:attrNameLst>
                                      </p:cBhvr>
                                      <p:to>
                                        <p:strVal val="visible"/>
                                      </p:to>
                                    </p:set>
                                    <p:animEffect transition="in" filter="fade">
                                      <p:cBhvr>
                                        <p:cTn id="310" dur="2000"/>
                                        <p:tgtEl>
                                          <p:spTgt spid="166"/>
                                        </p:tgtEl>
                                      </p:cBhvr>
                                    </p:animEffect>
                                    <p:anim calcmode="lin" valueType="num">
                                      <p:cBhvr>
                                        <p:cTn id="311" dur="2000" fill="hold"/>
                                        <p:tgtEl>
                                          <p:spTgt spid="166"/>
                                        </p:tgtEl>
                                        <p:attrNameLst>
                                          <p:attrName>ppt_w</p:attrName>
                                        </p:attrNameLst>
                                      </p:cBhvr>
                                      <p:tavLst>
                                        <p:tav tm="0" fmla="#ppt_w*sin(2.5*pi*$)">
                                          <p:val>
                                            <p:fltVal val="0"/>
                                          </p:val>
                                        </p:tav>
                                        <p:tav tm="100000">
                                          <p:val>
                                            <p:fltVal val="1"/>
                                          </p:val>
                                        </p:tav>
                                      </p:tavLst>
                                    </p:anim>
                                    <p:anim calcmode="lin" valueType="num">
                                      <p:cBhvr>
                                        <p:cTn id="312" dur="2000" fill="hold"/>
                                        <p:tgtEl>
                                          <p:spTgt spid="166"/>
                                        </p:tgtEl>
                                        <p:attrNameLst>
                                          <p:attrName>ppt_h</p:attrName>
                                        </p:attrNameLst>
                                      </p:cBhvr>
                                      <p:tavLst>
                                        <p:tav tm="0">
                                          <p:val>
                                            <p:strVal val="#ppt_h"/>
                                          </p:val>
                                        </p:tav>
                                        <p:tav tm="100000">
                                          <p:val>
                                            <p:strVal val="#ppt_h"/>
                                          </p:val>
                                        </p:tav>
                                      </p:tavLst>
                                    </p:anim>
                                  </p:childTnLst>
                                </p:cTn>
                              </p:par>
                            </p:childTnLst>
                          </p:cTn>
                        </p:par>
                        <p:par>
                          <p:cTn id="313" fill="hold">
                            <p:stCondLst>
                              <p:cond delay="6000"/>
                            </p:stCondLst>
                            <p:childTnLst>
                              <p:par>
                                <p:cTn id="314" presetID="22" presetClass="entr" presetSubtype="4" fill="hold" nodeType="afterEffect">
                                  <p:stCondLst>
                                    <p:cond delay="0"/>
                                  </p:stCondLst>
                                  <p:childTnLst>
                                    <p:set>
                                      <p:cBhvr>
                                        <p:cTn id="315" dur="1" fill="hold">
                                          <p:stCondLst>
                                            <p:cond delay="0"/>
                                          </p:stCondLst>
                                        </p:cTn>
                                        <p:tgtEl>
                                          <p:spTgt spid="202"/>
                                        </p:tgtEl>
                                        <p:attrNameLst>
                                          <p:attrName>style.visibility</p:attrName>
                                        </p:attrNameLst>
                                      </p:cBhvr>
                                      <p:to>
                                        <p:strVal val="visible"/>
                                      </p:to>
                                    </p:set>
                                    <p:animEffect transition="in" filter="wipe(down)">
                                      <p:cBhvr>
                                        <p:cTn id="316" dur="1000"/>
                                        <p:tgtEl>
                                          <p:spTgt spid="202"/>
                                        </p:tgtEl>
                                      </p:cBhvr>
                                    </p:animEffect>
                                  </p:childTnLst>
                                </p:cTn>
                              </p:par>
                            </p:childTnLst>
                          </p:cTn>
                        </p:par>
                        <p:par>
                          <p:cTn id="317" fill="hold">
                            <p:stCondLst>
                              <p:cond delay="7000"/>
                            </p:stCondLst>
                            <p:childTnLst>
                              <p:par>
                                <p:cTn id="318" presetID="45" presetClass="entr" presetSubtype="0" fill="hold" nodeType="afterEffect">
                                  <p:stCondLst>
                                    <p:cond delay="0"/>
                                  </p:stCondLst>
                                  <p:childTnLst>
                                    <p:set>
                                      <p:cBhvr>
                                        <p:cTn id="319" dur="1" fill="hold">
                                          <p:stCondLst>
                                            <p:cond delay="0"/>
                                          </p:stCondLst>
                                        </p:cTn>
                                        <p:tgtEl>
                                          <p:spTgt spid="192"/>
                                        </p:tgtEl>
                                        <p:attrNameLst>
                                          <p:attrName>style.visibility</p:attrName>
                                        </p:attrNameLst>
                                      </p:cBhvr>
                                      <p:to>
                                        <p:strVal val="visible"/>
                                      </p:to>
                                    </p:set>
                                    <p:animEffect transition="in" filter="fade">
                                      <p:cBhvr>
                                        <p:cTn id="320" dur="2000"/>
                                        <p:tgtEl>
                                          <p:spTgt spid="192"/>
                                        </p:tgtEl>
                                      </p:cBhvr>
                                    </p:animEffect>
                                    <p:anim calcmode="lin" valueType="num">
                                      <p:cBhvr>
                                        <p:cTn id="321" dur="2000" fill="hold"/>
                                        <p:tgtEl>
                                          <p:spTgt spid="192"/>
                                        </p:tgtEl>
                                        <p:attrNameLst>
                                          <p:attrName>ppt_w</p:attrName>
                                        </p:attrNameLst>
                                      </p:cBhvr>
                                      <p:tavLst>
                                        <p:tav tm="0" fmla="#ppt_w*sin(2.5*pi*$)">
                                          <p:val>
                                            <p:fltVal val="0"/>
                                          </p:val>
                                        </p:tav>
                                        <p:tav tm="100000">
                                          <p:val>
                                            <p:fltVal val="1"/>
                                          </p:val>
                                        </p:tav>
                                      </p:tavLst>
                                    </p:anim>
                                    <p:anim calcmode="lin" valueType="num">
                                      <p:cBhvr>
                                        <p:cTn id="322" dur="2000" fill="hold"/>
                                        <p:tgtEl>
                                          <p:spTgt spid="192"/>
                                        </p:tgtEl>
                                        <p:attrNameLst>
                                          <p:attrName>ppt_h</p:attrName>
                                        </p:attrNameLst>
                                      </p:cBhvr>
                                      <p:tavLst>
                                        <p:tav tm="0">
                                          <p:val>
                                            <p:strVal val="#ppt_h"/>
                                          </p:val>
                                        </p:tav>
                                        <p:tav tm="100000">
                                          <p:val>
                                            <p:strVal val="#ppt_h"/>
                                          </p:val>
                                        </p:tav>
                                      </p:tavLst>
                                    </p:anim>
                                  </p:childTnLst>
                                </p:cTn>
                              </p:par>
                            </p:childTnLst>
                          </p:cTn>
                        </p:par>
                      </p:childTnLst>
                    </p:cTn>
                  </p:par>
                  <p:par>
                    <p:cTn id="323" fill="hold">
                      <p:stCondLst>
                        <p:cond delay="indefinite"/>
                      </p:stCondLst>
                      <p:childTnLst>
                        <p:par>
                          <p:cTn id="324" fill="hold">
                            <p:stCondLst>
                              <p:cond delay="0"/>
                            </p:stCondLst>
                            <p:childTnLst>
                              <p:par>
                                <p:cTn id="325" presetID="22" presetClass="exit" presetSubtype="4" fill="hold" nodeType="clickEffect">
                                  <p:stCondLst>
                                    <p:cond delay="0"/>
                                  </p:stCondLst>
                                  <p:childTnLst>
                                    <p:animEffect transition="out" filter="wipe(down)">
                                      <p:cBhvr>
                                        <p:cTn id="326" dur="500"/>
                                        <p:tgtEl>
                                          <p:spTgt spid="166"/>
                                        </p:tgtEl>
                                      </p:cBhvr>
                                    </p:animEffect>
                                    <p:set>
                                      <p:cBhvr>
                                        <p:cTn id="327" dur="1" fill="hold">
                                          <p:stCondLst>
                                            <p:cond delay="499"/>
                                          </p:stCondLst>
                                        </p:cTn>
                                        <p:tgtEl>
                                          <p:spTgt spid="166"/>
                                        </p:tgtEl>
                                        <p:attrNameLst>
                                          <p:attrName>style.visibility</p:attrName>
                                        </p:attrNameLst>
                                      </p:cBhvr>
                                      <p:to>
                                        <p:strVal val="hidden"/>
                                      </p:to>
                                    </p:set>
                                  </p:childTnLst>
                                </p:cTn>
                              </p:par>
                              <p:par>
                                <p:cTn id="328" presetID="22" presetClass="entr" presetSubtype="8" fill="hold" nodeType="withEffect">
                                  <p:stCondLst>
                                    <p:cond delay="0"/>
                                  </p:stCondLst>
                                  <p:childTnLst>
                                    <p:set>
                                      <p:cBhvr>
                                        <p:cTn id="329" dur="1" fill="hold">
                                          <p:stCondLst>
                                            <p:cond delay="0"/>
                                          </p:stCondLst>
                                        </p:cTn>
                                        <p:tgtEl>
                                          <p:spTgt spid="178"/>
                                        </p:tgtEl>
                                        <p:attrNameLst>
                                          <p:attrName>style.visibility</p:attrName>
                                        </p:attrNameLst>
                                      </p:cBhvr>
                                      <p:to>
                                        <p:strVal val="visible"/>
                                      </p:to>
                                    </p:set>
                                    <p:animEffect transition="in" filter="wipe(left)">
                                      <p:cBhvr>
                                        <p:cTn id="330" dur="1000"/>
                                        <p:tgtEl>
                                          <p:spTgt spid="178"/>
                                        </p:tgtEl>
                                      </p:cBhvr>
                                    </p:animEffect>
                                  </p:childTnLst>
                                </p:cTn>
                              </p:par>
                            </p:childTnLst>
                          </p:cTn>
                        </p:par>
                        <p:par>
                          <p:cTn id="331" fill="hold">
                            <p:stCondLst>
                              <p:cond delay="1000"/>
                            </p:stCondLst>
                            <p:childTnLst>
                              <p:par>
                                <p:cTn id="332" presetID="10" presetClass="exit" presetSubtype="0" fill="hold" grpId="0" nodeType="afterEffect">
                                  <p:stCondLst>
                                    <p:cond delay="0"/>
                                  </p:stCondLst>
                                  <p:childTnLst>
                                    <p:animEffect transition="out" filter="fade">
                                      <p:cBhvr>
                                        <p:cTn id="333" dur="500"/>
                                        <p:tgtEl>
                                          <p:spTgt spid="36"/>
                                        </p:tgtEl>
                                      </p:cBhvr>
                                    </p:animEffect>
                                    <p:set>
                                      <p:cBhvr>
                                        <p:cTn id="334" dur="1" fill="hold">
                                          <p:stCondLst>
                                            <p:cond delay="499"/>
                                          </p:stCondLst>
                                        </p:cTn>
                                        <p:tgtEl>
                                          <p:spTgt spid="36"/>
                                        </p:tgtEl>
                                        <p:attrNameLst>
                                          <p:attrName>style.visibility</p:attrName>
                                        </p:attrNameLst>
                                      </p:cBhvr>
                                      <p:to>
                                        <p:strVal val="hidden"/>
                                      </p:to>
                                    </p:set>
                                  </p:childTnLst>
                                </p:cTn>
                              </p:par>
                            </p:childTnLst>
                          </p:cTn>
                        </p:par>
                        <p:par>
                          <p:cTn id="335" fill="hold">
                            <p:stCondLst>
                              <p:cond delay="1500"/>
                            </p:stCondLst>
                            <p:childTnLst>
                              <p:par>
                                <p:cTn id="336" presetID="22" presetClass="entr" presetSubtype="4" fill="hold" nodeType="afterEffect">
                                  <p:stCondLst>
                                    <p:cond delay="0"/>
                                  </p:stCondLst>
                                  <p:childTnLst>
                                    <p:set>
                                      <p:cBhvr>
                                        <p:cTn id="337" dur="1" fill="hold">
                                          <p:stCondLst>
                                            <p:cond delay="0"/>
                                          </p:stCondLst>
                                        </p:cTn>
                                        <p:tgtEl>
                                          <p:spTgt spid="107"/>
                                        </p:tgtEl>
                                        <p:attrNameLst>
                                          <p:attrName>style.visibility</p:attrName>
                                        </p:attrNameLst>
                                      </p:cBhvr>
                                      <p:to>
                                        <p:strVal val="visible"/>
                                      </p:to>
                                    </p:set>
                                    <p:animEffect transition="in" filter="wipe(down)">
                                      <p:cBhvr>
                                        <p:cTn id="338" dur="500"/>
                                        <p:tgtEl>
                                          <p:spTgt spid="107"/>
                                        </p:tgtEl>
                                      </p:cBhvr>
                                    </p:animEffect>
                                  </p:childTnLst>
                                </p:cTn>
                              </p:par>
                              <p:par>
                                <p:cTn id="339" presetID="42" presetClass="path" presetSubtype="0" accel="50000" decel="50000" fill="hold" nodeType="withEffect">
                                  <p:stCondLst>
                                    <p:cond delay="0"/>
                                  </p:stCondLst>
                                  <p:childTnLst>
                                    <p:animMotion origin="layout" path="M -2.29167E-6 -1.11111E-6 L 0.03815 0.22014 " pathEditMode="relative" rAng="0" ptsTypes="AA">
                                      <p:cBhvr>
                                        <p:cTn id="340" dur="1500" fill="hold"/>
                                        <p:tgtEl>
                                          <p:spTgt spid="107"/>
                                        </p:tgtEl>
                                        <p:attrNameLst>
                                          <p:attrName>ppt_x</p:attrName>
                                          <p:attrName>ppt_y</p:attrName>
                                        </p:attrNameLst>
                                      </p:cBhvr>
                                      <p:rCtr x="1901" y="10995"/>
                                    </p:animMotion>
                                  </p:childTnLst>
                                </p:cTn>
                              </p:par>
                            </p:childTnLst>
                          </p:cTn>
                        </p:par>
                        <p:par>
                          <p:cTn id="341" fill="hold">
                            <p:stCondLst>
                              <p:cond delay="3000"/>
                            </p:stCondLst>
                            <p:childTnLst>
                              <p:par>
                                <p:cTn id="342" presetID="63" presetClass="path" presetSubtype="0" accel="50000" decel="50000" fill="hold" grpId="1" nodeType="afterEffect">
                                  <p:stCondLst>
                                    <p:cond delay="0"/>
                                  </p:stCondLst>
                                  <p:childTnLst>
                                    <p:animMotion origin="layout" path="M 3.75E-6 7.40741E-7 L 0.06536 7.40741E-7 " pathEditMode="relative" rAng="0" ptsTypes="AA">
                                      <p:cBhvr>
                                        <p:cTn id="343" dur="1500" fill="hold"/>
                                        <p:tgtEl>
                                          <p:spTgt spid="32"/>
                                        </p:tgtEl>
                                        <p:attrNameLst>
                                          <p:attrName>ppt_x</p:attrName>
                                          <p:attrName>ppt_y</p:attrName>
                                        </p:attrNameLst>
                                      </p:cBhvr>
                                      <p:rCtr x="3268" y="0"/>
                                    </p:animMotion>
                                  </p:childTnLst>
                                </p:cTn>
                              </p:par>
                              <p:par>
                                <p:cTn id="344" presetID="63" presetClass="path" presetSubtype="0" accel="50000" decel="50000" fill="hold" grpId="2" nodeType="withEffect">
                                  <p:stCondLst>
                                    <p:cond delay="0"/>
                                  </p:stCondLst>
                                  <p:childTnLst>
                                    <p:animMotion origin="layout" path="M 0.05495 0.00115 L 0.10755 -0.00139 " pathEditMode="relative" rAng="0" ptsTypes="AA">
                                      <p:cBhvr>
                                        <p:cTn id="345" dur="1500" fill="hold"/>
                                        <p:tgtEl>
                                          <p:spTgt spid="73"/>
                                        </p:tgtEl>
                                        <p:attrNameLst>
                                          <p:attrName>ppt_x</p:attrName>
                                          <p:attrName>ppt_y</p:attrName>
                                        </p:attrNameLst>
                                      </p:cBhvr>
                                      <p:rCtr x="2630" y="-139"/>
                                    </p:animMotion>
                                  </p:childTnLst>
                                </p:cTn>
                              </p:par>
                              <p:par>
                                <p:cTn id="346" presetID="22" presetClass="entr" presetSubtype="2" fill="hold" nodeType="withEffect">
                                  <p:stCondLst>
                                    <p:cond delay="0"/>
                                  </p:stCondLst>
                                  <p:childTnLst>
                                    <p:set>
                                      <p:cBhvr>
                                        <p:cTn id="347" dur="1" fill="hold">
                                          <p:stCondLst>
                                            <p:cond delay="0"/>
                                          </p:stCondLst>
                                        </p:cTn>
                                        <p:tgtEl>
                                          <p:spTgt spid="171"/>
                                        </p:tgtEl>
                                        <p:attrNameLst>
                                          <p:attrName>style.visibility</p:attrName>
                                        </p:attrNameLst>
                                      </p:cBhvr>
                                      <p:to>
                                        <p:strVal val="visible"/>
                                      </p:to>
                                    </p:set>
                                    <p:animEffect transition="in" filter="wipe(right)">
                                      <p:cBhvr>
                                        <p:cTn id="348" dur="1000"/>
                                        <p:tgtEl>
                                          <p:spTgt spid="171"/>
                                        </p:tgtEl>
                                      </p:cBhvr>
                                    </p:animEffect>
                                  </p:childTnLst>
                                </p:cTn>
                              </p:par>
                            </p:childTnLst>
                          </p:cTn>
                        </p:par>
                        <p:par>
                          <p:cTn id="349" fill="hold">
                            <p:stCondLst>
                              <p:cond delay="4500"/>
                            </p:stCondLst>
                            <p:childTnLst>
                              <p:par>
                                <p:cTn id="350" presetID="22" presetClass="exit" presetSubtype="1" fill="hold" nodeType="afterEffect">
                                  <p:stCondLst>
                                    <p:cond delay="0"/>
                                  </p:stCondLst>
                                  <p:childTnLst>
                                    <p:animEffect transition="out" filter="wipe(up)">
                                      <p:cBhvr>
                                        <p:cTn id="351" dur="500"/>
                                        <p:tgtEl>
                                          <p:spTgt spid="178"/>
                                        </p:tgtEl>
                                      </p:cBhvr>
                                    </p:animEffect>
                                    <p:set>
                                      <p:cBhvr>
                                        <p:cTn id="352" dur="1" fill="hold">
                                          <p:stCondLst>
                                            <p:cond delay="499"/>
                                          </p:stCondLst>
                                        </p:cTn>
                                        <p:tgtEl>
                                          <p:spTgt spid="178"/>
                                        </p:tgtEl>
                                        <p:attrNameLst>
                                          <p:attrName>style.visibility</p:attrName>
                                        </p:attrNameLst>
                                      </p:cBhvr>
                                      <p:to>
                                        <p:strVal val="hidden"/>
                                      </p:to>
                                    </p:set>
                                  </p:childTnLst>
                                </p:cTn>
                              </p:par>
                              <p:par>
                                <p:cTn id="353" presetID="22" presetClass="entr" presetSubtype="8" fill="hold" nodeType="withEffect">
                                  <p:stCondLst>
                                    <p:cond delay="0"/>
                                  </p:stCondLst>
                                  <p:childTnLst>
                                    <p:set>
                                      <p:cBhvr>
                                        <p:cTn id="354" dur="1" fill="hold">
                                          <p:stCondLst>
                                            <p:cond delay="0"/>
                                          </p:stCondLst>
                                        </p:cTn>
                                        <p:tgtEl>
                                          <p:spTgt spid="179"/>
                                        </p:tgtEl>
                                        <p:attrNameLst>
                                          <p:attrName>style.visibility</p:attrName>
                                        </p:attrNameLst>
                                      </p:cBhvr>
                                      <p:to>
                                        <p:strVal val="visible"/>
                                      </p:to>
                                    </p:set>
                                    <p:animEffect transition="in" filter="wipe(left)">
                                      <p:cBhvr>
                                        <p:cTn id="355" dur="1000"/>
                                        <p:tgtEl>
                                          <p:spTgt spid="179"/>
                                        </p:tgtEl>
                                      </p:cBhvr>
                                    </p:animEffect>
                                  </p:childTnLst>
                                </p:cTn>
                              </p:par>
                            </p:childTnLst>
                          </p:cTn>
                        </p:par>
                        <p:par>
                          <p:cTn id="356" fill="hold">
                            <p:stCondLst>
                              <p:cond delay="5500"/>
                            </p:stCondLst>
                            <p:childTnLst>
                              <p:par>
                                <p:cTn id="357" presetID="22" presetClass="entr" presetSubtype="1" fill="hold" grpId="0" nodeType="afterEffect">
                                  <p:stCondLst>
                                    <p:cond delay="0"/>
                                  </p:stCondLst>
                                  <p:childTnLst>
                                    <p:set>
                                      <p:cBhvr>
                                        <p:cTn id="358" dur="1" fill="hold">
                                          <p:stCondLst>
                                            <p:cond delay="0"/>
                                          </p:stCondLst>
                                        </p:cTn>
                                        <p:tgtEl>
                                          <p:spTgt spid="176"/>
                                        </p:tgtEl>
                                        <p:attrNameLst>
                                          <p:attrName>style.visibility</p:attrName>
                                        </p:attrNameLst>
                                      </p:cBhvr>
                                      <p:to>
                                        <p:strVal val="visible"/>
                                      </p:to>
                                    </p:set>
                                    <p:animEffect transition="in" filter="wipe(up)">
                                      <p:cBhvr>
                                        <p:cTn id="359" dur="500"/>
                                        <p:tgtEl>
                                          <p:spTgt spid="176"/>
                                        </p:tgtEl>
                                      </p:cBhvr>
                                    </p:animEffect>
                                  </p:childTnLst>
                                </p:cTn>
                              </p:par>
                            </p:childTnLst>
                          </p:cTn>
                        </p:par>
                        <p:par>
                          <p:cTn id="360" fill="hold">
                            <p:stCondLst>
                              <p:cond delay="6000"/>
                            </p:stCondLst>
                            <p:childTnLst>
                              <p:par>
                                <p:cTn id="361" presetID="22" presetClass="entr" presetSubtype="4" fill="hold" grpId="0" nodeType="afterEffect">
                                  <p:stCondLst>
                                    <p:cond delay="0"/>
                                  </p:stCondLst>
                                  <p:childTnLst>
                                    <p:set>
                                      <p:cBhvr>
                                        <p:cTn id="362" dur="1" fill="hold">
                                          <p:stCondLst>
                                            <p:cond delay="0"/>
                                          </p:stCondLst>
                                        </p:cTn>
                                        <p:tgtEl>
                                          <p:spTgt spid="70"/>
                                        </p:tgtEl>
                                        <p:attrNameLst>
                                          <p:attrName>style.visibility</p:attrName>
                                        </p:attrNameLst>
                                      </p:cBhvr>
                                      <p:to>
                                        <p:strVal val="visible"/>
                                      </p:to>
                                    </p:set>
                                    <p:animEffect transition="in" filter="wipe(down)">
                                      <p:cBhvr>
                                        <p:cTn id="363" dur="500"/>
                                        <p:tgtEl>
                                          <p:spTgt spid="70"/>
                                        </p:tgtEl>
                                      </p:cBhvr>
                                    </p:animEffect>
                                  </p:childTnLst>
                                </p:cTn>
                              </p:par>
                            </p:childTnLst>
                          </p:cTn>
                        </p:par>
                        <p:par>
                          <p:cTn id="364" fill="hold">
                            <p:stCondLst>
                              <p:cond delay="6500"/>
                            </p:stCondLst>
                            <p:childTnLst>
                              <p:par>
                                <p:cTn id="365" presetID="22" presetClass="entr" presetSubtype="8" fill="hold" nodeType="afterEffect">
                                  <p:stCondLst>
                                    <p:cond delay="0"/>
                                  </p:stCondLst>
                                  <p:childTnLst>
                                    <p:set>
                                      <p:cBhvr>
                                        <p:cTn id="366" dur="1" fill="hold">
                                          <p:stCondLst>
                                            <p:cond delay="0"/>
                                          </p:stCondLst>
                                        </p:cTn>
                                        <p:tgtEl>
                                          <p:spTgt spid="170"/>
                                        </p:tgtEl>
                                        <p:attrNameLst>
                                          <p:attrName>style.visibility</p:attrName>
                                        </p:attrNameLst>
                                      </p:cBhvr>
                                      <p:to>
                                        <p:strVal val="visible"/>
                                      </p:to>
                                    </p:set>
                                    <p:animEffect transition="in" filter="wipe(left)">
                                      <p:cBhvr>
                                        <p:cTn id="367" dur="1000"/>
                                        <p:tgtEl>
                                          <p:spTgt spid="170"/>
                                        </p:tgtEl>
                                      </p:cBhvr>
                                    </p:animEffect>
                                  </p:childTnLst>
                                </p:cTn>
                              </p:par>
                              <p:par>
                                <p:cTn id="368" presetID="10" presetClass="exit" presetSubtype="0" fill="hold" nodeType="withEffect">
                                  <p:stCondLst>
                                    <p:cond delay="0"/>
                                  </p:stCondLst>
                                  <p:childTnLst>
                                    <p:animEffect transition="out" filter="fade">
                                      <p:cBhvr>
                                        <p:cTn id="369" dur="1000"/>
                                        <p:tgtEl>
                                          <p:spTgt spid="169"/>
                                        </p:tgtEl>
                                      </p:cBhvr>
                                    </p:animEffect>
                                    <p:set>
                                      <p:cBhvr>
                                        <p:cTn id="370" dur="1" fill="hold">
                                          <p:stCondLst>
                                            <p:cond delay="999"/>
                                          </p:stCondLst>
                                        </p:cTn>
                                        <p:tgtEl>
                                          <p:spTgt spid="169"/>
                                        </p:tgtEl>
                                        <p:attrNameLst>
                                          <p:attrName>style.visibility</p:attrName>
                                        </p:attrNameLst>
                                      </p:cBhvr>
                                      <p:to>
                                        <p:strVal val="hidden"/>
                                      </p:to>
                                    </p:set>
                                  </p:childTnLst>
                                </p:cTn>
                              </p:par>
                            </p:childTnLst>
                          </p:cTn>
                        </p:par>
                      </p:childTnLst>
                    </p:cTn>
                  </p:par>
                  <p:par>
                    <p:cTn id="371" fill="hold">
                      <p:stCondLst>
                        <p:cond delay="indefinite"/>
                      </p:stCondLst>
                      <p:childTnLst>
                        <p:par>
                          <p:cTn id="372" fill="hold">
                            <p:stCondLst>
                              <p:cond delay="0"/>
                            </p:stCondLst>
                            <p:childTnLst>
                              <p:par>
                                <p:cTn id="373" presetID="22" presetClass="exit" presetSubtype="1" fill="hold" nodeType="clickEffect">
                                  <p:stCondLst>
                                    <p:cond delay="0"/>
                                  </p:stCondLst>
                                  <p:childTnLst>
                                    <p:animEffect transition="out" filter="wipe(up)">
                                      <p:cBhvr>
                                        <p:cTn id="374" dur="500"/>
                                        <p:tgtEl>
                                          <p:spTgt spid="179"/>
                                        </p:tgtEl>
                                      </p:cBhvr>
                                    </p:animEffect>
                                    <p:set>
                                      <p:cBhvr>
                                        <p:cTn id="375" dur="1" fill="hold">
                                          <p:stCondLst>
                                            <p:cond delay="499"/>
                                          </p:stCondLst>
                                        </p:cTn>
                                        <p:tgtEl>
                                          <p:spTgt spid="179"/>
                                        </p:tgtEl>
                                        <p:attrNameLst>
                                          <p:attrName>style.visibility</p:attrName>
                                        </p:attrNameLst>
                                      </p:cBhvr>
                                      <p:to>
                                        <p:strVal val="hidden"/>
                                      </p:to>
                                    </p:set>
                                  </p:childTnLst>
                                </p:cTn>
                              </p:par>
                              <p:par>
                                <p:cTn id="376" presetID="31" presetClass="exit" presetSubtype="0" fill="hold" nodeType="withEffect">
                                  <p:stCondLst>
                                    <p:cond delay="0"/>
                                  </p:stCondLst>
                                  <p:childTnLst>
                                    <p:anim calcmode="lin" valueType="num">
                                      <p:cBhvr>
                                        <p:cTn id="377" dur="1000"/>
                                        <p:tgtEl>
                                          <p:spTgt spid="202"/>
                                        </p:tgtEl>
                                        <p:attrNameLst>
                                          <p:attrName>ppt_w</p:attrName>
                                        </p:attrNameLst>
                                      </p:cBhvr>
                                      <p:tavLst>
                                        <p:tav tm="0">
                                          <p:val>
                                            <p:strVal val="ppt_w"/>
                                          </p:val>
                                        </p:tav>
                                        <p:tav tm="100000">
                                          <p:val>
                                            <p:fltVal val="0"/>
                                          </p:val>
                                        </p:tav>
                                      </p:tavLst>
                                    </p:anim>
                                    <p:anim calcmode="lin" valueType="num">
                                      <p:cBhvr>
                                        <p:cTn id="378" dur="1000"/>
                                        <p:tgtEl>
                                          <p:spTgt spid="202"/>
                                        </p:tgtEl>
                                        <p:attrNameLst>
                                          <p:attrName>ppt_h</p:attrName>
                                        </p:attrNameLst>
                                      </p:cBhvr>
                                      <p:tavLst>
                                        <p:tav tm="0">
                                          <p:val>
                                            <p:strVal val="ppt_h"/>
                                          </p:val>
                                        </p:tav>
                                        <p:tav tm="100000">
                                          <p:val>
                                            <p:fltVal val="0"/>
                                          </p:val>
                                        </p:tav>
                                      </p:tavLst>
                                    </p:anim>
                                    <p:anim calcmode="lin" valueType="num">
                                      <p:cBhvr>
                                        <p:cTn id="379" dur="1000"/>
                                        <p:tgtEl>
                                          <p:spTgt spid="202"/>
                                        </p:tgtEl>
                                        <p:attrNameLst>
                                          <p:attrName>style.rotation</p:attrName>
                                        </p:attrNameLst>
                                      </p:cBhvr>
                                      <p:tavLst>
                                        <p:tav tm="0">
                                          <p:val>
                                            <p:fltVal val="0"/>
                                          </p:val>
                                        </p:tav>
                                        <p:tav tm="100000">
                                          <p:val>
                                            <p:fltVal val="90"/>
                                          </p:val>
                                        </p:tav>
                                      </p:tavLst>
                                    </p:anim>
                                    <p:animEffect transition="out" filter="fade">
                                      <p:cBhvr>
                                        <p:cTn id="380" dur="1000"/>
                                        <p:tgtEl>
                                          <p:spTgt spid="202"/>
                                        </p:tgtEl>
                                      </p:cBhvr>
                                    </p:animEffect>
                                    <p:set>
                                      <p:cBhvr>
                                        <p:cTn id="381" dur="1" fill="hold">
                                          <p:stCondLst>
                                            <p:cond delay="999"/>
                                          </p:stCondLst>
                                        </p:cTn>
                                        <p:tgtEl>
                                          <p:spTgt spid="202"/>
                                        </p:tgtEl>
                                        <p:attrNameLst>
                                          <p:attrName>style.visibility</p:attrName>
                                        </p:attrNameLst>
                                      </p:cBhvr>
                                      <p:to>
                                        <p:strVal val="hidden"/>
                                      </p:to>
                                    </p:set>
                                  </p:childTnLst>
                                </p:cTn>
                              </p:par>
                              <p:par>
                                <p:cTn id="382" presetID="31" presetClass="exit" presetSubtype="0" fill="hold" nodeType="withEffect">
                                  <p:stCondLst>
                                    <p:cond delay="0"/>
                                  </p:stCondLst>
                                  <p:childTnLst>
                                    <p:anim calcmode="lin" valueType="num">
                                      <p:cBhvr>
                                        <p:cTn id="383" dur="1000"/>
                                        <p:tgtEl>
                                          <p:spTgt spid="192"/>
                                        </p:tgtEl>
                                        <p:attrNameLst>
                                          <p:attrName>ppt_w</p:attrName>
                                        </p:attrNameLst>
                                      </p:cBhvr>
                                      <p:tavLst>
                                        <p:tav tm="0">
                                          <p:val>
                                            <p:strVal val="ppt_w"/>
                                          </p:val>
                                        </p:tav>
                                        <p:tav tm="100000">
                                          <p:val>
                                            <p:fltVal val="0"/>
                                          </p:val>
                                        </p:tav>
                                      </p:tavLst>
                                    </p:anim>
                                    <p:anim calcmode="lin" valueType="num">
                                      <p:cBhvr>
                                        <p:cTn id="384" dur="1000"/>
                                        <p:tgtEl>
                                          <p:spTgt spid="192"/>
                                        </p:tgtEl>
                                        <p:attrNameLst>
                                          <p:attrName>ppt_h</p:attrName>
                                        </p:attrNameLst>
                                      </p:cBhvr>
                                      <p:tavLst>
                                        <p:tav tm="0">
                                          <p:val>
                                            <p:strVal val="ppt_h"/>
                                          </p:val>
                                        </p:tav>
                                        <p:tav tm="100000">
                                          <p:val>
                                            <p:fltVal val="0"/>
                                          </p:val>
                                        </p:tav>
                                      </p:tavLst>
                                    </p:anim>
                                    <p:anim calcmode="lin" valueType="num">
                                      <p:cBhvr>
                                        <p:cTn id="385" dur="1000"/>
                                        <p:tgtEl>
                                          <p:spTgt spid="192"/>
                                        </p:tgtEl>
                                        <p:attrNameLst>
                                          <p:attrName>style.rotation</p:attrName>
                                        </p:attrNameLst>
                                      </p:cBhvr>
                                      <p:tavLst>
                                        <p:tav tm="0">
                                          <p:val>
                                            <p:fltVal val="0"/>
                                          </p:val>
                                        </p:tav>
                                        <p:tav tm="100000">
                                          <p:val>
                                            <p:fltVal val="90"/>
                                          </p:val>
                                        </p:tav>
                                      </p:tavLst>
                                    </p:anim>
                                    <p:animEffect transition="out" filter="fade">
                                      <p:cBhvr>
                                        <p:cTn id="386" dur="1000"/>
                                        <p:tgtEl>
                                          <p:spTgt spid="192"/>
                                        </p:tgtEl>
                                      </p:cBhvr>
                                    </p:animEffect>
                                    <p:set>
                                      <p:cBhvr>
                                        <p:cTn id="387" dur="1" fill="hold">
                                          <p:stCondLst>
                                            <p:cond delay="999"/>
                                          </p:stCondLst>
                                        </p:cTn>
                                        <p:tgtEl>
                                          <p:spTgt spid="192"/>
                                        </p:tgtEl>
                                        <p:attrNameLst>
                                          <p:attrName>style.visibility</p:attrName>
                                        </p:attrNameLst>
                                      </p:cBhvr>
                                      <p:to>
                                        <p:strVal val="hidden"/>
                                      </p:to>
                                    </p:set>
                                  </p:childTnLst>
                                </p:cTn>
                              </p:par>
                              <p:par>
                                <p:cTn id="388" presetID="22" presetClass="entr" presetSubtype="8" fill="hold" nodeType="withEffect">
                                  <p:stCondLst>
                                    <p:cond delay="0"/>
                                  </p:stCondLst>
                                  <p:childTnLst>
                                    <p:set>
                                      <p:cBhvr>
                                        <p:cTn id="389" dur="1" fill="hold">
                                          <p:stCondLst>
                                            <p:cond delay="0"/>
                                          </p:stCondLst>
                                        </p:cTn>
                                        <p:tgtEl>
                                          <p:spTgt spid="163"/>
                                        </p:tgtEl>
                                        <p:attrNameLst>
                                          <p:attrName>style.visibility</p:attrName>
                                        </p:attrNameLst>
                                      </p:cBhvr>
                                      <p:to>
                                        <p:strVal val="visible"/>
                                      </p:to>
                                    </p:set>
                                    <p:animEffect transition="in" filter="wipe(left)">
                                      <p:cBhvr>
                                        <p:cTn id="390" dur="1000"/>
                                        <p:tgtEl>
                                          <p:spTgt spid="163"/>
                                        </p:tgtEl>
                                      </p:cBhvr>
                                    </p:animEffect>
                                  </p:childTnLst>
                                </p:cTn>
                              </p:par>
                            </p:childTnLst>
                          </p:cTn>
                        </p:par>
                        <p:par>
                          <p:cTn id="391" fill="hold">
                            <p:stCondLst>
                              <p:cond delay="1000"/>
                            </p:stCondLst>
                            <p:childTnLst>
                              <p:par>
                                <p:cTn id="392" presetID="63" presetClass="path" presetSubtype="0" accel="50000" decel="50000" fill="hold" grpId="2" nodeType="afterEffect">
                                  <p:stCondLst>
                                    <p:cond delay="0"/>
                                  </p:stCondLst>
                                  <p:childTnLst>
                                    <p:animMotion origin="layout" path="M 0.03268 4.81481E-6 L 0.0655 4.81481E-6 " pathEditMode="relative" rAng="0" ptsTypes="AA">
                                      <p:cBhvr>
                                        <p:cTn id="393" dur="1500" fill="hold"/>
                                        <p:tgtEl>
                                          <p:spTgt spid="111"/>
                                        </p:tgtEl>
                                        <p:attrNameLst>
                                          <p:attrName>ppt_x</p:attrName>
                                          <p:attrName>ppt_y</p:attrName>
                                        </p:attrNameLst>
                                      </p:cBhvr>
                                      <p:rCtr x="1641" y="0"/>
                                    </p:animMotion>
                                  </p:childTnLst>
                                </p:cTn>
                              </p:par>
                            </p:childTnLst>
                          </p:cTn>
                        </p:par>
                        <p:par>
                          <p:cTn id="394" fill="hold">
                            <p:stCondLst>
                              <p:cond delay="2500"/>
                            </p:stCondLst>
                            <p:childTnLst>
                              <p:par>
                                <p:cTn id="395" presetID="22" presetClass="exit" presetSubtype="1" fill="hold" nodeType="afterEffect">
                                  <p:stCondLst>
                                    <p:cond delay="0"/>
                                  </p:stCondLst>
                                  <p:childTnLst>
                                    <p:animEffect transition="out" filter="wipe(up)">
                                      <p:cBhvr>
                                        <p:cTn id="396" dur="500"/>
                                        <p:tgtEl>
                                          <p:spTgt spid="163"/>
                                        </p:tgtEl>
                                      </p:cBhvr>
                                    </p:animEffect>
                                    <p:set>
                                      <p:cBhvr>
                                        <p:cTn id="397" dur="1" fill="hold">
                                          <p:stCondLst>
                                            <p:cond delay="499"/>
                                          </p:stCondLst>
                                        </p:cTn>
                                        <p:tgtEl>
                                          <p:spTgt spid="163"/>
                                        </p:tgtEl>
                                        <p:attrNameLst>
                                          <p:attrName>style.visibility</p:attrName>
                                        </p:attrNameLst>
                                      </p:cBhvr>
                                      <p:to>
                                        <p:strVal val="hidden"/>
                                      </p:to>
                                    </p:set>
                                  </p:childTnLst>
                                </p:cTn>
                              </p:par>
                              <p:par>
                                <p:cTn id="398" presetID="22" presetClass="entr" presetSubtype="8" fill="hold" nodeType="withEffect">
                                  <p:stCondLst>
                                    <p:cond delay="0"/>
                                  </p:stCondLst>
                                  <p:childTnLst>
                                    <p:set>
                                      <p:cBhvr>
                                        <p:cTn id="399" dur="1" fill="hold">
                                          <p:stCondLst>
                                            <p:cond delay="0"/>
                                          </p:stCondLst>
                                        </p:cTn>
                                        <p:tgtEl>
                                          <p:spTgt spid="164"/>
                                        </p:tgtEl>
                                        <p:attrNameLst>
                                          <p:attrName>style.visibility</p:attrName>
                                        </p:attrNameLst>
                                      </p:cBhvr>
                                      <p:to>
                                        <p:strVal val="visible"/>
                                      </p:to>
                                    </p:set>
                                    <p:animEffect transition="in" filter="wipe(left)">
                                      <p:cBhvr>
                                        <p:cTn id="400" dur="1000"/>
                                        <p:tgtEl>
                                          <p:spTgt spid="164"/>
                                        </p:tgtEl>
                                      </p:cBhvr>
                                    </p:animEffect>
                                  </p:childTnLst>
                                </p:cTn>
                              </p:par>
                            </p:childTnLst>
                          </p:cTn>
                        </p:par>
                        <p:par>
                          <p:cTn id="401" fill="hold">
                            <p:stCondLst>
                              <p:cond delay="3500"/>
                            </p:stCondLst>
                            <p:childTnLst>
                              <p:par>
                                <p:cTn id="402" presetID="35" presetClass="path" presetSubtype="0" accel="50000" decel="50000" fill="hold" grpId="3" nodeType="afterEffect">
                                  <p:stCondLst>
                                    <p:cond delay="0"/>
                                  </p:stCondLst>
                                  <p:childTnLst>
                                    <p:animMotion origin="layout" path="M 0.03151 0.00069 L -3.33333E-6 7.40741E-7 " pathEditMode="relative" rAng="0" ptsTypes="AA">
                                      <p:cBhvr>
                                        <p:cTn id="403" dur="1500" fill="hold"/>
                                        <p:tgtEl>
                                          <p:spTgt spid="181"/>
                                        </p:tgtEl>
                                        <p:attrNameLst>
                                          <p:attrName>ppt_x</p:attrName>
                                          <p:attrName>ppt_y</p:attrName>
                                        </p:attrNameLst>
                                      </p:cBhvr>
                                      <p:rCtr x="-1576" y="-46"/>
                                    </p:animMotion>
                                  </p:childTnLst>
                                </p:cTn>
                              </p:par>
                            </p:childTnLst>
                          </p:cTn>
                        </p:par>
                        <p:par>
                          <p:cTn id="404" fill="hold">
                            <p:stCondLst>
                              <p:cond delay="5000"/>
                            </p:stCondLst>
                            <p:childTnLst>
                              <p:par>
                                <p:cTn id="405" presetID="63" presetClass="path" presetSubtype="0" accel="50000" decel="50000" fill="hold" grpId="4" nodeType="afterEffect">
                                  <p:stCondLst>
                                    <p:cond delay="0"/>
                                  </p:stCondLst>
                                  <p:childTnLst>
                                    <p:animMotion origin="layout" path="M -0.03151 -0.00069 L 0.03503 -0.00092 " pathEditMode="relative" rAng="0" ptsTypes="AA">
                                      <p:cBhvr>
                                        <p:cTn id="406" dur="1500" fill="hold"/>
                                        <p:tgtEl>
                                          <p:spTgt spid="182"/>
                                        </p:tgtEl>
                                        <p:attrNameLst>
                                          <p:attrName>ppt_x</p:attrName>
                                          <p:attrName>ppt_y</p:attrName>
                                        </p:attrNameLst>
                                      </p:cBhvr>
                                      <p:rCtr x="3320" y="-23"/>
                                    </p:animMotion>
                                  </p:childTnLst>
                                </p:cTn>
                              </p:par>
                            </p:childTnLst>
                          </p:cTn>
                        </p:par>
                      </p:childTnLst>
                    </p:cTn>
                  </p:par>
                  <p:par>
                    <p:cTn id="407" fill="hold">
                      <p:stCondLst>
                        <p:cond delay="indefinite"/>
                      </p:stCondLst>
                      <p:childTnLst>
                        <p:par>
                          <p:cTn id="408" fill="hold">
                            <p:stCondLst>
                              <p:cond delay="0"/>
                            </p:stCondLst>
                            <p:childTnLst>
                              <p:par>
                                <p:cTn id="409" presetID="22" presetClass="exit" presetSubtype="1" fill="hold" nodeType="clickEffect">
                                  <p:stCondLst>
                                    <p:cond delay="0"/>
                                  </p:stCondLst>
                                  <p:childTnLst>
                                    <p:animEffect transition="out" filter="wipe(up)">
                                      <p:cBhvr>
                                        <p:cTn id="410" dur="500"/>
                                        <p:tgtEl>
                                          <p:spTgt spid="164"/>
                                        </p:tgtEl>
                                      </p:cBhvr>
                                    </p:animEffect>
                                    <p:set>
                                      <p:cBhvr>
                                        <p:cTn id="411" dur="1" fill="hold">
                                          <p:stCondLst>
                                            <p:cond delay="499"/>
                                          </p:stCondLst>
                                        </p:cTn>
                                        <p:tgtEl>
                                          <p:spTgt spid="164"/>
                                        </p:tgtEl>
                                        <p:attrNameLst>
                                          <p:attrName>style.visibility</p:attrName>
                                        </p:attrNameLst>
                                      </p:cBhvr>
                                      <p:to>
                                        <p:strVal val="hidden"/>
                                      </p:to>
                                    </p:set>
                                  </p:childTnLst>
                                </p:cTn>
                              </p:par>
                              <p:par>
                                <p:cTn id="412" presetID="22" presetClass="entr" presetSubtype="8" fill="hold" nodeType="withEffect">
                                  <p:stCondLst>
                                    <p:cond delay="0"/>
                                  </p:stCondLst>
                                  <p:childTnLst>
                                    <p:set>
                                      <p:cBhvr>
                                        <p:cTn id="413" dur="1" fill="hold">
                                          <p:stCondLst>
                                            <p:cond delay="0"/>
                                          </p:stCondLst>
                                        </p:cTn>
                                        <p:tgtEl>
                                          <p:spTgt spid="166"/>
                                        </p:tgtEl>
                                        <p:attrNameLst>
                                          <p:attrName>style.visibility</p:attrName>
                                        </p:attrNameLst>
                                      </p:cBhvr>
                                      <p:to>
                                        <p:strVal val="visible"/>
                                      </p:to>
                                    </p:set>
                                    <p:animEffect transition="in" filter="wipe(left)">
                                      <p:cBhvr>
                                        <p:cTn id="414" dur="1000"/>
                                        <p:tgtEl>
                                          <p:spTgt spid="166"/>
                                        </p:tgtEl>
                                      </p:cBhvr>
                                    </p:animEffect>
                                  </p:childTnLst>
                                </p:cTn>
                              </p:par>
                            </p:childTnLst>
                          </p:cTn>
                        </p:par>
                        <p:par>
                          <p:cTn id="415" fill="hold">
                            <p:stCondLst>
                              <p:cond delay="1000"/>
                            </p:stCondLst>
                            <p:childTnLst>
                              <p:par>
                                <p:cTn id="416" presetID="22" presetClass="entr" presetSubtype="4" fill="hold" nodeType="afterEffect">
                                  <p:stCondLst>
                                    <p:cond delay="0"/>
                                  </p:stCondLst>
                                  <p:childTnLst>
                                    <p:set>
                                      <p:cBhvr>
                                        <p:cTn id="417" dur="1" fill="hold">
                                          <p:stCondLst>
                                            <p:cond delay="0"/>
                                          </p:stCondLst>
                                        </p:cTn>
                                        <p:tgtEl>
                                          <p:spTgt spid="213"/>
                                        </p:tgtEl>
                                        <p:attrNameLst>
                                          <p:attrName>style.visibility</p:attrName>
                                        </p:attrNameLst>
                                      </p:cBhvr>
                                      <p:to>
                                        <p:strVal val="visible"/>
                                      </p:to>
                                    </p:set>
                                    <p:animEffect transition="in" filter="wipe(down)">
                                      <p:cBhvr>
                                        <p:cTn id="418" dur="1000"/>
                                        <p:tgtEl>
                                          <p:spTgt spid="213"/>
                                        </p:tgtEl>
                                      </p:cBhvr>
                                    </p:animEffect>
                                  </p:childTnLst>
                                </p:cTn>
                              </p:par>
                            </p:childTnLst>
                          </p:cTn>
                        </p:par>
                        <p:par>
                          <p:cTn id="419" fill="hold">
                            <p:stCondLst>
                              <p:cond delay="2000"/>
                            </p:stCondLst>
                            <p:childTnLst>
                              <p:par>
                                <p:cTn id="420" presetID="45" presetClass="entr" presetSubtype="0" fill="hold" grpId="0" nodeType="afterEffect">
                                  <p:stCondLst>
                                    <p:cond delay="0"/>
                                  </p:stCondLst>
                                  <p:childTnLst>
                                    <p:set>
                                      <p:cBhvr>
                                        <p:cTn id="421" dur="1" fill="hold">
                                          <p:stCondLst>
                                            <p:cond delay="0"/>
                                          </p:stCondLst>
                                        </p:cTn>
                                        <p:tgtEl>
                                          <p:spTgt spid="216"/>
                                        </p:tgtEl>
                                        <p:attrNameLst>
                                          <p:attrName>style.visibility</p:attrName>
                                        </p:attrNameLst>
                                      </p:cBhvr>
                                      <p:to>
                                        <p:strVal val="visible"/>
                                      </p:to>
                                    </p:set>
                                    <p:animEffect transition="in" filter="fade">
                                      <p:cBhvr>
                                        <p:cTn id="422" dur="2000"/>
                                        <p:tgtEl>
                                          <p:spTgt spid="216"/>
                                        </p:tgtEl>
                                      </p:cBhvr>
                                    </p:animEffect>
                                    <p:anim calcmode="lin" valueType="num">
                                      <p:cBhvr>
                                        <p:cTn id="423" dur="2000" fill="hold"/>
                                        <p:tgtEl>
                                          <p:spTgt spid="216"/>
                                        </p:tgtEl>
                                        <p:attrNameLst>
                                          <p:attrName>ppt_w</p:attrName>
                                        </p:attrNameLst>
                                      </p:cBhvr>
                                      <p:tavLst>
                                        <p:tav tm="0" fmla="#ppt_w*sin(2.5*pi*$)">
                                          <p:val>
                                            <p:fltVal val="0"/>
                                          </p:val>
                                        </p:tav>
                                        <p:tav tm="100000">
                                          <p:val>
                                            <p:fltVal val="1"/>
                                          </p:val>
                                        </p:tav>
                                      </p:tavLst>
                                    </p:anim>
                                    <p:anim calcmode="lin" valueType="num">
                                      <p:cBhvr>
                                        <p:cTn id="424" dur="2000" fill="hold"/>
                                        <p:tgtEl>
                                          <p:spTgt spid="216"/>
                                        </p:tgtEl>
                                        <p:attrNameLst>
                                          <p:attrName>ppt_h</p:attrName>
                                        </p:attrNameLst>
                                      </p:cBhvr>
                                      <p:tavLst>
                                        <p:tav tm="0">
                                          <p:val>
                                            <p:strVal val="#ppt_h"/>
                                          </p:val>
                                        </p:tav>
                                        <p:tav tm="100000">
                                          <p:val>
                                            <p:strVal val="#ppt_h"/>
                                          </p:val>
                                        </p:tav>
                                      </p:tavLst>
                                    </p:anim>
                                  </p:childTnLst>
                                </p:cTn>
                              </p:par>
                            </p:childTnLst>
                          </p:cTn>
                        </p:par>
                        <p:par>
                          <p:cTn id="425" fill="hold">
                            <p:stCondLst>
                              <p:cond delay="4000"/>
                            </p:stCondLst>
                            <p:childTnLst>
                              <p:par>
                                <p:cTn id="426" presetID="22" presetClass="exit" presetSubtype="1" fill="hold" nodeType="afterEffect">
                                  <p:stCondLst>
                                    <p:cond delay="0"/>
                                  </p:stCondLst>
                                  <p:childTnLst>
                                    <p:animEffect transition="out" filter="wipe(up)">
                                      <p:cBhvr>
                                        <p:cTn id="427" dur="500"/>
                                        <p:tgtEl>
                                          <p:spTgt spid="166"/>
                                        </p:tgtEl>
                                      </p:cBhvr>
                                    </p:animEffect>
                                    <p:set>
                                      <p:cBhvr>
                                        <p:cTn id="428" dur="1" fill="hold">
                                          <p:stCondLst>
                                            <p:cond delay="499"/>
                                          </p:stCondLst>
                                        </p:cTn>
                                        <p:tgtEl>
                                          <p:spTgt spid="166"/>
                                        </p:tgtEl>
                                        <p:attrNameLst>
                                          <p:attrName>style.visibility</p:attrName>
                                        </p:attrNameLst>
                                      </p:cBhvr>
                                      <p:to>
                                        <p:strVal val="hidden"/>
                                      </p:to>
                                    </p:set>
                                  </p:childTnLst>
                                </p:cTn>
                              </p:par>
                              <p:par>
                                <p:cTn id="429" presetID="22" presetClass="entr" presetSubtype="8" fill="hold" nodeType="withEffect">
                                  <p:stCondLst>
                                    <p:cond delay="0"/>
                                  </p:stCondLst>
                                  <p:childTnLst>
                                    <p:set>
                                      <p:cBhvr>
                                        <p:cTn id="430" dur="1" fill="hold">
                                          <p:stCondLst>
                                            <p:cond delay="0"/>
                                          </p:stCondLst>
                                        </p:cTn>
                                        <p:tgtEl>
                                          <p:spTgt spid="168"/>
                                        </p:tgtEl>
                                        <p:attrNameLst>
                                          <p:attrName>style.visibility</p:attrName>
                                        </p:attrNameLst>
                                      </p:cBhvr>
                                      <p:to>
                                        <p:strVal val="visible"/>
                                      </p:to>
                                    </p:set>
                                    <p:animEffect transition="in" filter="wipe(left)">
                                      <p:cBhvr>
                                        <p:cTn id="431" dur="1000"/>
                                        <p:tgtEl>
                                          <p:spTgt spid="168"/>
                                        </p:tgtEl>
                                      </p:cBhvr>
                                    </p:animEffect>
                                  </p:childTnLst>
                                </p:cTn>
                              </p:par>
                            </p:childTnLst>
                          </p:cTn>
                        </p:par>
                        <p:par>
                          <p:cTn id="432" fill="hold">
                            <p:stCondLst>
                              <p:cond delay="5000"/>
                            </p:stCondLst>
                            <p:childTnLst>
                              <p:par>
                                <p:cTn id="433" presetID="63" presetClass="path" presetSubtype="0" accel="50000" decel="50000" fill="hold" grpId="4" nodeType="afterEffect">
                                  <p:stCondLst>
                                    <p:cond delay="0"/>
                                  </p:stCondLst>
                                  <p:childTnLst>
                                    <p:animMotion origin="layout" path="M -3.33333E-6 7.40741E-7 L 0.06654 -0.00023 " pathEditMode="relative" rAng="0" ptsTypes="AA">
                                      <p:cBhvr>
                                        <p:cTn id="434" dur="1500" fill="hold"/>
                                        <p:tgtEl>
                                          <p:spTgt spid="181"/>
                                        </p:tgtEl>
                                        <p:attrNameLst>
                                          <p:attrName>ppt_x</p:attrName>
                                          <p:attrName>ppt_y</p:attrName>
                                        </p:attrNameLst>
                                      </p:cBhvr>
                                      <p:rCtr x="3320" y="-23"/>
                                    </p:animMotion>
                                  </p:childTnLst>
                                </p:cTn>
                              </p:par>
                            </p:childTnLst>
                          </p:cTn>
                        </p:par>
                        <p:par>
                          <p:cTn id="435" fill="hold">
                            <p:stCondLst>
                              <p:cond delay="6500"/>
                            </p:stCondLst>
                            <p:childTnLst>
                              <p:par>
                                <p:cTn id="436" presetID="35" presetClass="path" presetSubtype="0" accel="50000" decel="50000" fill="hold" grpId="5" nodeType="afterEffect">
                                  <p:stCondLst>
                                    <p:cond delay="0"/>
                                  </p:stCondLst>
                                  <p:childTnLst>
                                    <p:animMotion origin="layout" path="M 0.03503 -0.00092 L -3.75E-6 -3.7037E-6 " pathEditMode="relative" rAng="0" ptsTypes="AA">
                                      <p:cBhvr>
                                        <p:cTn id="437" dur="2000" fill="hold"/>
                                        <p:tgtEl>
                                          <p:spTgt spid="182"/>
                                        </p:tgtEl>
                                        <p:attrNameLst>
                                          <p:attrName>ppt_x</p:attrName>
                                          <p:attrName>ppt_y</p:attrName>
                                        </p:attrNameLst>
                                      </p:cBhvr>
                                      <p:rCtr x="-1758" y="46"/>
                                    </p:animMotion>
                                  </p:childTnLst>
                                </p:cTn>
                              </p:par>
                            </p:childTnLst>
                          </p:cTn>
                        </p:par>
                      </p:childTnLst>
                    </p:cTn>
                  </p:par>
                  <p:par>
                    <p:cTn id="438" fill="hold">
                      <p:stCondLst>
                        <p:cond delay="indefinite"/>
                      </p:stCondLst>
                      <p:childTnLst>
                        <p:par>
                          <p:cTn id="439" fill="hold">
                            <p:stCondLst>
                              <p:cond delay="0"/>
                            </p:stCondLst>
                            <p:childTnLst>
                              <p:par>
                                <p:cTn id="440" presetID="22" presetClass="exit" presetSubtype="1" fill="hold" nodeType="clickEffect">
                                  <p:stCondLst>
                                    <p:cond delay="0"/>
                                  </p:stCondLst>
                                  <p:childTnLst>
                                    <p:animEffect transition="out" filter="wipe(up)">
                                      <p:cBhvr>
                                        <p:cTn id="441" dur="1500"/>
                                        <p:tgtEl>
                                          <p:spTgt spid="168"/>
                                        </p:tgtEl>
                                      </p:cBhvr>
                                    </p:animEffect>
                                    <p:set>
                                      <p:cBhvr>
                                        <p:cTn id="442" dur="1" fill="hold">
                                          <p:stCondLst>
                                            <p:cond delay="1499"/>
                                          </p:stCondLst>
                                        </p:cTn>
                                        <p:tgtEl>
                                          <p:spTgt spid="168"/>
                                        </p:tgtEl>
                                        <p:attrNameLst>
                                          <p:attrName>style.visibility</p:attrName>
                                        </p:attrNameLst>
                                      </p:cBhvr>
                                      <p:to>
                                        <p:strVal val="hidden"/>
                                      </p:to>
                                    </p:set>
                                  </p:childTnLst>
                                </p:cTn>
                              </p:par>
                              <p:par>
                                <p:cTn id="443" presetID="31" presetClass="exit" presetSubtype="0" fill="hold" nodeType="withEffect">
                                  <p:stCondLst>
                                    <p:cond delay="0"/>
                                  </p:stCondLst>
                                  <p:childTnLst>
                                    <p:anim calcmode="lin" valueType="num">
                                      <p:cBhvr>
                                        <p:cTn id="444" dur="1000"/>
                                        <p:tgtEl>
                                          <p:spTgt spid="213"/>
                                        </p:tgtEl>
                                        <p:attrNameLst>
                                          <p:attrName>ppt_w</p:attrName>
                                        </p:attrNameLst>
                                      </p:cBhvr>
                                      <p:tavLst>
                                        <p:tav tm="0">
                                          <p:val>
                                            <p:strVal val="ppt_w"/>
                                          </p:val>
                                        </p:tav>
                                        <p:tav tm="100000">
                                          <p:val>
                                            <p:fltVal val="0"/>
                                          </p:val>
                                        </p:tav>
                                      </p:tavLst>
                                    </p:anim>
                                    <p:anim calcmode="lin" valueType="num">
                                      <p:cBhvr>
                                        <p:cTn id="445" dur="1000"/>
                                        <p:tgtEl>
                                          <p:spTgt spid="213"/>
                                        </p:tgtEl>
                                        <p:attrNameLst>
                                          <p:attrName>ppt_h</p:attrName>
                                        </p:attrNameLst>
                                      </p:cBhvr>
                                      <p:tavLst>
                                        <p:tav tm="0">
                                          <p:val>
                                            <p:strVal val="ppt_h"/>
                                          </p:val>
                                        </p:tav>
                                        <p:tav tm="100000">
                                          <p:val>
                                            <p:fltVal val="0"/>
                                          </p:val>
                                        </p:tav>
                                      </p:tavLst>
                                    </p:anim>
                                    <p:anim calcmode="lin" valueType="num">
                                      <p:cBhvr>
                                        <p:cTn id="446" dur="1000"/>
                                        <p:tgtEl>
                                          <p:spTgt spid="213"/>
                                        </p:tgtEl>
                                        <p:attrNameLst>
                                          <p:attrName>style.rotation</p:attrName>
                                        </p:attrNameLst>
                                      </p:cBhvr>
                                      <p:tavLst>
                                        <p:tav tm="0">
                                          <p:val>
                                            <p:fltVal val="0"/>
                                          </p:val>
                                        </p:tav>
                                        <p:tav tm="100000">
                                          <p:val>
                                            <p:fltVal val="90"/>
                                          </p:val>
                                        </p:tav>
                                      </p:tavLst>
                                    </p:anim>
                                    <p:animEffect transition="out" filter="fade">
                                      <p:cBhvr>
                                        <p:cTn id="447" dur="1000"/>
                                        <p:tgtEl>
                                          <p:spTgt spid="213"/>
                                        </p:tgtEl>
                                      </p:cBhvr>
                                    </p:animEffect>
                                    <p:set>
                                      <p:cBhvr>
                                        <p:cTn id="448" dur="1" fill="hold">
                                          <p:stCondLst>
                                            <p:cond delay="999"/>
                                          </p:stCondLst>
                                        </p:cTn>
                                        <p:tgtEl>
                                          <p:spTgt spid="213"/>
                                        </p:tgtEl>
                                        <p:attrNameLst>
                                          <p:attrName>style.visibility</p:attrName>
                                        </p:attrNameLst>
                                      </p:cBhvr>
                                      <p:to>
                                        <p:strVal val="hidden"/>
                                      </p:to>
                                    </p:set>
                                  </p:childTnLst>
                                </p:cTn>
                              </p:par>
                              <p:par>
                                <p:cTn id="449" presetID="31" presetClass="exit" presetSubtype="0" fill="hold" grpId="1" nodeType="withEffect">
                                  <p:stCondLst>
                                    <p:cond delay="0"/>
                                  </p:stCondLst>
                                  <p:childTnLst>
                                    <p:anim calcmode="lin" valueType="num">
                                      <p:cBhvr>
                                        <p:cTn id="450" dur="1000"/>
                                        <p:tgtEl>
                                          <p:spTgt spid="216"/>
                                        </p:tgtEl>
                                        <p:attrNameLst>
                                          <p:attrName>ppt_w</p:attrName>
                                        </p:attrNameLst>
                                      </p:cBhvr>
                                      <p:tavLst>
                                        <p:tav tm="0">
                                          <p:val>
                                            <p:strVal val="ppt_w"/>
                                          </p:val>
                                        </p:tav>
                                        <p:tav tm="100000">
                                          <p:val>
                                            <p:fltVal val="0"/>
                                          </p:val>
                                        </p:tav>
                                      </p:tavLst>
                                    </p:anim>
                                    <p:anim calcmode="lin" valueType="num">
                                      <p:cBhvr>
                                        <p:cTn id="451" dur="1000"/>
                                        <p:tgtEl>
                                          <p:spTgt spid="216"/>
                                        </p:tgtEl>
                                        <p:attrNameLst>
                                          <p:attrName>ppt_h</p:attrName>
                                        </p:attrNameLst>
                                      </p:cBhvr>
                                      <p:tavLst>
                                        <p:tav tm="0">
                                          <p:val>
                                            <p:strVal val="ppt_h"/>
                                          </p:val>
                                        </p:tav>
                                        <p:tav tm="100000">
                                          <p:val>
                                            <p:fltVal val="0"/>
                                          </p:val>
                                        </p:tav>
                                      </p:tavLst>
                                    </p:anim>
                                    <p:anim calcmode="lin" valueType="num">
                                      <p:cBhvr>
                                        <p:cTn id="452" dur="1000"/>
                                        <p:tgtEl>
                                          <p:spTgt spid="216"/>
                                        </p:tgtEl>
                                        <p:attrNameLst>
                                          <p:attrName>style.rotation</p:attrName>
                                        </p:attrNameLst>
                                      </p:cBhvr>
                                      <p:tavLst>
                                        <p:tav tm="0">
                                          <p:val>
                                            <p:fltVal val="0"/>
                                          </p:val>
                                        </p:tav>
                                        <p:tav tm="100000">
                                          <p:val>
                                            <p:fltVal val="90"/>
                                          </p:val>
                                        </p:tav>
                                      </p:tavLst>
                                    </p:anim>
                                    <p:animEffect transition="out" filter="fade">
                                      <p:cBhvr>
                                        <p:cTn id="453" dur="1000"/>
                                        <p:tgtEl>
                                          <p:spTgt spid="216"/>
                                        </p:tgtEl>
                                      </p:cBhvr>
                                    </p:animEffect>
                                    <p:set>
                                      <p:cBhvr>
                                        <p:cTn id="454" dur="1" fill="hold">
                                          <p:stCondLst>
                                            <p:cond delay="999"/>
                                          </p:stCondLst>
                                        </p:cTn>
                                        <p:tgtEl>
                                          <p:spTgt spid="216"/>
                                        </p:tgtEl>
                                        <p:attrNameLst>
                                          <p:attrName>style.visibility</p:attrName>
                                        </p:attrNameLst>
                                      </p:cBhvr>
                                      <p:to>
                                        <p:strVal val="hidden"/>
                                      </p:to>
                                    </p:set>
                                  </p:childTnLst>
                                </p:cTn>
                              </p:par>
                              <p:par>
                                <p:cTn id="455" presetID="22" presetClass="entr" presetSubtype="8" fill="hold" nodeType="withEffect">
                                  <p:stCondLst>
                                    <p:cond delay="0"/>
                                  </p:stCondLst>
                                  <p:childTnLst>
                                    <p:set>
                                      <p:cBhvr>
                                        <p:cTn id="456" dur="1" fill="hold">
                                          <p:stCondLst>
                                            <p:cond delay="0"/>
                                          </p:stCondLst>
                                        </p:cTn>
                                        <p:tgtEl>
                                          <p:spTgt spid="166"/>
                                        </p:tgtEl>
                                        <p:attrNameLst>
                                          <p:attrName>style.visibility</p:attrName>
                                        </p:attrNameLst>
                                      </p:cBhvr>
                                      <p:to>
                                        <p:strVal val="visible"/>
                                      </p:to>
                                    </p:set>
                                    <p:animEffect transition="in" filter="wipe(left)">
                                      <p:cBhvr>
                                        <p:cTn id="457" dur="1000"/>
                                        <p:tgtEl>
                                          <p:spTgt spid="166"/>
                                        </p:tgtEl>
                                      </p:cBhvr>
                                    </p:animEffect>
                                  </p:childTnLst>
                                </p:cTn>
                              </p:par>
                            </p:childTnLst>
                          </p:cTn>
                        </p:par>
                        <p:par>
                          <p:cTn id="458" fill="hold">
                            <p:stCondLst>
                              <p:cond delay="1500"/>
                            </p:stCondLst>
                            <p:childTnLst>
                              <p:par>
                                <p:cTn id="459" presetID="22" presetClass="entr" presetSubtype="4" fill="hold" nodeType="afterEffect">
                                  <p:stCondLst>
                                    <p:cond delay="0"/>
                                  </p:stCondLst>
                                  <p:childTnLst>
                                    <p:set>
                                      <p:cBhvr>
                                        <p:cTn id="460" dur="1" fill="hold">
                                          <p:stCondLst>
                                            <p:cond delay="0"/>
                                          </p:stCondLst>
                                        </p:cTn>
                                        <p:tgtEl>
                                          <p:spTgt spid="217"/>
                                        </p:tgtEl>
                                        <p:attrNameLst>
                                          <p:attrName>style.visibility</p:attrName>
                                        </p:attrNameLst>
                                      </p:cBhvr>
                                      <p:to>
                                        <p:strVal val="visible"/>
                                      </p:to>
                                    </p:set>
                                    <p:animEffect transition="in" filter="wipe(down)">
                                      <p:cBhvr>
                                        <p:cTn id="461" dur="1000"/>
                                        <p:tgtEl>
                                          <p:spTgt spid="217"/>
                                        </p:tgtEl>
                                      </p:cBhvr>
                                    </p:animEffect>
                                  </p:childTnLst>
                                </p:cTn>
                              </p:par>
                            </p:childTnLst>
                          </p:cTn>
                        </p:par>
                        <p:par>
                          <p:cTn id="462" fill="hold">
                            <p:stCondLst>
                              <p:cond delay="2500"/>
                            </p:stCondLst>
                            <p:childTnLst>
                              <p:par>
                                <p:cTn id="463" presetID="45" presetClass="entr" presetSubtype="0" fill="hold" grpId="2" nodeType="afterEffect">
                                  <p:stCondLst>
                                    <p:cond delay="0"/>
                                  </p:stCondLst>
                                  <p:childTnLst>
                                    <p:set>
                                      <p:cBhvr>
                                        <p:cTn id="464" dur="1" fill="hold">
                                          <p:stCondLst>
                                            <p:cond delay="0"/>
                                          </p:stCondLst>
                                        </p:cTn>
                                        <p:tgtEl>
                                          <p:spTgt spid="191"/>
                                        </p:tgtEl>
                                        <p:attrNameLst>
                                          <p:attrName>style.visibility</p:attrName>
                                        </p:attrNameLst>
                                      </p:cBhvr>
                                      <p:to>
                                        <p:strVal val="visible"/>
                                      </p:to>
                                    </p:set>
                                    <p:animEffect transition="in" filter="fade">
                                      <p:cBhvr>
                                        <p:cTn id="465" dur="2000"/>
                                        <p:tgtEl>
                                          <p:spTgt spid="191"/>
                                        </p:tgtEl>
                                      </p:cBhvr>
                                    </p:animEffect>
                                    <p:anim calcmode="lin" valueType="num">
                                      <p:cBhvr>
                                        <p:cTn id="466" dur="2000" fill="hold"/>
                                        <p:tgtEl>
                                          <p:spTgt spid="191"/>
                                        </p:tgtEl>
                                        <p:attrNameLst>
                                          <p:attrName>ppt_w</p:attrName>
                                        </p:attrNameLst>
                                      </p:cBhvr>
                                      <p:tavLst>
                                        <p:tav tm="0" fmla="#ppt_w*sin(2.5*pi*$)">
                                          <p:val>
                                            <p:fltVal val="0"/>
                                          </p:val>
                                        </p:tav>
                                        <p:tav tm="100000">
                                          <p:val>
                                            <p:fltVal val="1"/>
                                          </p:val>
                                        </p:tav>
                                      </p:tavLst>
                                    </p:anim>
                                    <p:anim calcmode="lin" valueType="num">
                                      <p:cBhvr>
                                        <p:cTn id="467" dur="2000" fill="hold"/>
                                        <p:tgtEl>
                                          <p:spTgt spid="191"/>
                                        </p:tgtEl>
                                        <p:attrNameLst>
                                          <p:attrName>ppt_h</p:attrName>
                                        </p:attrNameLst>
                                      </p:cBhvr>
                                      <p:tavLst>
                                        <p:tav tm="0">
                                          <p:val>
                                            <p:strVal val="#ppt_h"/>
                                          </p:val>
                                        </p:tav>
                                        <p:tav tm="100000">
                                          <p:val>
                                            <p:strVal val="#ppt_h"/>
                                          </p:val>
                                        </p:tav>
                                      </p:tavLst>
                                    </p:anim>
                                  </p:childTnLst>
                                </p:cTn>
                              </p:par>
                            </p:childTnLst>
                          </p:cTn>
                        </p:par>
                        <p:par>
                          <p:cTn id="468" fill="hold">
                            <p:stCondLst>
                              <p:cond delay="4500"/>
                            </p:stCondLst>
                            <p:childTnLst>
                              <p:par>
                                <p:cTn id="469" presetID="22" presetClass="exit" presetSubtype="1" fill="hold" nodeType="afterEffect">
                                  <p:stCondLst>
                                    <p:cond delay="0"/>
                                  </p:stCondLst>
                                  <p:childTnLst>
                                    <p:animEffect transition="out" filter="wipe(up)">
                                      <p:cBhvr>
                                        <p:cTn id="470" dur="500"/>
                                        <p:tgtEl>
                                          <p:spTgt spid="166"/>
                                        </p:tgtEl>
                                      </p:cBhvr>
                                    </p:animEffect>
                                    <p:set>
                                      <p:cBhvr>
                                        <p:cTn id="471" dur="1" fill="hold">
                                          <p:stCondLst>
                                            <p:cond delay="499"/>
                                          </p:stCondLst>
                                        </p:cTn>
                                        <p:tgtEl>
                                          <p:spTgt spid="166"/>
                                        </p:tgtEl>
                                        <p:attrNameLst>
                                          <p:attrName>style.visibility</p:attrName>
                                        </p:attrNameLst>
                                      </p:cBhvr>
                                      <p:to>
                                        <p:strVal val="hidden"/>
                                      </p:to>
                                    </p:set>
                                  </p:childTnLst>
                                </p:cTn>
                              </p:par>
                              <p:par>
                                <p:cTn id="472" presetID="22" presetClass="entr" presetSubtype="8" fill="hold" nodeType="withEffect">
                                  <p:stCondLst>
                                    <p:cond delay="0"/>
                                  </p:stCondLst>
                                  <p:childTnLst>
                                    <p:set>
                                      <p:cBhvr>
                                        <p:cTn id="473" dur="1" fill="hold">
                                          <p:stCondLst>
                                            <p:cond delay="0"/>
                                          </p:stCondLst>
                                        </p:cTn>
                                        <p:tgtEl>
                                          <p:spTgt spid="168"/>
                                        </p:tgtEl>
                                        <p:attrNameLst>
                                          <p:attrName>style.visibility</p:attrName>
                                        </p:attrNameLst>
                                      </p:cBhvr>
                                      <p:to>
                                        <p:strVal val="visible"/>
                                      </p:to>
                                    </p:set>
                                    <p:animEffect transition="in" filter="wipe(left)">
                                      <p:cBhvr>
                                        <p:cTn id="474" dur="1000"/>
                                        <p:tgtEl>
                                          <p:spTgt spid="168"/>
                                        </p:tgtEl>
                                      </p:cBhvr>
                                    </p:animEffect>
                                  </p:childTnLst>
                                </p:cTn>
                              </p:par>
                            </p:childTnLst>
                          </p:cTn>
                        </p:par>
                        <p:par>
                          <p:cTn id="475" fill="hold">
                            <p:stCondLst>
                              <p:cond delay="5500"/>
                            </p:stCondLst>
                            <p:childTnLst>
                              <p:par>
                                <p:cTn id="476" presetID="35" presetClass="path" presetSubtype="0" accel="50000" decel="50000" fill="hold" grpId="5" nodeType="afterEffect">
                                  <p:stCondLst>
                                    <p:cond delay="0"/>
                                  </p:stCondLst>
                                  <p:childTnLst>
                                    <p:animMotion origin="layout" path="M 0.06654 -0.00023 L 0.03151 0.00069 " pathEditMode="relative" rAng="0" ptsTypes="AA">
                                      <p:cBhvr>
                                        <p:cTn id="477" dur="1500" fill="hold"/>
                                        <p:tgtEl>
                                          <p:spTgt spid="181"/>
                                        </p:tgtEl>
                                        <p:attrNameLst>
                                          <p:attrName>ppt_x</p:attrName>
                                          <p:attrName>ppt_y</p:attrName>
                                        </p:attrNameLst>
                                      </p:cBhvr>
                                      <p:rCtr x="-1758" y="46"/>
                                    </p:animMotion>
                                  </p:childTnLst>
                                </p:cTn>
                              </p:par>
                            </p:childTnLst>
                          </p:cTn>
                        </p:par>
                        <p:par>
                          <p:cTn id="478" fill="hold">
                            <p:stCondLst>
                              <p:cond delay="7000"/>
                            </p:stCondLst>
                            <p:childTnLst>
                              <p:par>
                                <p:cTn id="479" presetID="63" presetClass="path" presetSubtype="0" accel="50000" decel="50000" fill="hold" grpId="6" nodeType="afterEffect">
                                  <p:stCondLst>
                                    <p:cond delay="0"/>
                                  </p:stCondLst>
                                  <p:childTnLst>
                                    <p:animMotion origin="layout" path="M -3.75E-6 -3.7037E-6 L 0.06706 -0.00023 " pathEditMode="relative" rAng="0" ptsTypes="AA">
                                      <p:cBhvr>
                                        <p:cTn id="480" dur="2000" fill="hold"/>
                                        <p:tgtEl>
                                          <p:spTgt spid="182"/>
                                        </p:tgtEl>
                                        <p:attrNameLst>
                                          <p:attrName>ppt_x</p:attrName>
                                          <p:attrName>ppt_y</p:attrName>
                                        </p:attrNameLst>
                                      </p:cBhvr>
                                      <p:rCtr x="3346" y="-23"/>
                                    </p:animMotion>
                                  </p:childTnLst>
                                </p:cTn>
                              </p:par>
                            </p:childTnLst>
                          </p:cTn>
                        </p:par>
                      </p:childTnLst>
                    </p:cTn>
                  </p:par>
                  <p:par>
                    <p:cTn id="481" fill="hold">
                      <p:stCondLst>
                        <p:cond delay="indefinite"/>
                      </p:stCondLst>
                      <p:childTnLst>
                        <p:par>
                          <p:cTn id="482" fill="hold">
                            <p:stCondLst>
                              <p:cond delay="0"/>
                            </p:stCondLst>
                            <p:childTnLst>
                              <p:par>
                                <p:cTn id="483" presetID="22" presetClass="exit" presetSubtype="1" fill="hold" nodeType="clickEffect">
                                  <p:stCondLst>
                                    <p:cond delay="0"/>
                                  </p:stCondLst>
                                  <p:childTnLst>
                                    <p:animEffect transition="out" filter="wipe(up)">
                                      <p:cBhvr>
                                        <p:cTn id="484" dur="500"/>
                                        <p:tgtEl>
                                          <p:spTgt spid="168"/>
                                        </p:tgtEl>
                                      </p:cBhvr>
                                    </p:animEffect>
                                    <p:set>
                                      <p:cBhvr>
                                        <p:cTn id="485" dur="1" fill="hold">
                                          <p:stCondLst>
                                            <p:cond delay="499"/>
                                          </p:stCondLst>
                                        </p:cTn>
                                        <p:tgtEl>
                                          <p:spTgt spid="168"/>
                                        </p:tgtEl>
                                        <p:attrNameLst>
                                          <p:attrName>style.visibility</p:attrName>
                                        </p:attrNameLst>
                                      </p:cBhvr>
                                      <p:to>
                                        <p:strVal val="hidden"/>
                                      </p:to>
                                    </p:set>
                                  </p:childTnLst>
                                </p:cTn>
                              </p:par>
                              <p:par>
                                <p:cTn id="486" presetID="31" presetClass="exit" presetSubtype="0" fill="hold" nodeType="withEffect">
                                  <p:stCondLst>
                                    <p:cond delay="0"/>
                                  </p:stCondLst>
                                  <p:childTnLst>
                                    <p:anim calcmode="lin" valueType="num">
                                      <p:cBhvr>
                                        <p:cTn id="487" dur="1000"/>
                                        <p:tgtEl>
                                          <p:spTgt spid="217"/>
                                        </p:tgtEl>
                                        <p:attrNameLst>
                                          <p:attrName>ppt_w</p:attrName>
                                        </p:attrNameLst>
                                      </p:cBhvr>
                                      <p:tavLst>
                                        <p:tav tm="0">
                                          <p:val>
                                            <p:strVal val="ppt_w"/>
                                          </p:val>
                                        </p:tav>
                                        <p:tav tm="100000">
                                          <p:val>
                                            <p:fltVal val="0"/>
                                          </p:val>
                                        </p:tav>
                                      </p:tavLst>
                                    </p:anim>
                                    <p:anim calcmode="lin" valueType="num">
                                      <p:cBhvr>
                                        <p:cTn id="488" dur="1000"/>
                                        <p:tgtEl>
                                          <p:spTgt spid="217"/>
                                        </p:tgtEl>
                                        <p:attrNameLst>
                                          <p:attrName>ppt_h</p:attrName>
                                        </p:attrNameLst>
                                      </p:cBhvr>
                                      <p:tavLst>
                                        <p:tav tm="0">
                                          <p:val>
                                            <p:strVal val="ppt_h"/>
                                          </p:val>
                                        </p:tav>
                                        <p:tav tm="100000">
                                          <p:val>
                                            <p:fltVal val="0"/>
                                          </p:val>
                                        </p:tav>
                                      </p:tavLst>
                                    </p:anim>
                                    <p:anim calcmode="lin" valueType="num">
                                      <p:cBhvr>
                                        <p:cTn id="489" dur="1000"/>
                                        <p:tgtEl>
                                          <p:spTgt spid="217"/>
                                        </p:tgtEl>
                                        <p:attrNameLst>
                                          <p:attrName>style.rotation</p:attrName>
                                        </p:attrNameLst>
                                      </p:cBhvr>
                                      <p:tavLst>
                                        <p:tav tm="0">
                                          <p:val>
                                            <p:fltVal val="0"/>
                                          </p:val>
                                        </p:tav>
                                        <p:tav tm="100000">
                                          <p:val>
                                            <p:fltVal val="90"/>
                                          </p:val>
                                        </p:tav>
                                      </p:tavLst>
                                    </p:anim>
                                    <p:animEffect transition="out" filter="fade">
                                      <p:cBhvr>
                                        <p:cTn id="490" dur="1000"/>
                                        <p:tgtEl>
                                          <p:spTgt spid="217"/>
                                        </p:tgtEl>
                                      </p:cBhvr>
                                    </p:animEffect>
                                    <p:set>
                                      <p:cBhvr>
                                        <p:cTn id="491" dur="1" fill="hold">
                                          <p:stCondLst>
                                            <p:cond delay="999"/>
                                          </p:stCondLst>
                                        </p:cTn>
                                        <p:tgtEl>
                                          <p:spTgt spid="217"/>
                                        </p:tgtEl>
                                        <p:attrNameLst>
                                          <p:attrName>style.visibility</p:attrName>
                                        </p:attrNameLst>
                                      </p:cBhvr>
                                      <p:to>
                                        <p:strVal val="hidden"/>
                                      </p:to>
                                    </p:set>
                                  </p:childTnLst>
                                </p:cTn>
                              </p:par>
                              <p:par>
                                <p:cTn id="492" presetID="31" presetClass="exit" presetSubtype="0" fill="hold" grpId="3" nodeType="withEffect">
                                  <p:stCondLst>
                                    <p:cond delay="0"/>
                                  </p:stCondLst>
                                  <p:childTnLst>
                                    <p:anim calcmode="lin" valueType="num">
                                      <p:cBhvr>
                                        <p:cTn id="493" dur="1000"/>
                                        <p:tgtEl>
                                          <p:spTgt spid="191"/>
                                        </p:tgtEl>
                                        <p:attrNameLst>
                                          <p:attrName>ppt_w</p:attrName>
                                        </p:attrNameLst>
                                      </p:cBhvr>
                                      <p:tavLst>
                                        <p:tav tm="0">
                                          <p:val>
                                            <p:strVal val="ppt_w"/>
                                          </p:val>
                                        </p:tav>
                                        <p:tav tm="100000">
                                          <p:val>
                                            <p:fltVal val="0"/>
                                          </p:val>
                                        </p:tav>
                                      </p:tavLst>
                                    </p:anim>
                                    <p:anim calcmode="lin" valueType="num">
                                      <p:cBhvr>
                                        <p:cTn id="494" dur="1000"/>
                                        <p:tgtEl>
                                          <p:spTgt spid="191"/>
                                        </p:tgtEl>
                                        <p:attrNameLst>
                                          <p:attrName>ppt_h</p:attrName>
                                        </p:attrNameLst>
                                      </p:cBhvr>
                                      <p:tavLst>
                                        <p:tav tm="0">
                                          <p:val>
                                            <p:strVal val="ppt_h"/>
                                          </p:val>
                                        </p:tav>
                                        <p:tav tm="100000">
                                          <p:val>
                                            <p:fltVal val="0"/>
                                          </p:val>
                                        </p:tav>
                                      </p:tavLst>
                                    </p:anim>
                                    <p:anim calcmode="lin" valueType="num">
                                      <p:cBhvr>
                                        <p:cTn id="495" dur="1000"/>
                                        <p:tgtEl>
                                          <p:spTgt spid="191"/>
                                        </p:tgtEl>
                                        <p:attrNameLst>
                                          <p:attrName>style.rotation</p:attrName>
                                        </p:attrNameLst>
                                      </p:cBhvr>
                                      <p:tavLst>
                                        <p:tav tm="0">
                                          <p:val>
                                            <p:fltVal val="0"/>
                                          </p:val>
                                        </p:tav>
                                        <p:tav tm="100000">
                                          <p:val>
                                            <p:fltVal val="90"/>
                                          </p:val>
                                        </p:tav>
                                      </p:tavLst>
                                    </p:anim>
                                    <p:animEffect transition="out" filter="fade">
                                      <p:cBhvr>
                                        <p:cTn id="496" dur="1000"/>
                                        <p:tgtEl>
                                          <p:spTgt spid="191"/>
                                        </p:tgtEl>
                                      </p:cBhvr>
                                    </p:animEffect>
                                    <p:set>
                                      <p:cBhvr>
                                        <p:cTn id="497" dur="1" fill="hold">
                                          <p:stCondLst>
                                            <p:cond delay="999"/>
                                          </p:stCondLst>
                                        </p:cTn>
                                        <p:tgtEl>
                                          <p:spTgt spid="191"/>
                                        </p:tgtEl>
                                        <p:attrNameLst>
                                          <p:attrName>style.visibility</p:attrName>
                                        </p:attrNameLst>
                                      </p:cBhvr>
                                      <p:to>
                                        <p:strVal val="hidden"/>
                                      </p:to>
                                    </p:set>
                                  </p:childTnLst>
                                </p:cTn>
                              </p:par>
                              <p:par>
                                <p:cTn id="498" presetID="22" presetClass="entr" presetSubtype="8" fill="hold" nodeType="withEffect">
                                  <p:stCondLst>
                                    <p:cond delay="0"/>
                                  </p:stCondLst>
                                  <p:childTnLst>
                                    <p:set>
                                      <p:cBhvr>
                                        <p:cTn id="499" dur="1" fill="hold">
                                          <p:stCondLst>
                                            <p:cond delay="0"/>
                                          </p:stCondLst>
                                        </p:cTn>
                                        <p:tgtEl>
                                          <p:spTgt spid="166"/>
                                        </p:tgtEl>
                                        <p:attrNameLst>
                                          <p:attrName>style.visibility</p:attrName>
                                        </p:attrNameLst>
                                      </p:cBhvr>
                                      <p:to>
                                        <p:strVal val="visible"/>
                                      </p:to>
                                    </p:set>
                                    <p:animEffect transition="in" filter="wipe(left)">
                                      <p:cBhvr>
                                        <p:cTn id="500" dur="1000"/>
                                        <p:tgtEl>
                                          <p:spTgt spid="166"/>
                                        </p:tgtEl>
                                      </p:cBhvr>
                                    </p:animEffect>
                                  </p:childTnLst>
                                </p:cTn>
                              </p:par>
                            </p:childTnLst>
                          </p:cTn>
                        </p:par>
                        <p:par>
                          <p:cTn id="501" fill="hold">
                            <p:stCondLst>
                              <p:cond delay="1000"/>
                            </p:stCondLst>
                            <p:childTnLst>
                              <p:par>
                                <p:cTn id="502" presetID="22" presetClass="entr" presetSubtype="4" fill="hold" nodeType="afterEffect">
                                  <p:stCondLst>
                                    <p:cond delay="0"/>
                                  </p:stCondLst>
                                  <p:childTnLst>
                                    <p:set>
                                      <p:cBhvr>
                                        <p:cTn id="503" dur="1" fill="hold">
                                          <p:stCondLst>
                                            <p:cond delay="0"/>
                                          </p:stCondLst>
                                        </p:cTn>
                                        <p:tgtEl>
                                          <p:spTgt spid="220"/>
                                        </p:tgtEl>
                                        <p:attrNameLst>
                                          <p:attrName>style.visibility</p:attrName>
                                        </p:attrNameLst>
                                      </p:cBhvr>
                                      <p:to>
                                        <p:strVal val="visible"/>
                                      </p:to>
                                    </p:set>
                                    <p:animEffect transition="in" filter="wipe(down)">
                                      <p:cBhvr>
                                        <p:cTn id="504" dur="1000"/>
                                        <p:tgtEl>
                                          <p:spTgt spid="220"/>
                                        </p:tgtEl>
                                      </p:cBhvr>
                                    </p:animEffect>
                                  </p:childTnLst>
                                </p:cTn>
                              </p:par>
                            </p:childTnLst>
                          </p:cTn>
                        </p:par>
                        <p:par>
                          <p:cTn id="505" fill="hold">
                            <p:stCondLst>
                              <p:cond delay="2000"/>
                            </p:stCondLst>
                            <p:childTnLst>
                              <p:par>
                                <p:cTn id="506" presetID="45" presetClass="entr" presetSubtype="0" fill="hold" grpId="0" nodeType="afterEffect">
                                  <p:stCondLst>
                                    <p:cond delay="0"/>
                                  </p:stCondLst>
                                  <p:childTnLst>
                                    <p:set>
                                      <p:cBhvr>
                                        <p:cTn id="507" dur="1" fill="hold">
                                          <p:stCondLst>
                                            <p:cond delay="0"/>
                                          </p:stCondLst>
                                        </p:cTn>
                                        <p:tgtEl>
                                          <p:spTgt spid="223"/>
                                        </p:tgtEl>
                                        <p:attrNameLst>
                                          <p:attrName>style.visibility</p:attrName>
                                        </p:attrNameLst>
                                      </p:cBhvr>
                                      <p:to>
                                        <p:strVal val="visible"/>
                                      </p:to>
                                    </p:set>
                                    <p:animEffect transition="in" filter="fade">
                                      <p:cBhvr>
                                        <p:cTn id="508" dur="2000"/>
                                        <p:tgtEl>
                                          <p:spTgt spid="223"/>
                                        </p:tgtEl>
                                      </p:cBhvr>
                                    </p:animEffect>
                                    <p:anim calcmode="lin" valueType="num">
                                      <p:cBhvr>
                                        <p:cTn id="509" dur="2000" fill="hold"/>
                                        <p:tgtEl>
                                          <p:spTgt spid="223"/>
                                        </p:tgtEl>
                                        <p:attrNameLst>
                                          <p:attrName>ppt_w</p:attrName>
                                        </p:attrNameLst>
                                      </p:cBhvr>
                                      <p:tavLst>
                                        <p:tav tm="0" fmla="#ppt_w*sin(2.5*pi*$)">
                                          <p:val>
                                            <p:fltVal val="0"/>
                                          </p:val>
                                        </p:tav>
                                        <p:tav tm="100000">
                                          <p:val>
                                            <p:fltVal val="1"/>
                                          </p:val>
                                        </p:tav>
                                      </p:tavLst>
                                    </p:anim>
                                    <p:anim calcmode="lin" valueType="num">
                                      <p:cBhvr>
                                        <p:cTn id="510" dur="2000" fill="hold"/>
                                        <p:tgtEl>
                                          <p:spTgt spid="223"/>
                                        </p:tgtEl>
                                        <p:attrNameLst>
                                          <p:attrName>ppt_h</p:attrName>
                                        </p:attrNameLst>
                                      </p:cBhvr>
                                      <p:tavLst>
                                        <p:tav tm="0">
                                          <p:val>
                                            <p:strVal val="#ppt_h"/>
                                          </p:val>
                                        </p:tav>
                                        <p:tav tm="100000">
                                          <p:val>
                                            <p:strVal val="#ppt_h"/>
                                          </p:val>
                                        </p:tav>
                                      </p:tavLst>
                                    </p:anim>
                                  </p:childTnLst>
                                </p:cTn>
                              </p:par>
                            </p:childTnLst>
                          </p:cTn>
                        </p:par>
                        <p:par>
                          <p:cTn id="511" fill="hold">
                            <p:stCondLst>
                              <p:cond delay="4000"/>
                            </p:stCondLst>
                            <p:childTnLst>
                              <p:par>
                                <p:cTn id="512" presetID="22" presetClass="exit" presetSubtype="1" fill="hold" nodeType="afterEffect">
                                  <p:stCondLst>
                                    <p:cond delay="0"/>
                                  </p:stCondLst>
                                  <p:childTnLst>
                                    <p:animEffect transition="out" filter="wipe(up)">
                                      <p:cBhvr>
                                        <p:cTn id="513" dur="500"/>
                                        <p:tgtEl>
                                          <p:spTgt spid="166"/>
                                        </p:tgtEl>
                                      </p:cBhvr>
                                    </p:animEffect>
                                    <p:set>
                                      <p:cBhvr>
                                        <p:cTn id="514" dur="1" fill="hold">
                                          <p:stCondLst>
                                            <p:cond delay="499"/>
                                          </p:stCondLst>
                                        </p:cTn>
                                        <p:tgtEl>
                                          <p:spTgt spid="166"/>
                                        </p:tgtEl>
                                        <p:attrNameLst>
                                          <p:attrName>style.visibility</p:attrName>
                                        </p:attrNameLst>
                                      </p:cBhvr>
                                      <p:to>
                                        <p:strVal val="hidden"/>
                                      </p:to>
                                    </p:set>
                                  </p:childTnLst>
                                </p:cTn>
                              </p:par>
                              <p:par>
                                <p:cTn id="515" presetID="22" presetClass="entr" presetSubtype="8" fill="hold" nodeType="withEffect">
                                  <p:stCondLst>
                                    <p:cond delay="0"/>
                                  </p:stCondLst>
                                  <p:childTnLst>
                                    <p:set>
                                      <p:cBhvr>
                                        <p:cTn id="516" dur="1" fill="hold">
                                          <p:stCondLst>
                                            <p:cond delay="0"/>
                                          </p:stCondLst>
                                        </p:cTn>
                                        <p:tgtEl>
                                          <p:spTgt spid="168"/>
                                        </p:tgtEl>
                                        <p:attrNameLst>
                                          <p:attrName>style.visibility</p:attrName>
                                        </p:attrNameLst>
                                      </p:cBhvr>
                                      <p:to>
                                        <p:strVal val="visible"/>
                                      </p:to>
                                    </p:set>
                                    <p:animEffect transition="in" filter="wipe(left)">
                                      <p:cBhvr>
                                        <p:cTn id="517" dur="1000"/>
                                        <p:tgtEl>
                                          <p:spTgt spid="168"/>
                                        </p:tgtEl>
                                      </p:cBhvr>
                                    </p:animEffect>
                                  </p:childTnLst>
                                </p:cTn>
                              </p:par>
                            </p:childTnLst>
                          </p:cTn>
                        </p:par>
                        <p:par>
                          <p:cTn id="518" fill="hold">
                            <p:stCondLst>
                              <p:cond delay="5000"/>
                            </p:stCondLst>
                            <p:childTnLst>
                              <p:par>
                                <p:cTn id="519" presetID="63" presetClass="path" presetSubtype="0" accel="50000" decel="50000" fill="hold" grpId="6" nodeType="afterEffect">
                                  <p:stCondLst>
                                    <p:cond delay="0"/>
                                  </p:stCondLst>
                                  <p:childTnLst>
                                    <p:animMotion origin="layout" path="M 0.03151 0.00069 L 0.09532 0.00046 " pathEditMode="relative" rAng="0" ptsTypes="AA">
                                      <p:cBhvr>
                                        <p:cTn id="520" dur="1500" fill="hold"/>
                                        <p:tgtEl>
                                          <p:spTgt spid="181"/>
                                        </p:tgtEl>
                                        <p:attrNameLst>
                                          <p:attrName>ppt_x</p:attrName>
                                          <p:attrName>ppt_y</p:attrName>
                                        </p:attrNameLst>
                                      </p:cBhvr>
                                      <p:rCtr x="3190" y="-23"/>
                                    </p:animMotion>
                                  </p:childTnLst>
                                </p:cTn>
                              </p:par>
                            </p:childTnLst>
                          </p:cTn>
                        </p:par>
                        <p:par>
                          <p:cTn id="521" fill="hold">
                            <p:stCondLst>
                              <p:cond delay="6500"/>
                            </p:stCondLst>
                            <p:childTnLst>
                              <p:par>
                                <p:cTn id="522" presetID="35" presetClass="path" presetSubtype="0" accel="50000" decel="50000" fill="hold" grpId="7" nodeType="afterEffect">
                                  <p:stCondLst>
                                    <p:cond delay="0"/>
                                  </p:stCondLst>
                                  <p:childTnLst>
                                    <p:animMotion origin="layout" path="M 0.06706 -0.00023 L -0.03151 -0.00069 " pathEditMode="relative" rAng="0" ptsTypes="AA">
                                      <p:cBhvr>
                                        <p:cTn id="523" dur="1500" fill="hold"/>
                                        <p:tgtEl>
                                          <p:spTgt spid="182"/>
                                        </p:tgtEl>
                                        <p:attrNameLst>
                                          <p:attrName>ppt_x</p:attrName>
                                          <p:attrName>ppt_y</p:attrName>
                                        </p:attrNameLst>
                                      </p:cBhvr>
                                      <p:rCtr x="-4935" y="-23"/>
                                    </p:animMotion>
                                  </p:childTnLst>
                                </p:cTn>
                              </p:par>
                            </p:childTnLst>
                          </p:cTn>
                        </p:par>
                      </p:childTnLst>
                    </p:cTn>
                  </p:par>
                  <p:par>
                    <p:cTn id="524" fill="hold">
                      <p:stCondLst>
                        <p:cond delay="indefinite"/>
                      </p:stCondLst>
                      <p:childTnLst>
                        <p:par>
                          <p:cTn id="525" fill="hold">
                            <p:stCondLst>
                              <p:cond delay="0"/>
                            </p:stCondLst>
                            <p:childTnLst>
                              <p:par>
                                <p:cTn id="526" presetID="22" presetClass="exit" presetSubtype="1" fill="hold" nodeType="clickEffect">
                                  <p:stCondLst>
                                    <p:cond delay="0"/>
                                  </p:stCondLst>
                                  <p:childTnLst>
                                    <p:animEffect transition="out" filter="wipe(up)">
                                      <p:cBhvr>
                                        <p:cTn id="527" dur="500"/>
                                        <p:tgtEl>
                                          <p:spTgt spid="168"/>
                                        </p:tgtEl>
                                      </p:cBhvr>
                                    </p:animEffect>
                                    <p:set>
                                      <p:cBhvr>
                                        <p:cTn id="528" dur="1" fill="hold">
                                          <p:stCondLst>
                                            <p:cond delay="499"/>
                                          </p:stCondLst>
                                        </p:cTn>
                                        <p:tgtEl>
                                          <p:spTgt spid="168"/>
                                        </p:tgtEl>
                                        <p:attrNameLst>
                                          <p:attrName>style.visibility</p:attrName>
                                        </p:attrNameLst>
                                      </p:cBhvr>
                                      <p:to>
                                        <p:strVal val="hidden"/>
                                      </p:to>
                                    </p:set>
                                  </p:childTnLst>
                                </p:cTn>
                              </p:par>
                              <p:par>
                                <p:cTn id="529" presetID="31" presetClass="exit" presetSubtype="0" fill="hold" nodeType="withEffect">
                                  <p:stCondLst>
                                    <p:cond delay="0"/>
                                  </p:stCondLst>
                                  <p:childTnLst>
                                    <p:anim calcmode="lin" valueType="num">
                                      <p:cBhvr>
                                        <p:cTn id="530" dur="1000"/>
                                        <p:tgtEl>
                                          <p:spTgt spid="220"/>
                                        </p:tgtEl>
                                        <p:attrNameLst>
                                          <p:attrName>ppt_w</p:attrName>
                                        </p:attrNameLst>
                                      </p:cBhvr>
                                      <p:tavLst>
                                        <p:tav tm="0">
                                          <p:val>
                                            <p:strVal val="ppt_w"/>
                                          </p:val>
                                        </p:tav>
                                        <p:tav tm="100000">
                                          <p:val>
                                            <p:fltVal val="0"/>
                                          </p:val>
                                        </p:tav>
                                      </p:tavLst>
                                    </p:anim>
                                    <p:anim calcmode="lin" valueType="num">
                                      <p:cBhvr>
                                        <p:cTn id="531" dur="1000"/>
                                        <p:tgtEl>
                                          <p:spTgt spid="220"/>
                                        </p:tgtEl>
                                        <p:attrNameLst>
                                          <p:attrName>ppt_h</p:attrName>
                                        </p:attrNameLst>
                                      </p:cBhvr>
                                      <p:tavLst>
                                        <p:tav tm="0">
                                          <p:val>
                                            <p:strVal val="ppt_h"/>
                                          </p:val>
                                        </p:tav>
                                        <p:tav tm="100000">
                                          <p:val>
                                            <p:fltVal val="0"/>
                                          </p:val>
                                        </p:tav>
                                      </p:tavLst>
                                    </p:anim>
                                    <p:anim calcmode="lin" valueType="num">
                                      <p:cBhvr>
                                        <p:cTn id="532" dur="1000"/>
                                        <p:tgtEl>
                                          <p:spTgt spid="220"/>
                                        </p:tgtEl>
                                        <p:attrNameLst>
                                          <p:attrName>style.rotation</p:attrName>
                                        </p:attrNameLst>
                                      </p:cBhvr>
                                      <p:tavLst>
                                        <p:tav tm="0">
                                          <p:val>
                                            <p:fltVal val="0"/>
                                          </p:val>
                                        </p:tav>
                                        <p:tav tm="100000">
                                          <p:val>
                                            <p:fltVal val="90"/>
                                          </p:val>
                                        </p:tav>
                                      </p:tavLst>
                                    </p:anim>
                                    <p:animEffect transition="out" filter="fade">
                                      <p:cBhvr>
                                        <p:cTn id="533" dur="1000"/>
                                        <p:tgtEl>
                                          <p:spTgt spid="220"/>
                                        </p:tgtEl>
                                      </p:cBhvr>
                                    </p:animEffect>
                                    <p:set>
                                      <p:cBhvr>
                                        <p:cTn id="534" dur="1" fill="hold">
                                          <p:stCondLst>
                                            <p:cond delay="999"/>
                                          </p:stCondLst>
                                        </p:cTn>
                                        <p:tgtEl>
                                          <p:spTgt spid="220"/>
                                        </p:tgtEl>
                                        <p:attrNameLst>
                                          <p:attrName>style.visibility</p:attrName>
                                        </p:attrNameLst>
                                      </p:cBhvr>
                                      <p:to>
                                        <p:strVal val="hidden"/>
                                      </p:to>
                                    </p:set>
                                  </p:childTnLst>
                                </p:cTn>
                              </p:par>
                              <p:par>
                                <p:cTn id="535" presetID="31" presetClass="exit" presetSubtype="0" fill="hold" grpId="1" nodeType="withEffect">
                                  <p:stCondLst>
                                    <p:cond delay="0"/>
                                  </p:stCondLst>
                                  <p:childTnLst>
                                    <p:anim calcmode="lin" valueType="num">
                                      <p:cBhvr>
                                        <p:cTn id="536" dur="1000"/>
                                        <p:tgtEl>
                                          <p:spTgt spid="223"/>
                                        </p:tgtEl>
                                        <p:attrNameLst>
                                          <p:attrName>ppt_w</p:attrName>
                                        </p:attrNameLst>
                                      </p:cBhvr>
                                      <p:tavLst>
                                        <p:tav tm="0">
                                          <p:val>
                                            <p:strVal val="ppt_w"/>
                                          </p:val>
                                        </p:tav>
                                        <p:tav tm="100000">
                                          <p:val>
                                            <p:fltVal val="0"/>
                                          </p:val>
                                        </p:tav>
                                      </p:tavLst>
                                    </p:anim>
                                    <p:anim calcmode="lin" valueType="num">
                                      <p:cBhvr>
                                        <p:cTn id="537" dur="1000"/>
                                        <p:tgtEl>
                                          <p:spTgt spid="223"/>
                                        </p:tgtEl>
                                        <p:attrNameLst>
                                          <p:attrName>ppt_h</p:attrName>
                                        </p:attrNameLst>
                                      </p:cBhvr>
                                      <p:tavLst>
                                        <p:tav tm="0">
                                          <p:val>
                                            <p:strVal val="ppt_h"/>
                                          </p:val>
                                        </p:tav>
                                        <p:tav tm="100000">
                                          <p:val>
                                            <p:fltVal val="0"/>
                                          </p:val>
                                        </p:tav>
                                      </p:tavLst>
                                    </p:anim>
                                    <p:anim calcmode="lin" valueType="num">
                                      <p:cBhvr>
                                        <p:cTn id="538" dur="1000"/>
                                        <p:tgtEl>
                                          <p:spTgt spid="223"/>
                                        </p:tgtEl>
                                        <p:attrNameLst>
                                          <p:attrName>style.rotation</p:attrName>
                                        </p:attrNameLst>
                                      </p:cBhvr>
                                      <p:tavLst>
                                        <p:tav tm="0">
                                          <p:val>
                                            <p:fltVal val="0"/>
                                          </p:val>
                                        </p:tav>
                                        <p:tav tm="100000">
                                          <p:val>
                                            <p:fltVal val="90"/>
                                          </p:val>
                                        </p:tav>
                                      </p:tavLst>
                                    </p:anim>
                                    <p:animEffect transition="out" filter="fade">
                                      <p:cBhvr>
                                        <p:cTn id="539" dur="1000"/>
                                        <p:tgtEl>
                                          <p:spTgt spid="223"/>
                                        </p:tgtEl>
                                      </p:cBhvr>
                                    </p:animEffect>
                                    <p:set>
                                      <p:cBhvr>
                                        <p:cTn id="540" dur="1" fill="hold">
                                          <p:stCondLst>
                                            <p:cond delay="999"/>
                                          </p:stCondLst>
                                        </p:cTn>
                                        <p:tgtEl>
                                          <p:spTgt spid="223"/>
                                        </p:tgtEl>
                                        <p:attrNameLst>
                                          <p:attrName>style.visibility</p:attrName>
                                        </p:attrNameLst>
                                      </p:cBhvr>
                                      <p:to>
                                        <p:strVal val="hidden"/>
                                      </p:to>
                                    </p:set>
                                  </p:childTnLst>
                                </p:cTn>
                              </p:par>
                              <p:par>
                                <p:cTn id="541" presetID="45" presetClass="entr" presetSubtype="0" fill="hold" nodeType="withEffect">
                                  <p:stCondLst>
                                    <p:cond delay="0"/>
                                  </p:stCondLst>
                                  <p:childTnLst>
                                    <p:set>
                                      <p:cBhvr>
                                        <p:cTn id="542" dur="1" fill="hold">
                                          <p:stCondLst>
                                            <p:cond delay="0"/>
                                          </p:stCondLst>
                                        </p:cTn>
                                        <p:tgtEl>
                                          <p:spTgt spid="166"/>
                                        </p:tgtEl>
                                        <p:attrNameLst>
                                          <p:attrName>style.visibility</p:attrName>
                                        </p:attrNameLst>
                                      </p:cBhvr>
                                      <p:to>
                                        <p:strVal val="visible"/>
                                      </p:to>
                                    </p:set>
                                    <p:animEffect transition="in" filter="fade">
                                      <p:cBhvr>
                                        <p:cTn id="543" dur="2000"/>
                                        <p:tgtEl>
                                          <p:spTgt spid="166"/>
                                        </p:tgtEl>
                                      </p:cBhvr>
                                    </p:animEffect>
                                    <p:anim calcmode="lin" valueType="num">
                                      <p:cBhvr>
                                        <p:cTn id="544" dur="2000" fill="hold"/>
                                        <p:tgtEl>
                                          <p:spTgt spid="166"/>
                                        </p:tgtEl>
                                        <p:attrNameLst>
                                          <p:attrName>ppt_w</p:attrName>
                                        </p:attrNameLst>
                                      </p:cBhvr>
                                      <p:tavLst>
                                        <p:tav tm="0" fmla="#ppt_w*sin(2.5*pi*$)">
                                          <p:val>
                                            <p:fltVal val="0"/>
                                          </p:val>
                                        </p:tav>
                                        <p:tav tm="100000">
                                          <p:val>
                                            <p:fltVal val="1"/>
                                          </p:val>
                                        </p:tav>
                                      </p:tavLst>
                                    </p:anim>
                                    <p:anim calcmode="lin" valueType="num">
                                      <p:cBhvr>
                                        <p:cTn id="545" dur="2000" fill="hold"/>
                                        <p:tgtEl>
                                          <p:spTgt spid="166"/>
                                        </p:tgtEl>
                                        <p:attrNameLst>
                                          <p:attrName>ppt_h</p:attrName>
                                        </p:attrNameLst>
                                      </p:cBhvr>
                                      <p:tavLst>
                                        <p:tav tm="0">
                                          <p:val>
                                            <p:strVal val="#ppt_h"/>
                                          </p:val>
                                        </p:tav>
                                        <p:tav tm="100000">
                                          <p:val>
                                            <p:strVal val="#ppt_h"/>
                                          </p:val>
                                        </p:tav>
                                      </p:tavLst>
                                    </p:anim>
                                  </p:childTnLst>
                                </p:cTn>
                              </p:par>
                            </p:childTnLst>
                          </p:cTn>
                        </p:par>
                        <p:par>
                          <p:cTn id="546" fill="hold">
                            <p:stCondLst>
                              <p:cond delay="2000"/>
                            </p:stCondLst>
                            <p:childTnLst>
                              <p:par>
                                <p:cTn id="547" presetID="22" presetClass="entr" presetSubtype="4" fill="hold" nodeType="afterEffect">
                                  <p:stCondLst>
                                    <p:cond delay="0"/>
                                  </p:stCondLst>
                                  <p:childTnLst>
                                    <p:set>
                                      <p:cBhvr>
                                        <p:cTn id="548" dur="1" fill="hold">
                                          <p:stCondLst>
                                            <p:cond delay="0"/>
                                          </p:stCondLst>
                                        </p:cTn>
                                        <p:tgtEl>
                                          <p:spTgt spid="224"/>
                                        </p:tgtEl>
                                        <p:attrNameLst>
                                          <p:attrName>style.visibility</p:attrName>
                                        </p:attrNameLst>
                                      </p:cBhvr>
                                      <p:to>
                                        <p:strVal val="visible"/>
                                      </p:to>
                                    </p:set>
                                    <p:animEffect transition="in" filter="wipe(down)">
                                      <p:cBhvr>
                                        <p:cTn id="549" dur="1000"/>
                                        <p:tgtEl>
                                          <p:spTgt spid="224"/>
                                        </p:tgtEl>
                                      </p:cBhvr>
                                    </p:animEffect>
                                  </p:childTnLst>
                                </p:cTn>
                              </p:par>
                            </p:childTnLst>
                          </p:cTn>
                        </p:par>
                        <p:par>
                          <p:cTn id="550" fill="hold">
                            <p:stCondLst>
                              <p:cond delay="3000"/>
                            </p:stCondLst>
                            <p:childTnLst>
                              <p:par>
                                <p:cTn id="551" presetID="45" presetClass="entr" presetSubtype="0" fill="hold" nodeType="afterEffect">
                                  <p:stCondLst>
                                    <p:cond delay="0"/>
                                  </p:stCondLst>
                                  <p:childTnLst>
                                    <p:set>
                                      <p:cBhvr>
                                        <p:cTn id="552" dur="1" fill="hold">
                                          <p:stCondLst>
                                            <p:cond delay="0"/>
                                          </p:stCondLst>
                                        </p:cTn>
                                        <p:tgtEl>
                                          <p:spTgt spid="232"/>
                                        </p:tgtEl>
                                        <p:attrNameLst>
                                          <p:attrName>style.visibility</p:attrName>
                                        </p:attrNameLst>
                                      </p:cBhvr>
                                      <p:to>
                                        <p:strVal val="visible"/>
                                      </p:to>
                                    </p:set>
                                    <p:animEffect transition="in" filter="fade">
                                      <p:cBhvr>
                                        <p:cTn id="553" dur="2000"/>
                                        <p:tgtEl>
                                          <p:spTgt spid="232"/>
                                        </p:tgtEl>
                                      </p:cBhvr>
                                    </p:animEffect>
                                    <p:anim calcmode="lin" valueType="num">
                                      <p:cBhvr>
                                        <p:cTn id="554" dur="2000" fill="hold"/>
                                        <p:tgtEl>
                                          <p:spTgt spid="232"/>
                                        </p:tgtEl>
                                        <p:attrNameLst>
                                          <p:attrName>ppt_w</p:attrName>
                                        </p:attrNameLst>
                                      </p:cBhvr>
                                      <p:tavLst>
                                        <p:tav tm="0" fmla="#ppt_w*sin(2.5*pi*$)">
                                          <p:val>
                                            <p:fltVal val="0"/>
                                          </p:val>
                                        </p:tav>
                                        <p:tav tm="100000">
                                          <p:val>
                                            <p:fltVal val="1"/>
                                          </p:val>
                                        </p:tav>
                                      </p:tavLst>
                                    </p:anim>
                                    <p:anim calcmode="lin" valueType="num">
                                      <p:cBhvr>
                                        <p:cTn id="555" dur="2000" fill="hold"/>
                                        <p:tgtEl>
                                          <p:spTgt spid="232"/>
                                        </p:tgtEl>
                                        <p:attrNameLst>
                                          <p:attrName>ppt_h</p:attrName>
                                        </p:attrNameLst>
                                      </p:cBhvr>
                                      <p:tavLst>
                                        <p:tav tm="0">
                                          <p:val>
                                            <p:strVal val="#ppt_h"/>
                                          </p:val>
                                        </p:tav>
                                        <p:tav tm="100000">
                                          <p:val>
                                            <p:strVal val="#ppt_h"/>
                                          </p:val>
                                        </p:tav>
                                      </p:tavLst>
                                    </p:anim>
                                  </p:childTnLst>
                                </p:cTn>
                              </p:par>
                            </p:childTnLst>
                          </p:cTn>
                        </p:par>
                        <p:par>
                          <p:cTn id="556" fill="hold">
                            <p:stCondLst>
                              <p:cond delay="5000"/>
                            </p:stCondLst>
                            <p:childTnLst>
                              <p:par>
                                <p:cTn id="557" presetID="22" presetClass="exit" presetSubtype="1" fill="hold" nodeType="afterEffect">
                                  <p:stCondLst>
                                    <p:cond delay="0"/>
                                  </p:stCondLst>
                                  <p:childTnLst>
                                    <p:animEffect transition="out" filter="wipe(up)">
                                      <p:cBhvr>
                                        <p:cTn id="558" dur="500"/>
                                        <p:tgtEl>
                                          <p:spTgt spid="166"/>
                                        </p:tgtEl>
                                      </p:cBhvr>
                                    </p:animEffect>
                                    <p:set>
                                      <p:cBhvr>
                                        <p:cTn id="559" dur="1" fill="hold">
                                          <p:stCondLst>
                                            <p:cond delay="499"/>
                                          </p:stCondLst>
                                        </p:cTn>
                                        <p:tgtEl>
                                          <p:spTgt spid="166"/>
                                        </p:tgtEl>
                                        <p:attrNameLst>
                                          <p:attrName>style.visibility</p:attrName>
                                        </p:attrNameLst>
                                      </p:cBhvr>
                                      <p:to>
                                        <p:strVal val="hidden"/>
                                      </p:to>
                                    </p:set>
                                  </p:childTnLst>
                                </p:cTn>
                              </p:par>
                              <p:par>
                                <p:cTn id="560" presetID="22" presetClass="entr" presetSubtype="8" fill="hold" nodeType="withEffect">
                                  <p:stCondLst>
                                    <p:cond delay="0"/>
                                  </p:stCondLst>
                                  <p:childTnLst>
                                    <p:set>
                                      <p:cBhvr>
                                        <p:cTn id="561" dur="1" fill="hold">
                                          <p:stCondLst>
                                            <p:cond delay="0"/>
                                          </p:stCondLst>
                                        </p:cTn>
                                        <p:tgtEl>
                                          <p:spTgt spid="178"/>
                                        </p:tgtEl>
                                        <p:attrNameLst>
                                          <p:attrName>style.visibility</p:attrName>
                                        </p:attrNameLst>
                                      </p:cBhvr>
                                      <p:to>
                                        <p:strVal val="visible"/>
                                      </p:to>
                                    </p:set>
                                    <p:animEffect transition="in" filter="wipe(left)">
                                      <p:cBhvr>
                                        <p:cTn id="562" dur="1000"/>
                                        <p:tgtEl>
                                          <p:spTgt spid="178"/>
                                        </p:tgtEl>
                                      </p:cBhvr>
                                    </p:animEffect>
                                  </p:childTnLst>
                                </p:cTn>
                              </p:par>
                            </p:childTnLst>
                          </p:cTn>
                        </p:par>
                      </p:childTnLst>
                    </p:cTn>
                  </p:par>
                  <p:par>
                    <p:cTn id="563" fill="hold">
                      <p:stCondLst>
                        <p:cond delay="indefinite"/>
                      </p:stCondLst>
                      <p:childTnLst>
                        <p:par>
                          <p:cTn id="564" fill="hold">
                            <p:stCondLst>
                              <p:cond delay="0"/>
                            </p:stCondLst>
                            <p:childTnLst>
                              <p:par>
                                <p:cTn id="565" presetID="10" presetClass="exit" presetSubtype="0" fill="hold" grpId="0" nodeType="clickEffect">
                                  <p:stCondLst>
                                    <p:cond delay="0"/>
                                  </p:stCondLst>
                                  <p:childTnLst>
                                    <p:animEffect transition="out" filter="fade">
                                      <p:cBhvr>
                                        <p:cTn id="566" dur="500"/>
                                        <p:tgtEl>
                                          <p:spTgt spid="38"/>
                                        </p:tgtEl>
                                      </p:cBhvr>
                                    </p:animEffect>
                                    <p:set>
                                      <p:cBhvr>
                                        <p:cTn id="567" dur="1" fill="hold">
                                          <p:stCondLst>
                                            <p:cond delay="499"/>
                                          </p:stCondLst>
                                        </p:cTn>
                                        <p:tgtEl>
                                          <p:spTgt spid="38"/>
                                        </p:tgtEl>
                                        <p:attrNameLst>
                                          <p:attrName>style.visibility</p:attrName>
                                        </p:attrNameLst>
                                      </p:cBhvr>
                                      <p:to>
                                        <p:strVal val="hidden"/>
                                      </p:to>
                                    </p:set>
                                  </p:childTnLst>
                                </p:cTn>
                              </p:par>
                            </p:childTnLst>
                          </p:cTn>
                        </p:par>
                        <p:par>
                          <p:cTn id="568" fill="hold">
                            <p:stCondLst>
                              <p:cond delay="500"/>
                            </p:stCondLst>
                            <p:childTnLst>
                              <p:par>
                                <p:cTn id="569" presetID="22" presetClass="entr" presetSubtype="4" fill="hold" nodeType="afterEffect">
                                  <p:stCondLst>
                                    <p:cond delay="0"/>
                                  </p:stCondLst>
                                  <p:childTnLst>
                                    <p:set>
                                      <p:cBhvr>
                                        <p:cTn id="570" dur="1" fill="hold">
                                          <p:stCondLst>
                                            <p:cond delay="0"/>
                                          </p:stCondLst>
                                        </p:cTn>
                                        <p:tgtEl>
                                          <p:spTgt spid="102"/>
                                        </p:tgtEl>
                                        <p:attrNameLst>
                                          <p:attrName>style.visibility</p:attrName>
                                        </p:attrNameLst>
                                      </p:cBhvr>
                                      <p:to>
                                        <p:strVal val="visible"/>
                                      </p:to>
                                    </p:set>
                                    <p:animEffect transition="in" filter="wipe(down)">
                                      <p:cBhvr>
                                        <p:cTn id="571" dur="500"/>
                                        <p:tgtEl>
                                          <p:spTgt spid="102"/>
                                        </p:tgtEl>
                                      </p:cBhvr>
                                    </p:animEffect>
                                  </p:childTnLst>
                                </p:cTn>
                              </p:par>
                              <p:par>
                                <p:cTn id="572" presetID="42" presetClass="path" presetSubtype="0" accel="50000" decel="50000" fill="hold" nodeType="withEffect">
                                  <p:stCondLst>
                                    <p:cond delay="0"/>
                                  </p:stCondLst>
                                  <p:childTnLst>
                                    <p:animMotion origin="layout" path="M -4.79167E-6 -1.48148E-6 L 0.05743 0.22107 " pathEditMode="relative" rAng="0" ptsTypes="AA">
                                      <p:cBhvr>
                                        <p:cTn id="573" dur="1500" fill="hold"/>
                                        <p:tgtEl>
                                          <p:spTgt spid="102"/>
                                        </p:tgtEl>
                                        <p:attrNameLst>
                                          <p:attrName>ppt_x</p:attrName>
                                          <p:attrName>ppt_y</p:attrName>
                                        </p:attrNameLst>
                                      </p:cBhvr>
                                      <p:rCtr x="2865" y="11042"/>
                                    </p:animMotion>
                                  </p:childTnLst>
                                </p:cTn>
                              </p:par>
                            </p:childTnLst>
                          </p:cTn>
                        </p:par>
                        <p:par>
                          <p:cTn id="574" fill="hold">
                            <p:stCondLst>
                              <p:cond delay="2000"/>
                            </p:stCondLst>
                            <p:childTnLst>
                              <p:par>
                                <p:cTn id="575" presetID="63" presetClass="path" presetSubtype="0" accel="50000" decel="50000" fill="hold" grpId="2" nodeType="afterEffect">
                                  <p:stCondLst>
                                    <p:cond delay="0"/>
                                  </p:stCondLst>
                                  <p:childTnLst>
                                    <p:animMotion origin="layout" path="M 0.06536 7.40741E-7 L 0.09843 -0.00046 " pathEditMode="relative" rAng="0" ptsTypes="AA">
                                      <p:cBhvr>
                                        <p:cTn id="576" dur="1500" fill="hold"/>
                                        <p:tgtEl>
                                          <p:spTgt spid="32"/>
                                        </p:tgtEl>
                                        <p:attrNameLst>
                                          <p:attrName>ppt_x</p:attrName>
                                          <p:attrName>ppt_y</p:attrName>
                                        </p:attrNameLst>
                                      </p:cBhvr>
                                      <p:rCtr x="1654" y="-23"/>
                                    </p:animMotion>
                                  </p:childTnLst>
                                </p:cTn>
                              </p:par>
                              <p:par>
                                <p:cTn id="577" presetID="63" presetClass="path" presetSubtype="0" accel="50000" decel="50000" fill="hold" grpId="3" nodeType="withEffect">
                                  <p:stCondLst>
                                    <p:cond delay="0"/>
                                  </p:stCondLst>
                                  <p:childTnLst>
                                    <p:animMotion origin="layout" path="M 0.10755 -0.00139 L 0.15977 0.00208 " pathEditMode="relative" rAng="0" ptsTypes="AA">
                                      <p:cBhvr>
                                        <p:cTn id="578" dur="1500" fill="hold"/>
                                        <p:tgtEl>
                                          <p:spTgt spid="73"/>
                                        </p:tgtEl>
                                        <p:attrNameLst>
                                          <p:attrName>ppt_x</p:attrName>
                                          <p:attrName>ppt_y</p:attrName>
                                        </p:attrNameLst>
                                      </p:cBhvr>
                                      <p:rCtr x="2604" y="162"/>
                                    </p:animMotion>
                                  </p:childTnLst>
                                </p:cTn>
                              </p:par>
                              <p:par>
                                <p:cTn id="579" presetID="22" presetClass="entr" presetSubtype="2" fill="hold" nodeType="withEffect">
                                  <p:stCondLst>
                                    <p:cond delay="0"/>
                                  </p:stCondLst>
                                  <p:childTnLst>
                                    <p:set>
                                      <p:cBhvr>
                                        <p:cTn id="580" dur="1" fill="hold">
                                          <p:stCondLst>
                                            <p:cond delay="0"/>
                                          </p:stCondLst>
                                        </p:cTn>
                                        <p:tgtEl>
                                          <p:spTgt spid="127"/>
                                        </p:tgtEl>
                                        <p:attrNameLst>
                                          <p:attrName>style.visibility</p:attrName>
                                        </p:attrNameLst>
                                      </p:cBhvr>
                                      <p:to>
                                        <p:strVal val="visible"/>
                                      </p:to>
                                    </p:set>
                                    <p:animEffect transition="in" filter="wipe(right)">
                                      <p:cBhvr>
                                        <p:cTn id="581" dur="500"/>
                                        <p:tgtEl>
                                          <p:spTgt spid="127"/>
                                        </p:tgtEl>
                                      </p:cBhvr>
                                    </p:animEffect>
                                  </p:childTnLst>
                                </p:cTn>
                              </p:par>
                            </p:childTnLst>
                          </p:cTn>
                        </p:par>
                        <p:par>
                          <p:cTn id="582" fill="hold">
                            <p:stCondLst>
                              <p:cond delay="3500"/>
                            </p:stCondLst>
                            <p:childTnLst>
                              <p:par>
                                <p:cTn id="583" presetID="22" presetClass="exit" presetSubtype="1" fill="hold" nodeType="afterEffect">
                                  <p:stCondLst>
                                    <p:cond delay="0"/>
                                  </p:stCondLst>
                                  <p:childTnLst>
                                    <p:animEffect transition="out" filter="wipe(up)">
                                      <p:cBhvr>
                                        <p:cTn id="584" dur="500"/>
                                        <p:tgtEl>
                                          <p:spTgt spid="178"/>
                                        </p:tgtEl>
                                      </p:cBhvr>
                                    </p:animEffect>
                                    <p:set>
                                      <p:cBhvr>
                                        <p:cTn id="585" dur="1" fill="hold">
                                          <p:stCondLst>
                                            <p:cond delay="499"/>
                                          </p:stCondLst>
                                        </p:cTn>
                                        <p:tgtEl>
                                          <p:spTgt spid="178"/>
                                        </p:tgtEl>
                                        <p:attrNameLst>
                                          <p:attrName>style.visibility</p:attrName>
                                        </p:attrNameLst>
                                      </p:cBhvr>
                                      <p:to>
                                        <p:strVal val="hidden"/>
                                      </p:to>
                                    </p:set>
                                  </p:childTnLst>
                                </p:cTn>
                              </p:par>
                              <p:par>
                                <p:cTn id="586" presetID="22" presetClass="entr" presetSubtype="8" fill="hold" nodeType="withEffect">
                                  <p:stCondLst>
                                    <p:cond delay="0"/>
                                  </p:stCondLst>
                                  <p:childTnLst>
                                    <p:set>
                                      <p:cBhvr>
                                        <p:cTn id="587" dur="1" fill="hold">
                                          <p:stCondLst>
                                            <p:cond delay="0"/>
                                          </p:stCondLst>
                                        </p:cTn>
                                        <p:tgtEl>
                                          <p:spTgt spid="179"/>
                                        </p:tgtEl>
                                        <p:attrNameLst>
                                          <p:attrName>style.visibility</p:attrName>
                                        </p:attrNameLst>
                                      </p:cBhvr>
                                      <p:to>
                                        <p:strVal val="visible"/>
                                      </p:to>
                                    </p:set>
                                    <p:animEffect transition="in" filter="wipe(left)">
                                      <p:cBhvr>
                                        <p:cTn id="588" dur="1000"/>
                                        <p:tgtEl>
                                          <p:spTgt spid="179"/>
                                        </p:tgtEl>
                                      </p:cBhvr>
                                    </p:animEffect>
                                  </p:childTnLst>
                                </p:cTn>
                              </p:par>
                            </p:childTnLst>
                          </p:cTn>
                        </p:par>
                        <p:par>
                          <p:cTn id="589" fill="hold">
                            <p:stCondLst>
                              <p:cond delay="4500"/>
                            </p:stCondLst>
                            <p:childTnLst>
                              <p:par>
                                <p:cTn id="590" presetID="22" presetClass="entr" presetSubtype="4" fill="hold" grpId="0" nodeType="afterEffect">
                                  <p:stCondLst>
                                    <p:cond delay="0"/>
                                  </p:stCondLst>
                                  <p:childTnLst>
                                    <p:set>
                                      <p:cBhvr>
                                        <p:cTn id="591" dur="1" fill="hold">
                                          <p:stCondLst>
                                            <p:cond delay="0"/>
                                          </p:stCondLst>
                                        </p:cTn>
                                        <p:tgtEl>
                                          <p:spTgt spid="132"/>
                                        </p:tgtEl>
                                        <p:attrNameLst>
                                          <p:attrName>style.visibility</p:attrName>
                                        </p:attrNameLst>
                                      </p:cBhvr>
                                      <p:to>
                                        <p:strVal val="visible"/>
                                      </p:to>
                                    </p:set>
                                    <p:animEffect transition="in" filter="wipe(down)">
                                      <p:cBhvr>
                                        <p:cTn id="592" dur="500"/>
                                        <p:tgtEl>
                                          <p:spTgt spid="132"/>
                                        </p:tgtEl>
                                      </p:cBhvr>
                                    </p:animEffect>
                                  </p:childTnLst>
                                </p:cTn>
                              </p:par>
                            </p:childTnLst>
                          </p:cTn>
                        </p:par>
                        <p:par>
                          <p:cTn id="593" fill="hold">
                            <p:stCondLst>
                              <p:cond delay="5000"/>
                            </p:stCondLst>
                            <p:childTnLst>
                              <p:par>
                                <p:cTn id="594" presetID="22" presetClass="entr" presetSubtype="1" fill="hold" grpId="0" nodeType="afterEffect">
                                  <p:stCondLst>
                                    <p:cond delay="0"/>
                                  </p:stCondLst>
                                  <p:childTnLst>
                                    <p:set>
                                      <p:cBhvr>
                                        <p:cTn id="595" dur="1" fill="hold">
                                          <p:stCondLst>
                                            <p:cond delay="0"/>
                                          </p:stCondLst>
                                        </p:cTn>
                                        <p:tgtEl>
                                          <p:spTgt spid="69"/>
                                        </p:tgtEl>
                                        <p:attrNameLst>
                                          <p:attrName>style.visibility</p:attrName>
                                        </p:attrNameLst>
                                      </p:cBhvr>
                                      <p:to>
                                        <p:strVal val="visible"/>
                                      </p:to>
                                    </p:set>
                                    <p:animEffect transition="in" filter="wipe(up)">
                                      <p:cBhvr>
                                        <p:cTn id="596" dur="500"/>
                                        <p:tgtEl>
                                          <p:spTgt spid="69"/>
                                        </p:tgtEl>
                                      </p:cBhvr>
                                    </p:animEffect>
                                  </p:childTnLst>
                                </p:cTn>
                              </p:par>
                            </p:childTnLst>
                          </p:cTn>
                        </p:par>
                        <p:par>
                          <p:cTn id="597" fill="hold">
                            <p:stCondLst>
                              <p:cond delay="5500"/>
                            </p:stCondLst>
                            <p:childTnLst>
                              <p:par>
                                <p:cTn id="598" presetID="22" presetClass="entr" presetSubtype="8" fill="hold" nodeType="afterEffect">
                                  <p:stCondLst>
                                    <p:cond delay="0"/>
                                  </p:stCondLst>
                                  <p:childTnLst>
                                    <p:set>
                                      <p:cBhvr>
                                        <p:cTn id="599" dur="1" fill="hold">
                                          <p:stCondLst>
                                            <p:cond delay="0"/>
                                          </p:stCondLst>
                                        </p:cTn>
                                        <p:tgtEl>
                                          <p:spTgt spid="177"/>
                                        </p:tgtEl>
                                        <p:attrNameLst>
                                          <p:attrName>style.visibility</p:attrName>
                                        </p:attrNameLst>
                                      </p:cBhvr>
                                      <p:to>
                                        <p:strVal val="visible"/>
                                      </p:to>
                                    </p:set>
                                    <p:animEffect transition="in" filter="wipe(left)">
                                      <p:cBhvr>
                                        <p:cTn id="600" dur="1000"/>
                                        <p:tgtEl>
                                          <p:spTgt spid="177"/>
                                        </p:tgtEl>
                                      </p:cBhvr>
                                    </p:animEffect>
                                  </p:childTnLst>
                                </p:cTn>
                              </p:par>
                              <p:par>
                                <p:cTn id="601" presetID="10" presetClass="exit" presetSubtype="0" fill="hold" nodeType="withEffect">
                                  <p:stCondLst>
                                    <p:cond delay="0"/>
                                  </p:stCondLst>
                                  <p:childTnLst>
                                    <p:animEffect transition="out" filter="fade">
                                      <p:cBhvr>
                                        <p:cTn id="602" dur="500"/>
                                        <p:tgtEl>
                                          <p:spTgt spid="171"/>
                                        </p:tgtEl>
                                      </p:cBhvr>
                                    </p:animEffect>
                                    <p:set>
                                      <p:cBhvr>
                                        <p:cTn id="603" dur="1" fill="hold">
                                          <p:stCondLst>
                                            <p:cond delay="499"/>
                                          </p:stCondLst>
                                        </p:cTn>
                                        <p:tgtEl>
                                          <p:spTgt spid="171"/>
                                        </p:tgtEl>
                                        <p:attrNameLst>
                                          <p:attrName>style.visibility</p:attrName>
                                        </p:attrNameLst>
                                      </p:cBhvr>
                                      <p:to>
                                        <p:strVal val="hidden"/>
                                      </p:to>
                                    </p:set>
                                  </p:childTnLst>
                                </p:cTn>
                              </p:par>
                            </p:childTnLst>
                          </p:cTn>
                        </p:par>
                      </p:childTnLst>
                    </p:cTn>
                  </p:par>
                  <p:par>
                    <p:cTn id="604" fill="hold">
                      <p:stCondLst>
                        <p:cond delay="indefinite"/>
                      </p:stCondLst>
                      <p:childTnLst>
                        <p:par>
                          <p:cTn id="605" fill="hold">
                            <p:stCondLst>
                              <p:cond delay="0"/>
                            </p:stCondLst>
                            <p:childTnLst>
                              <p:par>
                                <p:cTn id="606" presetID="22" presetClass="exit" presetSubtype="1" fill="hold" nodeType="clickEffect">
                                  <p:stCondLst>
                                    <p:cond delay="0"/>
                                  </p:stCondLst>
                                  <p:childTnLst>
                                    <p:animEffect transition="out" filter="wipe(up)">
                                      <p:cBhvr>
                                        <p:cTn id="607" dur="500"/>
                                        <p:tgtEl>
                                          <p:spTgt spid="179"/>
                                        </p:tgtEl>
                                      </p:cBhvr>
                                    </p:animEffect>
                                    <p:set>
                                      <p:cBhvr>
                                        <p:cTn id="608" dur="1" fill="hold">
                                          <p:stCondLst>
                                            <p:cond delay="499"/>
                                          </p:stCondLst>
                                        </p:cTn>
                                        <p:tgtEl>
                                          <p:spTgt spid="179"/>
                                        </p:tgtEl>
                                        <p:attrNameLst>
                                          <p:attrName>style.visibility</p:attrName>
                                        </p:attrNameLst>
                                      </p:cBhvr>
                                      <p:to>
                                        <p:strVal val="hidden"/>
                                      </p:to>
                                    </p:set>
                                  </p:childTnLst>
                                </p:cTn>
                              </p:par>
                              <p:par>
                                <p:cTn id="609" presetID="31" presetClass="exit" presetSubtype="0" fill="hold" nodeType="withEffect">
                                  <p:stCondLst>
                                    <p:cond delay="0"/>
                                  </p:stCondLst>
                                  <p:childTnLst>
                                    <p:anim calcmode="lin" valueType="num">
                                      <p:cBhvr>
                                        <p:cTn id="610" dur="1000"/>
                                        <p:tgtEl>
                                          <p:spTgt spid="224"/>
                                        </p:tgtEl>
                                        <p:attrNameLst>
                                          <p:attrName>ppt_w</p:attrName>
                                        </p:attrNameLst>
                                      </p:cBhvr>
                                      <p:tavLst>
                                        <p:tav tm="0">
                                          <p:val>
                                            <p:strVal val="ppt_w"/>
                                          </p:val>
                                        </p:tav>
                                        <p:tav tm="100000">
                                          <p:val>
                                            <p:fltVal val="0"/>
                                          </p:val>
                                        </p:tav>
                                      </p:tavLst>
                                    </p:anim>
                                    <p:anim calcmode="lin" valueType="num">
                                      <p:cBhvr>
                                        <p:cTn id="611" dur="1000"/>
                                        <p:tgtEl>
                                          <p:spTgt spid="224"/>
                                        </p:tgtEl>
                                        <p:attrNameLst>
                                          <p:attrName>ppt_h</p:attrName>
                                        </p:attrNameLst>
                                      </p:cBhvr>
                                      <p:tavLst>
                                        <p:tav tm="0">
                                          <p:val>
                                            <p:strVal val="ppt_h"/>
                                          </p:val>
                                        </p:tav>
                                        <p:tav tm="100000">
                                          <p:val>
                                            <p:fltVal val="0"/>
                                          </p:val>
                                        </p:tav>
                                      </p:tavLst>
                                    </p:anim>
                                    <p:anim calcmode="lin" valueType="num">
                                      <p:cBhvr>
                                        <p:cTn id="612" dur="1000"/>
                                        <p:tgtEl>
                                          <p:spTgt spid="224"/>
                                        </p:tgtEl>
                                        <p:attrNameLst>
                                          <p:attrName>style.rotation</p:attrName>
                                        </p:attrNameLst>
                                      </p:cBhvr>
                                      <p:tavLst>
                                        <p:tav tm="0">
                                          <p:val>
                                            <p:fltVal val="0"/>
                                          </p:val>
                                        </p:tav>
                                        <p:tav tm="100000">
                                          <p:val>
                                            <p:fltVal val="90"/>
                                          </p:val>
                                        </p:tav>
                                      </p:tavLst>
                                    </p:anim>
                                    <p:animEffect transition="out" filter="fade">
                                      <p:cBhvr>
                                        <p:cTn id="613" dur="1000"/>
                                        <p:tgtEl>
                                          <p:spTgt spid="224"/>
                                        </p:tgtEl>
                                      </p:cBhvr>
                                    </p:animEffect>
                                    <p:set>
                                      <p:cBhvr>
                                        <p:cTn id="614" dur="1" fill="hold">
                                          <p:stCondLst>
                                            <p:cond delay="999"/>
                                          </p:stCondLst>
                                        </p:cTn>
                                        <p:tgtEl>
                                          <p:spTgt spid="224"/>
                                        </p:tgtEl>
                                        <p:attrNameLst>
                                          <p:attrName>style.visibility</p:attrName>
                                        </p:attrNameLst>
                                      </p:cBhvr>
                                      <p:to>
                                        <p:strVal val="hidden"/>
                                      </p:to>
                                    </p:set>
                                  </p:childTnLst>
                                </p:cTn>
                              </p:par>
                              <p:par>
                                <p:cTn id="615" presetID="31" presetClass="exit" presetSubtype="0" fill="hold" nodeType="withEffect">
                                  <p:stCondLst>
                                    <p:cond delay="0"/>
                                  </p:stCondLst>
                                  <p:childTnLst>
                                    <p:anim calcmode="lin" valueType="num">
                                      <p:cBhvr>
                                        <p:cTn id="616" dur="1000"/>
                                        <p:tgtEl>
                                          <p:spTgt spid="232"/>
                                        </p:tgtEl>
                                        <p:attrNameLst>
                                          <p:attrName>ppt_w</p:attrName>
                                        </p:attrNameLst>
                                      </p:cBhvr>
                                      <p:tavLst>
                                        <p:tav tm="0">
                                          <p:val>
                                            <p:strVal val="ppt_w"/>
                                          </p:val>
                                        </p:tav>
                                        <p:tav tm="100000">
                                          <p:val>
                                            <p:fltVal val="0"/>
                                          </p:val>
                                        </p:tav>
                                      </p:tavLst>
                                    </p:anim>
                                    <p:anim calcmode="lin" valueType="num">
                                      <p:cBhvr>
                                        <p:cTn id="617" dur="1000"/>
                                        <p:tgtEl>
                                          <p:spTgt spid="232"/>
                                        </p:tgtEl>
                                        <p:attrNameLst>
                                          <p:attrName>ppt_h</p:attrName>
                                        </p:attrNameLst>
                                      </p:cBhvr>
                                      <p:tavLst>
                                        <p:tav tm="0">
                                          <p:val>
                                            <p:strVal val="ppt_h"/>
                                          </p:val>
                                        </p:tav>
                                        <p:tav tm="100000">
                                          <p:val>
                                            <p:fltVal val="0"/>
                                          </p:val>
                                        </p:tav>
                                      </p:tavLst>
                                    </p:anim>
                                    <p:anim calcmode="lin" valueType="num">
                                      <p:cBhvr>
                                        <p:cTn id="618" dur="1000"/>
                                        <p:tgtEl>
                                          <p:spTgt spid="232"/>
                                        </p:tgtEl>
                                        <p:attrNameLst>
                                          <p:attrName>style.rotation</p:attrName>
                                        </p:attrNameLst>
                                      </p:cBhvr>
                                      <p:tavLst>
                                        <p:tav tm="0">
                                          <p:val>
                                            <p:fltVal val="0"/>
                                          </p:val>
                                        </p:tav>
                                        <p:tav tm="100000">
                                          <p:val>
                                            <p:fltVal val="90"/>
                                          </p:val>
                                        </p:tav>
                                      </p:tavLst>
                                    </p:anim>
                                    <p:animEffect transition="out" filter="fade">
                                      <p:cBhvr>
                                        <p:cTn id="619" dur="1000"/>
                                        <p:tgtEl>
                                          <p:spTgt spid="232"/>
                                        </p:tgtEl>
                                      </p:cBhvr>
                                    </p:animEffect>
                                    <p:set>
                                      <p:cBhvr>
                                        <p:cTn id="620" dur="1" fill="hold">
                                          <p:stCondLst>
                                            <p:cond delay="999"/>
                                          </p:stCondLst>
                                        </p:cTn>
                                        <p:tgtEl>
                                          <p:spTgt spid="232"/>
                                        </p:tgtEl>
                                        <p:attrNameLst>
                                          <p:attrName>style.visibility</p:attrName>
                                        </p:attrNameLst>
                                      </p:cBhvr>
                                      <p:to>
                                        <p:strVal val="hidden"/>
                                      </p:to>
                                    </p:set>
                                  </p:childTnLst>
                                </p:cTn>
                              </p:par>
                              <p:par>
                                <p:cTn id="621" presetID="22" presetClass="entr" presetSubtype="8" fill="hold" nodeType="withEffect">
                                  <p:stCondLst>
                                    <p:cond delay="0"/>
                                  </p:stCondLst>
                                  <p:childTnLst>
                                    <p:set>
                                      <p:cBhvr>
                                        <p:cTn id="622" dur="1" fill="hold">
                                          <p:stCondLst>
                                            <p:cond delay="0"/>
                                          </p:stCondLst>
                                        </p:cTn>
                                        <p:tgtEl>
                                          <p:spTgt spid="163"/>
                                        </p:tgtEl>
                                        <p:attrNameLst>
                                          <p:attrName>style.visibility</p:attrName>
                                        </p:attrNameLst>
                                      </p:cBhvr>
                                      <p:to>
                                        <p:strVal val="visible"/>
                                      </p:to>
                                    </p:set>
                                    <p:animEffect transition="in" filter="wipe(left)">
                                      <p:cBhvr>
                                        <p:cTn id="623" dur="1000"/>
                                        <p:tgtEl>
                                          <p:spTgt spid="163"/>
                                        </p:tgtEl>
                                      </p:cBhvr>
                                    </p:animEffect>
                                  </p:childTnLst>
                                </p:cTn>
                              </p:par>
                            </p:childTnLst>
                          </p:cTn>
                        </p:par>
                        <p:par>
                          <p:cTn id="624" fill="hold">
                            <p:stCondLst>
                              <p:cond delay="1000"/>
                            </p:stCondLst>
                            <p:childTnLst>
                              <p:par>
                                <p:cTn id="625" presetID="63" presetClass="path" presetSubtype="0" accel="50000" decel="50000" fill="hold" grpId="3" nodeType="afterEffect">
                                  <p:stCondLst>
                                    <p:cond delay="0"/>
                                  </p:stCondLst>
                                  <p:childTnLst>
                                    <p:animMotion origin="layout" path="M 0.0655 4.81481E-6 L 0.09857 4.81481E-6 " pathEditMode="relative" rAng="0" ptsTypes="AA">
                                      <p:cBhvr>
                                        <p:cTn id="626" dur="1500" fill="hold"/>
                                        <p:tgtEl>
                                          <p:spTgt spid="111"/>
                                        </p:tgtEl>
                                        <p:attrNameLst>
                                          <p:attrName>ppt_x</p:attrName>
                                          <p:attrName>ppt_y</p:attrName>
                                        </p:attrNameLst>
                                      </p:cBhvr>
                                      <p:rCtr x="1654" y="0"/>
                                    </p:animMotion>
                                  </p:childTnLst>
                                </p:cTn>
                              </p:par>
                            </p:childTnLst>
                          </p:cTn>
                        </p:par>
                      </p:childTnLst>
                    </p:cTn>
                  </p:par>
                  <p:par>
                    <p:cTn id="627" fill="hold">
                      <p:stCondLst>
                        <p:cond delay="indefinite"/>
                      </p:stCondLst>
                      <p:childTnLst>
                        <p:par>
                          <p:cTn id="628" fill="hold">
                            <p:stCondLst>
                              <p:cond delay="0"/>
                            </p:stCondLst>
                            <p:childTnLst>
                              <p:par>
                                <p:cTn id="629" presetID="22" presetClass="exit" presetSubtype="1" fill="hold" nodeType="clickEffect">
                                  <p:stCondLst>
                                    <p:cond delay="0"/>
                                  </p:stCondLst>
                                  <p:childTnLst>
                                    <p:animEffect transition="out" filter="wipe(up)">
                                      <p:cBhvr>
                                        <p:cTn id="630" dur="500"/>
                                        <p:tgtEl>
                                          <p:spTgt spid="163"/>
                                        </p:tgtEl>
                                      </p:cBhvr>
                                    </p:animEffect>
                                    <p:set>
                                      <p:cBhvr>
                                        <p:cTn id="631" dur="1" fill="hold">
                                          <p:stCondLst>
                                            <p:cond delay="499"/>
                                          </p:stCondLst>
                                        </p:cTn>
                                        <p:tgtEl>
                                          <p:spTgt spid="163"/>
                                        </p:tgtEl>
                                        <p:attrNameLst>
                                          <p:attrName>style.visibility</p:attrName>
                                        </p:attrNameLst>
                                      </p:cBhvr>
                                      <p:to>
                                        <p:strVal val="hidden"/>
                                      </p:to>
                                    </p:set>
                                  </p:childTnLst>
                                </p:cTn>
                              </p:par>
                              <p:par>
                                <p:cTn id="632" presetID="22" presetClass="entr" presetSubtype="8" fill="hold" nodeType="withEffect">
                                  <p:stCondLst>
                                    <p:cond delay="0"/>
                                  </p:stCondLst>
                                  <p:childTnLst>
                                    <p:set>
                                      <p:cBhvr>
                                        <p:cTn id="633" dur="1" fill="hold">
                                          <p:stCondLst>
                                            <p:cond delay="0"/>
                                          </p:stCondLst>
                                        </p:cTn>
                                        <p:tgtEl>
                                          <p:spTgt spid="164"/>
                                        </p:tgtEl>
                                        <p:attrNameLst>
                                          <p:attrName>style.visibility</p:attrName>
                                        </p:attrNameLst>
                                      </p:cBhvr>
                                      <p:to>
                                        <p:strVal val="visible"/>
                                      </p:to>
                                    </p:set>
                                    <p:animEffect transition="in" filter="wipe(left)">
                                      <p:cBhvr>
                                        <p:cTn id="634" dur="1000"/>
                                        <p:tgtEl>
                                          <p:spTgt spid="164"/>
                                        </p:tgtEl>
                                      </p:cBhvr>
                                    </p:animEffect>
                                  </p:childTnLst>
                                </p:cTn>
                              </p:par>
                            </p:childTnLst>
                          </p:cTn>
                        </p:par>
                        <p:par>
                          <p:cTn id="635" fill="hold">
                            <p:stCondLst>
                              <p:cond delay="1000"/>
                            </p:stCondLst>
                            <p:childTnLst>
                              <p:par>
                                <p:cTn id="636" presetID="35" presetClass="path" presetSubtype="0" accel="50000" decel="50000" fill="hold" grpId="7" nodeType="afterEffect">
                                  <p:stCondLst>
                                    <p:cond delay="0"/>
                                  </p:stCondLst>
                                  <p:childTnLst>
                                    <p:animMotion origin="layout" path="M 0.09857 0.00046 L -3.33333E-6 7.40741E-7 " pathEditMode="relative" rAng="0" ptsTypes="AA">
                                      <p:cBhvr>
                                        <p:cTn id="637" dur="1500" fill="hold"/>
                                        <p:tgtEl>
                                          <p:spTgt spid="181"/>
                                        </p:tgtEl>
                                        <p:attrNameLst>
                                          <p:attrName>ppt_x</p:attrName>
                                          <p:attrName>ppt_y</p:attrName>
                                        </p:attrNameLst>
                                      </p:cBhvr>
                                      <p:rCtr x="-4935" y="-23"/>
                                    </p:animMotion>
                                  </p:childTnLst>
                                </p:cTn>
                              </p:par>
                            </p:childTnLst>
                          </p:cTn>
                        </p:par>
                        <p:par>
                          <p:cTn id="638" fill="hold">
                            <p:stCondLst>
                              <p:cond delay="2500"/>
                            </p:stCondLst>
                            <p:childTnLst>
                              <p:par>
                                <p:cTn id="639" presetID="63" presetClass="path" presetSubtype="0" accel="50000" decel="50000" fill="hold" grpId="8" nodeType="afterEffect">
                                  <p:stCondLst>
                                    <p:cond delay="0"/>
                                  </p:stCondLst>
                                  <p:childTnLst>
                                    <p:animMotion origin="layout" path="M -0.03151 -0.00069 L 0.03503 -0.00092 " pathEditMode="relative" rAng="0" ptsTypes="AA">
                                      <p:cBhvr>
                                        <p:cTn id="640" dur="1500" fill="hold"/>
                                        <p:tgtEl>
                                          <p:spTgt spid="182"/>
                                        </p:tgtEl>
                                        <p:attrNameLst>
                                          <p:attrName>ppt_x</p:attrName>
                                          <p:attrName>ppt_y</p:attrName>
                                        </p:attrNameLst>
                                      </p:cBhvr>
                                      <p:rCtr x="3320" y="-23"/>
                                    </p:animMotion>
                                  </p:childTnLst>
                                </p:cTn>
                              </p:par>
                            </p:childTnLst>
                          </p:cTn>
                        </p:par>
                      </p:childTnLst>
                    </p:cTn>
                  </p:par>
                  <p:par>
                    <p:cTn id="641" fill="hold">
                      <p:stCondLst>
                        <p:cond delay="indefinite"/>
                      </p:stCondLst>
                      <p:childTnLst>
                        <p:par>
                          <p:cTn id="642" fill="hold">
                            <p:stCondLst>
                              <p:cond delay="0"/>
                            </p:stCondLst>
                            <p:childTnLst>
                              <p:par>
                                <p:cTn id="643" presetID="22" presetClass="exit" presetSubtype="1" fill="hold" nodeType="clickEffect">
                                  <p:stCondLst>
                                    <p:cond delay="0"/>
                                  </p:stCondLst>
                                  <p:childTnLst>
                                    <p:animEffect transition="out" filter="wipe(up)">
                                      <p:cBhvr>
                                        <p:cTn id="644" dur="500"/>
                                        <p:tgtEl>
                                          <p:spTgt spid="164"/>
                                        </p:tgtEl>
                                      </p:cBhvr>
                                    </p:animEffect>
                                    <p:set>
                                      <p:cBhvr>
                                        <p:cTn id="645" dur="1" fill="hold">
                                          <p:stCondLst>
                                            <p:cond delay="499"/>
                                          </p:stCondLst>
                                        </p:cTn>
                                        <p:tgtEl>
                                          <p:spTgt spid="164"/>
                                        </p:tgtEl>
                                        <p:attrNameLst>
                                          <p:attrName>style.visibility</p:attrName>
                                        </p:attrNameLst>
                                      </p:cBhvr>
                                      <p:to>
                                        <p:strVal val="hidden"/>
                                      </p:to>
                                    </p:set>
                                  </p:childTnLst>
                                </p:cTn>
                              </p:par>
                              <p:par>
                                <p:cTn id="646" presetID="22" presetClass="entr" presetSubtype="8" fill="hold" nodeType="withEffect">
                                  <p:stCondLst>
                                    <p:cond delay="0"/>
                                  </p:stCondLst>
                                  <p:childTnLst>
                                    <p:set>
                                      <p:cBhvr>
                                        <p:cTn id="647" dur="1" fill="hold">
                                          <p:stCondLst>
                                            <p:cond delay="0"/>
                                          </p:stCondLst>
                                        </p:cTn>
                                        <p:tgtEl>
                                          <p:spTgt spid="166"/>
                                        </p:tgtEl>
                                        <p:attrNameLst>
                                          <p:attrName>style.visibility</p:attrName>
                                        </p:attrNameLst>
                                      </p:cBhvr>
                                      <p:to>
                                        <p:strVal val="visible"/>
                                      </p:to>
                                    </p:set>
                                    <p:animEffect transition="in" filter="wipe(left)">
                                      <p:cBhvr>
                                        <p:cTn id="648" dur="1000"/>
                                        <p:tgtEl>
                                          <p:spTgt spid="166"/>
                                        </p:tgtEl>
                                      </p:cBhvr>
                                    </p:animEffect>
                                  </p:childTnLst>
                                </p:cTn>
                              </p:par>
                            </p:childTnLst>
                          </p:cTn>
                        </p:par>
                        <p:par>
                          <p:cTn id="649" fill="hold">
                            <p:stCondLst>
                              <p:cond delay="1000"/>
                            </p:stCondLst>
                            <p:childTnLst>
                              <p:par>
                                <p:cTn id="650" presetID="22" presetClass="entr" presetSubtype="4" fill="hold" nodeType="afterEffect">
                                  <p:stCondLst>
                                    <p:cond delay="0"/>
                                  </p:stCondLst>
                                  <p:childTnLst>
                                    <p:set>
                                      <p:cBhvr>
                                        <p:cTn id="651" dur="1" fill="hold">
                                          <p:stCondLst>
                                            <p:cond delay="0"/>
                                          </p:stCondLst>
                                        </p:cTn>
                                        <p:tgtEl>
                                          <p:spTgt spid="238"/>
                                        </p:tgtEl>
                                        <p:attrNameLst>
                                          <p:attrName>style.visibility</p:attrName>
                                        </p:attrNameLst>
                                      </p:cBhvr>
                                      <p:to>
                                        <p:strVal val="visible"/>
                                      </p:to>
                                    </p:set>
                                    <p:animEffect transition="in" filter="wipe(down)">
                                      <p:cBhvr>
                                        <p:cTn id="652" dur="1000"/>
                                        <p:tgtEl>
                                          <p:spTgt spid="238"/>
                                        </p:tgtEl>
                                      </p:cBhvr>
                                    </p:animEffect>
                                  </p:childTnLst>
                                </p:cTn>
                              </p:par>
                            </p:childTnLst>
                          </p:cTn>
                        </p:par>
                        <p:par>
                          <p:cTn id="653" fill="hold">
                            <p:stCondLst>
                              <p:cond delay="2000"/>
                            </p:stCondLst>
                            <p:childTnLst>
                              <p:par>
                                <p:cTn id="654" presetID="45" presetClass="entr" presetSubtype="0" fill="hold" grpId="0" nodeType="afterEffect">
                                  <p:stCondLst>
                                    <p:cond delay="0"/>
                                  </p:stCondLst>
                                  <p:childTnLst>
                                    <p:set>
                                      <p:cBhvr>
                                        <p:cTn id="655" dur="1" fill="hold">
                                          <p:stCondLst>
                                            <p:cond delay="0"/>
                                          </p:stCondLst>
                                        </p:cTn>
                                        <p:tgtEl>
                                          <p:spTgt spid="241"/>
                                        </p:tgtEl>
                                        <p:attrNameLst>
                                          <p:attrName>style.visibility</p:attrName>
                                        </p:attrNameLst>
                                      </p:cBhvr>
                                      <p:to>
                                        <p:strVal val="visible"/>
                                      </p:to>
                                    </p:set>
                                    <p:animEffect transition="in" filter="fade">
                                      <p:cBhvr>
                                        <p:cTn id="656" dur="2000"/>
                                        <p:tgtEl>
                                          <p:spTgt spid="241"/>
                                        </p:tgtEl>
                                      </p:cBhvr>
                                    </p:animEffect>
                                    <p:anim calcmode="lin" valueType="num">
                                      <p:cBhvr>
                                        <p:cTn id="657" dur="2000" fill="hold"/>
                                        <p:tgtEl>
                                          <p:spTgt spid="241"/>
                                        </p:tgtEl>
                                        <p:attrNameLst>
                                          <p:attrName>ppt_w</p:attrName>
                                        </p:attrNameLst>
                                      </p:cBhvr>
                                      <p:tavLst>
                                        <p:tav tm="0" fmla="#ppt_w*sin(2.5*pi*$)">
                                          <p:val>
                                            <p:fltVal val="0"/>
                                          </p:val>
                                        </p:tav>
                                        <p:tav tm="100000">
                                          <p:val>
                                            <p:fltVal val="1"/>
                                          </p:val>
                                        </p:tav>
                                      </p:tavLst>
                                    </p:anim>
                                    <p:anim calcmode="lin" valueType="num">
                                      <p:cBhvr>
                                        <p:cTn id="658" dur="2000" fill="hold"/>
                                        <p:tgtEl>
                                          <p:spTgt spid="241"/>
                                        </p:tgtEl>
                                        <p:attrNameLst>
                                          <p:attrName>ppt_h</p:attrName>
                                        </p:attrNameLst>
                                      </p:cBhvr>
                                      <p:tavLst>
                                        <p:tav tm="0">
                                          <p:val>
                                            <p:strVal val="#ppt_h"/>
                                          </p:val>
                                        </p:tav>
                                        <p:tav tm="100000">
                                          <p:val>
                                            <p:strVal val="#ppt_h"/>
                                          </p:val>
                                        </p:tav>
                                      </p:tavLst>
                                    </p:anim>
                                  </p:childTnLst>
                                </p:cTn>
                              </p:par>
                            </p:childTnLst>
                          </p:cTn>
                        </p:par>
                        <p:par>
                          <p:cTn id="659" fill="hold">
                            <p:stCondLst>
                              <p:cond delay="4000"/>
                            </p:stCondLst>
                            <p:childTnLst>
                              <p:par>
                                <p:cTn id="660" presetID="22" presetClass="exit" presetSubtype="1" fill="hold" nodeType="afterEffect">
                                  <p:stCondLst>
                                    <p:cond delay="0"/>
                                  </p:stCondLst>
                                  <p:childTnLst>
                                    <p:animEffect transition="out" filter="wipe(up)">
                                      <p:cBhvr>
                                        <p:cTn id="661" dur="500"/>
                                        <p:tgtEl>
                                          <p:spTgt spid="166"/>
                                        </p:tgtEl>
                                      </p:cBhvr>
                                    </p:animEffect>
                                    <p:set>
                                      <p:cBhvr>
                                        <p:cTn id="662" dur="1" fill="hold">
                                          <p:stCondLst>
                                            <p:cond delay="499"/>
                                          </p:stCondLst>
                                        </p:cTn>
                                        <p:tgtEl>
                                          <p:spTgt spid="166"/>
                                        </p:tgtEl>
                                        <p:attrNameLst>
                                          <p:attrName>style.visibility</p:attrName>
                                        </p:attrNameLst>
                                      </p:cBhvr>
                                      <p:to>
                                        <p:strVal val="hidden"/>
                                      </p:to>
                                    </p:set>
                                  </p:childTnLst>
                                </p:cTn>
                              </p:par>
                              <p:par>
                                <p:cTn id="663" presetID="22" presetClass="entr" presetSubtype="8" fill="hold" nodeType="withEffect">
                                  <p:stCondLst>
                                    <p:cond delay="0"/>
                                  </p:stCondLst>
                                  <p:childTnLst>
                                    <p:set>
                                      <p:cBhvr>
                                        <p:cTn id="664" dur="1" fill="hold">
                                          <p:stCondLst>
                                            <p:cond delay="0"/>
                                          </p:stCondLst>
                                        </p:cTn>
                                        <p:tgtEl>
                                          <p:spTgt spid="168"/>
                                        </p:tgtEl>
                                        <p:attrNameLst>
                                          <p:attrName>style.visibility</p:attrName>
                                        </p:attrNameLst>
                                      </p:cBhvr>
                                      <p:to>
                                        <p:strVal val="visible"/>
                                      </p:to>
                                    </p:set>
                                    <p:animEffect transition="in" filter="wipe(left)">
                                      <p:cBhvr>
                                        <p:cTn id="665" dur="1000"/>
                                        <p:tgtEl>
                                          <p:spTgt spid="168"/>
                                        </p:tgtEl>
                                      </p:cBhvr>
                                    </p:animEffect>
                                  </p:childTnLst>
                                </p:cTn>
                              </p:par>
                            </p:childTnLst>
                          </p:cTn>
                        </p:par>
                        <p:par>
                          <p:cTn id="666" fill="hold">
                            <p:stCondLst>
                              <p:cond delay="5000"/>
                            </p:stCondLst>
                            <p:childTnLst>
                              <p:par>
                                <p:cTn id="667" presetID="63" presetClass="path" presetSubtype="0" accel="50000" decel="50000" fill="hold" grpId="8" nodeType="afterEffect">
                                  <p:stCondLst>
                                    <p:cond delay="0"/>
                                  </p:stCondLst>
                                  <p:childTnLst>
                                    <p:animMotion origin="layout" path="M -3.33333E-6 7.40741E-7 L 0.06654 -0.00023 " pathEditMode="relative" rAng="0" ptsTypes="AA">
                                      <p:cBhvr>
                                        <p:cTn id="668" dur="1500" fill="hold"/>
                                        <p:tgtEl>
                                          <p:spTgt spid="181"/>
                                        </p:tgtEl>
                                        <p:attrNameLst>
                                          <p:attrName>ppt_x</p:attrName>
                                          <p:attrName>ppt_y</p:attrName>
                                        </p:attrNameLst>
                                      </p:cBhvr>
                                      <p:rCtr x="3320" y="-23"/>
                                    </p:animMotion>
                                  </p:childTnLst>
                                </p:cTn>
                              </p:par>
                            </p:childTnLst>
                          </p:cTn>
                        </p:par>
                        <p:par>
                          <p:cTn id="669" fill="hold">
                            <p:stCondLst>
                              <p:cond delay="6500"/>
                            </p:stCondLst>
                            <p:childTnLst>
                              <p:par>
                                <p:cTn id="670" presetID="35" presetClass="path" presetSubtype="0" accel="50000" decel="50000" fill="hold" grpId="9" nodeType="afterEffect">
                                  <p:stCondLst>
                                    <p:cond delay="0"/>
                                  </p:stCondLst>
                                  <p:childTnLst>
                                    <p:animMotion origin="layout" path="M 0.03503 -0.00092 L -3.75E-6 -3.7037E-6 " pathEditMode="relative" rAng="0" ptsTypes="AA">
                                      <p:cBhvr>
                                        <p:cTn id="671" dur="1500" fill="hold"/>
                                        <p:tgtEl>
                                          <p:spTgt spid="182"/>
                                        </p:tgtEl>
                                        <p:attrNameLst>
                                          <p:attrName>ppt_x</p:attrName>
                                          <p:attrName>ppt_y</p:attrName>
                                        </p:attrNameLst>
                                      </p:cBhvr>
                                      <p:rCtr x="-1758" y="46"/>
                                    </p:animMotion>
                                  </p:childTnLst>
                                </p:cTn>
                              </p:par>
                            </p:childTnLst>
                          </p:cTn>
                        </p:par>
                        <p:par>
                          <p:cTn id="672" fill="hold">
                            <p:stCondLst>
                              <p:cond delay="8000"/>
                            </p:stCondLst>
                            <p:childTnLst>
                              <p:par>
                                <p:cTn id="673" presetID="22" presetClass="exit" presetSubtype="1" fill="hold" nodeType="afterEffect">
                                  <p:stCondLst>
                                    <p:cond delay="0"/>
                                  </p:stCondLst>
                                  <p:childTnLst>
                                    <p:animEffect transition="out" filter="wipe(up)">
                                      <p:cBhvr>
                                        <p:cTn id="674" dur="500"/>
                                        <p:tgtEl>
                                          <p:spTgt spid="168"/>
                                        </p:tgtEl>
                                      </p:cBhvr>
                                    </p:animEffect>
                                    <p:set>
                                      <p:cBhvr>
                                        <p:cTn id="675" dur="1" fill="hold">
                                          <p:stCondLst>
                                            <p:cond delay="499"/>
                                          </p:stCondLst>
                                        </p:cTn>
                                        <p:tgtEl>
                                          <p:spTgt spid="168"/>
                                        </p:tgtEl>
                                        <p:attrNameLst>
                                          <p:attrName>style.visibility</p:attrName>
                                        </p:attrNameLst>
                                      </p:cBhvr>
                                      <p:to>
                                        <p:strVal val="hidden"/>
                                      </p:to>
                                    </p:set>
                                  </p:childTnLst>
                                </p:cTn>
                              </p:par>
                              <p:par>
                                <p:cTn id="676" presetID="31" presetClass="exit" presetSubtype="0" fill="hold" nodeType="withEffect">
                                  <p:stCondLst>
                                    <p:cond delay="0"/>
                                  </p:stCondLst>
                                  <p:childTnLst>
                                    <p:anim calcmode="lin" valueType="num">
                                      <p:cBhvr>
                                        <p:cTn id="677" dur="1000"/>
                                        <p:tgtEl>
                                          <p:spTgt spid="238"/>
                                        </p:tgtEl>
                                        <p:attrNameLst>
                                          <p:attrName>ppt_w</p:attrName>
                                        </p:attrNameLst>
                                      </p:cBhvr>
                                      <p:tavLst>
                                        <p:tav tm="0">
                                          <p:val>
                                            <p:strVal val="ppt_w"/>
                                          </p:val>
                                        </p:tav>
                                        <p:tav tm="100000">
                                          <p:val>
                                            <p:fltVal val="0"/>
                                          </p:val>
                                        </p:tav>
                                      </p:tavLst>
                                    </p:anim>
                                    <p:anim calcmode="lin" valueType="num">
                                      <p:cBhvr>
                                        <p:cTn id="678" dur="1000"/>
                                        <p:tgtEl>
                                          <p:spTgt spid="238"/>
                                        </p:tgtEl>
                                        <p:attrNameLst>
                                          <p:attrName>ppt_h</p:attrName>
                                        </p:attrNameLst>
                                      </p:cBhvr>
                                      <p:tavLst>
                                        <p:tav tm="0">
                                          <p:val>
                                            <p:strVal val="ppt_h"/>
                                          </p:val>
                                        </p:tav>
                                        <p:tav tm="100000">
                                          <p:val>
                                            <p:fltVal val="0"/>
                                          </p:val>
                                        </p:tav>
                                      </p:tavLst>
                                    </p:anim>
                                    <p:anim calcmode="lin" valueType="num">
                                      <p:cBhvr>
                                        <p:cTn id="679" dur="1000"/>
                                        <p:tgtEl>
                                          <p:spTgt spid="238"/>
                                        </p:tgtEl>
                                        <p:attrNameLst>
                                          <p:attrName>style.rotation</p:attrName>
                                        </p:attrNameLst>
                                      </p:cBhvr>
                                      <p:tavLst>
                                        <p:tav tm="0">
                                          <p:val>
                                            <p:fltVal val="0"/>
                                          </p:val>
                                        </p:tav>
                                        <p:tav tm="100000">
                                          <p:val>
                                            <p:fltVal val="90"/>
                                          </p:val>
                                        </p:tav>
                                      </p:tavLst>
                                    </p:anim>
                                    <p:animEffect transition="out" filter="fade">
                                      <p:cBhvr>
                                        <p:cTn id="680" dur="1000"/>
                                        <p:tgtEl>
                                          <p:spTgt spid="238"/>
                                        </p:tgtEl>
                                      </p:cBhvr>
                                    </p:animEffect>
                                    <p:set>
                                      <p:cBhvr>
                                        <p:cTn id="681" dur="1" fill="hold">
                                          <p:stCondLst>
                                            <p:cond delay="999"/>
                                          </p:stCondLst>
                                        </p:cTn>
                                        <p:tgtEl>
                                          <p:spTgt spid="238"/>
                                        </p:tgtEl>
                                        <p:attrNameLst>
                                          <p:attrName>style.visibility</p:attrName>
                                        </p:attrNameLst>
                                      </p:cBhvr>
                                      <p:to>
                                        <p:strVal val="hidden"/>
                                      </p:to>
                                    </p:set>
                                  </p:childTnLst>
                                </p:cTn>
                              </p:par>
                              <p:par>
                                <p:cTn id="682" presetID="31" presetClass="exit" presetSubtype="0" fill="hold" grpId="1" nodeType="withEffect">
                                  <p:stCondLst>
                                    <p:cond delay="0"/>
                                  </p:stCondLst>
                                  <p:childTnLst>
                                    <p:anim calcmode="lin" valueType="num">
                                      <p:cBhvr>
                                        <p:cTn id="683" dur="1000"/>
                                        <p:tgtEl>
                                          <p:spTgt spid="241"/>
                                        </p:tgtEl>
                                        <p:attrNameLst>
                                          <p:attrName>ppt_w</p:attrName>
                                        </p:attrNameLst>
                                      </p:cBhvr>
                                      <p:tavLst>
                                        <p:tav tm="0">
                                          <p:val>
                                            <p:strVal val="ppt_w"/>
                                          </p:val>
                                        </p:tav>
                                        <p:tav tm="100000">
                                          <p:val>
                                            <p:fltVal val="0"/>
                                          </p:val>
                                        </p:tav>
                                      </p:tavLst>
                                    </p:anim>
                                    <p:anim calcmode="lin" valueType="num">
                                      <p:cBhvr>
                                        <p:cTn id="684" dur="1000"/>
                                        <p:tgtEl>
                                          <p:spTgt spid="241"/>
                                        </p:tgtEl>
                                        <p:attrNameLst>
                                          <p:attrName>ppt_h</p:attrName>
                                        </p:attrNameLst>
                                      </p:cBhvr>
                                      <p:tavLst>
                                        <p:tav tm="0">
                                          <p:val>
                                            <p:strVal val="ppt_h"/>
                                          </p:val>
                                        </p:tav>
                                        <p:tav tm="100000">
                                          <p:val>
                                            <p:fltVal val="0"/>
                                          </p:val>
                                        </p:tav>
                                      </p:tavLst>
                                    </p:anim>
                                    <p:anim calcmode="lin" valueType="num">
                                      <p:cBhvr>
                                        <p:cTn id="685" dur="1000"/>
                                        <p:tgtEl>
                                          <p:spTgt spid="241"/>
                                        </p:tgtEl>
                                        <p:attrNameLst>
                                          <p:attrName>style.rotation</p:attrName>
                                        </p:attrNameLst>
                                      </p:cBhvr>
                                      <p:tavLst>
                                        <p:tav tm="0">
                                          <p:val>
                                            <p:fltVal val="0"/>
                                          </p:val>
                                        </p:tav>
                                        <p:tav tm="100000">
                                          <p:val>
                                            <p:fltVal val="90"/>
                                          </p:val>
                                        </p:tav>
                                      </p:tavLst>
                                    </p:anim>
                                    <p:animEffect transition="out" filter="fade">
                                      <p:cBhvr>
                                        <p:cTn id="686" dur="1000"/>
                                        <p:tgtEl>
                                          <p:spTgt spid="241"/>
                                        </p:tgtEl>
                                      </p:cBhvr>
                                    </p:animEffect>
                                    <p:set>
                                      <p:cBhvr>
                                        <p:cTn id="687" dur="1" fill="hold">
                                          <p:stCondLst>
                                            <p:cond delay="999"/>
                                          </p:stCondLst>
                                        </p:cTn>
                                        <p:tgtEl>
                                          <p:spTgt spid="241"/>
                                        </p:tgtEl>
                                        <p:attrNameLst>
                                          <p:attrName>style.visibility</p:attrName>
                                        </p:attrNameLst>
                                      </p:cBhvr>
                                      <p:to>
                                        <p:strVal val="hidden"/>
                                      </p:to>
                                    </p:set>
                                  </p:childTnLst>
                                </p:cTn>
                              </p:par>
                              <p:par>
                                <p:cTn id="688" presetID="22" presetClass="entr" presetSubtype="8" fill="hold" nodeType="withEffect">
                                  <p:stCondLst>
                                    <p:cond delay="0"/>
                                  </p:stCondLst>
                                  <p:childTnLst>
                                    <p:set>
                                      <p:cBhvr>
                                        <p:cTn id="689" dur="1" fill="hold">
                                          <p:stCondLst>
                                            <p:cond delay="0"/>
                                          </p:stCondLst>
                                        </p:cTn>
                                        <p:tgtEl>
                                          <p:spTgt spid="166"/>
                                        </p:tgtEl>
                                        <p:attrNameLst>
                                          <p:attrName>style.visibility</p:attrName>
                                        </p:attrNameLst>
                                      </p:cBhvr>
                                      <p:to>
                                        <p:strVal val="visible"/>
                                      </p:to>
                                    </p:set>
                                    <p:animEffect transition="in" filter="wipe(left)">
                                      <p:cBhvr>
                                        <p:cTn id="690" dur="1000"/>
                                        <p:tgtEl>
                                          <p:spTgt spid="166"/>
                                        </p:tgtEl>
                                      </p:cBhvr>
                                    </p:animEffect>
                                  </p:childTnLst>
                                </p:cTn>
                              </p:par>
                            </p:childTnLst>
                          </p:cTn>
                        </p:par>
                        <p:par>
                          <p:cTn id="691" fill="hold">
                            <p:stCondLst>
                              <p:cond delay="9000"/>
                            </p:stCondLst>
                            <p:childTnLst>
                              <p:par>
                                <p:cTn id="692" presetID="22" presetClass="entr" presetSubtype="4" fill="hold" nodeType="afterEffect">
                                  <p:stCondLst>
                                    <p:cond delay="0"/>
                                  </p:stCondLst>
                                  <p:childTnLst>
                                    <p:set>
                                      <p:cBhvr>
                                        <p:cTn id="693" dur="1" fill="hold">
                                          <p:stCondLst>
                                            <p:cond delay="0"/>
                                          </p:stCondLst>
                                        </p:cTn>
                                        <p:tgtEl>
                                          <p:spTgt spid="242"/>
                                        </p:tgtEl>
                                        <p:attrNameLst>
                                          <p:attrName>style.visibility</p:attrName>
                                        </p:attrNameLst>
                                      </p:cBhvr>
                                      <p:to>
                                        <p:strVal val="visible"/>
                                      </p:to>
                                    </p:set>
                                    <p:animEffect transition="in" filter="wipe(down)">
                                      <p:cBhvr>
                                        <p:cTn id="694" dur="1000"/>
                                        <p:tgtEl>
                                          <p:spTgt spid="242"/>
                                        </p:tgtEl>
                                      </p:cBhvr>
                                    </p:animEffect>
                                  </p:childTnLst>
                                </p:cTn>
                              </p:par>
                            </p:childTnLst>
                          </p:cTn>
                        </p:par>
                        <p:par>
                          <p:cTn id="695" fill="hold">
                            <p:stCondLst>
                              <p:cond delay="10000"/>
                            </p:stCondLst>
                            <p:childTnLst>
                              <p:par>
                                <p:cTn id="696" presetID="45" presetClass="entr" presetSubtype="0" fill="hold" grpId="2" nodeType="afterEffect">
                                  <p:stCondLst>
                                    <p:cond delay="0"/>
                                  </p:stCondLst>
                                  <p:childTnLst>
                                    <p:set>
                                      <p:cBhvr>
                                        <p:cTn id="697" dur="1" fill="hold">
                                          <p:stCondLst>
                                            <p:cond delay="0"/>
                                          </p:stCondLst>
                                        </p:cTn>
                                        <p:tgtEl>
                                          <p:spTgt spid="216"/>
                                        </p:tgtEl>
                                        <p:attrNameLst>
                                          <p:attrName>style.visibility</p:attrName>
                                        </p:attrNameLst>
                                      </p:cBhvr>
                                      <p:to>
                                        <p:strVal val="visible"/>
                                      </p:to>
                                    </p:set>
                                    <p:animEffect transition="in" filter="fade">
                                      <p:cBhvr>
                                        <p:cTn id="698" dur="2000"/>
                                        <p:tgtEl>
                                          <p:spTgt spid="216"/>
                                        </p:tgtEl>
                                      </p:cBhvr>
                                    </p:animEffect>
                                    <p:anim calcmode="lin" valueType="num">
                                      <p:cBhvr>
                                        <p:cTn id="699" dur="2000" fill="hold"/>
                                        <p:tgtEl>
                                          <p:spTgt spid="216"/>
                                        </p:tgtEl>
                                        <p:attrNameLst>
                                          <p:attrName>ppt_w</p:attrName>
                                        </p:attrNameLst>
                                      </p:cBhvr>
                                      <p:tavLst>
                                        <p:tav tm="0" fmla="#ppt_w*sin(2.5*pi*$)">
                                          <p:val>
                                            <p:fltVal val="0"/>
                                          </p:val>
                                        </p:tav>
                                        <p:tav tm="100000">
                                          <p:val>
                                            <p:fltVal val="1"/>
                                          </p:val>
                                        </p:tav>
                                      </p:tavLst>
                                    </p:anim>
                                    <p:anim calcmode="lin" valueType="num">
                                      <p:cBhvr>
                                        <p:cTn id="700" dur="2000" fill="hold"/>
                                        <p:tgtEl>
                                          <p:spTgt spid="216"/>
                                        </p:tgtEl>
                                        <p:attrNameLst>
                                          <p:attrName>ppt_h</p:attrName>
                                        </p:attrNameLst>
                                      </p:cBhvr>
                                      <p:tavLst>
                                        <p:tav tm="0">
                                          <p:val>
                                            <p:strVal val="#ppt_h"/>
                                          </p:val>
                                        </p:tav>
                                        <p:tav tm="100000">
                                          <p:val>
                                            <p:strVal val="#ppt_h"/>
                                          </p:val>
                                        </p:tav>
                                      </p:tavLst>
                                    </p:anim>
                                  </p:childTnLst>
                                </p:cTn>
                              </p:par>
                            </p:childTnLst>
                          </p:cTn>
                        </p:par>
                        <p:par>
                          <p:cTn id="701" fill="hold">
                            <p:stCondLst>
                              <p:cond delay="12000"/>
                            </p:stCondLst>
                            <p:childTnLst>
                              <p:par>
                                <p:cTn id="702" presetID="22" presetClass="exit" presetSubtype="1" fill="hold" nodeType="afterEffect">
                                  <p:stCondLst>
                                    <p:cond delay="0"/>
                                  </p:stCondLst>
                                  <p:childTnLst>
                                    <p:animEffect transition="out" filter="wipe(up)">
                                      <p:cBhvr>
                                        <p:cTn id="703" dur="500"/>
                                        <p:tgtEl>
                                          <p:spTgt spid="166"/>
                                        </p:tgtEl>
                                      </p:cBhvr>
                                    </p:animEffect>
                                    <p:set>
                                      <p:cBhvr>
                                        <p:cTn id="704" dur="1" fill="hold">
                                          <p:stCondLst>
                                            <p:cond delay="499"/>
                                          </p:stCondLst>
                                        </p:cTn>
                                        <p:tgtEl>
                                          <p:spTgt spid="166"/>
                                        </p:tgtEl>
                                        <p:attrNameLst>
                                          <p:attrName>style.visibility</p:attrName>
                                        </p:attrNameLst>
                                      </p:cBhvr>
                                      <p:to>
                                        <p:strVal val="hidden"/>
                                      </p:to>
                                    </p:set>
                                  </p:childTnLst>
                                </p:cTn>
                              </p:par>
                              <p:par>
                                <p:cTn id="705" presetID="22" presetClass="entr" presetSubtype="8" fill="hold" nodeType="withEffect">
                                  <p:stCondLst>
                                    <p:cond delay="0"/>
                                  </p:stCondLst>
                                  <p:childTnLst>
                                    <p:set>
                                      <p:cBhvr>
                                        <p:cTn id="706" dur="1" fill="hold">
                                          <p:stCondLst>
                                            <p:cond delay="0"/>
                                          </p:stCondLst>
                                        </p:cTn>
                                        <p:tgtEl>
                                          <p:spTgt spid="168"/>
                                        </p:tgtEl>
                                        <p:attrNameLst>
                                          <p:attrName>style.visibility</p:attrName>
                                        </p:attrNameLst>
                                      </p:cBhvr>
                                      <p:to>
                                        <p:strVal val="visible"/>
                                      </p:to>
                                    </p:set>
                                    <p:animEffect transition="in" filter="wipe(left)">
                                      <p:cBhvr>
                                        <p:cTn id="707" dur="1000"/>
                                        <p:tgtEl>
                                          <p:spTgt spid="168"/>
                                        </p:tgtEl>
                                      </p:cBhvr>
                                    </p:animEffect>
                                  </p:childTnLst>
                                </p:cTn>
                              </p:par>
                            </p:childTnLst>
                          </p:cTn>
                        </p:par>
                        <p:par>
                          <p:cTn id="708" fill="hold">
                            <p:stCondLst>
                              <p:cond delay="13000"/>
                            </p:stCondLst>
                            <p:childTnLst>
                              <p:par>
                                <p:cTn id="709" presetID="35" presetClass="path" presetSubtype="0" accel="50000" decel="50000" fill="hold" grpId="9" nodeType="afterEffect">
                                  <p:stCondLst>
                                    <p:cond delay="0"/>
                                  </p:stCondLst>
                                  <p:childTnLst>
                                    <p:animMotion origin="layout" path="M 0.06654 -0.00023 L 0.03151 0.00069 " pathEditMode="relative" rAng="0" ptsTypes="AA">
                                      <p:cBhvr>
                                        <p:cTn id="710" dur="1500" fill="hold"/>
                                        <p:tgtEl>
                                          <p:spTgt spid="181"/>
                                        </p:tgtEl>
                                        <p:attrNameLst>
                                          <p:attrName>ppt_x</p:attrName>
                                          <p:attrName>ppt_y</p:attrName>
                                        </p:attrNameLst>
                                      </p:cBhvr>
                                      <p:rCtr x="-1758" y="46"/>
                                    </p:animMotion>
                                  </p:childTnLst>
                                </p:cTn>
                              </p:par>
                            </p:childTnLst>
                          </p:cTn>
                        </p:par>
                        <p:par>
                          <p:cTn id="711" fill="hold">
                            <p:stCondLst>
                              <p:cond delay="14500"/>
                            </p:stCondLst>
                            <p:childTnLst>
                              <p:par>
                                <p:cTn id="712" presetID="63" presetClass="path" presetSubtype="0" accel="50000" decel="50000" fill="hold" grpId="10" nodeType="afterEffect">
                                  <p:stCondLst>
                                    <p:cond delay="0"/>
                                  </p:stCondLst>
                                  <p:childTnLst>
                                    <p:animMotion origin="layout" path="M -3.75E-6 -3.7037E-6 L 0.06706 -0.00023 " pathEditMode="relative" rAng="0" ptsTypes="AA">
                                      <p:cBhvr>
                                        <p:cTn id="713" dur="1500" fill="hold"/>
                                        <p:tgtEl>
                                          <p:spTgt spid="182"/>
                                        </p:tgtEl>
                                        <p:attrNameLst>
                                          <p:attrName>ppt_x</p:attrName>
                                          <p:attrName>ppt_y</p:attrName>
                                        </p:attrNameLst>
                                      </p:cBhvr>
                                      <p:rCtr x="3346" y="-23"/>
                                    </p:animMotion>
                                  </p:childTnLst>
                                </p:cTn>
                              </p:par>
                            </p:childTnLst>
                          </p:cTn>
                        </p:par>
                        <p:par>
                          <p:cTn id="714" fill="hold">
                            <p:stCondLst>
                              <p:cond delay="16000"/>
                            </p:stCondLst>
                            <p:childTnLst>
                              <p:par>
                                <p:cTn id="715" presetID="22" presetClass="exit" presetSubtype="1" fill="hold" nodeType="afterEffect">
                                  <p:stCondLst>
                                    <p:cond delay="0"/>
                                  </p:stCondLst>
                                  <p:childTnLst>
                                    <p:animEffect transition="out" filter="wipe(up)">
                                      <p:cBhvr>
                                        <p:cTn id="716" dur="500"/>
                                        <p:tgtEl>
                                          <p:spTgt spid="168"/>
                                        </p:tgtEl>
                                      </p:cBhvr>
                                    </p:animEffect>
                                    <p:set>
                                      <p:cBhvr>
                                        <p:cTn id="717" dur="1" fill="hold">
                                          <p:stCondLst>
                                            <p:cond delay="499"/>
                                          </p:stCondLst>
                                        </p:cTn>
                                        <p:tgtEl>
                                          <p:spTgt spid="168"/>
                                        </p:tgtEl>
                                        <p:attrNameLst>
                                          <p:attrName>style.visibility</p:attrName>
                                        </p:attrNameLst>
                                      </p:cBhvr>
                                      <p:to>
                                        <p:strVal val="hidden"/>
                                      </p:to>
                                    </p:set>
                                  </p:childTnLst>
                                </p:cTn>
                              </p:par>
                              <p:par>
                                <p:cTn id="718" presetID="31" presetClass="exit" presetSubtype="0" fill="hold" nodeType="withEffect">
                                  <p:stCondLst>
                                    <p:cond delay="0"/>
                                  </p:stCondLst>
                                  <p:childTnLst>
                                    <p:anim calcmode="lin" valueType="num">
                                      <p:cBhvr>
                                        <p:cTn id="719" dur="1000"/>
                                        <p:tgtEl>
                                          <p:spTgt spid="242"/>
                                        </p:tgtEl>
                                        <p:attrNameLst>
                                          <p:attrName>ppt_w</p:attrName>
                                        </p:attrNameLst>
                                      </p:cBhvr>
                                      <p:tavLst>
                                        <p:tav tm="0">
                                          <p:val>
                                            <p:strVal val="ppt_w"/>
                                          </p:val>
                                        </p:tav>
                                        <p:tav tm="100000">
                                          <p:val>
                                            <p:fltVal val="0"/>
                                          </p:val>
                                        </p:tav>
                                      </p:tavLst>
                                    </p:anim>
                                    <p:anim calcmode="lin" valueType="num">
                                      <p:cBhvr>
                                        <p:cTn id="720" dur="1000"/>
                                        <p:tgtEl>
                                          <p:spTgt spid="242"/>
                                        </p:tgtEl>
                                        <p:attrNameLst>
                                          <p:attrName>ppt_h</p:attrName>
                                        </p:attrNameLst>
                                      </p:cBhvr>
                                      <p:tavLst>
                                        <p:tav tm="0">
                                          <p:val>
                                            <p:strVal val="ppt_h"/>
                                          </p:val>
                                        </p:tav>
                                        <p:tav tm="100000">
                                          <p:val>
                                            <p:fltVal val="0"/>
                                          </p:val>
                                        </p:tav>
                                      </p:tavLst>
                                    </p:anim>
                                    <p:anim calcmode="lin" valueType="num">
                                      <p:cBhvr>
                                        <p:cTn id="721" dur="1000"/>
                                        <p:tgtEl>
                                          <p:spTgt spid="242"/>
                                        </p:tgtEl>
                                        <p:attrNameLst>
                                          <p:attrName>style.rotation</p:attrName>
                                        </p:attrNameLst>
                                      </p:cBhvr>
                                      <p:tavLst>
                                        <p:tav tm="0">
                                          <p:val>
                                            <p:fltVal val="0"/>
                                          </p:val>
                                        </p:tav>
                                        <p:tav tm="100000">
                                          <p:val>
                                            <p:fltVal val="90"/>
                                          </p:val>
                                        </p:tav>
                                      </p:tavLst>
                                    </p:anim>
                                    <p:animEffect transition="out" filter="fade">
                                      <p:cBhvr>
                                        <p:cTn id="722" dur="1000"/>
                                        <p:tgtEl>
                                          <p:spTgt spid="242"/>
                                        </p:tgtEl>
                                      </p:cBhvr>
                                    </p:animEffect>
                                    <p:set>
                                      <p:cBhvr>
                                        <p:cTn id="723" dur="1" fill="hold">
                                          <p:stCondLst>
                                            <p:cond delay="999"/>
                                          </p:stCondLst>
                                        </p:cTn>
                                        <p:tgtEl>
                                          <p:spTgt spid="242"/>
                                        </p:tgtEl>
                                        <p:attrNameLst>
                                          <p:attrName>style.visibility</p:attrName>
                                        </p:attrNameLst>
                                      </p:cBhvr>
                                      <p:to>
                                        <p:strVal val="hidden"/>
                                      </p:to>
                                    </p:set>
                                  </p:childTnLst>
                                </p:cTn>
                              </p:par>
                              <p:par>
                                <p:cTn id="724" presetID="31" presetClass="exit" presetSubtype="0" fill="hold" grpId="3" nodeType="withEffect">
                                  <p:stCondLst>
                                    <p:cond delay="0"/>
                                  </p:stCondLst>
                                  <p:childTnLst>
                                    <p:anim calcmode="lin" valueType="num">
                                      <p:cBhvr>
                                        <p:cTn id="725" dur="1000"/>
                                        <p:tgtEl>
                                          <p:spTgt spid="216"/>
                                        </p:tgtEl>
                                        <p:attrNameLst>
                                          <p:attrName>ppt_w</p:attrName>
                                        </p:attrNameLst>
                                      </p:cBhvr>
                                      <p:tavLst>
                                        <p:tav tm="0">
                                          <p:val>
                                            <p:strVal val="ppt_w"/>
                                          </p:val>
                                        </p:tav>
                                        <p:tav tm="100000">
                                          <p:val>
                                            <p:fltVal val="0"/>
                                          </p:val>
                                        </p:tav>
                                      </p:tavLst>
                                    </p:anim>
                                    <p:anim calcmode="lin" valueType="num">
                                      <p:cBhvr>
                                        <p:cTn id="726" dur="1000"/>
                                        <p:tgtEl>
                                          <p:spTgt spid="216"/>
                                        </p:tgtEl>
                                        <p:attrNameLst>
                                          <p:attrName>ppt_h</p:attrName>
                                        </p:attrNameLst>
                                      </p:cBhvr>
                                      <p:tavLst>
                                        <p:tav tm="0">
                                          <p:val>
                                            <p:strVal val="ppt_h"/>
                                          </p:val>
                                        </p:tav>
                                        <p:tav tm="100000">
                                          <p:val>
                                            <p:fltVal val="0"/>
                                          </p:val>
                                        </p:tav>
                                      </p:tavLst>
                                    </p:anim>
                                    <p:anim calcmode="lin" valueType="num">
                                      <p:cBhvr>
                                        <p:cTn id="727" dur="1000"/>
                                        <p:tgtEl>
                                          <p:spTgt spid="216"/>
                                        </p:tgtEl>
                                        <p:attrNameLst>
                                          <p:attrName>style.rotation</p:attrName>
                                        </p:attrNameLst>
                                      </p:cBhvr>
                                      <p:tavLst>
                                        <p:tav tm="0">
                                          <p:val>
                                            <p:fltVal val="0"/>
                                          </p:val>
                                        </p:tav>
                                        <p:tav tm="100000">
                                          <p:val>
                                            <p:fltVal val="90"/>
                                          </p:val>
                                        </p:tav>
                                      </p:tavLst>
                                    </p:anim>
                                    <p:animEffect transition="out" filter="fade">
                                      <p:cBhvr>
                                        <p:cTn id="728" dur="1000"/>
                                        <p:tgtEl>
                                          <p:spTgt spid="216"/>
                                        </p:tgtEl>
                                      </p:cBhvr>
                                    </p:animEffect>
                                    <p:set>
                                      <p:cBhvr>
                                        <p:cTn id="729" dur="1" fill="hold">
                                          <p:stCondLst>
                                            <p:cond delay="999"/>
                                          </p:stCondLst>
                                        </p:cTn>
                                        <p:tgtEl>
                                          <p:spTgt spid="216"/>
                                        </p:tgtEl>
                                        <p:attrNameLst>
                                          <p:attrName>style.visibility</p:attrName>
                                        </p:attrNameLst>
                                      </p:cBhvr>
                                      <p:to>
                                        <p:strVal val="hidden"/>
                                      </p:to>
                                    </p:set>
                                  </p:childTnLst>
                                </p:cTn>
                              </p:par>
                              <p:par>
                                <p:cTn id="730" presetID="22" presetClass="entr" presetSubtype="8" fill="hold" nodeType="withEffect">
                                  <p:stCondLst>
                                    <p:cond delay="0"/>
                                  </p:stCondLst>
                                  <p:childTnLst>
                                    <p:set>
                                      <p:cBhvr>
                                        <p:cTn id="731" dur="1" fill="hold">
                                          <p:stCondLst>
                                            <p:cond delay="0"/>
                                          </p:stCondLst>
                                        </p:cTn>
                                        <p:tgtEl>
                                          <p:spTgt spid="166"/>
                                        </p:tgtEl>
                                        <p:attrNameLst>
                                          <p:attrName>style.visibility</p:attrName>
                                        </p:attrNameLst>
                                      </p:cBhvr>
                                      <p:to>
                                        <p:strVal val="visible"/>
                                      </p:to>
                                    </p:set>
                                    <p:animEffect transition="in" filter="wipe(left)">
                                      <p:cBhvr>
                                        <p:cTn id="732" dur="1000"/>
                                        <p:tgtEl>
                                          <p:spTgt spid="166"/>
                                        </p:tgtEl>
                                      </p:cBhvr>
                                    </p:animEffect>
                                  </p:childTnLst>
                                </p:cTn>
                              </p:par>
                            </p:childTnLst>
                          </p:cTn>
                        </p:par>
                        <p:par>
                          <p:cTn id="733" fill="hold">
                            <p:stCondLst>
                              <p:cond delay="17000"/>
                            </p:stCondLst>
                            <p:childTnLst>
                              <p:par>
                                <p:cTn id="734" presetID="22" presetClass="entr" presetSubtype="4" fill="hold" nodeType="afterEffect">
                                  <p:stCondLst>
                                    <p:cond delay="0"/>
                                  </p:stCondLst>
                                  <p:childTnLst>
                                    <p:set>
                                      <p:cBhvr>
                                        <p:cTn id="735" dur="1" fill="hold">
                                          <p:stCondLst>
                                            <p:cond delay="0"/>
                                          </p:stCondLst>
                                        </p:cTn>
                                        <p:tgtEl>
                                          <p:spTgt spid="246"/>
                                        </p:tgtEl>
                                        <p:attrNameLst>
                                          <p:attrName>style.visibility</p:attrName>
                                        </p:attrNameLst>
                                      </p:cBhvr>
                                      <p:to>
                                        <p:strVal val="visible"/>
                                      </p:to>
                                    </p:set>
                                    <p:animEffect transition="in" filter="wipe(down)">
                                      <p:cBhvr>
                                        <p:cTn id="736" dur="1000"/>
                                        <p:tgtEl>
                                          <p:spTgt spid="246"/>
                                        </p:tgtEl>
                                      </p:cBhvr>
                                    </p:animEffect>
                                  </p:childTnLst>
                                </p:cTn>
                              </p:par>
                            </p:childTnLst>
                          </p:cTn>
                        </p:par>
                        <p:par>
                          <p:cTn id="737" fill="hold">
                            <p:stCondLst>
                              <p:cond delay="18000"/>
                            </p:stCondLst>
                            <p:childTnLst>
                              <p:par>
                                <p:cTn id="738" presetID="45" presetClass="entr" presetSubtype="0" fill="hold" grpId="0" nodeType="afterEffect">
                                  <p:stCondLst>
                                    <p:cond delay="0"/>
                                  </p:stCondLst>
                                  <p:childTnLst>
                                    <p:set>
                                      <p:cBhvr>
                                        <p:cTn id="739" dur="1" fill="hold">
                                          <p:stCondLst>
                                            <p:cond delay="0"/>
                                          </p:stCondLst>
                                        </p:cTn>
                                        <p:tgtEl>
                                          <p:spTgt spid="249"/>
                                        </p:tgtEl>
                                        <p:attrNameLst>
                                          <p:attrName>style.visibility</p:attrName>
                                        </p:attrNameLst>
                                      </p:cBhvr>
                                      <p:to>
                                        <p:strVal val="visible"/>
                                      </p:to>
                                    </p:set>
                                    <p:animEffect transition="in" filter="fade">
                                      <p:cBhvr>
                                        <p:cTn id="740" dur="2000"/>
                                        <p:tgtEl>
                                          <p:spTgt spid="249"/>
                                        </p:tgtEl>
                                      </p:cBhvr>
                                    </p:animEffect>
                                    <p:anim calcmode="lin" valueType="num">
                                      <p:cBhvr>
                                        <p:cTn id="741" dur="2000" fill="hold"/>
                                        <p:tgtEl>
                                          <p:spTgt spid="249"/>
                                        </p:tgtEl>
                                        <p:attrNameLst>
                                          <p:attrName>ppt_w</p:attrName>
                                        </p:attrNameLst>
                                      </p:cBhvr>
                                      <p:tavLst>
                                        <p:tav tm="0" fmla="#ppt_w*sin(2.5*pi*$)">
                                          <p:val>
                                            <p:fltVal val="0"/>
                                          </p:val>
                                        </p:tav>
                                        <p:tav tm="100000">
                                          <p:val>
                                            <p:fltVal val="1"/>
                                          </p:val>
                                        </p:tav>
                                      </p:tavLst>
                                    </p:anim>
                                    <p:anim calcmode="lin" valueType="num">
                                      <p:cBhvr>
                                        <p:cTn id="742" dur="2000" fill="hold"/>
                                        <p:tgtEl>
                                          <p:spTgt spid="249"/>
                                        </p:tgtEl>
                                        <p:attrNameLst>
                                          <p:attrName>ppt_h</p:attrName>
                                        </p:attrNameLst>
                                      </p:cBhvr>
                                      <p:tavLst>
                                        <p:tav tm="0">
                                          <p:val>
                                            <p:strVal val="#ppt_h"/>
                                          </p:val>
                                        </p:tav>
                                        <p:tav tm="100000">
                                          <p:val>
                                            <p:strVal val="#ppt_h"/>
                                          </p:val>
                                        </p:tav>
                                      </p:tavLst>
                                    </p:anim>
                                  </p:childTnLst>
                                </p:cTn>
                              </p:par>
                            </p:childTnLst>
                          </p:cTn>
                        </p:par>
                        <p:par>
                          <p:cTn id="743" fill="hold">
                            <p:stCondLst>
                              <p:cond delay="20000"/>
                            </p:stCondLst>
                            <p:childTnLst>
                              <p:par>
                                <p:cTn id="744" presetID="22" presetClass="exit" presetSubtype="1" fill="hold" nodeType="afterEffect">
                                  <p:stCondLst>
                                    <p:cond delay="0"/>
                                  </p:stCondLst>
                                  <p:childTnLst>
                                    <p:animEffect transition="out" filter="wipe(up)">
                                      <p:cBhvr>
                                        <p:cTn id="745" dur="500"/>
                                        <p:tgtEl>
                                          <p:spTgt spid="166"/>
                                        </p:tgtEl>
                                      </p:cBhvr>
                                    </p:animEffect>
                                    <p:set>
                                      <p:cBhvr>
                                        <p:cTn id="746" dur="1" fill="hold">
                                          <p:stCondLst>
                                            <p:cond delay="499"/>
                                          </p:stCondLst>
                                        </p:cTn>
                                        <p:tgtEl>
                                          <p:spTgt spid="166"/>
                                        </p:tgtEl>
                                        <p:attrNameLst>
                                          <p:attrName>style.visibility</p:attrName>
                                        </p:attrNameLst>
                                      </p:cBhvr>
                                      <p:to>
                                        <p:strVal val="hidden"/>
                                      </p:to>
                                    </p:set>
                                  </p:childTnLst>
                                </p:cTn>
                              </p:par>
                              <p:par>
                                <p:cTn id="747" presetID="22" presetClass="entr" presetSubtype="8" fill="hold" nodeType="withEffect">
                                  <p:stCondLst>
                                    <p:cond delay="0"/>
                                  </p:stCondLst>
                                  <p:childTnLst>
                                    <p:set>
                                      <p:cBhvr>
                                        <p:cTn id="748" dur="1" fill="hold">
                                          <p:stCondLst>
                                            <p:cond delay="0"/>
                                          </p:stCondLst>
                                        </p:cTn>
                                        <p:tgtEl>
                                          <p:spTgt spid="168"/>
                                        </p:tgtEl>
                                        <p:attrNameLst>
                                          <p:attrName>style.visibility</p:attrName>
                                        </p:attrNameLst>
                                      </p:cBhvr>
                                      <p:to>
                                        <p:strVal val="visible"/>
                                      </p:to>
                                    </p:set>
                                    <p:animEffect transition="in" filter="wipe(left)">
                                      <p:cBhvr>
                                        <p:cTn id="749" dur="1000"/>
                                        <p:tgtEl>
                                          <p:spTgt spid="168"/>
                                        </p:tgtEl>
                                      </p:cBhvr>
                                    </p:animEffect>
                                  </p:childTnLst>
                                </p:cTn>
                              </p:par>
                            </p:childTnLst>
                          </p:cTn>
                        </p:par>
                        <p:par>
                          <p:cTn id="750" fill="hold">
                            <p:stCondLst>
                              <p:cond delay="21000"/>
                            </p:stCondLst>
                            <p:childTnLst>
                              <p:par>
                                <p:cTn id="751" presetID="63" presetClass="path" presetSubtype="0" accel="50000" decel="50000" fill="hold" grpId="10" nodeType="afterEffect">
                                  <p:stCondLst>
                                    <p:cond delay="0"/>
                                  </p:stCondLst>
                                  <p:childTnLst>
                                    <p:animMotion origin="layout" path="M 0.03151 0.00069 L 0.09857 0.00046 " pathEditMode="relative" rAng="0" ptsTypes="AA">
                                      <p:cBhvr>
                                        <p:cTn id="752" dur="1500" fill="hold"/>
                                        <p:tgtEl>
                                          <p:spTgt spid="181"/>
                                        </p:tgtEl>
                                        <p:attrNameLst>
                                          <p:attrName>ppt_x</p:attrName>
                                          <p:attrName>ppt_y</p:attrName>
                                        </p:attrNameLst>
                                      </p:cBhvr>
                                      <p:rCtr x="3346" y="-23"/>
                                    </p:animMotion>
                                  </p:childTnLst>
                                </p:cTn>
                              </p:par>
                            </p:childTnLst>
                          </p:cTn>
                        </p:par>
                        <p:par>
                          <p:cTn id="753" fill="hold">
                            <p:stCondLst>
                              <p:cond delay="22500"/>
                            </p:stCondLst>
                            <p:childTnLst>
                              <p:par>
                                <p:cTn id="754" presetID="63" presetClass="path" presetSubtype="0" accel="50000" decel="50000" fill="hold" grpId="11" nodeType="afterEffect">
                                  <p:stCondLst>
                                    <p:cond delay="0"/>
                                  </p:stCondLst>
                                  <p:childTnLst>
                                    <p:animMotion origin="layout" path="M 0.06706 -0.00023 L 0.10013 -0.00023 " pathEditMode="relative" rAng="0" ptsTypes="AA">
                                      <p:cBhvr>
                                        <p:cTn id="755" dur="1500" fill="hold"/>
                                        <p:tgtEl>
                                          <p:spTgt spid="182"/>
                                        </p:tgtEl>
                                        <p:attrNameLst>
                                          <p:attrName>ppt_x</p:attrName>
                                          <p:attrName>ppt_y</p:attrName>
                                        </p:attrNameLst>
                                      </p:cBhvr>
                                      <p:rCtr x="1654" y="0"/>
                                    </p:animMotion>
                                  </p:childTnLst>
                                </p:cTn>
                              </p:par>
                            </p:childTnLst>
                          </p:cTn>
                        </p:par>
                      </p:childTnLst>
                    </p:cTn>
                  </p:par>
                  <p:par>
                    <p:cTn id="756" fill="hold">
                      <p:stCondLst>
                        <p:cond delay="indefinite"/>
                      </p:stCondLst>
                      <p:childTnLst>
                        <p:par>
                          <p:cTn id="757" fill="hold">
                            <p:stCondLst>
                              <p:cond delay="0"/>
                            </p:stCondLst>
                            <p:childTnLst>
                              <p:par>
                                <p:cTn id="758" presetID="22" presetClass="exit" presetSubtype="1" fill="hold" nodeType="clickEffect">
                                  <p:stCondLst>
                                    <p:cond delay="0"/>
                                  </p:stCondLst>
                                  <p:childTnLst>
                                    <p:animEffect transition="out" filter="wipe(up)">
                                      <p:cBhvr>
                                        <p:cTn id="759" dur="500"/>
                                        <p:tgtEl>
                                          <p:spTgt spid="168"/>
                                        </p:tgtEl>
                                      </p:cBhvr>
                                    </p:animEffect>
                                    <p:set>
                                      <p:cBhvr>
                                        <p:cTn id="760" dur="1" fill="hold">
                                          <p:stCondLst>
                                            <p:cond delay="499"/>
                                          </p:stCondLst>
                                        </p:cTn>
                                        <p:tgtEl>
                                          <p:spTgt spid="168"/>
                                        </p:tgtEl>
                                        <p:attrNameLst>
                                          <p:attrName>style.visibility</p:attrName>
                                        </p:attrNameLst>
                                      </p:cBhvr>
                                      <p:to>
                                        <p:strVal val="hidden"/>
                                      </p:to>
                                    </p:set>
                                  </p:childTnLst>
                                </p:cTn>
                              </p:par>
                              <p:par>
                                <p:cTn id="761" presetID="31" presetClass="exit" presetSubtype="0" fill="hold" nodeType="withEffect">
                                  <p:stCondLst>
                                    <p:cond delay="0"/>
                                  </p:stCondLst>
                                  <p:childTnLst>
                                    <p:anim calcmode="lin" valueType="num">
                                      <p:cBhvr>
                                        <p:cTn id="762" dur="1000"/>
                                        <p:tgtEl>
                                          <p:spTgt spid="246"/>
                                        </p:tgtEl>
                                        <p:attrNameLst>
                                          <p:attrName>ppt_w</p:attrName>
                                        </p:attrNameLst>
                                      </p:cBhvr>
                                      <p:tavLst>
                                        <p:tav tm="0">
                                          <p:val>
                                            <p:strVal val="ppt_w"/>
                                          </p:val>
                                        </p:tav>
                                        <p:tav tm="100000">
                                          <p:val>
                                            <p:fltVal val="0"/>
                                          </p:val>
                                        </p:tav>
                                      </p:tavLst>
                                    </p:anim>
                                    <p:anim calcmode="lin" valueType="num">
                                      <p:cBhvr>
                                        <p:cTn id="763" dur="1000"/>
                                        <p:tgtEl>
                                          <p:spTgt spid="246"/>
                                        </p:tgtEl>
                                        <p:attrNameLst>
                                          <p:attrName>ppt_h</p:attrName>
                                        </p:attrNameLst>
                                      </p:cBhvr>
                                      <p:tavLst>
                                        <p:tav tm="0">
                                          <p:val>
                                            <p:strVal val="ppt_h"/>
                                          </p:val>
                                        </p:tav>
                                        <p:tav tm="100000">
                                          <p:val>
                                            <p:fltVal val="0"/>
                                          </p:val>
                                        </p:tav>
                                      </p:tavLst>
                                    </p:anim>
                                    <p:anim calcmode="lin" valueType="num">
                                      <p:cBhvr>
                                        <p:cTn id="764" dur="1000"/>
                                        <p:tgtEl>
                                          <p:spTgt spid="246"/>
                                        </p:tgtEl>
                                        <p:attrNameLst>
                                          <p:attrName>style.rotation</p:attrName>
                                        </p:attrNameLst>
                                      </p:cBhvr>
                                      <p:tavLst>
                                        <p:tav tm="0">
                                          <p:val>
                                            <p:fltVal val="0"/>
                                          </p:val>
                                        </p:tav>
                                        <p:tav tm="100000">
                                          <p:val>
                                            <p:fltVal val="90"/>
                                          </p:val>
                                        </p:tav>
                                      </p:tavLst>
                                    </p:anim>
                                    <p:animEffect transition="out" filter="fade">
                                      <p:cBhvr>
                                        <p:cTn id="765" dur="1000"/>
                                        <p:tgtEl>
                                          <p:spTgt spid="246"/>
                                        </p:tgtEl>
                                      </p:cBhvr>
                                    </p:animEffect>
                                    <p:set>
                                      <p:cBhvr>
                                        <p:cTn id="766" dur="1" fill="hold">
                                          <p:stCondLst>
                                            <p:cond delay="999"/>
                                          </p:stCondLst>
                                        </p:cTn>
                                        <p:tgtEl>
                                          <p:spTgt spid="246"/>
                                        </p:tgtEl>
                                        <p:attrNameLst>
                                          <p:attrName>style.visibility</p:attrName>
                                        </p:attrNameLst>
                                      </p:cBhvr>
                                      <p:to>
                                        <p:strVal val="hidden"/>
                                      </p:to>
                                    </p:set>
                                  </p:childTnLst>
                                </p:cTn>
                              </p:par>
                              <p:par>
                                <p:cTn id="767" presetID="31" presetClass="exit" presetSubtype="0" fill="hold" grpId="1" nodeType="withEffect">
                                  <p:stCondLst>
                                    <p:cond delay="0"/>
                                  </p:stCondLst>
                                  <p:childTnLst>
                                    <p:anim calcmode="lin" valueType="num">
                                      <p:cBhvr>
                                        <p:cTn id="768" dur="1000"/>
                                        <p:tgtEl>
                                          <p:spTgt spid="249"/>
                                        </p:tgtEl>
                                        <p:attrNameLst>
                                          <p:attrName>ppt_w</p:attrName>
                                        </p:attrNameLst>
                                      </p:cBhvr>
                                      <p:tavLst>
                                        <p:tav tm="0">
                                          <p:val>
                                            <p:strVal val="ppt_w"/>
                                          </p:val>
                                        </p:tav>
                                        <p:tav tm="100000">
                                          <p:val>
                                            <p:fltVal val="0"/>
                                          </p:val>
                                        </p:tav>
                                      </p:tavLst>
                                    </p:anim>
                                    <p:anim calcmode="lin" valueType="num">
                                      <p:cBhvr>
                                        <p:cTn id="769" dur="1000"/>
                                        <p:tgtEl>
                                          <p:spTgt spid="249"/>
                                        </p:tgtEl>
                                        <p:attrNameLst>
                                          <p:attrName>ppt_h</p:attrName>
                                        </p:attrNameLst>
                                      </p:cBhvr>
                                      <p:tavLst>
                                        <p:tav tm="0">
                                          <p:val>
                                            <p:strVal val="ppt_h"/>
                                          </p:val>
                                        </p:tav>
                                        <p:tav tm="100000">
                                          <p:val>
                                            <p:fltVal val="0"/>
                                          </p:val>
                                        </p:tav>
                                      </p:tavLst>
                                    </p:anim>
                                    <p:anim calcmode="lin" valueType="num">
                                      <p:cBhvr>
                                        <p:cTn id="770" dur="1000"/>
                                        <p:tgtEl>
                                          <p:spTgt spid="249"/>
                                        </p:tgtEl>
                                        <p:attrNameLst>
                                          <p:attrName>style.rotation</p:attrName>
                                        </p:attrNameLst>
                                      </p:cBhvr>
                                      <p:tavLst>
                                        <p:tav tm="0">
                                          <p:val>
                                            <p:fltVal val="0"/>
                                          </p:val>
                                        </p:tav>
                                        <p:tav tm="100000">
                                          <p:val>
                                            <p:fltVal val="90"/>
                                          </p:val>
                                        </p:tav>
                                      </p:tavLst>
                                    </p:anim>
                                    <p:animEffect transition="out" filter="fade">
                                      <p:cBhvr>
                                        <p:cTn id="771" dur="1000"/>
                                        <p:tgtEl>
                                          <p:spTgt spid="249"/>
                                        </p:tgtEl>
                                      </p:cBhvr>
                                    </p:animEffect>
                                    <p:set>
                                      <p:cBhvr>
                                        <p:cTn id="772" dur="1" fill="hold">
                                          <p:stCondLst>
                                            <p:cond delay="999"/>
                                          </p:stCondLst>
                                        </p:cTn>
                                        <p:tgtEl>
                                          <p:spTgt spid="249"/>
                                        </p:tgtEl>
                                        <p:attrNameLst>
                                          <p:attrName>style.visibility</p:attrName>
                                        </p:attrNameLst>
                                      </p:cBhvr>
                                      <p:to>
                                        <p:strVal val="hidden"/>
                                      </p:to>
                                    </p:set>
                                  </p:childTnLst>
                                </p:cTn>
                              </p:par>
                              <p:par>
                                <p:cTn id="773" presetID="45" presetClass="entr" presetSubtype="0" fill="hold" nodeType="withEffect">
                                  <p:stCondLst>
                                    <p:cond delay="0"/>
                                  </p:stCondLst>
                                  <p:childTnLst>
                                    <p:set>
                                      <p:cBhvr>
                                        <p:cTn id="774" dur="1" fill="hold">
                                          <p:stCondLst>
                                            <p:cond delay="0"/>
                                          </p:stCondLst>
                                        </p:cTn>
                                        <p:tgtEl>
                                          <p:spTgt spid="166"/>
                                        </p:tgtEl>
                                        <p:attrNameLst>
                                          <p:attrName>style.visibility</p:attrName>
                                        </p:attrNameLst>
                                      </p:cBhvr>
                                      <p:to>
                                        <p:strVal val="visible"/>
                                      </p:to>
                                    </p:set>
                                    <p:animEffect transition="in" filter="fade">
                                      <p:cBhvr>
                                        <p:cTn id="775" dur="2000"/>
                                        <p:tgtEl>
                                          <p:spTgt spid="166"/>
                                        </p:tgtEl>
                                      </p:cBhvr>
                                    </p:animEffect>
                                    <p:anim calcmode="lin" valueType="num">
                                      <p:cBhvr>
                                        <p:cTn id="776" dur="2000" fill="hold"/>
                                        <p:tgtEl>
                                          <p:spTgt spid="166"/>
                                        </p:tgtEl>
                                        <p:attrNameLst>
                                          <p:attrName>ppt_w</p:attrName>
                                        </p:attrNameLst>
                                      </p:cBhvr>
                                      <p:tavLst>
                                        <p:tav tm="0" fmla="#ppt_w*sin(2.5*pi*$)">
                                          <p:val>
                                            <p:fltVal val="0"/>
                                          </p:val>
                                        </p:tav>
                                        <p:tav tm="100000">
                                          <p:val>
                                            <p:fltVal val="1"/>
                                          </p:val>
                                        </p:tav>
                                      </p:tavLst>
                                    </p:anim>
                                    <p:anim calcmode="lin" valueType="num">
                                      <p:cBhvr>
                                        <p:cTn id="777" dur="2000" fill="hold"/>
                                        <p:tgtEl>
                                          <p:spTgt spid="166"/>
                                        </p:tgtEl>
                                        <p:attrNameLst>
                                          <p:attrName>ppt_h</p:attrName>
                                        </p:attrNameLst>
                                      </p:cBhvr>
                                      <p:tavLst>
                                        <p:tav tm="0">
                                          <p:val>
                                            <p:strVal val="#ppt_h"/>
                                          </p:val>
                                        </p:tav>
                                        <p:tav tm="100000">
                                          <p:val>
                                            <p:strVal val="#ppt_h"/>
                                          </p:val>
                                        </p:tav>
                                      </p:tavLst>
                                    </p:anim>
                                  </p:childTnLst>
                                </p:cTn>
                              </p:par>
                            </p:childTnLst>
                          </p:cTn>
                        </p:par>
                        <p:par>
                          <p:cTn id="778" fill="hold">
                            <p:stCondLst>
                              <p:cond delay="2000"/>
                            </p:stCondLst>
                            <p:childTnLst>
                              <p:par>
                                <p:cTn id="779" presetID="22" presetClass="entr" presetSubtype="4" fill="hold" nodeType="afterEffect">
                                  <p:stCondLst>
                                    <p:cond delay="0"/>
                                  </p:stCondLst>
                                  <p:childTnLst>
                                    <p:set>
                                      <p:cBhvr>
                                        <p:cTn id="780" dur="1" fill="hold">
                                          <p:stCondLst>
                                            <p:cond delay="0"/>
                                          </p:stCondLst>
                                        </p:cTn>
                                        <p:tgtEl>
                                          <p:spTgt spid="250"/>
                                        </p:tgtEl>
                                        <p:attrNameLst>
                                          <p:attrName>style.visibility</p:attrName>
                                        </p:attrNameLst>
                                      </p:cBhvr>
                                      <p:to>
                                        <p:strVal val="visible"/>
                                      </p:to>
                                    </p:set>
                                    <p:animEffect transition="in" filter="wipe(down)">
                                      <p:cBhvr>
                                        <p:cTn id="781" dur="1000"/>
                                        <p:tgtEl>
                                          <p:spTgt spid="250"/>
                                        </p:tgtEl>
                                      </p:cBhvr>
                                    </p:animEffect>
                                  </p:childTnLst>
                                </p:cTn>
                              </p:par>
                            </p:childTnLst>
                          </p:cTn>
                        </p:par>
                        <p:par>
                          <p:cTn id="782" fill="hold">
                            <p:stCondLst>
                              <p:cond delay="3000"/>
                            </p:stCondLst>
                            <p:childTnLst>
                              <p:par>
                                <p:cTn id="783" presetID="45" presetClass="entr" presetSubtype="0" fill="hold" nodeType="afterEffect">
                                  <p:stCondLst>
                                    <p:cond delay="0"/>
                                  </p:stCondLst>
                                  <p:childTnLst>
                                    <p:set>
                                      <p:cBhvr>
                                        <p:cTn id="784" dur="1" fill="hold">
                                          <p:stCondLst>
                                            <p:cond delay="0"/>
                                          </p:stCondLst>
                                        </p:cTn>
                                        <p:tgtEl>
                                          <p:spTgt spid="253"/>
                                        </p:tgtEl>
                                        <p:attrNameLst>
                                          <p:attrName>style.visibility</p:attrName>
                                        </p:attrNameLst>
                                      </p:cBhvr>
                                      <p:to>
                                        <p:strVal val="visible"/>
                                      </p:to>
                                    </p:set>
                                    <p:animEffect transition="in" filter="fade">
                                      <p:cBhvr>
                                        <p:cTn id="785" dur="2000"/>
                                        <p:tgtEl>
                                          <p:spTgt spid="253"/>
                                        </p:tgtEl>
                                      </p:cBhvr>
                                    </p:animEffect>
                                    <p:anim calcmode="lin" valueType="num">
                                      <p:cBhvr>
                                        <p:cTn id="786" dur="2000" fill="hold"/>
                                        <p:tgtEl>
                                          <p:spTgt spid="253"/>
                                        </p:tgtEl>
                                        <p:attrNameLst>
                                          <p:attrName>ppt_w</p:attrName>
                                        </p:attrNameLst>
                                      </p:cBhvr>
                                      <p:tavLst>
                                        <p:tav tm="0" fmla="#ppt_w*sin(2.5*pi*$)">
                                          <p:val>
                                            <p:fltVal val="0"/>
                                          </p:val>
                                        </p:tav>
                                        <p:tav tm="100000">
                                          <p:val>
                                            <p:fltVal val="1"/>
                                          </p:val>
                                        </p:tav>
                                      </p:tavLst>
                                    </p:anim>
                                    <p:anim calcmode="lin" valueType="num">
                                      <p:cBhvr>
                                        <p:cTn id="787" dur="2000" fill="hold"/>
                                        <p:tgtEl>
                                          <p:spTgt spid="253"/>
                                        </p:tgtEl>
                                        <p:attrNameLst>
                                          <p:attrName>ppt_h</p:attrName>
                                        </p:attrNameLst>
                                      </p:cBhvr>
                                      <p:tavLst>
                                        <p:tav tm="0">
                                          <p:val>
                                            <p:strVal val="#ppt_h"/>
                                          </p:val>
                                        </p:tav>
                                        <p:tav tm="100000">
                                          <p:val>
                                            <p:strVal val="#ppt_h"/>
                                          </p:val>
                                        </p:tav>
                                      </p:tavLst>
                                    </p:anim>
                                  </p:childTnLst>
                                </p:cTn>
                              </p:par>
                            </p:childTnLst>
                          </p:cTn>
                        </p:par>
                        <p:par>
                          <p:cTn id="788" fill="hold">
                            <p:stCondLst>
                              <p:cond delay="5000"/>
                            </p:stCondLst>
                            <p:childTnLst>
                              <p:par>
                                <p:cTn id="789" presetID="22" presetClass="exit" presetSubtype="1" fill="hold" nodeType="afterEffect">
                                  <p:stCondLst>
                                    <p:cond delay="0"/>
                                  </p:stCondLst>
                                  <p:childTnLst>
                                    <p:animEffect transition="out" filter="wipe(up)">
                                      <p:cBhvr>
                                        <p:cTn id="790" dur="500"/>
                                        <p:tgtEl>
                                          <p:spTgt spid="166"/>
                                        </p:tgtEl>
                                      </p:cBhvr>
                                    </p:animEffect>
                                    <p:set>
                                      <p:cBhvr>
                                        <p:cTn id="791" dur="1" fill="hold">
                                          <p:stCondLst>
                                            <p:cond delay="499"/>
                                          </p:stCondLst>
                                        </p:cTn>
                                        <p:tgtEl>
                                          <p:spTgt spid="166"/>
                                        </p:tgtEl>
                                        <p:attrNameLst>
                                          <p:attrName>style.visibility</p:attrName>
                                        </p:attrNameLst>
                                      </p:cBhvr>
                                      <p:to>
                                        <p:strVal val="hidden"/>
                                      </p:to>
                                    </p:set>
                                  </p:childTnLst>
                                </p:cTn>
                              </p:par>
                              <p:par>
                                <p:cTn id="792" presetID="22" presetClass="entr" presetSubtype="8" fill="hold" nodeType="withEffect">
                                  <p:stCondLst>
                                    <p:cond delay="0"/>
                                  </p:stCondLst>
                                  <p:childTnLst>
                                    <p:set>
                                      <p:cBhvr>
                                        <p:cTn id="793" dur="1" fill="hold">
                                          <p:stCondLst>
                                            <p:cond delay="0"/>
                                          </p:stCondLst>
                                        </p:cTn>
                                        <p:tgtEl>
                                          <p:spTgt spid="178"/>
                                        </p:tgtEl>
                                        <p:attrNameLst>
                                          <p:attrName>style.visibility</p:attrName>
                                        </p:attrNameLst>
                                      </p:cBhvr>
                                      <p:to>
                                        <p:strVal val="visible"/>
                                      </p:to>
                                    </p:set>
                                    <p:animEffect transition="in" filter="wipe(left)">
                                      <p:cBhvr>
                                        <p:cTn id="794" dur="1000"/>
                                        <p:tgtEl>
                                          <p:spTgt spid="178"/>
                                        </p:tgtEl>
                                      </p:cBhvr>
                                    </p:animEffect>
                                  </p:childTnLst>
                                </p:cTn>
                              </p:par>
                            </p:childTnLst>
                          </p:cTn>
                        </p:par>
                        <p:par>
                          <p:cTn id="795" fill="hold">
                            <p:stCondLst>
                              <p:cond delay="6000"/>
                            </p:stCondLst>
                            <p:childTnLst>
                              <p:par>
                                <p:cTn id="796" presetID="10" presetClass="exit" presetSubtype="0" fill="hold" grpId="0" nodeType="afterEffect">
                                  <p:stCondLst>
                                    <p:cond delay="0"/>
                                  </p:stCondLst>
                                  <p:childTnLst>
                                    <p:animEffect transition="out" filter="fade">
                                      <p:cBhvr>
                                        <p:cTn id="797" dur="500"/>
                                        <p:tgtEl>
                                          <p:spTgt spid="40"/>
                                        </p:tgtEl>
                                      </p:cBhvr>
                                    </p:animEffect>
                                    <p:set>
                                      <p:cBhvr>
                                        <p:cTn id="798" dur="1" fill="hold">
                                          <p:stCondLst>
                                            <p:cond delay="499"/>
                                          </p:stCondLst>
                                        </p:cTn>
                                        <p:tgtEl>
                                          <p:spTgt spid="40"/>
                                        </p:tgtEl>
                                        <p:attrNameLst>
                                          <p:attrName>style.visibility</p:attrName>
                                        </p:attrNameLst>
                                      </p:cBhvr>
                                      <p:to>
                                        <p:strVal val="hidden"/>
                                      </p:to>
                                    </p:set>
                                  </p:childTnLst>
                                </p:cTn>
                              </p:par>
                            </p:childTnLst>
                          </p:cTn>
                        </p:par>
                        <p:par>
                          <p:cTn id="799" fill="hold">
                            <p:stCondLst>
                              <p:cond delay="6500"/>
                            </p:stCondLst>
                            <p:childTnLst>
                              <p:par>
                                <p:cTn id="800" presetID="63" presetClass="path" presetSubtype="0" accel="50000" decel="50000" fill="hold" nodeType="afterEffect">
                                  <p:stCondLst>
                                    <p:cond delay="0"/>
                                  </p:stCondLst>
                                  <p:childTnLst>
                                    <p:animMotion origin="layout" path="M 0.05743 0.22107 L 0.11211 0.22176 " pathEditMode="relative" rAng="0" ptsTypes="AA">
                                      <p:cBhvr>
                                        <p:cTn id="801" dur="1500" fill="hold"/>
                                        <p:tgtEl>
                                          <p:spTgt spid="102"/>
                                        </p:tgtEl>
                                        <p:attrNameLst>
                                          <p:attrName>ppt_x</p:attrName>
                                          <p:attrName>ppt_y</p:attrName>
                                        </p:attrNameLst>
                                      </p:cBhvr>
                                      <p:rCtr x="2734" y="23"/>
                                    </p:animMotion>
                                  </p:childTnLst>
                                </p:cTn>
                              </p:par>
                              <p:par>
                                <p:cTn id="802" presetID="63" presetClass="path" presetSubtype="0" accel="50000" decel="50000" fill="hold" grpId="4" nodeType="withEffect">
                                  <p:stCondLst>
                                    <p:cond delay="0"/>
                                  </p:stCondLst>
                                  <p:childTnLst>
                                    <p:animMotion origin="layout" path="M 0.15977 0.00208 L 0.21198 0.00254 " pathEditMode="relative" rAng="0" ptsTypes="AA">
                                      <p:cBhvr>
                                        <p:cTn id="803" dur="1500" fill="hold"/>
                                        <p:tgtEl>
                                          <p:spTgt spid="73"/>
                                        </p:tgtEl>
                                        <p:attrNameLst>
                                          <p:attrName>ppt_x</p:attrName>
                                          <p:attrName>ppt_y</p:attrName>
                                        </p:attrNameLst>
                                      </p:cBhvr>
                                      <p:rCtr x="2604" y="23"/>
                                    </p:animMotion>
                                  </p:childTnLst>
                                </p:cTn>
                              </p:par>
                              <p:par>
                                <p:cTn id="804" presetID="10" presetClass="exit" presetSubtype="0" fill="hold" nodeType="withEffect">
                                  <p:stCondLst>
                                    <p:cond delay="1000"/>
                                  </p:stCondLst>
                                  <p:childTnLst>
                                    <p:animEffect transition="out" filter="fade">
                                      <p:cBhvr>
                                        <p:cTn id="805" dur="1000"/>
                                        <p:tgtEl>
                                          <p:spTgt spid="127"/>
                                        </p:tgtEl>
                                      </p:cBhvr>
                                    </p:animEffect>
                                    <p:set>
                                      <p:cBhvr>
                                        <p:cTn id="806" dur="1" fill="hold">
                                          <p:stCondLst>
                                            <p:cond delay="999"/>
                                          </p:stCondLst>
                                        </p:cTn>
                                        <p:tgtEl>
                                          <p:spTgt spid="127"/>
                                        </p:tgtEl>
                                        <p:attrNameLst>
                                          <p:attrName>style.visibility</p:attrName>
                                        </p:attrNameLst>
                                      </p:cBhvr>
                                      <p:to>
                                        <p:strVal val="hidden"/>
                                      </p:to>
                                    </p:set>
                                  </p:childTnLst>
                                </p:cTn>
                              </p:par>
                            </p:childTnLst>
                          </p:cTn>
                        </p:par>
                        <p:par>
                          <p:cTn id="807" fill="hold">
                            <p:stCondLst>
                              <p:cond delay="8500"/>
                            </p:stCondLst>
                            <p:childTnLst>
                              <p:par>
                                <p:cTn id="808" presetID="22" presetClass="entr" presetSubtype="2" fill="hold" nodeType="afterEffect">
                                  <p:stCondLst>
                                    <p:cond delay="0"/>
                                  </p:stCondLst>
                                  <p:childTnLst>
                                    <p:set>
                                      <p:cBhvr>
                                        <p:cTn id="809" dur="1" fill="hold">
                                          <p:stCondLst>
                                            <p:cond delay="0"/>
                                          </p:stCondLst>
                                        </p:cTn>
                                        <p:tgtEl>
                                          <p:spTgt spid="134"/>
                                        </p:tgtEl>
                                        <p:attrNameLst>
                                          <p:attrName>style.visibility</p:attrName>
                                        </p:attrNameLst>
                                      </p:cBhvr>
                                      <p:to>
                                        <p:strVal val="visible"/>
                                      </p:to>
                                    </p:set>
                                    <p:animEffect transition="in" filter="wipe(right)">
                                      <p:cBhvr>
                                        <p:cTn id="810" dur="500"/>
                                        <p:tgtEl>
                                          <p:spTgt spid="134"/>
                                        </p:tgtEl>
                                      </p:cBhvr>
                                    </p:animEffect>
                                  </p:childTnLst>
                                </p:cTn>
                              </p:par>
                            </p:childTnLst>
                          </p:cTn>
                        </p:par>
                        <p:par>
                          <p:cTn id="811" fill="hold">
                            <p:stCondLst>
                              <p:cond delay="9000"/>
                            </p:stCondLst>
                            <p:childTnLst>
                              <p:par>
                                <p:cTn id="812" presetID="22" presetClass="exit" presetSubtype="1" fill="hold" nodeType="afterEffect">
                                  <p:stCondLst>
                                    <p:cond delay="0"/>
                                  </p:stCondLst>
                                  <p:childTnLst>
                                    <p:animEffect transition="out" filter="wipe(up)">
                                      <p:cBhvr>
                                        <p:cTn id="813" dur="500"/>
                                        <p:tgtEl>
                                          <p:spTgt spid="178"/>
                                        </p:tgtEl>
                                      </p:cBhvr>
                                    </p:animEffect>
                                    <p:set>
                                      <p:cBhvr>
                                        <p:cTn id="814" dur="1" fill="hold">
                                          <p:stCondLst>
                                            <p:cond delay="499"/>
                                          </p:stCondLst>
                                        </p:cTn>
                                        <p:tgtEl>
                                          <p:spTgt spid="178"/>
                                        </p:tgtEl>
                                        <p:attrNameLst>
                                          <p:attrName>style.visibility</p:attrName>
                                        </p:attrNameLst>
                                      </p:cBhvr>
                                      <p:to>
                                        <p:strVal val="hidden"/>
                                      </p:to>
                                    </p:set>
                                  </p:childTnLst>
                                </p:cTn>
                              </p:par>
                              <p:par>
                                <p:cTn id="815" presetID="22" presetClass="entr" presetSubtype="8" fill="hold" nodeType="withEffect">
                                  <p:stCondLst>
                                    <p:cond delay="0"/>
                                  </p:stCondLst>
                                  <p:childTnLst>
                                    <p:set>
                                      <p:cBhvr>
                                        <p:cTn id="816" dur="1" fill="hold">
                                          <p:stCondLst>
                                            <p:cond delay="0"/>
                                          </p:stCondLst>
                                        </p:cTn>
                                        <p:tgtEl>
                                          <p:spTgt spid="179"/>
                                        </p:tgtEl>
                                        <p:attrNameLst>
                                          <p:attrName>style.visibility</p:attrName>
                                        </p:attrNameLst>
                                      </p:cBhvr>
                                      <p:to>
                                        <p:strVal val="visible"/>
                                      </p:to>
                                    </p:set>
                                    <p:animEffect transition="in" filter="wipe(left)">
                                      <p:cBhvr>
                                        <p:cTn id="817" dur="1000"/>
                                        <p:tgtEl>
                                          <p:spTgt spid="179"/>
                                        </p:tgtEl>
                                      </p:cBhvr>
                                    </p:animEffect>
                                  </p:childTnLst>
                                </p:cTn>
                              </p:par>
                            </p:childTnLst>
                          </p:cTn>
                        </p:par>
                        <p:par>
                          <p:cTn id="818" fill="hold">
                            <p:stCondLst>
                              <p:cond delay="10000"/>
                            </p:stCondLst>
                            <p:childTnLst>
                              <p:par>
                                <p:cTn id="819" presetID="22" presetClass="entr" presetSubtype="4" fill="hold" nodeType="afterEffect">
                                  <p:stCondLst>
                                    <p:cond delay="0"/>
                                  </p:stCondLst>
                                  <p:childTnLst>
                                    <p:set>
                                      <p:cBhvr>
                                        <p:cTn id="820" dur="1" fill="hold">
                                          <p:stCondLst>
                                            <p:cond delay="0"/>
                                          </p:stCondLst>
                                        </p:cTn>
                                        <p:tgtEl>
                                          <p:spTgt spid="97"/>
                                        </p:tgtEl>
                                        <p:attrNameLst>
                                          <p:attrName>style.visibility</p:attrName>
                                        </p:attrNameLst>
                                      </p:cBhvr>
                                      <p:to>
                                        <p:strVal val="visible"/>
                                      </p:to>
                                    </p:set>
                                    <p:animEffect transition="in" filter="wipe(down)">
                                      <p:cBhvr>
                                        <p:cTn id="821" dur="500"/>
                                        <p:tgtEl>
                                          <p:spTgt spid="97"/>
                                        </p:tgtEl>
                                      </p:cBhvr>
                                    </p:animEffect>
                                  </p:childTnLst>
                                </p:cTn>
                              </p:par>
                              <p:par>
                                <p:cTn id="822" presetID="42" presetClass="path" presetSubtype="0" accel="50000" decel="50000" fill="hold" nodeType="withEffect">
                                  <p:stCondLst>
                                    <p:cond delay="0"/>
                                  </p:stCondLst>
                                  <p:childTnLst>
                                    <p:animMotion origin="layout" path="M 8.33333E-7 2.96296E-6 L 0.02344 0.22152 " pathEditMode="relative" rAng="0" ptsTypes="AA">
                                      <p:cBhvr>
                                        <p:cTn id="823" dur="1500" fill="hold"/>
                                        <p:tgtEl>
                                          <p:spTgt spid="97"/>
                                        </p:tgtEl>
                                        <p:attrNameLst>
                                          <p:attrName>ppt_x</p:attrName>
                                          <p:attrName>ppt_y</p:attrName>
                                        </p:attrNameLst>
                                      </p:cBhvr>
                                      <p:rCtr x="1172" y="11065"/>
                                    </p:animMotion>
                                  </p:childTnLst>
                                </p:cTn>
                              </p:par>
                            </p:childTnLst>
                          </p:cTn>
                        </p:par>
                        <p:par>
                          <p:cTn id="824" fill="hold">
                            <p:stCondLst>
                              <p:cond delay="11500"/>
                            </p:stCondLst>
                            <p:childTnLst>
                              <p:par>
                                <p:cTn id="825" presetID="63" presetClass="path" presetSubtype="0" accel="50000" decel="50000" fill="hold" grpId="1" nodeType="afterEffect">
                                  <p:stCondLst>
                                    <p:cond delay="0"/>
                                  </p:stCondLst>
                                  <p:childTnLst>
                                    <p:animMotion origin="layout" path="M -1.45833E-6 -4.44444E-6 L 0.0655 -0.00115 " pathEditMode="relative" rAng="0" ptsTypes="AA">
                                      <p:cBhvr>
                                        <p:cTn id="826" dur="1500" fill="hold"/>
                                        <p:tgtEl>
                                          <p:spTgt spid="132"/>
                                        </p:tgtEl>
                                        <p:attrNameLst>
                                          <p:attrName>ppt_x</p:attrName>
                                          <p:attrName>ppt_y</p:attrName>
                                        </p:attrNameLst>
                                      </p:cBhvr>
                                      <p:rCtr x="3268" y="-69"/>
                                    </p:animMotion>
                                  </p:childTnLst>
                                </p:cTn>
                              </p:par>
                              <p:par>
                                <p:cTn id="827" presetID="63" presetClass="path" presetSubtype="0" accel="50000" decel="50000" fill="hold" grpId="1" nodeType="withEffect">
                                  <p:stCondLst>
                                    <p:cond delay="0"/>
                                  </p:stCondLst>
                                  <p:childTnLst>
                                    <p:animMotion origin="layout" path="M -1.04167E-6 -1.85185E-6 L 0.05352 0.00209 " pathEditMode="relative" rAng="0" ptsTypes="AA">
                                      <p:cBhvr>
                                        <p:cTn id="828" dur="1500" fill="hold"/>
                                        <p:tgtEl>
                                          <p:spTgt spid="69"/>
                                        </p:tgtEl>
                                        <p:attrNameLst>
                                          <p:attrName>ppt_x</p:attrName>
                                          <p:attrName>ppt_y</p:attrName>
                                        </p:attrNameLst>
                                      </p:cBhvr>
                                      <p:rCtr x="2669" y="93"/>
                                    </p:animMotion>
                                  </p:childTnLst>
                                </p:cTn>
                              </p:par>
                            </p:childTnLst>
                          </p:cTn>
                        </p:par>
                        <p:par>
                          <p:cTn id="829" fill="hold">
                            <p:stCondLst>
                              <p:cond delay="13000"/>
                            </p:stCondLst>
                            <p:childTnLst>
                              <p:par>
                                <p:cTn id="830" presetID="22" presetClass="entr" presetSubtype="8" fill="hold" nodeType="afterEffect">
                                  <p:stCondLst>
                                    <p:cond delay="0"/>
                                  </p:stCondLst>
                                  <p:childTnLst>
                                    <p:set>
                                      <p:cBhvr>
                                        <p:cTn id="831" dur="1" fill="hold">
                                          <p:stCondLst>
                                            <p:cond delay="0"/>
                                          </p:stCondLst>
                                        </p:cTn>
                                        <p:tgtEl>
                                          <p:spTgt spid="133"/>
                                        </p:tgtEl>
                                        <p:attrNameLst>
                                          <p:attrName>style.visibility</p:attrName>
                                        </p:attrNameLst>
                                      </p:cBhvr>
                                      <p:to>
                                        <p:strVal val="visible"/>
                                      </p:to>
                                    </p:set>
                                    <p:animEffect transition="in" filter="wipe(left)">
                                      <p:cBhvr>
                                        <p:cTn id="832" dur="1000"/>
                                        <p:tgtEl>
                                          <p:spTgt spid="133"/>
                                        </p:tgtEl>
                                      </p:cBhvr>
                                    </p:animEffect>
                                  </p:childTnLst>
                                </p:cTn>
                              </p:par>
                            </p:childTnLst>
                          </p:cTn>
                        </p:par>
                        <p:par>
                          <p:cTn id="833" fill="hold">
                            <p:stCondLst>
                              <p:cond delay="14000"/>
                            </p:stCondLst>
                            <p:childTnLst>
                              <p:par>
                                <p:cTn id="834" presetID="22" presetClass="entr" presetSubtype="1" fill="hold" grpId="0" nodeType="afterEffect">
                                  <p:stCondLst>
                                    <p:cond delay="0"/>
                                  </p:stCondLst>
                                  <p:childTnLst>
                                    <p:set>
                                      <p:cBhvr>
                                        <p:cTn id="835" dur="1" fill="hold">
                                          <p:stCondLst>
                                            <p:cond delay="0"/>
                                          </p:stCondLst>
                                        </p:cTn>
                                        <p:tgtEl>
                                          <p:spTgt spid="68"/>
                                        </p:tgtEl>
                                        <p:attrNameLst>
                                          <p:attrName>style.visibility</p:attrName>
                                        </p:attrNameLst>
                                      </p:cBhvr>
                                      <p:to>
                                        <p:strVal val="visible"/>
                                      </p:to>
                                    </p:set>
                                    <p:animEffect transition="in" filter="wipe(up)">
                                      <p:cBhvr>
                                        <p:cTn id="836" dur="500"/>
                                        <p:tgtEl>
                                          <p:spTgt spid="68"/>
                                        </p:tgtEl>
                                      </p:cBhvr>
                                    </p:animEffect>
                                  </p:childTnLst>
                                </p:cTn>
                              </p:par>
                            </p:childTnLst>
                          </p:cTn>
                        </p:par>
                        <p:par>
                          <p:cTn id="837" fill="hold">
                            <p:stCondLst>
                              <p:cond delay="14500"/>
                            </p:stCondLst>
                            <p:childTnLst>
                              <p:par>
                                <p:cTn id="838" presetID="22" presetClass="entr" presetSubtype="1" fill="hold" grpId="0" nodeType="afterEffect">
                                  <p:stCondLst>
                                    <p:cond delay="0"/>
                                  </p:stCondLst>
                                  <p:childTnLst>
                                    <p:set>
                                      <p:cBhvr>
                                        <p:cTn id="839" dur="1" fill="hold">
                                          <p:stCondLst>
                                            <p:cond delay="0"/>
                                          </p:stCondLst>
                                        </p:cTn>
                                        <p:tgtEl>
                                          <p:spTgt spid="139"/>
                                        </p:tgtEl>
                                        <p:attrNameLst>
                                          <p:attrName>style.visibility</p:attrName>
                                        </p:attrNameLst>
                                      </p:cBhvr>
                                      <p:to>
                                        <p:strVal val="visible"/>
                                      </p:to>
                                    </p:set>
                                    <p:animEffect transition="in" filter="wipe(up)">
                                      <p:cBhvr>
                                        <p:cTn id="840" dur="500"/>
                                        <p:tgtEl>
                                          <p:spTgt spid="139"/>
                                        </p:tgtEl>
                                      </p:cBhvr>
                                    </p:animEffect>
                                  </p:childTnLst>
                                </p:cTn>
                              </p:par>
                            </p:childTnLst>
                          </p:cTn>
                        </p:par>
                        <p:par>
                          <p:cTn id="841" fill="hold">
                            <p:stCondLst>
                              <p:cond delay="15000"/>
                            </p:stCondLst>
                            <p:childTnLst>
                              <p:par>
                                <p:cTn id="842" presetID="26" presetClass="emph" presetSubtype="0" fill="hold" nodeType="afterEffect">
                                  <p:stCondLst>
                                    <p:cond delay="0"/>
                                  </p:stCondLst>
                                  <p:childTnLst>
                                    <p:animEffect transition="out" filter="fade">
                                      <p:cBhvr>
                                        <p:cTn id="843" dur="1000" tmFilter="0, 0; .2, .5; .8, .5; 1, 0"/>
                                        <p:tgtEl>
                                          <p:spTgt spid="177"/>
                                        </p:tgtEl>
                                      </p:cBhvr>
                                    </p:animEffect>
                                    <p:animScale>
                                      <p:cBhvr>
                                        <p:cTn id="844" dur="500" autoRev="1" fill="hold"/>
                                        <p:tgtEl>
                                          <p:spTgt spid="177"/>
                                        </p:tgtEl>
                                      </p:cBhvr>
                                      <p:by x="105000" y="105000"/>
                                    </p:animScale>
                                  </p:childTnLst>
                                </p:cTn>
                              </p:par>
                            </p:childTnLst>
                          </p:cTn>
                        </p:par>
                        <p:par>
                          <p:cTn id="845" fill="hold">
                            <p:stCondLst>
                              <p:cond delay="16000"/>
                            </p:stCondLst>
                            <p:childTnLst>
                              <p:par>
                                <p:cTn id="846" presetID="22" presetClass="exit" presetSubtype="1" fill="hold" nodeType="afterEffect">
                                  <p:stCondLst>
                                    <p:cond delay="0"/>
                                  </p:stCondLst>
                                  <p:childTnLst>
                                    <p:animEffect transition="out" filter="wipe(up)">
                                      <p:cBhvr>
                                        <p:cTn id="847" dur="500"/>
                                        <p:tgtEl>
                                          <p:spTgt spid="179"/>
                                        </p:tgtEl>
                                      </p:cBhvr>
                                    </p:animEffect>
                                    <p:set>
                                      <p:cBhvr>
                                        <p:cTn id="848" dur="1" fill="hold">
                                          <p:stCondLst>
                                            <p:cond delay="499"/>
                                          </p:stCondLst>
                                        </p:cTn>
                                        <p:tgtEl>
                                          <p:spTgt spid="179"/>
                                        </p:tgtEl>
                                        <p:attrNameLst>
                                          <p:attrName>style.visibility</p:attrName>
                                        </p:attrNameLst>
                                      </p:cBhvr>
                                      <p:to>
                                        <p:strVal val="hidden"/>
                                      </p:to>
                                    </p:set>
                                  </p:childTnLst>
                                </p:cTn>
                              </p:par>
                              <p:par>
                                <p:cTn id="849" presetID="31" presetClass="exit" presetSubtype="0" fill="hold" nodeType="withEffect">
                                  <p:stCondLst>
                                    <p:cond delay="0"/>
                                  </p:stCondLst>
                                  <p:childTnLst>
                                    <p:anim calcmode="lin" valueType="num">
                                      <p:cBhvr>
                                        <p:cTn id="850" dur="1000"/>
                                        <p:tgtEl>
                                          <p:spTgt spid="250"/>
                                        </p:tgtEl>
                                        <p:attrNameLst>
                                          <p:attrName>ppt_w</p:attrName>
                                        </p:attrNameLst>
                                      </p:cBhvr>
                                      <p:tavLst>
                                        <p:tav tm="0">
                                          <p:val>
                                            <p:strVal val="ppt_w"/>
                                          </p:val>
                                        </p:tav>
                                        <p:tav tm="100000">
                                          <p:val>
                                            <p:fltVal val="0"/>
                                          </p:val>
                                        </p:tav>
                                      </p:tavLst>
                                    </p:anim>
                                    <p:anim calcmode="lin" valueType="num">
                                      <p:cBhvr>
                                        <p:cTn id="851" dur="1000"/>
                                        <p:tgtEl>
                                          <p:spTgt spid="250"/>
                                        </p:tgtEl>
                                        <p:attrNameLst>
                                          <p:attrName>ppt_h</p:attrName>
                                        </p:attrNameLst>
                                      </p:cBhvr>
                                      <p:tavLst>
                                        <p:tav tm="0">
                                          <p:val>
                                            <p:strVal val="ppt_h"/>
                                          </p:val>
                                        </p:tav>
                                        <p:tav tm="100000">
                                          <p:val>
                                            <p:fltVal val="0"/>
                                          </p:val>
                                        </p:tav>
                                      </p:tavLst>
                                    </p:anim>
                                    <p:anim calcmode="lin" valueType="num">
                                      <p:cBhvr>
                                        <p:cTn id="852" dur="1000"/>
                                        <p:tgtEl>
                                          <p:spTgt spid="250"/>
                                        </p:tgtEl>
                                        <p:attrNameLst>
                                          <p:attrName>style.rotation</p:attrName>
                                        </p:attrNameLst>
                                      </p:cBhvr>
                                      <p:tavLst>
                                        <p:tav tm="0">
                                          <p:val>
                                            <p:fltVal val="0"/>
                                          </p:val>
                                        </p:tav>
                                        <p:tav tm="100000">
                                          <p:val>
                                            <p:fltVal val="90"/>
                                          </p:val>
                                        </p:tav>
                                      </p:tavLst>
                                    </p:anim>
                                    <p:animEffect transition="out" filter="fade">
                                      <p:cBhvr>
                                        <p:cTn id="853" dur="1000"/>
                                        <p:tgtEl>
                                          <p:spTgt spid="250"/>
                                        </p:tgtEl>
                                      </p:cBhvr>
                                    </p:animEffect>
                                    <p:set>
                                      <p:cBhvr>
                                        <p:cTn id="854" dur="1" fill="hold">
                                          <p:stCondLst>
                                            <p:cond delay="999"/>
                                          </p:stCondLst>
                                        </p:cTn>
                                        <p:tgtEl>
                                          <p:spTgt spid="250"/>
                                        </p:tgtEl>
                                        <p:attrNameLst>
                                          <p:attrName>style.visibility</p:attrName>
                                        </p:attrNameLst>
                                      </p:cBhvr>
                                      <p:to>
                                        <p:strVal val="hidden"/>
                                      </p:to>
                                    </p:set>
                                  </p:childTnLst>
                                </p:cTn>
                              </p:par>
                              <p:par>
                                <p:cTn id="855" presetID="31" presetClass="exit" presetSubtype="0" fill="hold" nodeType="withEffect">
                                  <p:stCondLst>
                                    <p:cond delay="0"/>
                                  </p:stCondLst>
                                  <p:childTnLst>
                                    <p:anim calcmode="lin" valueType="num">
                                      <p:cBhvr>
                                        <p:cTn id="856" dur="1000"/>
                                        <p:tgtEl>
                                          <p:spTgt spid="253"/>
                                        </p:tgtEl>
                                        <p:attrNameLst>
                                          <p:attrName>ppt_w</p:attrName>
                                        </p:attrNameLst>
                                      </p:cBhvr>
                                      <p:tavLst>
                                        <p:tav tm="0">
                                          <p:val>
                                            <p:strVal val="ppt_w"/>
                                          </p:val>
                                        </p:tav>
                                        <p:tav tm="100000">
                                          <p:val>
                                            <p:fltVal val="0"/>
                                          </p:val>
                                        </p:tav>
                                      </p:tavLst>
                                    </p:anim>
                                    <p:anim calcmode="lin" valueType="num">
                                      <p:cBhvr>
                                        <p:cTn id="857" dur="1000"/>
                                        <p:tgtEl>
                                          <p:spTgt spid="253"/>
                                        </p:tgtEl>
                                        <p:attrNameLst>
                                          <p:attrName>ppt_h</p:attrName>
                                        </p:attrNameLst>
                                      </p:cBhvr>
                                      <p:tavLst>
                                        <p:tav tm="0">
                                          <p:val>
                                            <p:strVal val="ppt_h"/>
                                          </p:val>
                                        </p:tav>
                                        <p:tav tm="100000">
                                          <p:val>
                                            <p:fltVal val="0"/>
                                          </p:val>
                                        </p:tav>
                                      </p:tavLst>
                                    </p:anim>
                                    <p:anim calcmode="lin" valueType="num">
                                      <p:cBhvr>
                                        <p:cTn id="858" dur="1000"/>
                                        <p:tgtEl>
                                          <p:spTgt spid="253"/>
                                        </p:tgtEl>
                                        <p:attrNameLst>
                                          <p:attrName>style.rotation</p:attrName>
                                        </p:attrNameLst>
                                      </p:cBhvr>
                                      <p:tavLst>
                                        <p:tav tm="0">
                                          <p:val>
                                            <p:fltVal val="0"/>
                                          </p:val>
                                        </p:tav>
                                        <p:tav tm="100000">
                                          <p:val>
                                            <p:fltVal val="90"/>
                                          </p:val>
                                        </p:tav>
                                      </p:tavLst>
                                    </p:anim>
                                    <p:animEffect transition="out" filter="fade">
                                      <p:cBhvr>
                                        <p:cTn id="859" dur="1000"/>
                                        <p:tgtEl>
                                          <p:spTgt spid="253"/>
                                        </p:tgtEl>
                                      </p:cBhvr>
                                    </p:animEffect>
                                    <p:set>
                                      <p:cBhvr>
                                        <p:cTn id="860" dur="1" fill="hold">
                                          <p:stCondLst>
                                            <p:cond delay="999"/>
                                          </p:stCondLst>
                                        </p:cTn>
                                        <p:tgtEl>
                                          <p:spTgt spid="253"/>
                                        </p:tgtEl>
                                        <p:attrNameLst>
                                          <p:attrName>style.visibility</p:attrName>
                                        </p:attrNameLst>
                                      </p:cBhvr>
                                      <p:to>
                                        <p:strVal val="hidden"/>
                                      </p:to>
                                    </p:set>
                                  </p:childTnLst>
                                </p:cTn>
                              </p:par>
                              <p:par>
                                <p:cTn id="861" presetID="22" presetClass="entr" presetSubtype="8" fill="hold" nodeType="withEffect">
                                  <p:stCondLst>
                                    <p:cond delay="0"/>
                                  </p:stCondLst>
                                  <p:childTnLst>
                                    <p:set>
                                      <p:cBhvr>
                                        <p:cTn id="862" dur="1" fill="hold">
                                          <p:stCondLst>
                                            <p:cond delay="0"/>
                                          </p:stCondLst>
                                        </p:cTn>
                                        <p:tgtEl>
                                          <p:spTgt spid="163"/>
                                        </p:tgtEl>
                                        <p:attrNameLst>
                                          <p:attrName>style.visibility</p:attrName>
                                        </p:attrNameLst>
                                      </p:cBhvr>
                                      <p:to>
                                        <p:strVal val="visible"/>
                                      </p:to>
                                    </p:set>
                                    <p:animEffect transition="in" filter="wipe(left)">
                                      <p:cBhvr>
                                        <p:cTn id="863" dur="1000"/>
                                        <p:tgtEl>
                                          <p:spTgt spid="163"/>
                                        </p:tgtEl>
                                      </p:cBhvr>
                                    </p:animEffect>
                                  </p:childTnLst>
                                </p:cTn>
                              </p:par>
                            </p:childTnLst>
                          </p:cTn>
                        </p:par>
                        <p:par>
                          <p:cTn id="864" fill="hold">
                            <p:stCondLst>
                              <p:cond delay="17000"/>
                            </p:stCondLst>
                            <p:childTnLst>
                              <p:par>
                                <p:cTn id="865" presetID="63" presetClass="path" presetSubtype="0" accel="50000" decel="50000" fill="hold" grpId="4" nodeType="afterEffect">
                                  <p:stCondLst>
                                    <p:cond delay="0"/>
                                  </p:stCondLst>
                                  <p:childTnLst>
                                    <p:animMotion origin="layout" path="M 0.09857 4.81481E-6 L 0.13216 -0.00116 " pathEditMode="relative" rAng="0" ptsTypes="AA">
                                      <p:cBhvr>
                                        <p:cTn id="866" dur="1500" fill="hold"/>
                                        <p:tgtEl>
                                          <p:spTgt spid="111"/>
                                        </p:tgtEl>
                                        <p:attrNameLst>
                                          <p:attrName>ppt_x</p:attrName>
                                          <p:attrName>ppt_y</p:attrName>
                                        </p:attrNameLst>
                                      </p:cBhvr>
                                      <p:rCtr x="1680" y="-69"/>
                                    </p:animMotion>
                                  </p:childTnLst>
                                </p:cTn>
                              </p:par>
                            </p:childTnLst>
                          </p:cTn>
                        </p:par>
                      </p:childTnLst>
                    </p:cTn>
                  </p:par>
                  <p:par>
                    <p:cTn id="867" fill="hold">
                      <p:stCondLst>
                        <p:cond delay="indefinite"/>
                      </p:stCondLst>
                      <p:childTnLst>
                        <p:par>
                          <p:cTn id="868" fill="hold">
                            <p:stCondLst>
                              <p:cond delay="0"/>
                            </p:stCondLst>
                            <p:childTnLst>
                              <p:par>
                                <p:cTn id="869" presetID="22" presetClass="exit" presetSubtype="1" fill="hold" nodeType="clickEffect">
                                  <p:stCondLst>
                                    <p:cond delay="0"/>
                                  </p:stCondLst>
                                  <p:childTnLst>
                                    <p:animEffect transition="out" filter="wipe(up)">
                                      <p:cBhvr>
                                        <p:cTn id="870" dur="500"/>
                                        <p:tgtEl>
                                          <p:spTgt spid="163"/>
                                        </p:tgtEl>
                                      </p:cBhvr>
                                    </p:animEffect>
                                    <p:set>
                                      <p:cBhvr>
                                        <p:cTn id="871" dur="1" fill="hold">
                                          <p:stCondLst>
                                            <p:cond delay="499"/>
                                          </p:stCondLst>
                                        </p:cTn>
                                        <p:tgtEl>
                                          <p:spTgt spid="163"/>
                                        </p:tgtEl>
                                        <p:attrNameLst>
                                          <p:attrName>style.visibility</p:attrName>
                                        </p:attrNameLst>
                                      </p:cBhvr>
                                      <p:to>
                                        <p:strVal val="hidden"/>
                                      </p:to>
                                    </p:set>
                                  </p:childTnLst>
                                </p:cTn>
                              </p:par>
                              <p:par>
                                <p:cTn id="872" presetID="22" presetClass="entr" presetSubtype="8" fill="hold" nodeType="withEffect">
                                  <p:stCondLst>
                                    <p:cond delay="0"/>
                                  </p:stCondLst>
                                  <p:childTnLst>
                                    <p:set>
                                      <p:cBhvr>
                                        <p:cTn id="873" dur="1" fill="hold">
                                          <p:stCondLst>
                                            <p:cond delay="0"/>
                                          </p:stCondLst>
                                        </p:cTn>
                                        <p:tgtEl>
                                          <p:spTgt spid="164"/>
                                        </p:tgtEl>
                                        <p:attrNameLst>
                                          <p:attrName>style.visibility</p:attrName>
                                        </p:attrNameLst>
                                      </p:cBhvr>
                                      <p:to>
                                        <p:strVal val="visible"/>
                                      </p:to>
                                    </p:set>
                                    <p:animEffect transition="in" filter="wipe(left)">
                                      <p:cBhvr>
                                        <p:cTn id="874" dur="1000"/>
                                        <p:tgtEl>
                                          <p:spTgt spid="164"/>
                                        </p:tgtEl>
                                      </p:cBhvr>
                                    </p:animEffect>
                                  </p:childTnLst>
                                </p:cTn>
                              </p:par>
                            </p:childTnLst>
                          </p:cTn>
                        </p:par>
                        <p:par>
                          <p:cTn id="875" fill="hold">
                            <p:stCondLst>
                              <p:cond delay="1000"/>
                            </p:stCondLst>
                            <p:childTnLst>
                              <p:par>
                                <p:cTn id="876" presetID="35" presetClass="path" presetSubtype="0" accel="50000" decel="50000" fill="hold" grpId="11" nodeType="afterEffect">
                                  <p:stCondLst>
                                    <p:cond delay="0"/>
                                  </p:stCondLst>
                                  <p:childTnLst>
                                    <p:animMotion origin="layout" path="M 0.09857 0.00046 L -3.33333E-6 7.40741E-7 " pathEditMode="relative" rAng="0" ptsTypes="AA">
                                      <p:cBhvr>
                                        <p:cTn id="877" dur="1500" fill="hold"/>
                                        <p:tgtEl>
                                          <p:spTgt spid="181"/>
                                        </p:tgtEl>
                                        <p:attrNameLst>
                                          <p:attrName>ppt_x</p:attrName>
                                          <p:attrName>ppt_y</p:attrName>
                                        </p:attrNameLst>
                                      </p:cBhvr>
                                      <p:rCtr x="-4935" y="-23"/>
                                    </p:animMotion>
                                  </p:childTnLst>
                                </p:cTn>
                              </p:par>
                            </p:childTnLst>
                          </p:cTn>
                        </p:par>
                        <p:par>
                          <p:cTn id="878" fill="hold">
                            <p:stCondLst>
                              <p:cond delay="2500"/>
                            </p:stCondLst>
                            <p:childTnLst>
                              <p:par>
                                <p:cTn id="879" presetID="35" presetClass="path" presetSubtype="0" accel="50000" decel="50000" fill="hold" grpId="12" nodeType="afterEffect">
                                  <p:stCondLst>
                                    <p:cond delay="0"/>
                                  </p:stCondLst>
                                  <p:childTnLst>
                                    <p:animMotion origin="layout" path="M 0.10013 -0.00023 L 0.03503 -0.00092 " pathEditMode="relative" rAng="0" ptsTypes="AA">
                                      <p:cBhvr>
                                        <p:cTn id="880" dur="1500" fill="hold"/>
                                        <p:tgtEl>
                                          <p:spTgt spid="182"/>
                                        </p:tgtEl>
                                        <p:attrNameLst>
                                          <p:attrName>ppt_x</p:attrName>
                                          <p:attrName>ppt_y</p:attrName>
                                        </p:attrNameLst>
                                      </p:cBhvr>
                                      <p:rCtr x="-3255" y="-46"/>
                                    </p:animMotion>
                                  </p:childTnLst>
                                </p:cTn>
                              </p:par>
                            </p:childTnLst>
                          </p:cTn>
                        </p:par>
                      </p:childTnLst>
                    </p:cTn>
                  </p:par>
                  <p:par>
                    <p:cTn id="881" fill="hold">
                      <p:stCondLst>
                        <p:cond delay="indefinite"/>
                      </p:stCondLst>
                      <p:childTnLst>
                        <p:par>
                          <p:cTn id="882" fill="hold">
                            <p:stCondLst>
                              <p:cond delay="0"/>
                            </p:stCondLst>
                            <p:childTnLst>
                              <p:par>
                                <p:cTn id="883" presetID="22" presetClass="exit" presetSubtype="1" fill="hold" nodeType="clickEffect">
                                  <p:stCondLst>
                                    <p:cond delay="0"/>
                                  </p:stCondLst>
                                  <p:childTnLst>
                                    <p:animEffect transition="out" filter="wipe(up)">
                                      <p:cBhvr>
                                        <p:cTn id="884" dur="500"/>
                                        <p:tgtEl>
                                          <p:spTgt spid="164"/>
                                        </p:tgtEl>
                                      </p:cBhvr>
                                    </p:animEffect>
                                    <p:set>
                                      <p:cBhvr>
                                        <p:cTn id="885" dur="1" fill="hold">
                                          <p:stCondLst>
                                            <p:cond delay="499"/>
                                          </p:stCondLst>
                                        </p:cTn>
                                        <p:tgtEl>
                                          <p:spTgt spid="164"/>
                                        </p:tgtEl>
                                        <p:attrNameLst>
                                          <p:attrName>style.visibility</p:attrName>
                                        </p:attrNameLst>
                                      </p:cBhvr>
                                      <p:to>
                                        <p:strVal val="hidden"/>
                                      </p:to>
                                    </p:set>
                                  </p:childTnLst>
                                </p:cTn>
                              </p:par>
                              <p:par>
                                <p:cTn id="886" presetID="45" presetClass="entr" presetSubtype="0" fill="hold" nodeType="withEffect">
                                  <p:stCondLst>
                                    <p:cond delay="0"/>
                                  </p:stCondLst>
                                  <p:childTnLst>
                                    <p:set>
                                      <p:cBhvr>
                                        <p:cTn id="887" dur="1" fill="hold">
                                          <p:stCondLst>
                                            <p:cond delay="0"/>
                                          </p:stCondLst>
                                        </p:cTn>
                                        <p:tgtEl>
                                          <p:spTgt spid="166"/>
                                        </p:tgtEl>
                                        <p:attrNameLst>
                                          <p:attrName>style.visibility</p:attrName>
                                        </p:attrNameLst>
                                      </p:cBhvr>
                                      <p:to>
                                        <p:strVal val="visible"/>
                                      </p:to>
                                    </p:set>
                                    <p:animEffect transition="in" filter="fade">
                                      <p:cBhvr>
                                        <p:cTn id="888" dur="2000"/>
                                        <p:tgtEl>
                                          <p:spTgt spid="166"/>
                                        </p:tgtEl>
                                      </p:cBhvr>
                                    </p:animEffect>
                                    <p:anim calcmode="lin" valueType="num">
                                      <p:cBhvr>
                                        <p:cTn id="889" dur="2000" fill="hold"/>
                                        <p:tgtEl>
                                          <p:spTgt spid="166"/>
                                        </p:tgtEl>
                                        <p:attrNameLst>
                                          <p:attrName>ppt_w</p:attrName>
                                        </p:attrNameLst>
                                      </p:cBhvr>
                                      <p:tavLst>
                                        <p:tav tm="0" fmla="#ppt_w*sin(2.5*pi*$)">
                                          <p:val>
                                            <p:fltVal val="0"/>
                                          </p:val>
                                        </p:tav>
                                        <p:tav tm="100000">
                                          <p:val>
                                            <p:fltVal val="1"/>
                                          </p:val>
                                        </p:tav>
                                      </p:tavLst>
                                    </p:anim>
                                    <p:anim calcmode="lin" valueType="num">
                                      <p:cBhvr>
                                        <p:cTn id="890" dur="2000" fill="hold"/>
                                        <p:tgtEl>
                                          <p:spTgt spid="166"/>
                                        </p:tgtEl>
                                        <p:attrNameLst>
                                          <p:attrName>ppt_h</p:attrName>
                                        </p:attrNameLst>
                                      </p:cBhvr>
                                      <p:tavLst>
                                        <p:tav tm="0">
                                          <p:val>
                                            <p:strVal val="#ppt_h"/>
                                          </p:val>
                                        </p:tav>
                                        <p:tav tm="100000">
                                          <p:val>
                                            <p:strVal val="#ppt_h"/>
                                          </p:val>
                                        </p:tav>
                                      </p:tavLst>
                                    </p:anim>
                                  </p:childTnLst>
                                </p:cTn>
                              </p:par>
                            </p:childTnLst>
                          </p:cTn>
                        </p:par>
                        <p:par>
                          <p:cTn id="891" fill="hold">
                            <p:stCondLst>
                              <p:cond delay="2000"/>
                            </p:stCondLst>
                            <p:childTnLst>
                              <p:par>
                                <p:cTn id="892" presetID="22" presetClass="entr" presetSubtype="4" fill="hold" nodeType="afterEffect">
                                  <p:stCondLst>
                                    <p:cond delay="0"/>
                                  </p:stCondLst>
                                  <p:childTnLst>
                                    <p:set>
                                      <p:cBhvr>
                                        <p:cTn id="893" dur="1" fill="hold">
                                          <p:stCondLst>
                                            <p:cond delay="0"/>
                                          </p:stCondLst>
                                        </p:cTn>
                                        <p:tgtEl>
                                          <p:spTgt spid="260"/>
                                        </p:tgtEl>
                                        <p:attrNameLst>
                                          <p:attrName>style.visibility</p:attrName>
                                        </p:attrNameLst>
                                      </p:cBhvr>
                                      <p:to>
                                        <p:strVal val="visible"/>
                                      </p:to>
                                    </p:set>
                                    <p:animEffect transition="in" filter="wipe(down)">
                                      <p:cBhvr>
                                        <p:cTn id="894" dur="1000"/>
                                        <p:tgtEl>
                                          <p:spTgt spid="260"/>
                                        </p:tgtEl>
                                      </p:cBhvr>
                                    </p:animEffect>
                                  </p:childTnLst>
                                </p:cTn>
                              </p:par>
                            </p:childTnLst>
                          </p:cTn>
                        </p:par>
                        <p:par>
                          <p:cTn id="895" fill="hold">
                            <p:stCondLst>
                              <p:cond delay="3000"/>
                            </p:stCondLst>
                            <p:childTnLst>
                              <p:par>
                                <p:cTn id="896" presetID="45" presetClass="entr" presetSubtype="0" fill="hold" nodeType="afterEffect">
                                  <p:stCondLst>
                                    <p:cond delay="0"/>
                                  </p:stCondLst>
                                  <p:childTnLst>
                                    <p:set>
                                      <p:cBhvr>
                                        <p:cTn id="897" dur="1" fill="hold">
                                          <p:stCondLst>
                                            <p:cond delay="0"/>
                                          </p:stCondLst>
                                        </p:cTn>
                                        <p:tgtEl>
                                          <p:spTgt spid="263"/>
                                        </p:tgtEl>
                                        <p:attrNameLst>
                                          <p:attrName>style.visibility</p:attrName>
                                        </p:attrNameLst>
                                      </p:cBhvr>
                                      <p:to>
                                        <p:strVal val="visible"/>
                                      </p:to>
                                    </p:set>
                                    <p:animEffect transition="in" filter="fade">
                                      <p:cBhvr>
                                        <p:cTn id="898" dur="2000"/>
                                        <p:tgtEl>
                                          <p:spTgt spid="263"/>
                                        </p:tgtEl>
                                      </p:cBhvr>
                                    </p:animEffect>
                                    <p:anim calcmode="lin" valueType="num">
                                      <p:cBhvr>
                                        <p:cTn id="899" dur="2000" fill="hold"/>
                                        <p:tgtEl>
                                          <p:spTgt spid="263"/>
                                        </p:tgtEl>
                                        <p:attrNameLst>
                                          <p:attrName>ppt_w</p:attrName>
                                        </p:attrNameLst>
                                      </p:cBhvr>
                                      <p:tavLst>
                                        <p:tav tm="0" fmla="#ppt_w*sin(2.5*pi*$)">
                                          <p:val>
                                            <p:fltVal val="0"/>
                                          </p:val>
                                        </p:tav>
                                        <p:tav tm="100000">
                                          <p:val>
                                            <p:fltVal val="1"/>
                                          </p:val>
                                        </p:tav>
                                      </p:tavLst>
                                    </p:anim>
                                    <p:anim calcmode="lin" valueType="num">
                                      <p:cBhvr>
                                        <p:cTn id="900" dur="2000" fill="hold"/>
                                        <p:tgtEl>
                                          <p:spTgt spid="263"/>
                                        </p:tgtEl>
                                        <p:attrNameLst>
                                          <p:attrName>ppt_h</p:attrName>
                                        </p:attrNameLst>
                                      </p:cBhvr>
                                      <p:tavLst>
                                        <p:tav tm="0">
                                          <p:val>
                                            <p:strVal val="#ppt_h"/>
                                          </p:val>
                                        </p:tav>
                                        <p:tav tm="100000">
                                          <p:val>
                                            <p:strVal val="#ppt_h"/>
                                          </p:val>
                                        </p:tav>
                                      </p:tavLst>
                                    </p:anim>
                                  </p:childTnLst>
                                </p:cTn>
                              </p:par>
                            </p:childTnLst>
                          </p:cTn>
                        </p:par>
                      </p:childTnLst>
                    </p:cTn>
                  </p:par>
                  <p:par>
                    <p:cTn id="901" fill="hold">
                      <p:stCondLst>
                        <p:cond delay="indefinite"/>
                      </p:stCondLst>
                      <p:childTnLst>
                        <p:par>
                          <p:cTn id="902" fill="hold">
                            <p:stCondLst>
                              <p:cond delay="0"/>
                            </p:stCondLst>
                            <p:childTnLst>
                              <p:par>
                                <p:cTn id="903" presetID="22" presetClass="exit" presetSubtype="1" fill="hold" nodeType="clickEffect">
                                  <p:stCondLst>
                                    <p:cond delay="0"/>
                                  </p:stCondLst>
                                  <p:childTnLst>
                                    <p:animEffect transition="out" filter="wipe(up)">
                                      <p:cBhvr>
                                        <p:cTn id="904" dur="500"/>
                                        <p:tgtEl>
                                          <p:spTgt spid="166"/>
                                        </p:tgtEl>
                                      </p:cBhvr>
                                    </p:animEffect>
                                    <p:set>
                                      <p:cBhvr>
                                        <p:cTn id="905" dur="1" fill="hold">
                                          <p:stCondLst>
                                            <p:cond delay="499"/>
                                          </p:stCondLst>
                                        </p:cTn>
                                        <p:tgtEl>
                                          <p:spTgt spid="166"/>
                                        </p:tgtEl>
                                        <p:attrNameLst>
                                          <p:attrName>style.visibility</p:attrName>
                                        </p:attrNameLst>
                                      </p:cBhvr>
                                      <p:to>
                                        <p:strVal val="hidden"/>
                                      </p:to>
                                    </p:set>
                                  </p:childTnLst>
                                </p:cTn>
                              </p:par>
                              <p:par>
                                <p:cTn id="906" presetID="22" presetClass="entr" presetSubtype="8" fill="hold" nodeType="withEffect">
                                  <p:stCondLst>
                                    <p:cond delay="0"/>
                                  </p:stCondLst>
                                  <p:childTnLst>
                                    <p:set>
                                      <p:cBhvr>
                                        <p:cTn id="907" dur="1" fill="hold">
                                          <p:stCondLst>
                                            <p:cond delay="0"/>
                                          </p:stCondLst>
                                        </p:cTn>
                                        <p:tgtEl>
                                          <p:spTgt spid="178"/>
                                        </p:tgtEl>
                                        <p:attrNameLst>
                                          <p:attrName>style.visibility</p:attrName>
                                        </p:attrNameLst>
                                      </p:cBhvr>
                                      <p:to>
                                        <p:strVal val="visible"/>
                                      </p:to>
                                    </p:set>
                                    <p:animEffect transition="in" filter="wipe(left)">
                                      <p:cBhvr>
                                        <p:cTn id="908" dur="1000"/>
                                        <p:tgtEl>
                                          <p:spTgt spid="178"/>
                                        </p:tgtEl>
                                      </p:cBhvr>
                                    </p:animEffect>
                                  </p:childTnLst>
                                </p:cTn>
                              </p:par>
                            </p:childTnLst>
                          </p:cTn>
                        </p:par>
                        <p:par>
                          <p:cTn id="909" fill="hold">
                            <p:stCondLst>
                              <p:cond delay="1000"/>
                            </p:stCondLst>
                            <p:childTnLst>
                              <p:par>
                                <p:cTn id="910" presetID="10" presetClass="exit" presetSubtype="0" fill="hold" grpId="0" nodeType="afterEffect">
                                  <p:stCondLst>
                                    <p:cond delay="0"/>
                                  </p:stCondLst>
                                  <p:childTnLst>
                                    <p:animEffect transition="out" filter="fade">
                                      <p:cBhvr>
                                        <p:cTn id="911" dur="500"/>
                                        <p:tgtEl>
                                          <p:spTgt spid="42"/>
                                        </p:tgtEl>
                                      </p:cBhvr>
                                    </p:animEffect>
                                    <p:set>
                                      <p:cBhvr>
                                        <p:cTn id="912" dur="1" fill="hold">
                                          <p:stCondLst>
                                            <p:cond delay="499"/>
                                          </p:stCondLst>
                                        </p:cTn>
                                        <p:tgtEl>
                                          <p:spTgt spid="42"/>
                                        </p:tgtEl>
                                        <p:attrNameLst>
                                          <p:attrName>style.visibility</p:attrName>
                                        </p:attrNameLst>
                                      </p:cBhvr>
                                      <p:to>
                                        <p:strVal val="hidden"/>
                                      </p:to>
                                    </p:set>
                                  </p:childTnLst>
                                </p:cTn>
                              </p:par>
                            </p:childTnLst>
                          </p:cTn>
                        </p:par>
                        <p:par>
                          <p:cTn id="913" fill="hold">
                            <p:stCondLst>
                              <p:cond delay="3000"/>
                            </p:stCondLst>
                            <p:childTnLst>
                              <p:par>
                                <p:cTn id="914" presetID="63" presetClass="path" presetSubtype="0" accel="50000" decel="50000" fill="hold" nodeType="afterEffect">
                                  <p:stCondLst>
                                    <p:cond delay="0"/>
                                  </p:stCondLst>
                                  <p:childTnLst>
                                    <p:animMotion origin="layout" path="M 0.11211 0.22176 L 0.16224 0.22176 " pathEditMode="relative" rAng="0" ptsTypes="AA">
                                      <p:cBhvr>
                                        <p:cTn id="915" dur="1500" fill="hold"/>
                                        <p:tgtEl>
                                          <p:spTgt spid="102"/>
                                        </p:tgtEl>
                                        <p:attrNameLst>
                                          <p:attrName>ppt_x</p:attrName>
                                          <p:attrName>ppt_y</p:attrName>
                                        </p:attrNameLst>
                                      </p:cBhvr>
                                      <p:rCtr x="2500" y="0"/>
                                    </p:animMotion>
                                  </p:childTnLst>
                                </p:cTn>
                              </p:par>
                              <p:par>
                                <p:cTn id="916" presetID="63" presetClass="path" presetSubtype="0" accel="50000" decel="50000" fill="hold" grpId="5" nodeType="withEffect">
                                  <p:stCondLst>
                                    <p:cond delay="0"/>
                                  </p:stCondLst>
                                  <p:childTnLst>
                                    <p:animMotion origin="layout" path="M 0.21198 0.00254 L 0.26419 0.00254 " pathEditMode="relative" rAng="0" ptsTypes="AA">
                                      <p:cBhvr>
                                        <p:cTn id="917" dur="1500" fill="hold"/>
                                        <p:tgtEl>
                                          <p:spTgt spid="73"/>
                                        </p:tgtEl>
                                        <p:attrNameLst>
                                          <p:attrName>ppt_x</p:attrName>
                                          <p:attrName>ppt_y</p:attrName>
                                        </p:attrNameLst>
                                      </p:cBhvr>
                                      <p:rCtr x="2604" y="0"/>
                                    </p:animMotion>
                                  </p:childTnLst>
                                </p:cTn>
                              </p:par>
                              <p:par>
                                <p:cTn id="918" presetID="10" presetClass="exit" presetSubtype="0" fill="hold" nodeType="withEffect">
                                  <p:stCondLst>
                                    <p:cond delay="500"/>
                                  </p:stCondLst>
                                  <p:childTnLst>
                                    <p:animEffect transition="out" filter="fade">
                                      <p:cBhvr>
                                        <p:cTn id="919" dur="500"/>
                                        <p:tgtEl>
                                          <p:spTgt spid="134"/>
                                        </p:tgtEl>
                                      </p:cBhvr>
                                    </p:animEffect>
                                    <p:set>
                                      <p:cBhvr>
                                        <p:cTn id="920" dur="1" fill="hold">
                                          <p:stCondLst>
                                            <p:cond delay="499"/>
                                          </p:stCondLst>
                                        </p:cTn>
                                        <p:tgtEl>
                                          <p:spTgt spid="134"/>
                                        </p:tgtEl>
                                        <p:attrNameLst>
                                          <p:attrName>style.visibility</p:attrName>
                                        </p:attrNameLst>
                                      </p:cBhvr>
                                      <p:to>
                                        <p:strVal val="hidden"/>
                                      </p:to>
                                    </p:set>
                                  </p:childTnLst>
                                </p:cTn>
                              </p:par>
                            </p:childTnLst>
                          </p:cTn>
                        </p:par>
                        <p:par>
                          <p:cTn id="921" fill="hold">
                            <p:stCondLst>
                              <p:cond delay="4500"/>
                            </p:stCondLst>
                            <p:childTnLst>
                              <p:par>
                                <p:cTn id="922" presetID="22" presetClass="entr" presetSubtype="2" fill="hold" nodeType="afterEffect">
                                  <p:stCondLst>
                                    <p:cond delay="0"/>
                                  </p:stCondLst>
                                  <p:childTnLst>
                                    <p:set>
                                      <p:cBhvr>
                                        <p:cTn id="923" dur="1" fill="hold">
                                          <p:stCondLst>
                                            <p:cond delay="0"/>
                                          </p:stCondLst>
                                        </p:cTn>
                                        <p:tgtEl>
                                          <p:spTgt spid="141"/>
                                        </p:tgtEl>
                                        <p:attrNameLst>
                                          <p:attrName>style.visibility</p:attrName>
                                        </p:attrNameLst>
                                      </p:cBhvr>
                                      <p:to>
                                        <p:strVal val="visible"/>
                                      </p:to>
                                    </p:set>
                                    <p:animEffect transition="in" filter="wipe(right)">
                                      <p:cBhvr>
                                        <p:cTn id="924" dur="500"/>
                                        <p:tgtEl>
                                          <p:spTgt spid="141"/>
                                        </p:tgtEl>
                                      </p:cBhvr>
                                    </p:animEffect>
                                  </p:childTnLst>
                                </p:cTn>
                              </p:par>
                            </p:childTnLst>
                          </p:cTn>
                        </p:par>
                        <p:par>
                          <p:cTn id="925" fill="hold">
                            <p:stCondLst>
                              <p:cond delay="5000"/>
                            </p:stCondLst>
                            <p:childTnLst>
                              <p:par>
                                <p:cTn id="926" presetID="63" presetClass="path" presetSubtype="0" accel="50000" decel="50000" fill="hold" nodeType="afterEffect">
                                  <p:stCondLst>
                                    <p:cond delay="0"/>
                                  </p:stCondLst>
                                  <p:childTnLst>
                                    <p:animMotion origin="layout" path="M 0.02344 0.22152 L 0.07812 0.22222 " pathEditMode="relative" rAng="0" ptsTypes="AA">
                                      <p:cBhvr>
                                        <p:cTn id="927" dur="1000" fill="hold"/>
                                        <p:tgtEl>
                                          <p:spTgt spid="97"/>
                                        </p:tgtEl>
                                        <p:attrNameLst>
                                          <p:attrName>ppt_x</p:attrName>
                                          <p:attrName>ppt_y</p:attrName>
                                        </p:attrNameLst>
                                      </p:cBhvr>
                                      <p:rCtr x="2734" y="23"/>
                                    </p:animMotion>
                                  </p:childTnLst>
                                </p:cTn>
                              </p:par>
                              <p:par>
                                <p:cTn id="928" presetID="63" presetClass="path" presetSubtype="0" accel="50000" decel="50000" fill="hold" grpId="2" nodeType="withEffect">
                                  <p:stCondLst>
                                    <p:cond delay="0"/>
                                  </p:stCondLst>
                                  <p:childTnLst>
                                    <p:animMotion origin="layout" path="M 0.05352 0.00209 L 0.10573 0.00255 " pathEditMode="relative" rAng="0" ptsTypes="AA">
                                      <p:cBhvr>
                                        <p:cTn id="929" dur="1000" fill="hold"/>
                                        <p:tgtEl>
                                          <p:spTgt spid="69"/>
                                        </p:tgtEl>
                                        <p:attrNameLst>
                                          <p:attrName>ppt_x</p:attrName>
                                          <p:attrName>ppt_y</p:attrName>
                                        </p:attrNameLst>
                                      </p:cBhvr>
                                      <p:rCtr x="2604" y="23"/>
                                    </p:animMotion>
                                  </p:childTnLst>
                                </p:cTn>
                              </p:par>
                            </p:childTnLst>
                          </p:cTn>
                        </p:par>
                        <p:par>
                          <p:cTn id="930" fill="hold">
                            <p:stCondLst>
                              <p:cond delay="6000"/>
                            </p:stCondLst>
                            <p:childTnLst>
                              <p:par>
                                <p:cTn id="931" presetID="22" presetClass="entr" presetSubtype="8" fill="hold" nodeType="afterEffect">
                                  <p:stCondLst>
                                    <p:cond delay="0"/>
                                  </p:stCondLst>
                                  <p:childTnLst>
                                    <p:set>
                                      <p:cBhvr>
                                        <p:cTn id="932" dur="1" fill="hold">
                                          <p:stCondLst>
                                            <p:cond delay="0"/>
                                          </p:stCondLst>
                                        </p:cTn>
                                        <p:tgtEl>
                                          <p:spTgt spid="145"/>
                                        </p:tgtEl>
                                        <p:attrNameLst>
                                          <p:attrName>style.visibility</p:attrName>
                                        </p:attrNameLst>
                                      </p:cBhvr>
                                      <p:to>
                                        <p:strVal val="visible"/>
                                      </p:to>
                                    </p:set>
                                    <p:animEffect transition="in" filter="wipe(left)">
                                      <p:cBhvr>
                                        <p:cTn id="933" dur="1000"/>
                                        <p:tgtEl>
                                          <p:spTgt spid="145"/>
                                        </p:tgtEl>
                                      </p:cBhvr>
                                    </p:animEffect>
                                  </p:childTnLst>
                                </p:cTn>
                              </p:par>
                            </p:childTnLst>
                          </p:cTn>
                        </p:par>
                        <p:par>
                          <p:cTn id="934" fill="hold">
                            <p:stCondLst>
                              <p:cond delay="7000"/>
                            </p:stCondLst>
                            <p:childTnLst>
                              <p:par>
                                <p:cTn id="935" presetID="63" presetClass="path" presetSubtype="0" accel="50000" decel="50000" fill="hold" nodeType="afterEffect">
                                  <p:stCondLst>
                                    <p:cond delay="0"/>
                                  </p:stCondLst>
                                  <p:childTnLst>
                                    <p:animMotion origin="layout" path="M 0.03815 0.22014 L 0.09024 0.22245 " pathEditMode="relative" rAng="0" ptsTypes="AA">
                                      <p:cBhvr>
                                        <p:cTn id="936" dur="1000" fill="hold"/>
                                        <p:tgtEl>
                                          <p:spTgt spid="107"/>
                                        </p:tgtEl>
                                        <p:attrNameLst>
                                          <p:attrName>ppt_x</p:attrName>
                                          <p:attrName>ppt_y</p:attrName>
                                        </p:attrNameLst>
                                      </p:cBhvr>
                                      <p:rCtr x="2604" y="116"/>
                                    </p:animMotion>
                                  </p:childTnLst>
                                </p:cTn>
                              </p:par>
                              <p:par>
                                <p:cTn id="937" presetID="63" presetClass="path" presetSubtype="0" accel="50000" decel="50000" fill="hold" grpId="1" nodeType="withEffect">
                                  <p:stCondLst>
                                    <p:cond delay="0"/>
                                  </p:stCondLst>
                                  <p:childTnLst>
                                    <p:animMotion origin="layout" path="M -2.5E-6 -7.40741E-7 L 0.05196 0.00046 " pathEditMode="relative" rAng="0" ptsTypes="AA">
                                      <p:cBhvr>
                                        <p:cTn id="938" dur="1000" fill="hold"/>
                                        <p:tgtEl>
                                          <p:spTgt spid="139"/>
                                        </p:tgtEl>
                                        <p:attrNameLst>
                                          <p:attrName>ppt_x</p:attrName>
                                          <p:attrName>ppt_y</p:attrName>
                                        </p:attrNameLst>
                                      </p:cBhvr>
                                      <p:rCtr x="2591" y="23"/>
                                    </p:animMotion>
                                  </p:childTnLst>
                                </p:cTn>
                              </p:par>
                              <p:par>
                                <p:cTn id="939" presetID="63" presetClass="path" presetSubtype="0" accel="50000" decel="50000" fill="hold" nodeType="withEffect">
                                  <p:stCondLst>
                                    <p:cond delay="250"/>
                                  </p:stCondLst>
                                  <p:childTnLst>
                                    <p:animMotion origin="layout" path="M 0.05143 0.21736 L 0.10416 0.21967 " pathEditMode="relative" rAng="0" ptsTypes="AA">
                                      <p:cBhvr>
                                        <p:cTn id="940" dur="1000" fill="hold"/>
                                        <p:tgtEl>
                                          <p:spTgt spid="121"/>
                                        </p:tgtEl>
                                        <p:attrNameLst>
                                          <p:attrName>ppt_x</p:attrName>
                                          <p:attrName>ppt_y</p:attrName>
                                        </p:attrNameLst>
                                      </p:cBhvr>
                                      <p:rCtr x="2630" y="116"/>
                                    </p:animMotion>
                                  </p:childTnLst>
                                </p:cTn>
                              </p:par>
                              <p:par>
                                <p:cTn id="941" presetID="63" presetClass="path" presetSubtype="0" accel="50000" decel="50000" fill="hold" grpId="1" nodeType="withEffect">
                                  <p:stCondLst>
                                    <p:cond delay="250"/>
                                  </p:stCondLst>
                                  <p:childTnLst>
                                    <p:animMotion origin="layout" path="M 2.29167E-6 -7.40741E-7 L 0.05338 -0.00278 " pathEditMode="relative" rAng="0" ptsTypes="AA">
                                      <p:cBhvr>
                                        <p:cTn id="942" dur="1000" fill="hold"/>
                                        <p:tgtEl>
                                          <p:spTgt spid="70"/>
                                        </p:tgtEl>
                                        <p:attrNameLst>
                                          <p:attrName>ppt_x</p:attrName>
                                          <p:attrName>ppt_y</p:attrName>
                                        </p:attrNameLst>
                                      </p:cBhvr>
                                      <p:rCtr x="2669" y="-139"/>
                                    </p:animMotion>
                                  </p:childTnLst>
                                </p:cTn>
                              </p:par>
                              <p:par>
                                <p:cTn id="943" presetID="63" presetClass="path" presetSubtype="0" accel="50000" decel="50000" fill="hold" nodeType="withEffect">
                                  <p:stCondLst>
                                    <p:cond delay="500"/>
                                  </p:stCondLst>
                                  <p:childTnLst>
                                    <p:animMotion origin="layout" path="M -0.03802 0.2162 L 0.01758 0.21783 " pathEditMode="relative" rAng="0" ptsTypes="AA">
                                      <p:cBhvr>
                                        <p:cTn id="944" dur="1000" fill="hold"/>
                                        <p:tgtEl>
                                          <p:spTgt spid="112"/>
                                        </p:tgtEl>
                                        <p:attrNameLst>
                                          <p:attrName>ppt_x</p:attrName>
                                          <p:attrName>ppt_y</p:attrName>
                                        </p:attrNameLst>
                                      </p:cBhvr>
                                      <p:rCtr x="2773" y="69"/>
                                    </p:animMotion>
                                  </p:childTnLst>
                                </p:cTn>
                              </p:par>
                              <p:par>
                                <p:cTn id="945" presetID="63" presetClass="path" presetSubtype="0" accel="50000" decel="50000" fill="hold" grpId="2" nodeType="withEffect">
                                  <p:stCondLst>
                                    <p:cond delay="500"/>
                                  </p:stCondLst>
                                  <p:childTnLst>
                                    <p:animMotion origin="layout" path="M 0.0526 0.00139 L 0.10768 0.00185 " pathEditMode="relative" rAng="0" ptsTypes="AA">
                                      <p:cBhvr>
                                        <p:cTn id="946" dur="1000" fill="hold"/>
                                        <p:tgtEl>
                                          <p:spTgt spid="72"/>
                                        </p:tgtEl>
                                        <p:attrNameLst>
                                          <p:attrName>ppt_x</p:attrName>
                                          <p:attrName>ppt_y</p:attrName>
                                        </p:attrNameLst>
                                      </p:cBhvr>
                                      <p:rCtr x="2747" y="23"/>
                                    </p:animMotion>
                                  </p:childTnLst>
                                </p:cTn>
                              </p:par>
                            </p:childTnLst>
                          </p:cTn>
                        </p:par>
                        <p:par>
                          <p:cTn id="947" fill="hold">
                            <p:stCondLst>
                              <p:cond delay="8500"/>
                            </p:stCondLst>
                            <p:childTnLst>
                              <p:par>
                                <p:cTn id="948" presetID="22" presetClass="entr" presetSubtype="4" fill="hold" nodeType="afterEffect">
                                  <p:stCondLst>
                                    <p:cond delay="0"/>
                                  </p:stCondLst>
                                  <p:childTnLst>
                                    <p:set>
                                      <p:cBhvr>
                                        <p:cTn id="949" dur="1" fill="hold">
                                          <p:stCondLst>
                                            <p:cond delay="0"/>
                                          </p:stCondLst>
                                        </p:cTn>
                                        <p:tgtEl>
                                          <p:spTgt spid="92"/>
                                        </p:tgtEl>
                                        <p:attrNameLst>
                                          <p:attrName>style.visibility</p:attrName>
                                        </p:attrNameLst>
                                      </p:cBhvr>
                                      <p:to>
                                        <p:strVal val="visible"/>
                                      </p:to>
                                    </p:set>
                                    <p:animEffect transition="in" filter="wipe(down)">
                                      <p:cBhvr>
                                        <p:cTn id="950" dur="500"/>
                                        <p:tgtEl>
                                          <p:spTgt spid="92"/>
                                        </p:tgtEl>
                                      </p:cBhvr>
                                    </p:animEffect>
                                  </p:childTnLst>
                                </p:cTn>
                              </p:par>
                              <p:par>
                                <p:cTn id="951" presetID="49" presetClass="path" presetSubtype="0" accel="50000" decel="50000" fill="hold" nodeType="withEffect">
                                  <p:stCondLst>
                                    <p:cond delay="0"/>
                                  </p:stCondLst>
                                  <p:childTnLst>
                                    <p:animMotion origin="layout" path="M 5.55112E-17 -1.11111E-6 L -0.16875 0.2162 " pathEditMode="relative" rAng="0" ptsTypes="AA">
                                      <p:cBhvr>
                                        <p:cTn id="952" dur="1500" fill="hold"/>
                                        <p:tgtEl>
                                          <p:spTgt spid="92"/>
                                        </p:tgtEl>
                                        <p:attrNameLst>
                                          <p:attrName>ppt_x</p:attrName>
                                          <p:attrName>ppt_y</p:attrName>
                                        </p:attrNameLst>
                                      </p:cBhvr>
                                      <p:rCtr x="-8438" y="10810"/>
                                    </p:animMotion>
                                  </p:childTnLst>
                                </p:cTn>
                              </p:par>
                            </p:childTnLst>
                          </p:cTn>
                        </p:par>
                        <p:par>
                          <p:cTn id="953" fill="hold">
                            <p:stCondLst>
                              <p:cond delay="10000"/>
                            </p:stCondLst>
                            <p:childTnLst>
                              <p:par>
                                <p:cTn id="954" presetID="63" presetClass="path" presetSubtype="0" accel="50000" decel="50000" fill="hold" grpId="1" nodeType="afterEffect">
                                  <p:stCondLst>
                                    <p:cond delay="0"/>
                                  </p:stCondLst>
                                  <p:childTnLst>
                                    <p:animMotion origin="layout" path="M -2.70833E-6 1.11022E-16 L 0.19896 -0.00093 " pathEditMode="relative" rAng="0" ptsTypes="AA">
                                      <p:cBhvr>
                                        <p:cTn id="955" dur="1500" fill="hold"/>
                                        <p:tgtEl>
                                          <p:spTgt spid="175"/>
                                        </p:tgtEl>
                                        <p:attrNameLst>
                                          <p:attrName>ppt_x</p:attrName>
                                          <p:attrName>ppt_y</p:attrName>
                                        </p:attrNameLst>
                                      </p:cBhvr>
                                      <p:rCtr x="9948" y="-46"/>
                                    </p:animMotion>
                                  </p:childTnLst>
                                </p:cTn>
                              </p:par>
                              <p:par>
                                <p:cTn id="956" presetID="63" presetClass="path" presetSubtype="0" accel="50000" decel="50000" fill="hold" grpId="1" nodeType="withEffect">
                                  <p:stCondLst>
                                    <p:cond delay="0"/>
                                  </p:stCondLst>
                                  <p:childTnLst>
                                    <p:animMotion origin="layout" path="M 3.54167E-6 1.11111E-6 L 0.05234 0.00116 " pathEditMode="relative" rAng="0" ptsTypes="AA">
                                      <p:cBhvr>
                                        <p:cTn id="957" dur="1500" fill="hold"/>
                                        <p:tgtEl>
                                          <p:spTgt spid="71"/>
                                        </p:tgtEl>
                                        <p:attrNameLst>
                                          <p:attrName>ppt_x</p:attrName>
                                          <p:attrName>ppt_y</p:attrName>
                                        </p:attrNameLst>
                                      </p:cBhvr>
                                      <p:rCtr x="2617" y="46"/>
                                    </p:animMotion>
                                  </p:childTnLst>
                                </p:cTn>
                              </p:par>
                            </p:childTnLst>
                          </p:cTn>
                        </p:par>
                        <p:par>
                          <p:cTn id="958" fill="hold">
                            <p:stCondLst>
                              <p:cond delay="11500"/>
                            </p:stCondLst>
                            <p:childTnLst>
                              <p:par>
                                <p:cTn id="959" presetID="22" presetClass="exit" presetSubtype="1" fill="hold" nodeType="afterEffect">
                                  <p:stCondLst>
                                    <p:cond delay="0"/>
                                  </p:stCondLst>
                                  <p:childTnLst>
                                    <p:animEffect transition="out" filter="wipe(up)">
                                      <p:cBhvr>
                                        <p:cTn id="960" dur="500"/>
                                        <p:tgtEl>
                                          <p:spTgt spid="178"/>
                                        </p:tgtEl>
                                      </p:cBhvr>
                                    </p:animEffect>
                                    <p:set>
                                      <p:cBhvr>
                                        <p:cTn id="961" dur="1" fill="hold">
                                          <p:stCondLst>
                                            <p:cond delay="499"/>
                                          </p:stCondLst>
                                        </p:cTn>
                                        <p:tgtEl>
                                          <p:spTgt spid="178"/>
                                        </p:tgtEl>
                                        <p:attrNameLst>
                                          <p:attrName>style.visibility</p:attrName>
                                        </p:attrNameLst>
                                      </p:cBhvr>
                                      <p:to>
                                        <p:strVal val="hidden"/>
                                      </p:to>
                                    </p:set>
                                  </p:childTnLst>
                                </p:cTn>
                              </p:par>
                              <p:par>
                                <p:cTn id="962" presetID="22" presetClass="entr" presetSubtype="8" fill="hold" nodeType="withEffect">
                                  <p:stCondLst>
                                    <p:cond delay="0"/>
                                  </p:stCondLst>
                                  <p:childTnLst>
                                    <p:set>
                                      <p:cBhvr>
                                        <p:cTn id="963" dur="1" fill="hold">
                                          <p:stCondLst>
                                            <p:cond delay="0"/>
                                          </p:stCondLst>
                                        </p:cTn>
                                        <p:tgtEl>
                                          <p:spTgt spid="179"/>
                                        </p:tgtEl>
                                        <p:attrNameLst>
                                          <p:attrName>style.visibility</p:attrName>
                                        </p:attrNameLst>
                                      </p:cBhvr>
                                      <p:to>
                                        <p:strVal val="visible"/>
                                      </p:to>
                                    </p:set>
                                    <p:animEffect transition="in" filter="wipe(left)">
                                      <p:cBhvr>
                                        <p:cTn id="964" dur="1000"/>
                                        <p:tgtEl>
                                          <p:spTgt spid="179"/>
                                        </p:tgtEl>
                                      </p:cBhvr>
                                    </p:animEffect>
                                  </p:childTnLst>
                                </p:cTn>
                              </p:par>
                            </p:childTnLst>
                          </p:cTn>
                        </p:par>
                        <p:par>
                          <p:cTn id="965" fill="hold">
                            <p:stCondLst>
                              <p:cond delay="12500"/>
                            </p:stCondLst>
                            <p:childTnLst>
                              <p:par>
                                <p:cTn id="966" presetID="22" presetClass="entr" presetSubtype="1" fill="hold" grpId="0" nodeType="afterEffect">
                                  <p:stCondLst>
                                    <p:cond delay="0"/>
                                  </p:stCondLst>
                                  <p:childTnLst>
                                    <p:set>
                                      <p:cBhvr>
                                        <p:cTn id="967" dur="1" fill="hold">
                                          <p:stCondLst>
                                            <p:cond delay="0"/>
                                          </p:stCondLst>
                                        </p:cTn>
                                        <p:tgtEl>
                                          <p:spTgt spid="67"/>
                                        </p:tgtEl>
                                        <p:attrNameLst>
                                          <p:attrName>style.visibility</p:attrName>
                                        </p:attrNameLst>
                                      </p:cBhvr>
                                      <p:to>
                                        <p:strVal val="visible"/>
                                      </p:to>
                                    </p:set>
                                    <p:animEffect transition="in" filter="wipe(up)">
                                      <p:cBhvr>
                                        <p:cTn id="968" dur="500"/>
                                        <p:tgtEl>
                                          <p:spTgt spid="67"/>
                                        </p:tgtEl>
                                      </p:cBhvr>
                                    </p:animEffect>
                                  </p:childTnLst>
                                </p:cTn>
                              </p:par>
                            </p:childTnLst>
                          </p:cTn>
                        </p:par>
                        <p:par>
                          <p:cTn id="969" fill="hold">
                            <p:stCondLst>
                              <p:cond delay="13000"/>
                            </p:stCondLst>
                            <p:childTnLst>
                              <p:par>
                                <p:cTn id="970" presetID="22" presetClass="entr" presetSubtype="1" fill="hold" grpId="0" nodeType="afterEffect">
                                  <p:stCondLst>
                                    <p:cond delay="0"/>
                                  </p:stCondLst>
                                  <p:childTnLst>
                                    <p:set>
                                      <p:cBhvr>
                                        <p:cTn id="971" dur="1" fill="hold">
                                          <p:stCondLst>
                                            <p:cond delay="0"/>
                                          </p:stCondLst>
                                        </p:cTn>
                                        <p:tgtEl>
                                          <p:spTgt spid="146"/>
                                        </p:tgtEl>
                                        <p:attrNameLst>
                                          <p:attrName>style.visibility</p:attrName>
                                        </p:attrNameLst>
                                      </p:cBhvr>
                                      <p:to>
                                        <p:strVal val="visible"/>
                                      </p:to>
                                    </p:set>
                                    <p:animEffect transition="in" filter="wipe(up)">
                                      <p:cBhvr>
                                        <p:cTn id="972" dur="500"/>
                                        <p:tgtEl>
                                          <p:spTgt spid="146"/>
                                        </p:tgtEl>
                                      </p:cBhvr>
                                    </p:animEffect>
                                  </p:childTnLst>
                                </p:cTn>
                              </p:par>
                            </p:childTnLst>
                          </p:cTn>
                        </p:par>
                        <p:par>
                          <p:cTn id="973" fill="hold">
                            <p:stCondLst>
                              <p:cond delay="13500"/>
                            </p:stCondLst>
                            <p:childTnLst>
                              <p:par>
                                <p:cTn id="974" presetID="22" presetClass="exit" presetSubtype="1" fill="hold" nodeType="afterEffect">
                                  <p:stCondLst>
                                    <p:cond delay="0"/>
                                  </p:stCondLst>
                                  <p:childTnLst>
                                    <p:animEffect transition="out" filter="wipe(up)">
                                      <p:cBhvr>
                                        <p:cTn id="975" dur="500"/>
                                        <p:tgtEl>
                                          <p:spTgt spid="179"/>
                                        </p:tgtEl>
                                      </p:cBhvr>
                                    </p:animEffect>
                                    <p:set>
                                      <p:cBhvr>
                                        <p:cTn id="976" dur="1" fill="hold">
                                          <p:stCondLst>
                                            <p:cond delay="499"/>
                                          </p:stCondLst>
                                        </p:cTn>
                                        <p:tgtEl>
                                          <p:spTgt spid="179"/>
                                        </p:tgtEl>
                                        <p:attrNameLst>
                                          <p:attrName>style.visibility</p:attrName>
                                        </p:attrNameLst>
                                      </p:cBhvr>
                                      <p:to>
                                        <p:strVal val="hidden"/>
                                      </p:to>
                                    </p:set>
                                  </p:childTnLst>
                                </p:cTn>
                              </p:par>
                              <p:par>
                                <p:cTn id="977" presetID="31" presetClass="exit" presetSubtype="0" fill="hold" nodeType="withEffect">
                                  <p:stCondLst>
                                    <p:cond delay="0"/>
                                  </p:stCondLst>
                                  <p:childTnLst>
                                    <p:anim calcmode="lin" valueType="num">
                                      <p:cBhvr>
                                        <p:cTn id="978" dur="1000"/>
                                        <p:tgtEl>
                                          <p:spTgt spid="260"/>
                                        </p:tgtEl>
                                        <p:attrNameLst>
                                          <p:attrName>ppt_w</p:attrName>
                                        </p:attrNameLst>
                                      </p:cBhvr>
                                      <p:tavLst>
                                        <p:tav tm="0">
                                          <p:val>
                                            <p:strVal val="ppt_w"/>
                                          </p:val>
                                        </p:tav>
                                        <p:tav tm="100000">
                                          <p:val>
                                            <p:fltVal val="0"/>
                                          </p:val>
                                        </p:tav>
                                      </p:tavLst>
                                    </p:anim>
                                    <p:anim calcmode="lin" valueType="num">
                                      <p:cBhvr>
                                        <p:cTn id="979" dur="1000"/>
                                        <p:tgtEl>
                                          <p:spTgt spid="260"/>
                                        </p:tgtEl>
                                        <p:attrNameLst>
                                          <p:attrName>ppt_h</p:attrName>
                                        </p:attrNameLst>
                                      </p:cBhvr>
                                      <p:tavLst>
                                        <p:tav tm="0">
                                          <p:val>
                                            <p:strVal val="ppt_h"/>
                                          </p:val>
                                        </p:tav>
                                        <p:tav tm="100000">
                                          <p:val>
                                            <p:fltVal val="0"/>
                                          </p:val>
                                        </p:tav>
                                      </p:tavLst>
                                    </p:anim>
                                    <p:anim calcmode="lin" valueType="num">
                                      <p:cBhvr>
                                        <p:cTn id="980" dur="1000"/>
                                        <p:tgtEl>
                                          <p:spTgt spid="260"/>
                                        </p:tgtEl>
                                        <p:attrNameLst>
                                          <p:attrName>style.rotation</p:attrName>
                                        </p:attrNameLst>
                                      </p:cBhvr>
                                      <p:tavLst>
                                        <p:tav tm="0">
                                          <p:val>
                                            <p:fltVal val="0"/>
                                          </p:val>
                                        </p:tav>
                                        <p:tav tm="100000">
                                          <p:val>
                                            <p:fltVal val="90"/>
                                          </p:val>
                                        </p:tav>
                                      </p:tavLst>
                                    </p:anim>
                                    <p:animEffect transition="out" filter="fade">
                                      <p:cBhvr>
                                        <p:cTn id="981" dur="1000"/>
                                        <p:tgtEl>
                                          <p:spTgt spid="260"/>
                                        </p:tgtEl>
                                      </p:cBhvr>
                                    </p:animEffect>
                                    <p:set>
                                      <p:cBhvr>
                                        <p:cTn id="982" dur="1" fill="hold">
                                          <p:stCondLst>
                                            <p:cond delay="999"/>
                                          </p:stCondLst>
                                        </p:cTn>
                                        <p:tgtEl>
                                          <p:spTgt spid="260"/>
                                        </p:tgtEl>
                                        <p:attrNameLst>
                                          <p:attrName>style.visibility</p:attrName>
                                        </p:attrNameLst>
                                      </p:cBhvr>
                                      <p:to>
                                        <p:strVal val="hidden"/>
                                      </p:to>
                                    </p:set>
                                  </p:childTnLst>
                                </p:cTn>
                              </p:par>
                              <p:par>
                                <p:cTn id="983" presetID="31" presetClass="exit" presetSubtype="0" fill="hold" nodeType="withEffect">
                                  <p:stCondLst>
                                    <p:cond delay="0"/>
                                  </p:stCondLst>
                                  <p:childTnLst>
                                    <p:anim calcmode="lin" valueType="num">
                                      <p:cBhvr>
                                        <p:cTn id="984" dur="1000"/>
                                        <p:tgtEl>
                                          <p:spTgt spid="263"/>
                                        </p:tgtEl>
                                        <p:attrNameLst>
                                          <p:attrName>ppt_w</p:attrName>
                                        </p:attrNameLst>
                                      </p:cBhvr>
                                      <p:tavLst>
                                        <p:tav tm="0">
                                          <p:val>
                                            <p:strVal val="ppt_w"/>
                                          </p:val>
                                        </p:tav>
                                        <p:tav tm="100000">
                                          <p:val>
                                            <p:fltVal val="0"/>
                                          </p:val>
                                        </p:tav>
                                      </p:tavLst>
                                    </p:anim>
                                    <p:anim calcmode="lin" valueType="num">
                                      <p:cBhvr>
                                        <p:cTn id="985" dur="1000"/>
                                        <p:tgtEl>
                                          <p:spTgt spid="263"/>
                                        </p:tgtEl>
                                        <p:attrNameLst>
                                          <p:attrName>ppt_h</p:attrName>
                                        </p:attrNameLst>
                                      </p:cBhvr>
                                      <p:tavLst>
                                        <p:tav tm="0">
                                          <p:val>
                                            <p:strVal val="ppt_h"/>
                                          </p:val>
                                        </p:tav>
                                        <p:tav tm="100000">
                                          <p:val>
                                            <p:fltVal val="0"/>
                                          </p:val>
                                        </p:tav>
                                      </p:tavLst>
                                    </p:anim>
                                    <p:anim calcmode="lin" valueType="num">
                                      <p:cBhvr>
                                        <p:cTn id="986" dur="1000"/>
                                        <p:tgtEl>
                                          <p:spTgt spid="263"/>
                                        </p:tgtEl>
                                        <p:attrNameLst>
                                          <p:attrName>style.rotation</p:attrName>
                                        </p:attrNameLst>
                                      </p:cBhvr>
                                      <p:tavLst>
                                        <p:tav tm="0">
                                          <p:val>
                                            <p:fltVal val="0"/>
                                          </p:val>
                                        </p:tav>
                                        <p:tav tm="100000">
                                          <p:val>
                                            <p:fltVal val="90"/>
                                          </p:val>
                                        </p:tav>
                                      </p:tavLst>
                                    </p:anim>
                                    <p:animEffect transition="out" filter="fade">
                                      <p:cBhvr>
                                        <p:cTn id="987" dur="1000"/>
                                        <p:tgtEl>
                                          <p:spTgt spid="263"/>
                                        </p:tgtEl>
                                      </p:cBhvr>
                                    </p:animEffect>
                                    <p:set>
                                      <p:cBhvr>
                                        <p:cTn id="988" dur="1" fill="hold">
                                          <p:stCondLst>
                                            <p:cond delay="999"/>
                                          </p:stCondLst>
                                        </p:cTn>
                                        <p:tgtEl>
                                          <p:spTgt spid="263"/>
                                        </p:tgtEl>
                                        <p:attrNameLst>
                                          <p:attrName>style.visibility</p:attrName>
                                        </p:attrNameLst>
                                      </p:cBhvr>
                                      <p:to>
                                        <p:strVal val="hidden"/>
                                      </p:to>
                                    </p:set>
                                  </p:childTnLst>
                                </p:cTn>
                              </p:par>
                              <p:par>
                                <p:cTn id="989" presetID="22" presetClass="entr" presetSubtype="8" fill="hold" nodeType="withEffect">
                                  <p:stCondLst>
                                    <p:cond delay="0"/>
                                  </p:stCondLst>
                                  <p:childTnLst>
                                    <p:set>
                                      <p:cBhvr>
                                        <p:cTn id="990" dur="1" fill="hold">
                                          <p:stCondLst>
                                            <p:cond delay="0"/>
                                          </p:stCondLst>
                                        </p:cTn>
                                        <p:tgtEl>
                                          <p:spTgt spid="163"/>
                                        </p:tgtEl>
                                        <p:attrNameLst>
                                          <p:attrName>style.visibility</p:attrName>
                                        </p:attrNameLst>
                                      </p:cBhvr>
                                      <p:to>
                                        <p:strVal val="visible"/>
                                      </p:to>
                                    </p:set>
                                    <p:animEffect transition="in" filter="wipe(left)">
                                      <p:cBhvr>
                                        <p:cTn id="991" dur="1000"/>
                                        <p:tgtEl>
                                          <p:spTgt spid="163"/>
                                        </p:tgtEl>
                                      </p:cBhvr>
                                    </p:animEffect>
                                  </p:childTnLst>
                                </p:cTn>
                              </p:par>
                            </p:childTnLst>
                          </p:cTn>
                        </p:par>
                        <p:par>
                          <p:cTn id="992" fill="hold">
                            <p:stCondLst>
                              <p:cond delay="14500"/>
                            </p:stCondLst>
                            <p:childTnLst>
                              <p:par>
                                <p:cTn id="993" presetID="63" presetClass="path" presetSubtype="0" accel="50000" decel="50000" fill="hold" grpId="5" nodeType="afterEffect">
                                  <p:stCondLst>
                                    <p:cond delay="0"/>
                                  </p:stCondLst>
                                  <p:childTnLst>
                                    <p:animMotion origin="layout" path="M 0.13216 -0.00116 L 0.16524 4.81481E-6 " pathEditMode="relative" rAng="0" ptsTypes="AA">
                                      <p:cBhvr>
                                        <p:cTn id="994" dur="1500" fill="hold"/>
                                        <p:tgtEl>
                                          <p:spTgt spid="111"/>
                                        </p:tgtEl>
                                        <p:attrNameLst>
                                          <p:attrName>ppt_x</p:attrName>
                                          <p:attrName>ppt_y</p:attrName>
                                        </p:attrNameLst>
                                      </p:cBhvr>
                                      <p:rCtr x="1654" y="46"/>
                                    </p:animMotion>
                                  </p:childTnLst>
                                </p:cTn>
                              </p:par>
                            </p:childTnLst>
                          </p:cTn>
                        </p:par>
                      </p:childTnLst>
                    </p:cTn>
                  </p:par>
                  <p:par>
                    <p:cTn id="995" fill="hold">
                      <p:stCondLst>
                        <p:cond delay="indefinite"/>
                      </p:stCondLst>
                      <p:childTnLst>
                        <p:par>
                          <p:cTn id="996" fill="hold">
                            <p:stCondLst>
                              <p:cond delay="0"/>
                            </p:stCondLst>
                            <p:childTnLst>
                              <p:par>
                                <p:cTn id="997" presetID="22" presetClass="exit" presetSubtype="1" fill="hold" nodeType="clickEffect">
                                  <p:stCondLst>
                                    <p:cond delay="0"/>
                                  </p:stCondLst>
                                  <p:childTnLst>
                                    <p:animEffect transition="out" filter="wipe(up)">
                                      <p:cBhvr>
                                        <p:cTn id="998" dur="500"/>
                                        <p:tgtEl>
                                          <p:spTgt spid="163"/>
                                        </p:tgtEl>
                                      </p:cBhvr>
                                    </p:animEffect>
                                    <p:set>
                                      <p:cBhvr>
                                        <p:cTn id="999" dur="1" fill="hold">
                                          <p:stCondLst>
                                            <p:cond delay="499"/>
                                          </p:stCondLst>
                                        </p:cTn>
                                        <p:tgtEl>
                                          <p:spTgt spid="163"/>
                                        </p:tgtEl>
                                        <p:attrNameLst>
                                          <p:attrName>style.visibility</p:attrName>
                                        </p:attrNameLst>
                                      </p:cBhvr>
                                      <p:to>
                                        <p:strVal val="hidden"/>
                                      </p:to>
                                    </p:set>
                                  </p:childTnLst>
                                </p:cTn>
                              </p:par>
                              <p:par>
                                <p:cTn id="1000" presetID="22" presetClass="entr" presetSubtype="8" fill="hold" nodeType="withEffect">
                                  <p:stCondLst>
                                    <p:cond delay="0"/>
                                  </p:stCondLst>
                                  <p:childTnLst>
                                    <p:set>
                                      <p:cBhvr>
                                        <p:cTn id="1001" dur="1" fill="hold">
                                          <p:stCondLst>
                                            <p:cond delay="0"/>
                                          </p:stCondLst>
                                        </p:cTn>
                                        <p:tgtEl>
                                          <p:spTgt spid="164"/>
                                        </p:tgtEl>
                                        <p:attrNameLst>
                                          <p:attrName>style.visibility</p:attrName>
                                        </p:attrNameLst>
                                      </p:cBhvr>
                                      <p:to>
                                        <p:strVal val="visible"/>
                                      </p:to>
                                    </p:set>
                                    <p:animEffect transition="in" filter="wipe(left)">
                                      <p:cBhvr>
                                        <p:cTn id="1002" dur="1000"/>
                                        <p:tgtEl>
                                          <p:spTgt spid="164"/>
                                        </p:tgtEl>
                                      </p:cBhvr>
                                    </p:animEffect>
                                  </p:childTnLst>
                                </p:cTn>
                              </p:par>
                            </p:childTnLst>
                          </p:cTn>
                        </p:par>
                        <p:par>
                          <p:cTn id="1003" fill="hold">
                            <p:stCondLst>
                              <p:cond delay="1000"/>
                            </p:stCondLst>
                            <p:childTnLst>
                              <p:par>
                                <p:cTn id="1004" presetID="63" presetClass="path" presetSubtype="0" accel="50000" decel="50000" fill="hold" grpId="13" nodeType="afterEffect">
                                  <p:stCondLst>
                                    <p:cond delay="0"/>
                                  </p:stCondLst>
                                  <p:childTnLst>
                                    <p:animMotion origin="layout" path="M -3.75E-6 -3.7037E-6 L 0.16641 -0.00023 " pathEditMode="relative" rAng="0" ptsTypes="AA">
                                      <p:cBhvr>
                                        <p:cTn id="1005" dur="1500" fill="hold"/>
                                        <p:tgtEl>
                                          <p:spTgt spid="182"/>
                                        </p:tgtEl>
                                        <p:attrNameLst>
                                          <p:attrName>ppt_x</p:attrName>
                                          <p:attrName>ppt_y</p:attrName>
                                        </p:attrNameLst>
                                      </p:cBhvr>
                                      <p:rCtr x="8320" y="-23"/>
                                    </p:animMotion>
                                  </p:childTnLst>
                                </p:cTn>
                              </p:par>
                            </p:childTnLst>
                          </p:cTn>
                        </p:par>
                        <p:par>
                          <p:cTn id="1006" fill="hold">
                            <p:stCondLst>
                              <p:cond delay="2500"/>
                            </p:stCondLst>
                            <p:childTnLst>
                              <p:par>
                                <p:cTn id="1007" presetID="22" presetClass="exit" presetSubtype="1" fill="hold" nodeType="afterEffect">
                                  <p:stCondLst>
                                    <p:cond delay="0"/>
                                  </p:stCondLst>
                                  <p:childTnLst>
                                    <p:animEffect transition="out" filter="wipe(up)">
                                      <p:cBhvr>
                                        <p:cTn id="1008" dur="500"/>
                                        <p:tgtEl>
                                          <p:spTgt spid="164"/>
                                        </p:tgtEl>
                                      </p:cBhvr>
                                    </p:animEffect>
                                    <p:set>
                                      <p:cBhvr>
                                        <p:cTn id="1009" dur="1" fill="hold">
                                          <p:stCondLst>
                                            <p:cond delay="499"/>
                                          </p:stCondLst>
                                        </p:cTn>
                                        <p:tgtEl>
                                          <p:spTgt spid="164"/>
                                        </p:tgtEl>
                                        <p:attrNameLst>
                                          <p:attrName>style.visibility</p:attrName>
                                        </p:attrNameLst>
                                      </p:cBhvr>
                                      <p:to>
                                        <p:strVal val="hidden"/>
                                      </p:to>
                                    </p:set>
                                  </p:childTnLst>
                                </p:cTn>
                              </p:par>
                              <p:par>
                                <p:cTn id="1010" presetID="22" presetClass="entr" presetSubtype="8" fill="hold" nodeType="withEffect">
                                  <p:stCondLst>
                                    <p:cond delay="0"/>
                                  </p:stCondLst>
                                  <p:childTnLst>
                                    <p:set>
                                      <p:cBhvr>
                                        <p:cTn id="1011" dur="1" fill="hold">
                                          <p:stCondLst>
                                            <p:cond delay="0"/>
                                          </p:stCondLst>
                                        </p:cTn>
                                        <p:tgtEl>
                                          <p:spTgt spid="166"/>
                                        </p:tgtEl>
                                        <p:attrNameLst>
                                          <p:attrName>style.visibility</p:attrName>
                                        </p:attrNameLst>
                                      </p:cBhvr>
                                      <p:to>
                                        <p:strVal val="visible"/>
                                      </p:to>
                                    </p:set>
                                    <p:animEffect transition="in" filter="wipe(left)">
                                      <p:cBhvr>
                                        <p:cTn id="1012" dur="1000"/>
                                        <p:tgtEl>
                                          <p:spTgt spid="166"/>
                                        </p:tgtEl>
                                      </p:cBhvr>
                                    </p:animEffect>
                                  </p:childTnLst>
                                </p:cTn>
                              </p:par>
                            </p:childTnLst>
                          </p:cTn>
                        </p:par>
                        <p:par>
                          <p:cTn id="1013" fill="hold">
                            <p:stCondLst>
                              <p:cond delay="3500"/>
                            </p:stCondLst>
                            <p:childTnLst>
                              <p:par>
                                <p:cTn id="1014" presetID="22" presetClass="entr" presetSubtype="4" fill="hold" nodeType="afterEffect">
                                  <p:stCondLst>
                                    <p:cond delay="0"/>
                                  </p:stCondLst>
                                  <p:childTnLst>
                                    <p:set>
                                      <p:cBhvr>
                                        <p:cTn id="1015" dur="1" fill="hold">
                                          <p:stCondLst>
                                            <p:cond delay="0"/>
                                          </p:stCondLst>
                                        </p:cTn>
                                        <p:tgtEl>
                                          <p:spTgt spid="270"/>
                                        </p:tgtEl>
                                        <p:attrNameLst>
                                          <p:attrName>style.visibility</p:attrName>
                                        </p:attrNameLst>
                                      </p:cBhvr>
                                      <p:to>
                                        <p:strVal val="visible"/>
                                      </p:to>
                                    </p:set>
                                    <p:animEffect transition="in" filter="wipe(down)">
                                      <p:cBhvr>
                                        <p:cTn id="1016" dur="1000"/>
                                        <p:tgtEl>
                                          <p:spTgt spid="270"/>
                                        </p:tgtEl>
                                      </p:cBhvr>
                                    </p:animEffect>
                                  </p:childTnLst>
                                </p:cTn>
                              </p:par>
                            </p:childTnLst>
                          </p:cTn>
                        </p:par>
                        <p:par>
                          <p:cTn id="1017" fill="hold">
                            <p:stCondLst>
                              <p:cond delay="4500"/>
                            </p:stCondLst>
                            <p:childTnLst>
                              <p:par>
                                <p:cTn id="1018" presetID="45" presetClass="entr" presetSubtype="0" fill="hold" grpId="0" nodeType="afterEffect">
                                  <p:stCondLst>
                                    <p:cond delay="0"/>
                                  </p:stCondLst>
                                  <p:childTnLst>
                                    <p:set>
                                      <p:cBhvr>
                                        <p:cTn id="1019" dur="1" fill="hold">
                                          <p:stCondLst>
                                            <p:cond delay="0"/>
                                          </p:stCondLst>
                                        </p:cTn>
                                        <p:tgtEl>
                                          <p:spTgt spid="273"/>
                                        </p:tgtEl>
                                        <p:attrNameLst>
                                          <p:attrName>style.visibility</p:attrName>
                                        </p:attrNameLst>
                                      </p:cBhvr>
                                      <p:to>
                                        <p:strVal val="visible"/>
                                      </p:to>
                                    </p:set>
                                    <p:animEffect transition="in" filter="fade">
                                      <p:cBhvr>
                                        <p:cTn id="1020" dur="2000"/>
                                        <p:tgtEl>
                                          <p:spTgt spid="273"/>
                                        </p:tgtEl>
                                      </p:cBhvr>
                                    </p:animEffect>
                                    <p:anim calcmode="lin" valueType="num">
                                      <p:cBhvr>
                                        <p:cTn id="1021" dur="2000" fill="hold"/>
                                        <p:tgtEl>
                                          <p:spTgt spid="273"/>
                                        </p:tgtEl>
                                        <p:attrNameLst>
                                          <p:attrName>ppt_w</p:attrName>
                                        </p:attrNameLst>
                                      </p:cBhvr>
                                      <p:tavLst>
                                        <p:tav tm="0" fmla="#ppt_w*sin(2.5*pi*$)">
                                          <p:val>
                                            <p:fltVal val="0"/>
                                          </p:val>
                                        </p:tav>
                                        <p:tav tm="100000">
                                          <p:val>
                                            <p:fltVal val="1"/>
                                          </p:val>
                                        </p:tav>
                                      </p:tavLst>
                                    </p:anim>
                                    <p:anim calcmode="lin" valueType="num">
                                      <p:cBhvr>
                                        <p:cTn id="1022" dur="2000" fill="hold"/>
                                        <p:tgtEl>
                                          <p:spTgt spid="273"/>
                                        </p:tgtEl>
                                        <p:attrNameLst>
                                          <p:attrName>ppt_h</p:attrName>
                                        </p:attrNameLst>
                                      </p:cBhvr>
                                      <p:tavLst>
                                        <p:tav tm="0">
                                          <p:val>
                                            <p:strVal val="#ppt_h"/>
                                          </p:val>
                                        </p:tav>
                                        <p:tav tm="100000">
                                          <p:val>
                                            <p:strVal val="#ppt_h"/>
                                          </p:val>
                                        </p:tav>
                                      </p:tavLst>
                                    </p:anim>
                                  </p:childTnLst>
                                </p:cTn>
                              </p:par>
                            </p:childTnLst>
                          </p:cTn>
                        </p:par>
                      </p:childTnLst>
                    </p:cTn>
                  </p:par>
                  <p:par>
                    <p:cTn id="1023" fill="hold">
                      <p:stCondLst>
                        <p:cond delay="indefinite"/>
                      </p:stCondLst>
                      <p:childTnLst>
                        <p:par>
                          <p:cTn id="1024" fill="hold">
                            <p:stCondLst>
                              <p:cond delay="0"/>
                            </p:stCondLst>
                            <p:childTnLst>
                              <p:par>
                                <p:cTn id="1025" presetID="22" presetClass="exit" presetSubtype="1" fill="hold" nodeType="clickEffect">
                                  <p:stCondLst>
                                    <p:cond delay="0"/>
                                  </p:stCondLst>
                                  <p:childTnLst>
                                    <p:animEffect transition="out" filter="wipe(up)">
                                      <p:cBhvr>
                                        <p:cTn id="1026" dur="500"/>
                                        <p:tgtEl>
                                          <p:spTgt spid="166"/>
                                        </p:tgtEl>
                                      </p:cBhvr>
                                    </p:animEffect>
                                    <p:set>
                                      <p:cBhvr>
                                        <p:cTn id="1027" dur="1" fill="hold">
                                          <p:stCondLst>
                                            <p:cond delay="499"/>
                                          </p:stCondLst>
                                        </p:cTn>
                                        <p:tgtEl>
                                          <p:spTgt spid="166"/>
                                        </p:tgtEl>
                                        <p:attrNameLst>
                                          <p:attrName>style.visibility</p:attrName>
                                        </p:attrNameLst>
                                      </p:cBhvr>
                                      <p:to>
                                        <p:strVal val="hidden"/>
                                      </p:to>
                                    </p:set>
                                  </p:childTnLst>
                                </p:cTn>
                              </p:par>
                              <p:par>
                                <p:cTn id="1028" presetID="22" presetClass="entr" presetSubtype="8" fill="hold" nodeType="withEffect">
                                  <p:stCondLst>
                                    <p:cond delay="0"/>
                                  </p:stCondLst>
                                  <p:childTnLst>
                                    <p:set>
                                      <p:cBhvr>
                                        <p:cTn id="1029" dur="1" fill="hold">
                                          <p:stCondLst>
                                            <p:cond delay="0"/>
                                          </p:stCondLst>
                                        </p:cTn>
                                        <p:tgtEl>
                                          <p:spTgt spid="168"/>
                                        </p:tgtEl>
                                        <p:attrNameLst>
                                          <p:attrName>style.visibility</p:attrName>
                                        </p:attrNameLst>
                                      </p:cBhvr>
                                      <p:to>
                                        <p:strVal val="visible"/>
                                      </p:to>
                                    </p:set>
                                    <p:animEffect transition="in" filter="wipe(left)">
                                      <p:cBhvr>
                                        <p:cTn id="1030" dur="1000"/>
                                        <p:tgtEl>
                                          <p:spTgt spid="168"/>
                                        </p:tgtEl>
                                      </p:cBhvr>
                                    </p:animEffect>
                                  </p:childTnLst>
                                </p:cTn>
                              </p:par>
                            </p:childTnLst>
                          </p:cTn>
                        </p:par>
                        <p:par>
                          <p:cTn id="1031" fill="hold">
                            <p:stCondLst>
                              <p:cond delay="1000"/>
                            </p:stCondLst>
                            <p:childTnLst>
                              <p:par>
                                <p:cTn id="1032" presetID="63" presetClass="path" presetSubtype="0" accel="50000" decel="50000" fill="hold" grpId="12" nodeType="afterEffect">
                                  <p:stCondLst>
                                    <p:cond delay="0"/>
                                  </p:stCondLst>
                                  <p:childTnLst>
                                    <p:animMotion origin="layout" path="M -3.33333E-6 7.40741E-7 L 0.19922 0.00139 " pathEditMode="relative" rAng="0" ptsTypes="AA">
                                      <p:cBhvr>
                                        <p:cTn id="1033" dur="1500" fill="hold"/>
                                        <p:tgtEl>
                                          <p:spTgt spid="181"/>
                                        </p:tgtEl>
                                        <p:attrNameLst>
                                          <p:attrName>ppt_x</p:attrName>
                                          <p:attrName>ppt_y</p:attrName>
                                        </p:attrNameLst>
                                      </p:cBhvr>
                                      <p:rCtr x="9961" y="69"/>
                                    </p:animMotion>
                                  </p:childTnLst>
                                </p:cTn>
                              </p:par>
                            </p:childTnLst>
                          </p:cTn>
                        </p:par>
                        <p:par>
                          <p:cTn id="1034" fill="hold">
                            <p:stCondLst>
                              <p:cond delay="2500"/>
                            </p:stCondLst>
                            <p:childTnLst>
                              <p:par>
                                <p:cTn id="1035" presetID="35" presetClass="path" presetSubtype="0" accel="50000" decel="50000" fill="hold" grpId="14" nodeType="afterEffect">
                                  <p:stCondLst>
                                    <p:cond delay="0"/>
                                  </p:stCondLst>
                                  <p:childTnLst>
                                    <p:animMotion origin="layout" path="M 0.16641 -0.00023 L 0.03503 -0.00092 " pathEditMode="relative" rAng="0" ptsTypes="AA">
                                      <p:cBhvr>
                                        <p:cTn id="1036" dur="1500" fill="hold"/>
                                        <p:tgtEl>
                                          <p:spTgt spid="182"/>
                                        </p:tgtEl>
                                        <p:attrNameLst>
                                          <p:attrName>ppt_x</p:attrName>
                                          <p:attrName>ppt_y</p:attrName>
                                        </p:attrNameLst>
                                      </p:cBhvr>
                                      <p:rCtr x="-6576" y="-46"/>
                                    </p:animMotion>
                                  </p:childTnLst>
                                </p:cTn>
                              </p:par>
                            </p:childTnLst>
                          </p:cTn>
                        </p:par>
                      </p:childTnLst>
                    </p:cTn>
                  </p:par>
                  <p:par>
                    <p:cTn id="1037" fill="hold">
                      <p:stCondLst>
                        <p:cond delay="indefinite"/>
                      </p:stCondLst>
                      <p:childTnLst>
                        <p:par>
                          <p:cTn id="1038" fill="hold">
                            <p:stCondLst>
                              <p:cond delay="0"/>
                            </p:stCondLst>
                            <p:childTnLst>
                              <p:par>
                                <p:cTn id="1039" presetID="22" presetClass="exit" presetSubtype="1" fill="hold" nodeType="clickEffect">
                                  <p:stCondLst>
                                    <p:cond delay="0"/>
                                  </p:stCondLst>
                                  <p:childTnLst>
                                    <p:animEffect transition="out" filter="wipe(up)">
                                      <p:cBhvr>
                                        <p:cTn id="1040" dur="500"/>
                                        <p:tgtEl>
                                          <p:spTgt spid="168"/>
                                        </p:tgtEl>
                                      </p:cBhvr>
                                    </p:animEffect>
                                    <p:set>
                                      <p:cBhvr>
                                        <p:cTn id="1041" dur="1" fill="hold">
                                          <p:stCondLst>
                                            <p:cond delay="499"/>
                                          </p:stCondLst>
                                        </p:cTn>
                                        <p:tgtEl>
                                          <p:spTgt spid="168"/>
                                        </p:tgtEl>
                                        <p:attrNameLst>
                                          <p:attrName>style.visibility</p:attrName>
                                        </p:attrNameLst>
                                      </p:cBhvr>
                                      <p:to>
                                        <p:strVal val="hidden"/>
                                      </p:to>
                                    </p:set>
                                  </p:childTnLst>
                                </p:cTn>
                              </p:par>
                              <p:par>
                                <p:cTn id="1042" presetID="31" presetClass="exit" presetSubtype="0" fill="hold" nodeType="withEffect">
                                  <p:stCondLst>
                                    <p:cond delay="0"/>
                                  </p:stCondLst>
                                  <p:childTnLst>
                                    <p:anim calcmode="lin" valueType="num">
                                      <p:cBhvr>
                                        <p:cTn id="1043" dur="1000"/>
                                        <p:tgtEl>
                                          <p:spTgt spid="270"/>
                                        </p:tgtEl>
                                        <p:attrNameLst>
                                          <p:attrName>ppt_w</p:attrName>
                                        </p:attrNameLst>
                                      </p:cBhvr>
                                      <p:tavLst>
                                        <p:tav tm="0">
                                          <p:val>
                                            <p:strVal val="ppt_w"/>
                                          </p:val>
                                        </p:tav>
                                        <p:tav tm="100000">
                                          <p:val>
                                            <p:fltVal val="0"/>
                                          </p:val>
                                        </p:tav>
                                      </p:tavLst>
                                    </p:anim>
                                    <p:anim calcmode="lin" valueType="num">
                                      <p:cBhvr>
                                        <p:cTn id="1044" dur="1000"/>
                                        <p:tgtEl>
                                          <p:spTgt spid="270"/>
                                        </p:tgtEl>
                                        <p:attrNameLst>
                                          <p:attrName>ppt_h</p:attrName>
                                        </p:attrNameLst>
                                      </p:cBhvr>
                                      <p:tavLst>
                                        <p:tav tm="0">
                                          <p:val>
                                            <p:strVal val="ppt_h"/>
                                          </p:val>
                                        </p:tav>
                                        <p:tav tm="100000">
                                          <p:val>
                                            <p:fltVal val="0"/>
                                          </p:val>
                                        </p:tav>
                                      </p:tavLst>
                                    </p:anim>
                                    <p:anim calcmode="lin" valueType="num">
                                      <p:cBhvr>
                                        <p:cTn id="1045" dur="1000"/>
                                        <p:tgtEl>
                                          <p:spTgt spid="270"/>
                                        </p:tgtEl>
                                        <p:attrNameLst>
                                          <p:attrName>style.rotation</p:attrName>
                                        </p:attrNameLst>
                                      </p:cBhvr>
                                      <p:tavLst>
                                        <p:tav tm="0">
                                          <p:val>
                                            <p:fltVal val="0"/>
                                          </p:val>
                                        </p:tav>
                                        <p:tav tm="100000">
                                          <p:val>
                                            <p:fltVal val="90"/>
                                          </p:val>
                                        </p:tav>
                                      </p:tavLst>
                                    </p:anim>
                                    <p:animEffect transition="out" filter="fade">
                                      <p:cBhvr>
                                        <p:cTn id="1046" dur="1000"/>
                                        <p:tgtEl>
                                          <p:spTgt spid="270"/>
                                        </p:tgtEl>
                                      </p:cBhvr>
                                    </p:animEffect>
                                    <p:set>
                                      <p:cBhvr>
                                        <p:cTn id="1047" dur="1" fill="hold">
                                          <p:stCondLst>
                                            <p:cond delay="999"/>
                                          </p:stCondLst>
                                        </p:cTn>
                                        <p:tgtEl>
                                          <p:spTgt spid="270"/>
                                        </p:tgtEl>
                                        <p:attrNameLst>
                                          <p:attrName>style.visibility</p:attrName>
                                        </p:attrNameLst>
                                      </p:cBhvr>
                                      <p:to>
                                        <p:strVal val="hidden"/>
                                      </p:to>
                                    </p:set>
                                  </p:childTnLst>
                                </p:cTn>
                              </p:par>
                              <p:par>
                                <p:cTn id="1048" presetID="31" presetClass="exit" presetSubtype="0" fill="hold" grpId="1" nodeType="withEffect">
                                  <p:stCondLst>
                                    <p:cond delay="0"/>
                                  </p:stCondLst>
                                  <p:childTnLst>
                                    <p:anim calcmode="lin" valueType="num">
                                      <p:cBhvr>
                                        <p:cTn id="1049" dur="1000"/>
                                        <p:tgtEl>
                                          <p:spTgt spid="273"/>
                                        </p:tgtEl>
                                        <p:attrNameLst>
                                          <p:attrName>ppt_w</p:attrName>
                                        </p:attrNameLst>
                                      </p:cBhvr>
                                      <p:tavLst>
                                        <p:tav tm="0">
                                          <p:val>
                                            <p:strVal val="ppt_w"/>
                                          </p:val>
                                        </p:tav>
                                        <p:tav tm="100000">
                                          <p:val>
                                            <p:fltVal val="0"/>
                                          </p:val>
                                        </p:tav>
                                      </p:tavLst>
                                    </p:anim>
                                    <p:anim calcmode="lin" valueType="num">
                                      <p:cBhvr>
                                        <p:cTn id="1050" dur="1000"/>
                                        <p:tgtEl>
                                          <p:spTgt spid="273"/>
                                        </p:tgtEl>
                                        <p:attrNameLst>
                                          <p:attrName>ppt_h</p:attrName>
                                        </p:attrNameLst>
                                      </p:cBhvr>
                                      <p:tavLst>
                                        <p:tav tm="0">
                                          <p:val>
                                            <p:strVal val="ppt_h"/>
                                          </p:val>
                                        </p:tav>
                                        <p:tav tm="100000">
                                          <p:val>
                                            <p:fltVal val="0"/>
                                          </p:val>
                                        </p:tav>
                                      </p:tavLst>
                                    </p:anim>
                                    <p:anim calcmode="lin" valueType="num">
                                      <p:cBhvr>
                                        <p:cTn id="1051" dur="1000"/>
                                        <p:tgtEl>
                                          <p:spTgt spid="273"/>
                                        </p:tgtEl>
                                        <p:attrNameLst>
                                          <p:attrName>style.rotation</p:attrName>
                                        </p:attrNameLst>
                                      </p:cBhvr>
                                      <p:tavLst>
                                        <p:tav tm="0">
                                          <p:val>
                                            <p:fltVal val="0"/>
                                          </p:val>
                                        </p:tav>
                                        <p:tav tm="100000">
                                          <p:val>
                                            <p:fltVal val="90"/>
                                          </p:val>
                                        </p:tav>
                                      </p:tavLst>
                                    </p:anim>
                                    <p:animEffect transition="out" filter="fade">
                                      <p:cBhvr>
                                        <p:cTn id="1052" dur="1000"/>
                                        <p:tgtEl>
                                          <p:spTgt spid="273"/>
                                        </p:tgtEl>
                                      </p:cBhvr>
                                    </p:animEffect>
                                    <p:set>
                                      <p:cBhvr>
                                        <p:cTn id="1053" dur="1" fill="hold">
                                          <p:stCondLst>
                                            <p:cond delay="999"/>
                                          </p:stCondLst>
                                        </p:cTn>
                                        <p:tgtEl>
                                          <p:spTgt spid="273"/>
                                        </p:tgtEl>
                                        <p:attrNameLst>
                                          <p:attrName>style.visibility</p:attrName>
                                        </p:attrNameLst>
                                      </p:cBhvr>
                                      <p:to>
                                        <p:strVal val="hidden"/>
                                      </p:to>
                                    </p:set>
                                  </p:childTnLst>
                                </p:cTn>
                              </p:par>
                              <p:par>
                                <p:cTn id="1054" presetID="45" presetClass="entr" presetSubtype="0" fill="hold" nodeType="withEffect">
                                  <p:stCondLst>
                                    <p:cond delay="0"/>
                                  </p:stCondLst>
                                  <p:childTnLst>
                                    <p:set>
                                      <p:cBhvr>
                                        <p:cTn id="1055" dur="1" fill="hold">
                                          <p:stCondLst>
                                            <p:cond delay="0"/>
                                          </p:stCondLst>
                                        </p:cTn>
                                        <p:tgtEl>
                                          <p:spTgt spid="166"/>
                                        </p:tgtEl>
                                        <p:attrNameLst>
                                          <p:attrName>style.visibility</p:attrName>
                                        </p:attrNameLst>
                                      </p:cBhvr>
                                      <p:to>
                                        <p:strVal val="visible"/>
                                      </p:to>
                                    </p:set>
                                    <p:animEffect transition="in" filter="fade">
                                      <p:cBhvr>
                                        <p:cTn id="1056" dur="2000"/>
                                        <p:tgtEl>
                                          <p:spTgt spid="166"/>
                                        </p:tgtEl>
                                      </p:cBhvr>
                                    </p:animEffect>
                                    <p:anim calcmode="lin" valueType="num">
                                      <p:cBhvr>
                                        <p:cTn id="1057" dur="2000" fill="hold"/>
                                        <p:tgtEl>
                                          <p:spTgt spid="166"/>
                                        </p:tgtEl>
                                        <p:attrNameLst>
                                          <p:attrName>ppt_w</p:attrName>
                                        </p:attrNameLst>
                                      </p:cBhvr>
                                      <p:tavLst>
                                        <p:tav tm="0" fmla="#ppt_w*sin(2.5*pi*$)">
                                          <p:val>
                                            <p:fltVal val="0"/>
                                          </p:val>
                                        </p:tav>
                                        <p:tav tm="100000">
                                          <p:val>
                                            <p:fltVal val="1"/>
                                          </p:val>
                                        </p:tav>
                                      </p:tavLst>
                                    </p:anim>
                                    <p:anim calcmode="lin" valueType="num">
                                      <p:cBhvr>
                                        <p:cTn id="1058" dur="2000" fill="hold"/>
                                        <p:tgtEl>
                                          <p:spTgt spid="166"/>
                                        </p:tgtEl>
                                        <p:attrNameLst>
                                          <p:attrName>ppt_h</p:attrName>
                                        </p:attrNameLst>
                                      </p:cBhvr>
                                      <p:tavLst>
                                        <p:tav tm="0">
                                          <p:val>
                                            <p:strVal val="#ppt_h"/>
                                          </p:val>
                                        </p:tav>
                                        <p:tav tm="100000">
                                          <p:val>
                                            <p:strVal val="#ppt_h"/>
                                          </p:val>
                                        </p:tav>
                                      </p:tavLst>
                                    </p:anim>
                                  </p:childTnLst>
                                </p:cTn>
                              </p:par>
                            </p:childTnLst>
                          </p:cTn>
                        </p:par>
                        <p:par>
                          <p:cTn id="1059" fill="hold">
                            <p:stCondLst>
                              <p:cond delay="2000"/>
                            </p:stCondLst>
                            <p:childTnLst>
                              <p:par>
                                <p:cTn id="1060" presetID="22" presetClass="entr" presetSubtype="4" fill="hold" nodeType="afterEffect">
                                  <p:stCondLst>
                                    <p:cond delay="0"/>
                                  </p:stCondLst>
                                  <p:childTnLst>
                                    <p:set>
                                      <p:cBhvr>
                                        <p:cTn id="1061" dur="1" fill="hold">
                                          <p:stCondLst>
                                            <p:cond delay="0"/>
                                          </p:stCondLst>
                                        </p:cTn>
                                        <p:tgtEl>
                                          <p:spTgt spid="274"/>
                                        </p:tgtEl>
                                        <p:attrNameLst>
                                          <p:attrName>style.visibility</p:attrName>
                                        </p:attrNameLst>
                                      </p:cBhvr>
                                      <p:to>
                                        <p:strVal val="visible"/>
                                      </p:to>
                                    </p:set>
                                    <p:animEffect transition="in" filter="wipe(down)">
                                      <p:cBhvr>
                                        <p:cTn id="1062" dur="1000"/>
                                        <p:tgtEl>
                                          <p:spTgt spid="274"/>
                                        </p:tgtEl>
                                      </p:cBhvr>
                                    </p:animEffect>
                                  </p:childTnLst>
                                </p:cTn>
                              </p:par>
                            </p:childTnLst>
                          </p:cTn>
                        </p:par>
                        <p:par>
                          <p:cTn id="1063" fill="hold">
                            <p:stCondLst>
                              <p:cond delay="3000"/>
                            </p:stCondLst>
                            <p:childTnLst>
                              <p:par>
                                <p:cTn id="1064" presetID="45" presetClass="entr" presetSubtype="0" fill="hold" nodeType="afterEffect">
                                  <p:stCondLst>
                                    <p:cond delay="0"/>
                                  </p:stCondLst>
                                  <p:childTnLst>
                                    <p:set>
                                      <p:cBhvr>
                                        <p:cTn id="1065" dur="1" fill="hold">
                                          <p:stCondLst>
                                            <p:cond delay="0"/>
                                          </p:stCondLst>
                                        </p:cTn>
                                        <p:tgtEl>
                                          <p:spTgt spid="253"/>
                                        </p:tgtEl>
                                        <p:attrNameLst>
                                          <p:attrName>style.visibility</p:attrName>
                                        </p:attrNameLst>
                                      </p:cBhvr>
                                      <p:to>
                                        <p:strVal val="visible"/>
                                      </p:to>
                                    </p:set>
                                    <p:animEffect transition="in" filter="fade">
                                      <p:cBhvr>
                                        <p:cTn id="1066" dur="2000"/>
                                        <p:tgtEl>
                                          <p:spTgt spid="253"/>
                                        </p:tgtEl>
                                      </p:cBhvr>
                                    </p:animEffect>
                                    <p:anim calcmode="lin" valueType="num">
                                      <p:cBhvr>
                                        <p:cTn id="1067" dur="2000" fill="hold"/>
                                        <p:tgtEl>
                                          <p:spTgt spid="253"/>
                                        </p:tgtEl>
                                        <p:attrNameLst>
                                          <p:attrName>ppt_w</p:attrName>
                                        </p:attrNameLst>
                                      </p:cBhvr>
                                      <p:tavLst>
                                        <p:tav tm="0" fmla="#ppt_w*sin(2.5*pi*$)">
                                          <p:val>
                                            <p:fltVal val="0"/>
                                          </p:val>
                                        </p:tav>
                                        <p:tav tm="100000">
                                          <p:val>
                                            <p:fltVal val="1"/>
                                          </p:val>
                                        </p:tav>
                                      </p:tavLst>
                                    </p:anim>
                                    <p:anim calcmode="lin" valueType="num">
                                      <p:cBhvr>
                                        <p:cTn id="1068" dur="2000" fill="hold"/>
                                        <p:tgtEl>
                                          <p:spTgt spid="253"/>
                                        </p:tgtEl>
                                        <p:attrNameLst>
                                          <p:attrName>ppt_h</p:attrName>
                                        </p:attrNameLst>
                                      </p:cBhvr>
                                      <p:tavLst>
                                        <p:tav tm="0">
                                          <p:val>
                                            <p:strVal val="#ppt_h"/>
                                          </p:val>
                                        </p:tav>
                                        <p:tav tm="100000">
                                          <p:val>
                                            <p:strVal val="#ppt_h"/>
                                          </p:val>
                                        </p:tav>
                                      </p:tavLst>
                                    </p:anim>
                                  </p:childTnLst>
                                </p:cTn>
                              </p:par>
                            </p:childTnLst>
                          </p:cTn>
                        </p:par>
                      </p:childTnLst>
                    </p:cTn>
                  </p:par>
                  <p:par>
                    <p:cTn id="1069" fill="hold">
                      <p:stCondLst>
                        <p:cond delay="indefinite"/>
                      </p:stCondLst>
                      <p:childTnLst>
                        <p:par>
                          <p:cTn id="1070" fill="hold">
                            <p:stCondLst>
                              <p:cond delay="0"/>
                            </p:stCondLst>
                            <p:childTnLst>
                              <p:par>
                                <p:cTn id="1071" presetID="22" presetClass="exit" presetSubtype="1" fill="hold" nodeType="clickEffect">
                                  <p:stCondLst>
                                    <p:cond delay="0"/>
                                  </p:stCondLst>
                                  <p:childTnLst>
                                    <p:animEffect transition="out" filter="wipe(up)">
                                      <p:cBhvr>
                                        <p:cTn id="1072" dur="500"/>
                                        <p:tgtEl>
                                          <p:spTgt spid="166"/>
                                        </p:tgtEl>
                                      </p:cBhvr>
                                    </p:animEffect>
                                    <p:set>
                                      <p:cBhvr>
                                        <p:cTn id="1073" dur="1" fill="hold">
                                          <p:stCondLst>
                                            <p:cond delay="499"/>
                                          </p:stCondLst>
                                        </p:cTn>
                                        <p:tgtEl>
                                          <p:spTgt spid="166"/>
                                        </p:tgtEl>
                                        <p:attrNameLst>
                                          <p:attrName>style.visibility</p:attrName>
                                        </p:attrNameLst>
                                      </p:cBhvr>
                                      <p:to>
                                        <p:strVal val="hidden"/>
                                      </p:to>
                                    </p:set>
                                  </p:childTnLst>
                                </p:cTn>
                              </p:par>
                              <p:par>
                                <p:cTn id="1074" presetID="22" presetClass="entr" presetSubtype="8" fill="hold" nodeType="withEffect">
                                  <p:stCondLst>
                                    <p:cond delay="0"/>
                                  </p:stCondLst>
                                  <p:childTnLst>
                                    <p:set>
                                      <p:cBhvr>
                                        <p:cTn id="1075" dur="1" fill="hold">
                                          <p:stCondLst>
                                            <p:cond delay="0"/>
                                          </p:stCondLst>
                                        </p:cTn>
                                        <p:tgtEl>
                                          <p:spTgt spid="178"/>
                                        </p:tgtEl>
                                        <p:attrNameLst>
                                          <p:attrName>style.visibility</p:attrName>
                                        </p:attrNameLst>
                                      </p:cBhvr>
                                      <p:to>
                                        <p:strVal val="visible"/>
                                      </p:to>
                                    </p:set>
                                    <p:animEffect transition="in" filter="wipe(left)">
                                      <p:cBhvr>
                                        <p:cTn id="1076" dur="1000"/>
                                        <p:tgtEl>
                                          <p:spTgt spid="178"/>
                                        </p:tgtEl>
                                      </p:cBhvr>
                                    </p:animEffect>
                                  </p:childTnLst>
                                </p:cTn>
                              </p:par>
                            </p:childTnLst>
                          </p:cTn>
                        </p:par>
                        <p:par>
                          <p:cTn id="1077" fill="hold">
                            <p:stCondLst>
                              <p:cond delay="1000"/>
                            </p:stCondLst>
                            <p:childTnLst>
                              <p:par>
                                <p:cTn id="1078" presetID="10" presetClass="exit" presetSubtype="0" fill="hold" grpId="0" nodeType="afterEffect">
                                  <p:stCondLst>
                                    <p:cond delay="0"/>
                                  </p:stCondLst>
                                  <p:childTnLst>
                                    <p:animEffect transition="out" filter="fade">
                                      <p:cBhvr>
                                        <p:cTn id="1079" dur="500"/>
                                        <p:tgtEl>
                                          <p:spTgt spid="44"/>
                                        </p:tgtEl>
                                      </p:cBhvr>
                                    </p:animEffect>
                                    <p:set>
                                      <p:cBhvr>
                                        <p:cTn id="1080" dur="1" fill="hold">
                                          <p:stCondLst>
                                            <p:cond delay="499"/>
                                          </p:stCondLst>
                                        </p:cTn>
                                        <p:tgtEl>
                                          <p:spTgt spid="44"/>
                                        </p:tgtEl>
                                        <p:attrNameLst>
                                          <p:attrName>style.visibility</p:attrName>
                                        </p:attrNameLst>
                                      </p:cBhvr>
                                      <p:to>
                                        <p:strVal val="hidden"/>
                                      </p:to>
                                    </p:set>
                                  </p:childTnLst>
                                </p:cTn>
                              </p:par>
                              <p:par>
                                <p:cTn id="1081" presetID="63" presetClass="path" presetSubtype="0" accel="50000" decel="50000" fill="hold" nodeType="withEffect">
                                  <p:stCondLst>
                                    <p:cond delay="0"/>
                                  </p:stCondLst>
                                  <p:childTnLst>
                                    <p:animMotion origin="layout" path="M 0.16224 0.22176 L 0.21355 0.22292 " pathEditMode="relative" rAng="0" ptsTypes="AA">
                                      <p:cBhvr>
                                        <p:cTn id="1082" dur="1500" fill="hold"/>
                                        <p:tgtEl>
                                          <p:spTgt spid="102"/>
                                        </p:tgtEl>
                                        <p:attrNameLst>
                                          <p:attrName>ppt_x</p:attrName>
                                          <p:attrName>ppt_y</p:attrName>
                                        </p:attrNameLst>
                                      </p:cBhvr>
                                      <p:rCtr x="2565" y="46"/>
                                    </p:animMotion>
                                  </p:childTnLst>
                                </p:cTn>
                              </p:par>
                              <p:par>
                                <p:cTn id="1083" presetID="63" presetClass="path" presetSubtype="0" accel="50000" decel="50000" fill="hold" grpId="6" nodeType="withEffect">
                                  <p:stCondLst>
                                    <p:cond delay="0"/>
                                  </p:stCondLst>
                                  <p:childTnLst>
                                    <p:animMotion origin="layout" path="M 0.26419 0.00254 L 0.31628 0.00162 " pathEditMode="relative" rAng="0" ptsTypes="AA">
                                      <p:cBhvr>
                                        <p:cTn id="1084" dur="1500" fill="hold"/>
                                        <p:tgtEl>
                                          <p:spTgt spid="73"/>
                                        </p:tgtEl>
                                        <p:attrNameLst>
                                          <p:attrName>ppt_x</p:attrName>
                                          <p:attrName>ppt_y</p:attrName>
                                        </p:attrNameLst>
                                      </p:cBhvr>
                                      <p:rCtr x="2604" y="-46"/>
                                    </p:animMotion>
                                  </p:childTnLst>
                                </p:cTn>
                              </p:par>
                              <p:par>
                                <p:cTn id="1085" presetID="10" presetClass="exit" presetSubtype="0" fill="hold" nodeType="withEffect">
                                  <p:stCondLst>
                                    <p:cond delay="500"/>
                                  </p:stCondLst>
                                  <p:childTnLst>
                                    <p:animEffect transition="out" filter="fade">
                                      <p:cBhvr>
                                        <p:cTn id="1086" dur="500"/>
                                        <p:tgtEl>
                                          <p:spTgt spid="141"/>
                                        </p:tgtEl>
                                      </p:cBhvr>
                                    </p:animEffect>
                                    <p:set>
                                      <p:cBhvr>
                                        <p:cTn id="1087" dur="1" fill="hold">
                                          <p:stCondLst>
                                            <p:cond delay="499"/>
                                          </p:stCondLst>
                                        </p:cTn>
                                        <p:tgtEl>
                                          <p:spTgt spid="141"/>
                                        </p:tgtEl>
                                        <p:attrNameLst>
                                          <p:attrName>style.visibility</p:attrName>
                                        </p:attrNameLst>
                                      </p:cBhvr>
                                      <p:to>
                                        <p:strVal val="hidden"/>
                                      </p:to>
                                    </p:set>
                                  </p:childTnLst>
                                </p:cTn>
                              </p:par>
                            </p:childTnLst>
                          </p:cTn>
                        </p:par>
                        <p:par>
                          <p:cTn id="1088" fill="hold">
                            <p:stCondLst>
                              <p:cond delay="2500"/>
                            </p:stCondLst>
                            <p:childTnLst>
                              <p:par>
                                <p:cTn id="1089" presetID="22" presetClass="entr" presetSubtype="2" fill="hold" nodeType="afterEffect">
                                  <p:stCondLst>
                                    <p:cond delay="0"/>
                                  </p:stCondLst>
                                  <p:childTnLst>
                                    <p:set>
                                      <p:cBhvr>
                                        <p:cTn id="1090" dur="1" fill="hold">
                                          <p:stCondLst>
                                            <p:cond delay="0"/>
                                          </p:stCondLst>
                                        </p:cTn>
                                        <p:tgtEl>
                                          <p:spTgt spid="148"/>
                                        </p:tgtEl>
                                        <p:attrNameLst>
                                          <p:attrName>style.visibility</p:attrName>
                                        </p:attrNameLst>
                                      </p:cBhvr>
                                      <p:to>
                                        <p:strVal val="visible"/>
                                      </p:to>
                                    </p:set>
                                    <p:animEffect transition="in" filter="wipe(right)">
                                      <p:cBhvr>
                                        <p:cTn id="1091" dur="500"/>
                                        <p:tgtEl>
                                          <p:spTgt spid="148"/>
                                        </p:tgtEl>
                                      </p:cBhvr>
                                    </p:animEffect>
                                  </p:childTnLst>
                                </p:cTn>
                              </p:par>
                            </p:childTnLst>
                          </p:cTn>
                        </p:par>
                        <p:par>
                          <p:cTn id="1092" fill="hold">
                            <p:stCondLst>
                              <p:cond delay="3000"/>
                            </p:stCondLst>
                            <p:childTnLst>
                              <p:par>
                                <p:cTn id="1093" presetID="63" presetClass="path" presetSubtype="0" accel="50000" decel="50000" fill="hold" nodeType="afterEffect">
                                  <p:stCondLst>
                                    <p:cond delay="0"/>
                                  </p:stCondLst>
                                  <p:childTnLst>
                                    <p:animMotion origin="layout" path="M 0.07812 0.22222 L 0.12825 0.22222 " pathEditMode="relative" rAng="0" ptsTypes="AA">
                                      <p:cBhvr>
                                        <p:cTn id="1094" dur="1000" fill="hold"/>
                                        <p:tgtEl>
                                          <p:spTgt spid="97"/>
                                        </p:tgtEl>
                                        <p:attrNameLst>
                                          <p:attrName>ppt_x</p:attrName>
                                          <p:attrName>ppt_y</p:attrName>
                                        </p:attrNameLst>
                                      </p:cBhvr>
                                      <p:rCtr x="2500" y="0"/>
                                    </p:animMotion>
                                  </p:childTnLst>
                                </p:cTn>
                              </p:par>
                              <p:par>
                                <p:cTn id="1095" presetID="63" presetClass="path" presetSubtype="0" accel="50000" decel="50000" fill="hold" grpId="3" nodeType="withEffect">
                                  <p:stCondLst>
                                    <p:cond delay="0"/>
                                  </p:stCondLst>
                                  <p:childTnLst>
                                    <p:animMotion origin="layout" path="M 0.10573 0.00255 L 0.15794 0.00255 " pathEditMode="relative" rAng="0" ptsTypes="AA">
                                      <p:cBhvr>
                                        <p:cTn id="1096" dur="1000" fill="hold"/>
                                        <p:tgtEl>
                                          <p:spTgt spid="69"/>
                                        </p:tgtEl>
                                        <p:attrNameLst>
                                          <p:attrName>ppt_x</p:attrName>
                                          <p:attrName>ppt_y</p:attrName>
                                        </p:attrNameLst>
                                      </p:cBhvr>
                                      <p:rCtr x="2604" y="0"/>
                                    </p:animMotion>
                                  </p:childTnLst>
                                </p:cTn>
                              </p:par>
                            </p:childTnLst>
                          </p:cTn>
                        </p:par>
                        <p:par>
                          <p:cTn id="1097" fill="hold">
                            <p:stCondLst>
                              <p:cond delay="4000"/>
                            </p:stCondLst>
                            <p:childTnLst>
                              <p:par>
                                <p:cTn id="1098" presetID="22" presetClass="entr" presetSubtype="8" fill="hold" nodeType="afterEffect">
                                  <p:stCondLst>
                                    <p:cond delay="0"/>
                                  </p:stCondLst>
                                  <p:childTnLst>
                                    <p:set>
                                      <p:cBhvr>
                                        <p:cTn id="1099" dur="1" fill="hold">
                                          <p:stCondLst>
                                            <p:cond delay="0"/>
                                          </p:stCondLst>
                                        </p:cTn>
                                        <p:tgtEl>
                                          <p:spTgt spid="147"/>
                                        </p:tgtEl>
                                        <p:attrNameLst>
                                          <p:attrName>style.visibility</p:attrName>
                                        </p:attrNameLst>
                                      </p:cBhvr>
                                      <p:to>
                                        <p:strVal val="visible"/>
                                      </p:to>
                                    </p:set>
                                    <p:animEffect transition="in" filter="wipe(left)">
                                      <p:cBhvr>
                                        <p:cTn id="1100" dur="1000"/>
                                        <p:tgtEl>
                                          <p:spTgt spid="147"/>
                                        </p:tgtEl>
                                      </p:cBhvr>
                                    </p:animEffect>
                                  </p:childTnLst>
                                </p:cTn>
                              </p:par>
                            </p:childTnLst>
                          </p:cTn>
                        </p:par>
                        <p:par>
                          <p:cTn id="1101" fill="hold">
                            <p:stCondLst>
                              <p:cond delay="5000"/>
                            </p:stCondLst>
                            <p:childTnLst>
                              <p:par>
                                <p:cTn id="1102" presetID="63" presetClass="path" presetSubtype="0" accel="50000" decel="50000" fill="hold" nodeType="afterEffect">
                                  <p:stCondLst>
                                    <p:cond delay="0"/>
                                  </p:stCondLst>
                                  <p:childTnLst>
                                    <p:animMotion origin="layout" path="M 0.09024 0.22245 L 0.14492 0.22315 " pathEditMode="relative" rAng="0" ptsTypes="AA">
                                      <p:cBhvr>
                                        <p:cTn id="1103" dur="1000" fill="hold"/>
                                        <p:tgtEl>
                                          <p:spTgt spid="107"/>
                                        </p:tgtEl>
                                        <p:attrNameLst>
                                          <p:attrName>ppt_x</p:attrName>
                                          <p:attrName>ppt_y</p:attrName>
                                        </p:attrNameLst>
                                      </p:cBhvr>
                                      <p:rCtr x="2734" y="23"/>
                                    </p:animMotion>
                                  </p:childTnLst>
                                </p:cTn>
                              </p:par>
                              <p:par>
                                <p:cTn id="1104" presetID="63" presetClass="path" presetSubtype="0" accel="50000" decel="50000" fill="hold" grpId="2" nodeType="withEffect">
                                  <p:stCondLst>
                                    <p:cond delay="0"/>
                                  </p:stCondLst>
                                  <p:childTnLst>
                                    <p:animMotion origin="layout" path="M 0.05287 0.00162 L 0.10508 0.00208 " pathEditMode="relative" rAng="0" ptsTypes="AA">
                                      <p:cBhvr>
                                        <p:cTn id="1105" dur="1000" fill="hold"/>
                                        <p:tgtEl>
                                          <p:spTgt spid="139"/>
                                        </p:tgtEl>
                                        <p:attrNameLst>
                                          <p:attrName>ppt_x</p:attrName>
                                          <p:attrName>ppt_y</p:attrName>
                                        </p:attrNameLst>
                                      </p:cBhvr>
                                      <p:rCtr x="2604" y="23"/>
                                    </p:animMotion>
                                  </p:childTnLst>
                                </p:cTn>
                              </p:par>
                              <p:par>
                                <p:cTn id="1106" presetID="63" presetClass="path" presetSubtype="0" accel="50000" decel="50000" fill="hold" nodeType="withEffect">
                                  <p:stCondLst>
                                    <p:cond delay="250"/>
                                  </p:stCondLst>
                                  <p:childTnLst>
                                    <p:animMotion origin="layout" path="M 0.10416 0.21967 L 0.15625 0.22199 " pathEditMode="relative" rAng="0" ptsTypes="AA">
                                      <p:cBhvr>
                                        <p:cTn id="1107" dur="1000" fill="hold"/>
                                        <p:tgtEl>
                                          <p:spTgt spid="121"/>
                                        </p:tgtEl>
                                        <p:attrNameLst>
                                          <p:attrName>ppt_x</p:attrName>
                                          <p:attrName>ppt_y</p:attrName>
                                        </p:attrNameLst>
                                      </p:cBhvr>
                                      <p:rCtr x="2604" y="116"/>
                                    </p:animMotion>
                                  </p:childTnLst>
                                </p:cTn>
                              </p:par>
                              <p:par>
                                <p:cTn id="1108" presetID="63" presetClass="path" presetSubtype="0" accel="50000" decel="50000" fill="hold" grpId="2" nodeType="withEffect">
                                  <p:stCondLst>
                                    <p:cond delay="250"/>
                                  </p:stCondLst>
                                  <p:childTnLst>
                                    <p:animMotion origin="layout" path="M 0.05338 -0.00278 L 0.1056 0.0007 " pathEditMode="relative" rAng="0" ptsTypes="AA">
                                      <p:cBhvr>
                                        <p:cTn id="1109" dur="1000" fill="hold"/>
                                        <p:tgtEl>
                                          <p:spTgt spid="70"/>
                                        </p:tgtEl>
                                        <p:attrNameLst>
                                          <p:attrName>ppt_x</p:attrName>
                                          <p:attrName>ppt_y</p:attrName>
                                        </p:attrNameLst>
                                      </p:cBhvr>
                                      <p:rCtr x="2604" y="162"/>
                                    </p:animMotion>
                                  </p:childTnLst>
                                </p:cTn>
                              </p:par>
                              <p:par>
                                <p:cTn id="1110" presetID="63" presetClass="path" presetSubtype="0" accel="50000" decel="50000" fill="hold" nodeType="withEffect">
                                  <p:stCondLst>
                                    <p:cond delay="500"/>
                                  </p:stCondLst>
                                  <p:childTnLst>
                                    <p:animMotion origin="layout" path="M 0.01758 0.21783 L 0.07031 0.22014 " pathEditMode="relative" rAng="0" ptsTypes="AA">
                                      <p:cBhvr>
                                        <p:cTn id="1111" dur="1000" fill="hold"/>
                                        <p:tgtEl>
                                          <p:spTgt spid="112"/>
                                        </p:tgtEl>
                                        <p:attrNameLst>
                                          <p:attrName>ppt_x</p:attrName>
                                          <p:attrName>ppt_y</p:attrName>
                                        </p:attrNameLst>
                                      </p:cBhvr>
                                      <p:rCtr x="2630" y="116"/>
                                    </p:animMotion>
                                  </p:childTnLst>
                                </p:cTn>
                              </p:par>
                              <p:par>
                                <p:cTn id="1112" presetID="63" presetClass="path" presetSubtype="0" accel="50000" decel="50000" fill="hold" grpId="3" nodeType="withEffect">
                                  <p:stCondLst>
                                    <p:cond delay="500"/>
                                  </p:stCondLst>
                                  <p:childTnLst>
                                    <p:animMotion origin="layout" path="M 0.10768 0.00185 L 0.16028 -0.0007 " pathEditMode="relative" rAng="0" ptsTypes="AA">
                                      <p:cBhvr>
                                        <p:cTn id="1113" dur="1000" fill="hold"/>
                                        <p:tgtEl>
                                          <p:spTgt spid="72"/>
                                        </p:tgtEl>
                                        <p:attrNameLst>
                                          <p:attrName>ppt_x</p:attrName>
                                          <p:attrName>ppt_y</p:attrName>
                                        </p:attrNameLst>
                                      </p:cBhvr>
                                      <p:rCtr x="2630" y="-139"/>
                                    </p:animMotion>
                                  </p:childTnLst>
                                </p:cTn>
                              </p:par>
                            </p:childTnLst>
                          </p:cTn>
                        </p:par>
                        <p:par>
                          <p:cTn id="1114" fill="hold">
                            <p:stCondLst>
                              <p:cond delay="6500"/>
                            </p:stCondLst>
                            <p:childTnLst>
                              <p:par>
                                <p:cTn id="1115" presetID="22" presetClass="entr" presetSubtype="4" fill="hold" nodeType="afterEffect">
                                  <p:stCondLst>
                                    <p:cond delay="0"/>
                                  </p:stCondLst>
                                  <p:childTnLst>
                                    <p:set>
                                      <p:cBhvr>
                                        <p:cTn id="1116" dur="1" fill="hold">
                                          <p:stCondLst>
                                            <p:cond delay="0"/>
                                          </p:stCondLst>
                                        </p:cTn>
                                        <p:tgtEl>
                                          <p:spTgt spid="87"/>
                                        </p:tgtEl>
                                        <p:attrNameLst>
                                          <p:attrName>style.visibility</p:attrName>
                                        </p:attrNameLst>
                                      </p:cBhvr>
                                      <p:to>
                                        <p:strVal val="visible"/>
                                      </p:to>
                                    </p:set>
                                    <p:animEffect transition="in" filter="wipe(down)">
                                      <p:cBhvr>
                                        <p:cTn id="1117" dur="500"/>
                                        <p:tgtEl>
                                          <p:spTgt spid="87"/>
                                        </p:tgtEl>
                                      </p:cBhvr>
                                    </p:animEffect>
                                  </p:childTnLst>
                                </p:cTn>
                              </p:par>
                              <p:par>
                                <p:cTn id="1118" presetID="42" presetClass="path" presetSubtype="0" accel="50000" decel="50000" fill="hold" nodeType="withEffect">
                                  <p:stCondLst>
                                    <p:cond delay="0"/>
                                  </p:stCondLst>
                                  <p:childTnLst>
                                    <p:animMotion origin="layout" path="M -2.91667E-6 4.44444E-6 L -0.14622 0.21713 " pathEditMode="relative" rAng="0" ptsTypes="AA">
                                      <p:cBhvr>
                                        <p:cTn id="1119" dur="1500" fill="hold"/>
                                        <p:tgtEl>
                                          <p:spTgt spid="87"/>
                                        </p:tgtEl>
                                        <p:attrNameLst>
                                          <p:attrName>ppt_x</p:attrName>
                                          <p:attrName>ppt_y</p:attrName>
                                        </p:attrNameLst>
                                      </p:cBhvr>
                                      <p:rCtr x="-7318" y="10856"/>
                                    </p:animMotion>
                                  </p:childTnLst>
                                </p:cTn>
                              </p:par>
                            </p:childTnLst>
                          </p:cTn>
                        </p:par>
                        <p:par>
                          <p:cTn id="1120" fill="hold">
                            <p:stCondLst>
                              <p:cond delay="8000"/>
                            </p:stCondLst>
                            <p:childTnLst>
                              <p:par>
                                <p:cTn id="1121" presetID="63" presetClass="path" presetSubtype="0" accel="50000" decel="50000" fill="hold" grpId="2" nodeType="afterEffect">
                                  <p:stCondLst>
                                    <p:cond delay="0"/>
                                  </p:stCondLst>
                                  <p:childTnLst>
                                    <p:animMotion origin="layout" path="M 0.19896 -0.00093 L 0.23203 0.00116 " pathEditMode="relative" rAng="0" ptsTypes="AA">
                                      <p:cBhvr>
                                        <p:cTn id="1122" dur="1500" fill="hold"/>
                                        <p:tgtEl>
                                          <p:spTgt spid="175"/>
                                        </p:tgtEl>
                                        <p:attrNameLst>
                                          <p:attrName>ppt_x</p:attrName>
                                          <p:attrName>ppt_y</p:attrName>
                                        </p:attrNameLst>
                                      </p:cBhvr>
                                      <p:rCtr x="1654" y="93"/>
                                    </p:animMotion>
                                  </p:childTnLst>
                                </p:cTn>
                              </p:par>
                              <p:par>
                                <p:cTn id="1123" presetID="63" presetClass="path" presetSubtype="0" accel="50000" decel="50000" fill="hold" grpId="2" nodeType="withEffect">
                                  <p:stCondLst>
                                    <p:cond delay="0"/>
                                  </p:stCondLst>
                                  <p:childTnLst>
                                    <p:animMotion origin="layout" path="M 0.05273 0.00116 L 0.10781 0.00162 " pathEditMode="relative" rAng="0" ptsTypes="AA">
                                      <p:cBhvr>
                                        <p:cTn id="1124" dur="1500" fill="hold"/>
                                        <p:tgtEl>
                                          <p:spTgt spid="71"/>
                                        </p:tgtEl>
                                        <p:attrNameLst>
                                          <p:attrName>ppt_x</p:attrName>
                                          <p:attrName>ppt_y</p:attrName>
                                        </p:attrNameLst>
                                      </p:cBhvr>
                                      <p:rCtr x="2747" y="23"/>
                                    </p:animMotion>
                                  </p:childTnLst>
                                </p:cTn>
                              </p:par>
                            </p:childTnLst>
                          </p:cTn>
                        </p:par>
                        <p:par>
                          <p:cTn id="1125" fill="hold">
                            <p:stCondLst>
                              <p:cond delay="9500"/>
                            </p:stCondLst>
                            <p:childTnLst>
                              <p:par>
                                <p:cTn id="1126" presetID="22" presetClass="exit" presetSubtype="1" fill="hold" nodeType="afterEffect">
                                  <p:stCondLst>
                                    <p:cond delay="0"/>
                                  </p:stCondLst>
                                  <p:childTnLst>
                                    <p:animEffect transition="out" filter="wipe(up)">
                                      <p:cBhvr>
                                        <p:cTn id="1127" dur="500"/>
                                        <p:tgtEl>
                                          <p:spTgt spid="178"/>
                                        </p:tgtEl>
                                      </p:cBhvr>
                                    </p:animEffect>
                                    <p:set>
                                      <p:cBhvr>
                                        <p:cTn id="1128" dur="1" fill="hold">
                                          <p:stCondLst>
                                            <p:cond delay="499"/>
                                          </p:stCondLst>
                                        </p:cTn>
                                        <p:tgtEl>
                                          <p:spTgt spid="178"/>
                                        </p:tgtEl>
                                        <p:attrNameLst>
                                          <p:attrName>style.visibility</p:attrName>
                                        </p:attrNameLst>
                                      </p:cBhvr>
                                      <p:to>
                                        <p:strVal val="hidden"/>
                                      </p:to>
                                    </p:set>
                                  </p:childTnLst>
                                </p:cTn>
                              </p:par>
                              <p:par>
                                <p:cTn id="1129" presetID="22" presetClass="entr" presetSubtype="8" fill="hold" nodeType="withEffect">
                                  <p:stCondLst>
                                    <p:cond delay="0"/>
                                  </p:stCondLst>
                                  <p:childTnLst>
                                    <p:set>
                                      <p:cBhvr>
                                        <p:cTn id="1130" dur="1" fill="hold">
                                          <p:stCondLst>
                                            <p:cond delay="0"/>
                                          </p:stCondLst>
                                        </p:cTn>
                                        <p:tgtEl>
                                          <p:spTgt spid="179"/>
                                        </p:tgtEl>
                                        <p:attrNameLst>
                                          <p:attrName>style.visibility</p:attrName>
                                        </p:attrNameLst>
                                      </p:cBhvr>
                                      <p:to>
                                        <p:strVal val="visible"/>
                                      </p:to>
                                    </p:set>
                                    <p:animEffect transition="in" filter="wipe(left)">
                                      <p:cBhvr>
                                        <p:cTn id="1131" dur="1000"/>
                                        <p:tgtEl>
                                          <p:spTgt spid="179"/>
                                        </p:tgtEl>
                                      </p:cBhvr>
                                    </p:animEffect>
                                  </p:childTnLst>
                                </p:cTn>
                              </p:par>
                            </p:childTnLst>
                          </p:cTn>
                        </p:par>
                        <p:par>
                          <p:cTn id="1132" fill="hold">
                            <p:stCondLst>
                              <p:cond delay="10500"/>
                            </p:stCondLst>
                            <p:childTnLst>
                              <p:par>
                                <p:cTn id="1133" presetID="22" presetClass="entr" presetSubtype="1" fill="hold" grpId="0" nodeType="afterEffect">
                                  <p:stCondLst>
                                    <p:cond delay="0"/>
                                  </p:stCondLst>
                                  <p:childTnLst>
                                    <p:set>
                                      <p:cBhvr>
                                        <p:cTn id="1134" dur="1" fill="hold">
                                          <p:stCondLst>
                                            <p:cond delay="0"/>
                                          </p:stCondLst>
                                        </p:cTn>
                                        <p:tgtEl>
                                          <p:spTgt spid="66"/>
                                        </p:tgtEl>
                                        <p:attrNameLst>
                                          <p:attrName>style.visibility</p:attrName>
                                        </p:attrNameLst>
                                      </p:cBhvr>
                                      <p:to>
                                        <p:strVal val="visible"/>
                                      </p:to>
                                    </p:set>
                                    <p:animEffect transition="in" filter="wipe(up)">
                                      <p:cBhvr>
                                        <p:cTn id="1135" dur="500"/>
                                        <p:tgtEl>
                                          <p:spTgt spid="66"/>
                                        </p:tgtEl>
                                      </p:cBhvr>
                                    </p:animEffect>
                                  </p:childTnLst>
                                </p:cTn>
                              </p:par>
                            </p:childTnLst>
                          </p:cTn>
                        </p:par>
                        <p:par>
                          <p:cTn id="1136" fill="hold">
                            <p:stCondLst>
                              <p:cond delay="11000"/>
                            </p:stCondLst>
                            <p:childTnLst>
                              <p:par>
                                <p:cTn id="1137" presetID="22" presetClass="entr" presetSubtype="1" fill="hold" grpId="0" nodeType="afterEffect">
                                  <p:stCondLst>
                                    <p:cond delay="0"/>
                                  </p:stCondLst>
                                  <p:childTnLst>
                                    <p:set>
                                      <p:cBhvr>
                                        <p:cTn id="1138" dur="1" fill="hold">
                                          <p:stCondLst>
                                            <p:cond delay="0"/>
                                          </p:stCondLst>
                                        </p:cTn>
                                        <p:tgtEl>
                                          <p:spTgt spid="152"/>
                                        </p:tgtEl>
                                        <p:attrNameLst>
                                          <p:attrName>style.visibility</p:attrName>
                                        </p:attrNameLst>
                                      </p:cBhvr>
                                      <p:to>
                                        <p:strVal val="visible"/>
                                      </p:to>
                                    </p:set>
                                    <p:animEffect transition="in" filter="wipe(up)">
                                      <p:cBhvr>
                                        <p:cTn id="1139" dur="500"/>
                                        <p:tgtEl>
                                          <p:spTgt spid="152"/>
                                        </p:tgtEl>
                                      </p:cBhvr>
                                    </p:animEffect>
                                  </p:childTnLst>
                                </p:cTn>
                              </p:par>
                            </p:childTnLst>
                          </p:cTn>
                        </p:par>
                        <p:par>
                          <p:cTn id="1140" fill="hold">
                            <p:stCondLst>
                              <p:cond delay="11500"/>
                            </p:stCondLst>
                            <p:childTnLst>
                              <p:par>
                                <p:cTn id="1141" presetID="22" presetClass="exit" presetSubtype="1" fill="hold" nodeType="afterEffect">
                                  <p:stCondLst>
                                    <p:cond delay="0"/>
                                  </p:stCondLst>
                                  <p:childTnLst>
                                    <p:animEffect transition="out" filter="wipe(up)">
                                      <p:cBhvr>
                                        <p:cTn id="1142" dur="500"/>
                                        <p:tgtEl>
                                          <p:spTgt spid="179"/>
                                        </p:tgtEl>
                                      </p:cBhvr>
                                    </p:animEffect>
                                    <p:set>
                                      <p:cBhvr>
                                        <p:cTn id="1143" dur="1" fill="hold">
                                          <p:stCondLst>
                                            <p:cond delay="499"/>
                                          </p:stCondLst>
                                        </p:cTn>
                                        <p:tgtEl>
                                          <p:spTgt spid="179"/>
                                        </p:tgtEl>
                                        <p:attrNameLst>
                                          <p:attrName>style.visibility</p:attrName>
                                        </p:attrNameLst>
                                      </p:cBhvr>
                                      <p:to>
                                        <p:strVal val="hidden"/>
                                      </p:to>
                                    </p:set>
                                  </p:childTnLst>
                                </p:cTn>
                              </p:par>
                              <p:par>
                                <p:cTn id="1144" presetID="31" presetClass="exit" presetSubtype="0" fill="hold" nodeType="withEffect">
                                  <p:stCondLst>
                                    <p:cond delay="0"/>
                                  </p:stCondLst>
                                  <p:childTnLst>
                                    <p:anim calcmode="lin" valueType="num">
                                      <p:cBhvr>
                                        <p:cTn id="1145" dur="1000"/>
                                        <p:tgtEl>
                                          <p:spTgt spid="274"/>
                                        </p:tgtEl>
                                        <p:attrNameLst>
                                          <p:attrName>ppt_w</p:attrName>
                                        </p:attrNameLst>
                                      </p:cBhvr>
                                      <p:tavLst>
                                        <p:tav tm="0">
                                          <p:val>
                                            <p:strVal val="ppt_w"/>
                                          </p:val>
                                        </p:tav>
                                        <p:tav tm="100000">
                                          <p:val>
                                            <p:fltVal val="0"/>
                                          </p:val>
                                        </p:tav>
                                      </p:tavLst>
                                    </p:anim>
                                    <p:anim calcmode="lin" valueType="num">
                                      <p:cBhvr>
                                        <p:cTn id="1146" dur="1000"/>
                                        <p:tgtEl>
                                          <p:spTgt spid="274"/>
                                        </p:tgtEl>
                                        <p:attrNameLst>
                                          <p:attrName>ppt_h</p:attrName>
                                        </p:attrNameLst>
                                      </p:cBhvr>
                                      <p:tavLst>
                                        <p:tav tm="0">
                                          <p:val>
                                            <p:strVal val="ppt_h"/>
                                          </p:val>
                                        </p:tav>
                                        <p:tav tm="100000">
                                          <p:val>
                                            <p:fltVal val="0"/>
                                          </p:val>
                                        </p:tav>
                                      </p:tavLst>
                                    </p:anim>
                                    <p:anim calcmode="lin" valueType="num">
                                      <p:cBhvr>
                                        <p:cTn id="1147" dur="1000"/>
                                        <p:tgtEl>
                                          <p:spTgt spid="274"/>
                                        </p:tgtEl>
                                        <p:attrNameLst>
                                          <p:attrName>style.rotation</p:attrName>
                                        </p:attrNameLst>
                                      </p:cBhvr>
                                      <p:tavLst>
                                        <p:tav tm="0">
                                          <p:val>
                                            <p:fltVal val="0"/>
                                          </p:val>
                                        </p:tav>
                                        <p:tav tm="100000">
                                          <p:val>
                                            <p:fltVal val="90"/>
                                          </p:val>
                                        </p:tav>
                                      </p:tavLst>
                                    </p:anim>
                                    <p:animEffect transition="out" filter="fade">
                                      <p:cBhvr>
                                        <p:cTn id="1148" dur="1000"/>
                                        <p:tgtEl>
                                          <p:spTgt spid="274"/>
                                        </p:tgtEl>
                                      </p:cBhvr>
                                    </p:animEffect>
                                    <p:set>
                                      <p:cBhvr>
                                        <p:cTn id="1149" dur="1" fill="hold">
                                          <p:stCondLst>
                                            <p:cond delay="999"/>
                                          </p:stCondLst>
                                        </p:cTn>
                                        <p:tgtEl>
                                          <p:spTgt spid="274"/>
                                        </p:tgtEl>
                                        <p:attrNameLst>
                                          <p:attrName>style.visibility</p:attrName>
                                        </p:attrNameLst>
                                      </p:cBhvr>
                                      <p:to>
                                        <p:strVal val="hidden"/>
                                      </p:to>
                                    </p:set>
                                  </p:childTnLst>
                                </p:cTn>
                              </p:par>
                              <p:par>
                                <p:cTn id="1150" presetID="31" presetClass="exit" presetSubtype="0" fill="hold" nodeType="withEffect">
                                  <p:stCondLst>
                                    <p:cond delay="0"/>
                                  </p:stCondLst>
                                  <p:childTnLst>
                                    <p:anim calcmode="lin" valueType="num">
                                      <p:cBhvr>
                                        <p:cTn id="1151" dur="1000"/>
                                        <p:tgtEl>
                                          <p:spTgt spid="253"/>
                                        </p:tgtEl>
                                        <p:attrNameLst>
                                          <p:attrName>ppt_w</p:attrName>
                                        </p:attrNameLst>
                                      </p:cBhvr>
                                      <p:tavLst>
                                        <p:tav tm="0">
                                          <p:val>
                                            <p:strVal val="ppt_w"/>
                                          </p:val>
                                        </p:tav>
                                        <p:tav tm="100000">
                                          <p:val>
                                            <p:fltVal val="0"/>
                                          </p:val>
                                        </p:tav>
                                      </p:tavLst>
                                    </p:anim>
                                    <p:anim calcmode="lin" valueType="num">
                                      <p:cBhvr>
                                        <p:cTn id="1152" dur="1000"/>
                                        <p:tgtEl>
                                          <p:spTgt spid="253"/>
                                        </p:tgtEl>
                                        <p:attrNameLst>
                                          <p:attrName>ppt_h</p:attrName>
                                        </p:attrNameLst>
                                      </p:cBhvr>
                                      <p:tavLst>
                                        <p:tav tm="0">
                                          <p:val>
                                            <p:strVal val="ppt_h"/>
                                          </p:val>
                                        </p:tav>
                                        <p:tav tm="100000">
                                          <p:val>
                                            <p:fltVal val="0"/>
                                          </p:val>
                                        </p:tav>
                                      </p:tavLst>
                                    </p:anim>
                                    <p:anim calcmode="lin" valueType="num">
                                      <p:cBhvr>
                                        <p:cTn id="1153" dur="1000"/>
                                        <p:tgtEl>
                                          <p:spTgt spid="253"/>
                                        </p:tgtEl>
                                        <p:attrNameLst>
                                          <p:attrName>style.rotation</p:attrName>
                                        </p:attrNameLst>
                                      </p:cBhvr>
                                      <p:tavLst>
                                        <p:tav tm="0">
                                          <p:val>
                                            <p:fltVal val="0"/>
                                          </p:val>
                                        </p:tav>
                                        <p:tav tm="100000">
                                          <p:val>
                                            <p:fltVal val="90"/>
                                          </p:val>
                                        </p:tav>
                                      </p:tavLst>
                                    </p:anim>
                                    <p:animEffect transition="out" filter="fade">
                                      <p:cBhvr>
                                        <p:cTn id="1154" dur="1000"/>
                                        <p:tgtEl>
                                          <p:spTgt spid="253"/>
                                        </p:tgtEl>
                                      </p:cBhvr>
                                    </p:animEffect>
                                    <p:set>
                                      <p:cBhvr>
                                        <p:cTn id="1155" dur="1" fill="hold">
                                          <p:stCondLst>
                                            <p:cond delay="999"/>
                                          </p:stCondLst>
                                        </p:cTn>
                                        <p:tgtEl>
                                          <p:spTgt spid="253"/>
                                        </p:tgtEl>
                                        <p:attrNameLst>
                                          <p:attrName>style.visibility</p:attrName>
                                        </p:attrNameLst>
                                      </p:cBhvr>
                                      <p:to>
                                        <p:strVal val="hidden"/>
                                      </p:to>
                                    </p:set>
                                  </p:childTnLst>
                                </p:cTn>
                              </p:par>
                              <p:par>
                                <p:cTn id="1156" presetID="22" presetClass="entr" presetSubtype="8" fill="hold" nodeType="withEffect">
                                  <p:stCondLst>
                                    <p:cond delay="0"/>
                                  </p:stCondLst>
                                  <p:childTnLst>
                                    <p:set>
                                      <p:cBhvr>
                                        <p:cTn id="1157" dur="1" fill="hold">
                                          <p:stCondLst>
                                            <p:cond delay="0"/>
                                          </p:stCondLst>
                                        </p:cTn>
                                        <p:tgtEl>
                                          <p:spTgt spid="163"/>
                                        </p:tgtEl>
                                        <p:attrNameLst>
                                          <p:attrName>style.visibility</p:attrName>
                                        </p:attrNameLst>
                                      </p:cBhvr>
                                      <p:to>
                                        <p:strVal val="visible"/>
                                      </p:to>
                                    </p:set>
                                    <p:animEffect transition="in" filter="wipe(left)">
                                      <p:cBhvr>
                                        <p:cTn id="1158" dur="1000"/>
                                        <p:tgtEl>
                                          <p:spTgt spid="163"/>
                                        </p:tgtEl>
                                      </p:cBhvr>
                                    </p:animEffect>
                                  </p:childTnLst>
                                </p:cTn>
                              </p:par>
                            </p:childTnLst>
                          </p:cTn>
                        </p:par>
                        <p:par>
                          <p:cTn id="1159" fill="hold">
                            <p:stCondLst>
                              <p:cond delay="12500"/>
                            </p:stCondLst>
                            <p:childTnLst>
                              <p:par>
                                <p:cTn id="1160" presetID="63" presetClass="path" presetSubtype="0" accel="50000" decel="50000" fill="hold" grpId="6" nodeType="afterEffect">
                                  <p:stCondLst>
                                    <p:cond delay="0"/>
                                  </p:stCondLst>
                                  <p:childTnLst>
                                    <p:animMotion origin="layout" path="M 0.16524 4.81481E-6 L 0.19831 4.81481E-6 " pathEditMode="relative" rAng="0" ptsTypes="AA">
                                      <p:cBhvr>
                                        <p:cTn id="1161" dur="1500" fill="hold"/>
                                        <p:tgtEl>
                                          <p:spTgt spid="111"/>
                                        </p:tgtEl>
                                        <p:attrNameLst>
                                          <p:attrName>ppt_x</p:attrName>
                                          <p:attrName>ppt_y</p:attrName>
                                        </p:attrNameLst>
                                      </p:cBhvr>
                                      <p:rCtr x="1654" y="0"/>
                                    </p:animMotion>
                                  </p:childTnLst>
                                </p:cTn>
                              </p:par>
                            </p:childTnLst>
                          </p:cTn>
                        </p:par>
                      </p:childTnLst>
                    </p:cTn>
                  </p:par>
                  <p:par>
                    <p:cTn id="1162" fill="hold">
                      <p:stCondLst>
                        <p:cond delay="indefinite"/>
                      </p:stCondLst>
                      <p:childTnLst>
                        <p:par>
                          <p:cTn id="1163" fill="hold">
                            <p:stCondLst>
                              <p:cond delay="0"/>
                            </p:stCondLst>
                            <p:childTnLst>
                              <p:par>
                                <p:cTn id="1164" presetID="22" presetClass="exit" presetSubtype="1" fill="hold" nodeType="clickEffect">
                                  <p:stCondLst>
                                    <p:cond delay="0"/>
                                  </p:stCondLst>
                                  <p:childTnLst>
                                    <p:animEffect transition="out" filter="wipe(up)">
                                      <p:cBhvr>
                                        <p:cTn id="1165" dur="500"/>
                                        <p:tgtEl>
                                          <p:spTgt spid="163"/>
                                        </p:tgtEl>
                                      </p:cBhvr>
                                    </p:animEffect>
                                    <p:set>
                                      <p:cBhvr>
                                        <p:cTn id="1166" dur="1" fill="hold">
                                          <p:stCondLst>
                                            <p:cond delay="499"/>
                                          </p:stCondLst>
                                        </p:cTn>
                                        <p:tgtEl>
                                          <p:spTgt spid="163"/>
                                        </p:tgtEl>
                                        <p:attrNameLst>
                                          <p:attrName>style.visibility</p:attrName>
                                        </p:attrNameLst>
                                      </p:cBhvr>
                                      <p:to>
                                        <p:strVal val="hidden"/>
                                      </p:to>
                                    </p:set>
                                  </p:childTnLst>
                                </p:cTn>
                              </p:par>
                              <p:par>
                                <p:cTn id="1167" presetID="22" presetClass="entr" presetSubtype="8" fill="hold" nodeType="withEffect">
                                  <p:stCondLst>
                                    <p:cond delay="0"/>
                                  </p:stCondLst>
                                  <p:childTnLst>
                                    <p:set>
                                      <p:cBhvr>
                                        <p:cTn id="1168" dur="1" fill="hold">
                                          <p:stCondLst>
                                            <p:cond delay="0"/>
                                          </p:stCondLst>
                                        </p:cTn>
                                        <p:tgtEl>
                                          <p:spTgt spid="164"/>
                                        </p:tgtEl>
                                        <p:attrNameLst>
                                          <p:attrName>style.visibility</p:attrName>
                                        </p:attrNameLst>
                                      </p:cBhvr>
                                      <p:to>
                                        <p:strVal val="visible"/>
                                      </p:to>
                                    </p:set>
                                    <p:animEffect transition="in" filter="wipe(left)">
                                      <p:cBhvr>
                                        <p:cTn id="1169" dur="1000"/>
                                        <p:tgtEl>
                                          <p:spTgt spid="164"/>
                                        </p:tgtEl>
                                      </p:cBhvr>
                                    </p:animEffect>
                                  </p:childTnLst>
                                </p:cTn>
                              </p:par>
                            </p:childTnLst>
                          </p:cTn>
                        </p:par>
                        <p:par>
                          <p:cTn id="1170" fill="hold">
                            <p:stCondLst>
                              <p:cond delay="1000"/>
                            </p:stCondLst>
                            <p:childTnLst>
                              <p:par>
                                <p:cTn id="1171" presetID="35" presetClass="path" presetSubtype="0" accel="50000" decel="50000" fill="hold" grpId="13" nodeType="afterEffect">
                                  <p:stCondLst>
                                    <p:cond delay="0"/>
                                  </p:stCondLst>
                                  <p:childTnLst>
                                    <p:animMotion origin="layout" path="M 0.19792 0.00046 L -3.33333E-6 7.40741E-7 " pathEditMode="relative" rAng="0" ptsTypes="AA">
                                      <p:cBhvr>
                                        <p:cTn id="1172" dur="1500" fill="hold"/>
                                        <p:tgtEl>
                                          <p:spTgt spid="181"/>
                                        </p:tgtEl>
                                        <p:attrNameLst>
                                          <p:attrName>ppt_x</p:attrName>
                                          <p:attrName>ppt_y</p:attrName>
                                        </p:attrNameLst>
                                      </p:cBhvr>
                                      <p:rCtr x="-9896" y="-23"/>
                                    </p:animMotion>
                                  </p:childTnLst>
                                </p:cTn>
                              </p:par>
                            </p:childTnLst>
                          </p:cTn>
                        </p:par>
                        <p:par>
                          <p:cTn id="1173" fill="hold">
                            <p:stCondLst>
                              <p:cond delay="2500"/>
                            </p:stCondLst>
                            <p:childTnLst>
                              <p:par>
                                <p:cTn id="1174" presetID="63" presetClass="path" presetSubtype="0" accel="50000" decel="50000" fill="hold" grpId="15" nodeType="afterEffect">
                                  <p:stCondLst>
                                    <p:cond delay="0"/>
                                  </p:stCondLst>
                                  <p:childTnLst>
                                    <p:animMotion origin="layout" path="M 0.03503 -0.00092 L 0.16641 -0.00023 " pathEditMode="relative" rAng="0" ptsTypes="AA">
                                      <p:cBhvr>
                                        <p:cTn id="1175" dur="1500" fill="hold"/>
                                        <p:tgtEl>
                                          <p:spTgt spid="182"/>
                                        </p:tgtEl>
                                        <p:attrNameLst>
                                          <p:attrName>ppt_x</p:attrName>
                                          <p:attrName>ppt_y</p:attrName>
                                        </p:attrNameLst>
                                      </p:cBhvr>
                                      <p:rCtr x="6562" y="23"/>
                                    </p:animMotion>
                                  </p:childTnLst>
                                </p:cTn>
                              </p:par>
                            </p:childTnLst>
                          </p:cTn>
                        </p:par>
                        <p:par>
                          <p:cTn id="1176" fill="hold">
                            <p:stCondLst>
                              <p:cond delay="4000"/>
                            </p:stCondLst>
                            <p:childTnLst>
                              <p:par>
                                <p:cTn id="1177" presetID="22" presetClass="exit" presetSubtype="1" fill="hold" nodeType="afterEffect">
                                  <p:stCondLst>
                                    <p:cond delay="0"/>
                                  </p:stCondLst>
                                  <p:childTnLst>
                                    <p:animEffect transition="out" filter="wipe(up)">
                                      <p:cBhvr>
                                        <p:cTn id="1178" dur="500"/>
                                        <p:tgtEl>
                                          <p:spTgt spid="164"/>
                                        </p:tgtEl>
                                      </p:cBhvr>
                                    </p:animEffect>
                                    <p:set>
                                      <p:cBhvr>
                                        <p:cTn id="1179" dur="1" fill="hold">
                                          <p:stCondLst>
                                            <p:cond delay="499"/>
                                          </p:stCondLst>
                                        </p:cTn>
                                        <p:tgtEl>
                                          <p:spTgt spid="164"/>
                                        </p:tgtEl>
                                        <p:attrNameLst>
                                          <p:attrName>style.visibility</p:attrName>
                                        </p:attrNameLst>
                                      </p:cBhvr>
                                      <p:to>
                                        <p:strVal val="hidden"/>
                                      </p:to>
                                    </p:set>
                                  </p:childTnLst>
                                </p:cTn>
                              </p:par>
                              <p:par>
                                <p:cTn id="1180" presetID="22" presetClass="entr" presetSubtype="8" fill="hold" nodeType="withEffect">
                                  <p:stCondLst>
                                    <p:cond delay="0"/>
                                  </p:stCondLst>
                                  <p:childTnLst>
                                    <p:set>
                                      <p:cBhvr>
                                        <p:cTn id="1181" dur="1" fill="hold">
                                          <p:stCondLst>
                                            <p:cond delay="0"/>
                                          </p:stCondLst>
                                        </p:cTn>
                                        <p:tgtEl>
                                          <p:spTgt spid="166"/>
                                        </p:tgtEl>
                                        <p:attrNameLst>
                                          <p:attrName>style.visibility</p:attrName>
                                        </p:attrNameLst>
                                      </p:cBhvr>
                                      <p:to>
                                        <p:strVal val="visible"/>
                                      </p:to>
                                    </p:set>
                                    <p:animEffect transition="in" filter="wipe(left)">
                                      <p:cBhvr>
                                        <p:cTn id="1182" dur="1000"/>
                                        <p:tgtEl>
                                          <p:spTgt spid="166"/>
                                        </p:tgtEl>
                                      </p:cBhvr>
                                    </p:animEffect>
                                  </p:childTnLst>
                                </p:cTn>
                              </p:par>
                            </p:childTnLst>
                          </p:cTn>
                        </p:par>
                        <p:par>
                          <p:cTn id="1183" fill="hold">
                            <p:stCondLst>
                              <p:cond delay="5000"/>
                            </p:stCondLst>
                            <p:childTnLst>
                              <p:par>
                                <p:cTn id="1184" presetID="22" presetClass="entr" presetSubtype="4" fill="hold" nodeType="afterEffect">
                                  <p:stCondLst>
                                    <p:cond delay="0"/>
                                  </p:stCondLst>
                                  <p:childTnLst>
                                    <p:set>
                                      <p:cBhvr>
                                        <p:cTn id="1185" dur="1" fill="hold">
                                          <p:stCondLst>
                                            <p:cond delay="0"/>
                                          </p:stCondLst>
                                        </p:cTn>
                                        <p:tgtEl>
                                          <p:spTgt spid="279"/>
                                        </p:tgtEl>
                                        <p:attrNameLst>
                                          <p:attrName>style.visibility</p:attrName>
                                        </p:attrNameLst>
                                      </p:cBhvr>
                                      <p:to>
                                        <p:strVal val="visible"/>
                                      </p:to>
                                    </p:set>
                                    <p:animEffect transition="in" filter="wipe(down)">
                                      <p:cBhvr>
                                        <p:cTn id="1186" dur="1000"/>
                                        <p:tgtEl>
                                          <p:spTgt spid="279"/>
                                        </p:tgtEl>
                                      </p:cBhvr>
                                    </p:animEffect>
                                  </p:childTnLst>
                                </p:cTn>
                              </p:par>
                            </p:childTnLst>
                          </p:cTn>
                        </p:par>
                        <p:par>
                          <p:cTn id="1187" fill="hold">
                            <p:stCondLst>
                              <p:cond delay="6000"/>
                            </p:stCondLst>
                            <p:childTnLst>
                              <p:par>
                                <p:cTn id="1188" presetID="45" presetClass="entr" presetSubtype="0" fill="hold" grpId="0" nodeType="afterEffect">
                                  <p:stCondLst>
                                    <p:cond delay="0"/>
                                  </p:stCondLst>
                                  <p:childTnLst>
                                    <p:set>
                                      <p:cBhvr>
                                        <p:cTn id="1189" dur="1" fill="hold">
                                          <p:stCondLst>
                                            <p:cond delay="0"/>
                                          </p:stCondLst>
                                        </p:cTn>
                                        <p:tgtEl>
                                          <p:spTgt spid="282"/>
                                        </p:tgtEl>
                                        <p:attrNameLst>
                                          <p:attrName>style.visibility</p:attrName>
                                        </p:attrNameLst>
                                      </p:cBhvr>
                                      <p:to>
                                        <p:strVal val="visible"/>
                                      </p:to>
                                    </p:set>
                                    <p:animEffect transition="in" filter="fade">
                                      <p:cBhvr>
                                        <p:cTn id="1190" dur="2000"/>
                                        <p:tgtEl>
                                          <p:spTgt spid="282"/>
                                        </p:tgtEl>
                                      </p:cBhvr>
                                    </p:animEffect>
                                    <p:anim calcmode="lin" valueType="num">
                                      <p:cBhvr>
                                        <p:cTn id="1191" dur="2000" fill="hold"/>
                                        <p:tgtEl>
                                          <p:spTgt spid="282"/>
                                        </p:tgtEl>
                                        <p:attrNameLst>
                                          <p:attrName>ppt_w</p:attrName>
                                        </p:attrNameLst>
                                      </p:cBhvr>
                                      <p:tavLst>
                                        <p:tav tm="0" fmla="#ppt_w*sin(2.5*pi*$)">
                                          <p:val>
                                            <p:fltVal val="0"/>
                                          </p:val>
                                        </p:tav>
                                        <p:tav tm="100000">
                                          <p:val>
                                            <p:fltVal val="1"/>
                                          </p:val>
                                        </p:tav>
                                      </p:tavLst>
                                    </p:anim>
                                    <p:anim calcmode="lin" valueType="num">
                                      <p:cBhvr>
                                        <p:cTn id="1192" dur="2000" fill="hold"/>
                                        <p:tgtEl>
                                          <p:spTgt spid="282"/>
                                        </p:tgtEl>
                                        <p:attrNameLst>
                                          <p:attrName>ppt_h</p:attrName>
                                        </p:attrNameLst>
                                      </p:cBhvr>
                                      <p:tavLst>
                                        <p:tav tm="0">
                                          <p:val>
                                            <p:strVal val="#ppt_h"/>
                                          </p:val>
                                        </p:tav>
                                        <p:tav tm="100000">
                                          <p:val>
                                            <p:strVal val="#ppt_h"/>
                                          </p:val>
                                        </p:tav>
                                      </p:tavLst>
                                    </p:anim>
                                  </p:childTnLst>
                                </p:cTn>
                              </p:par>
                            </p:childTnLst>
                          </p:cTn>
                        </p:par>
                        <p:par>
                          <p:cTn id="1193" fill="hold">
                            <p:stCondLst>
                              <p:cond delay="8000"/>
                            </p:stCondLst>
                            <p:childTnLst>
                              <p:par>
                                <p:cTn id="1194" presetID="22" presetClass="exit" presetSubtype="1" fill="hold" nodeType="afterEffect">
                                  <p:stCondLst>
                                    <p:cond delay="0"/>
                                  </p:stCondLst>
                                  <p:childTnLst>
                                    <p:animEffect transition="out" filter="wipe(up)">
                                      <p:cBhvr>
                                        <p:cTn id="1195" dur="500"/>
                                        <p:tgtEl>
                                          <p:spTgt spid="166"/>
                                        </p:tgtEl>
                                      </p:cBhvr>
                                    </p:animEffect>
                                    <p:set>
                                      <p:cBhvr>
                                        <p:cTn id="1196" dur="1" fill="hold">
                                          <p:stCondLst>
                                            <p:cond delay="499"/>
                                          </p:stCondLst>
                                        </p:cTn>
                                        <p:tgtEl>
                                          <p:spTgt spid="166"/>
                                        </p:tgtEl>
                                        <p:attrNameLst>
                                          <p:attrName>style.visibility</p:attrName>
                                        </p:attrNameLst>
                                      </p:cBhvr>
                                      <p:to>
                                        <p:strVal val="hidden"/>
                                      </p:to>
                                    </p:set>
                                  </p:childTnLst>
                                </p:cTn>
                              </p:par>
                              <p:par>
                                <p:cTn id="1197" presetID="22" presetClass="entr" presetSubtype="8" fill="hold" nodeType="withEffect">
                                  <p:stCondLst>
                                    <p:cond delay="0"/>
                                  </p:stCondLst>
                                  <p:childTnLst>
                                    <p:set>
                                      <p:cBhvr>
                                        <p:cTn id="1198" dur="1" fill="hold">
                                          <p:stCondLst>
                                            <p:cond delay="0"/>
                                          </p:stCondLst>
                                        </p:cTn>
                                        <p:tgtEl>
                                          <p:spTgt spid="168"/>
                                        </p:tgtEl>
                                        <p:attrNameLst>
                                          <p:attrName>style.visibility</p:attrName>
                                        </p:attrNameLst>
                                      </p:cBhvr>
                                      <p:to>
                                        <p:strVal val="visible"/>
                                      </p:to>
                                    </p:set>
                                    <p:animEffect transition="in" filter="wipe(left)">
                                      <p:cBhvr>
                                        <p:cTn id="1199" dur="1000"/>
                                        <p:tgtEl>
                                          <p:spTgt spid="168"/>
                                        </p:tgtEl>
                                      </p:cBhvr>
                                    </p:animEffect>
                                  </p:childTnLst>
                                </p:cTn>
                              </p:par>
                            </p:childTnLst>
                          </p:cTn>
                        </p:par>
                        <p:par>
                          <p:cTn id="1200" fill="hold">
                            <p:stCondLst>
                              <p:cond delay="9000"/>
                            </p:stCondLst>
                            <p:childTnLst>
                              <p:par>
                                <p:cTn id="1201" presetID="63" presetClass="path" presetSubtype="0" accel="50000" decel="50000" fill="hold" grpId="14" nodeType="afterEffect">
                                  <p:stCondLst>
                                    <p:cond delay="0"/>
                                  </p:stCondLst>
                                  <p:childTnLst>
                                    <p:animMotion origin="layout" path="M -3.33333E-6 7.40741E-7 L 0.19792 0.00046 " pathEditMode="relative" rAng="0" ptsTypes="AA">
                                      <p:cBhvr>
                                        <p:cTn id="1202" dur="1500" fill="hold"/>
                                        <p:tgtEl>
                                          <p:spTgt spid="181"/>
                                        </p:tgtEl>
                                        <p:attrNameLst>
                                          <p:attrName>ppt_x</p:attrName>
                                          <p:attrName>ppt_y</p:attrName>
                                        </p:attrNameLst>
                                      </p:cBhvr>
                                      <p:rCtr x="9896" y="23"/>
                                    </p:animMotion>
                                  </p:childTnLst>
                                </p:cTn>
                              </p:par>
                            </p:childTnLst>
                          </p:cTn>
                        </p:par>
                        <p:par>
                          <p:cTn id="1203" fill="hold">
                            <p:stCondLst>
                              <p:cond delay="10500"/>
                            </p:stCondLst>
                            <p:childTnLst>
                              <p:par>
                                <p:cTn id="1204" presetID="63" presetClass="path" presetSubtype="0" accel="50000" decel="50000" fill="hold" grpId="16" nodeType="afterEffect">
                                  <p:stCondLst>
                                    <p:cond delay="0"/>
                                  </p:stCondLst>
                                  <p:childTnLst>
                                    <p:animMotion origin="layout" path="M 0.16641 -0.00023 L 0.2 -0.00023 " pathEditMode="relative" rAng="0" ptsTypes="AA">
                                      <p:cBhvr>
                                        <p:cTn id="1205" dur="1500" fill="hold"/>
                                        <p:tgtEl>
                                          <p:spTgt spid="182"/>
                                        </p:tgtEl>
                                        <p:attrNameLst>
                                          <p:attrName>ppt_x</p:attrName>
                                          <p:attrName>ppt_y</p:attrName>
                                        </p:attrNameLst>
                                      </p:cBhvr>
                                      <p:rCtr x="1680" y="0"/>
                                    </p:animMotion>
                                  </p:childTnLst>
                                </p:cTn>
                              </p:par>
                            </p:childTnLst>
                          </p:cTn>
                        </p:par>
                      </p:childTnLst>
                    </p:cTn>
                  </p:par>
                  <p:par>
                    <p:cTn id="1206" fill="hold">
                      <p:stCondLst>
                        <p:cond delay="indefinite"/>
                      </p:stCondLst>
                      <p:childTnLst>
                        <p:par>
                          <p:cTn id="1207" fill="hold">
                            <p:stCondLst>
                              <p:cond delay="0"/>
                            </p:stCondLst>
                            <p:childTnLst>
                              <p:par>
                                <p:cTn id="1208" presetID="22" presetClass="exit" presetSubtype="1" fill="hold" nodeType="clickEffect">
                                  <p:stCondLst>
                                    <p:cond delay="0"/>
                                  </p:stCondLst>
                                  <p:childTnLst>
                                    <p:animEffect transition="out" filter="wipe(up)">
                                      <p:cBhvr>
                                        <p:cTn id="1209" dur="500"/>
                                        <p:tgtEl>
                                          <p:spTgt spid="168"/>
                                        </p:tgtEl>
                                      </p:cBhvr>
                                    </p:animEffect>
                                    <p:set>
                                      <p:cBhvr>
                                        <p:cTn id="1210" dur="1" fill="hold">
                                          <p:stCondLst>
                                            <p:cond delay="499"/>
                                          </p:stCondLst>
                                        </p:cTn>
                                        <p:tgtEl>
                                          <p:spTgt spid="168"/>
                                        </p:tgtEl>
                                        <p:attrNameLst>
                                          <p:attrName>style.visibility</p:attrName>
                                        </p:attrNameLst>
                                      </p:cBhvr>
                                      <p:to>
                                        <p:strVal val="hidden"/>
                                      </p:to>
                                    </p:set>
                                  </p:childTnLst>
                                </p:cTn>
                              </p:par>
                              <p:par>
                                <p:cTn id="1211" presetID="31" presetClass="exit" presetSubtype="0" fill="hold" nodeType="withEffect">
                                  <p:stCondLst>
                                    <p:cond delay="0"/>
                                  </p:stCondLst>
                                  <p:childTnLst>
                                    <p:anim calcmode="lin" valueType="num">
                                      <p:cBhvr>
                                        <p:cTn id="1212" dur="1000"/>
                                        <p:tgtEl>
                                          <p:spTgt spid="279"/>
                                        </p:tgtEl>
                                        <p:attrNameLst>
                                          <p:attrName>ppt_w</p:attrName>
                                        </p:attrNameLst>
                                      </p:cBhvr>
                                      <p:tavLst>
                                        <p:tav tm="0">
                                          <p:val>
                                            <p:strVal val="ppt_w"/>
                                          </p:val>
                                        </p:tav>
                                        <p:tav tm="100000">
                                          <p:val>
                                            <p:fltVal val="0"/>
                                          </p:val>
                                        </p:tav>
                                      </p:tavLst>
                                    </p:anim>
                                    <p:anim calcmode="lin" valueType="num">
                                      <p:cBhvr>
                                        <p:cTn id="1213" dur="1000"/>
                                        <p:tgtEl>
                                          <p:spTgt spid="279"/>
                                        </p:tgtEl>
                                        <p:attrNameLst>
                                          <p:attrName>ppt_h</p:attrName>
                                        </p:attrNameLst>
                                      </p:cBhvr>
                                      <p:tavLst>
                                        <p:tav tm="0">
                                          <p:val>
                                            <p:strVal val="ppt_h"/>
                                          </p:val>
                                        </p:tav>
                                        <p:tav tm="100000">
                                          <p:val>
                                            <p:fltVal val="0"/>
                                          </p:val>
                                        </p:tav>
                                      </p:tavLst>
                                    </p:anim>
                                    <p:anim calcmode="lin" valueType="num">
                                      <p:cBhvr>
                                        <p:cTn id="1214" dur="1000"/>
                                        <p:tgtEl>
                                          <p:spTgt spid="279"/>
                                        </p:tgtEl>
                                        <p:attrNameLst>
                                          <p:attrName>style.rotation</p:attrName>
                                        </p:attrNameLst>
                                      </p:cBhvr>
                                      <p:tavLst>
                                        <p:tav tm="0">
                                          <p:val>
                                            <p:fltVal val="0"/>
                                          </p:val>
                                        </p:tav>
                                        <p:tav tm="100000">
                                          <p:val>
                                            <p:fltVal val="90"/>
                                          </p:val>
                                        </p:tav>
                                      </p:tavLst>
                                    </p:anim>
                                    <p:animEffect transition="out" filter="fade">
                                      <p:cBhvr>
                                        <p:cTn id="1215" dur="1000"/>
                                        <p:tgtEl>
                                          <p:spTgt spid="279"/>
                                        </p:tgtEl>
                                      </p:cBhvr>
                                    </p:animEffect>
                                    <p:set>
                                      <p:cBhvr>
                                        <p:cTn id="1216" dur="1" fill="hold">
                                          <p:stCondLst>
                                            <p:cond delay="999"/>
                                          </p:stCondLst>
                                        </p:cTn>
                                        <p:tgtEl>
                                          <p:spTgt spid="279"/>
                                        </p:tgtEl>
                                        <p:attrNameLst>
                                          <p:attrName>style.visibility</p:attrName>
                                        </p:attrNameLst>
                                      </p:cBhvr>
                                      <p:to>
                                        <p:strVal val="hidden"/>
                                      </p:to>
                                    </p:set>
                                  </p:childTnLst>
                                </p:cTn>
                              </p:par>
                              <p:par>
                                <p:cTn id="1217" presetID="31" presetClass="exit" presetSubtype="0" fill="hold" grpId="1" nodeType="withEffect">
                                  <p:stCondLst>
                                    <p:cond delay="0"/>
                                  </p:stCondLst>
                                  <p:childTnLst>
                                    <p:anim calcmode="lin" valueType="num">
                                      <p:cBhvr>
                                        <p:cTn id="1218" dur="1000"/>
                                        <p:tgtEl>
                                          <p:spTgt spid="282"/>
                                        </p:tgtEl>
                                        <p:attrNameLst>
                                          <p:attrName>ppt_w</p:attrName>
                                        </p:attrNameLst>
                                      </p:cBhvr>
                                      <p:tavLst>
                                        <p:tav tm="0">
                                          <p:val>
                                            <p:strVal val="ppt_w"/>
                                          </p:val>
                                        </p:tav>
                                        <p:tav tm="100000">
                                          <p:val>
                                            <p:fltVal val="0"/>
                                          </p:val>
                                        </p:tav>
                                      </p:tavLst>
                                    </p:anim>
                                    <p:anim calcmode="lin" valueType="num">
                                      <p:cBhvr>
                                        <p:cTn id="1219" dur="1000"/>
                                        <p:tgtEl>
                                          <p:spTgt spid="282"/>
                                        </p:tgtEl>
                                        <p:attrNameLst>
                                          <p:attrName>ppt_h</p:attrName>
                                        </p:attrNameLst>
                                      </p:cBhvr>
                                      <p:tavLst>
                                        <p:tav tm="0">
                                          <p:val>
                                            <p:strVal val="ppt_h"/>
                                          </p:val>
                                        </p:tav>
                                        <p:tav tm="100000">
                                          <p:val>
                                            <p:fltVal val="0"/>
                                          </p:val>
                                        </p:tav>
                                      </p:tavLst>
                                    </p:anim>
                                    <p:anim calcmode="lin" valueType="num">
                                      <p:cBhvr>
                                        <p:cTn id="1220" dur="1000"/>
                                        <p:tgtEl>
                                          <p:spTgt spid="282"/>
                                        </p:tgtEl>
                                        <p:attrNameLst>
                                          <p:attrName>style.rotation</p:attrName>
                                        </p:attrNameLst>
                                      </p:cBhvr>
                                      <p:tavLst>
                                        <p:tav tm="0">
                                          <p:val>
                                            <p:fltVal val="0"/>
                                          </p:val>
                                        </p:tav>
                                        <p:tav tm="100000">
                                          <p:val>
                                            <p:fltVal val="90"/>
                                          </p:val>
                                        </p:tav>
                                      </p:tavLst>
                                    </p:anim>
                                    <p:animEffect transition="out" filter="fade">
                                      <p:cBhvr>
                                        <p:cTn id="1221" dur="1000"/>
                                        <p:tgtEl>
                                          <p:spTgt spid="282"/>
                                        </p:tgtEl>
                                      </p:cBhvr>
                                    </p:animEffect>
                                    <p:set>
                                      <p:cBhvr>
                                        <p:cTn id="1222" dur="1" fill="hold">
                                          <p:stCondLst>
                                            <p:cond delay="999"/>
                                          </p:stCondLst>
                                        </p:cTn>
                                        <p:tgtEl>
                                          <p:spTgt spid="282"/>
                                        </p:tgtEl>
                                        <p:attrNameLst>
                                          <p:attrName>style.visibility</p:attrName>
                                        </p:attrNameLst>
                                      </p:cBhvr>
                                      <p:to>
                                        <p:strVal val="hidden"/>
                                      </p:to>
                                    </p:set>
                                  </p:childTnLst>
                                </p:cTn>
                              </p:par>
                              <p:par>
                                <p:cTn id="1223" presetID="22" presetClass="entr" presetSubtype="8" fill="hold" nodeType="withEffect">
                                  <p:stCondLst>
                                    <p:cond delay="0"/>
                                  </p:stCondLst>
                                  <p:childTnLst>
                                    <p:set>
                                      <p:cBhvr>
                                        <p:cTn id="1224" dur="1" fill="hold">
                                          <p:stCondLst>
                                            <p:cond delay="0"/>
                                          </p:stCondLst>
                                        </p:cTn>
                                        <p:tgtEl>
                                          <p:spTgt spid="166"/>
                                        </p:tgtEl>
                                        <p:attrNameLst>
                                          <p:attrName>style.visibility</p:attrName>
                                        </p:attrNameLst>
                                      </p:cBhvr>
                                      <p:to>
                                        <p:strVal val="visible"/>
                                      </p:to>
                                    </p:set>
                                    <p:animEffect transition="in" filter="wipe(left)">
                                      <p:cBhvr>
                                        <p:cTn id="1225" dur="1000"/>
                                        <p:tgtEl>
                                          <p:spTgt spid="166"/>
                                        </p:tgtEl>
                                      </p:cBhvr>
                                    </p:animEffect>
                                  </p:childTnLst>
                                </p:cTn>
                              </p:par>
                            </p:childTnLst>
                          </p:cTn>
                        </p:par>
                        <p:par>
                          <p:cTn id="1226" fill="hold">
                            <p:stCondLst>
                              <p:cond delay="1000"/>
                            </p:stCondLst>
                            <p:childTnLst>
                              <p:par>
                                <p:cTn id="1227" presetID="22" presetClass="entr" presetSubtype="4" fill="hold" nodeType="afterEffect">
                                  <p:stCondLst>
                                    <p:cond delay="0"/>
                                  </p:stCondLst>
                                  <p:childTnLst>
                                    <p:set>
                                      <p:cBhvr>
                                        <p:cTn id="1228" dur="1" fill="hold">
                                          <p:stCondLst>
                                            <p:cond delay="0"/>
                                          </p:stCondLst>
                                        </p:cTn>
                                        <p:tgtEl>
                                          <p:spTgt spid="283"/>
                                        </p:tgtEl>
                                        <p:attrNameLst>
                                          <p:attrName>style.visibility</p:attrName>
                                        </p:attrNameLst>
                                      </p:cBhvr>
                                      <p:to>
                                        <p:strVal val="visible"/>
                                      </p:to>
                                    </p:set>
                                    <p:animEffect transition="in" filter="wipe(down)">
                                      <p:cBhvr>
                                        <p:cTn id="1229" dur="1000"/>
                                        <p:tgtEl>
                                          <p:spTgt spid="283"/>
                                        </p:tgtEl>
                                      </p:cBhvr>
                                    </p:animEffect>
                                  </p:childTnLst>
                                </p:cTn>
                              </p:par>
                            </p:childTnLst>
                          </p:cTn>
                        </p:par>
                        <p:par>
                          <p:cTn id="1230" fill="hold">
                            <p:stCondLst>
                              <p:cond delay="2000"/>
                            </p:stCondLst>
                            <p:childTnLst>
                              <p:par>
                                <p:cTn id="1231" presetID="45" presetClass="entr" presetSubtype="0" fill="hold" grpId="0" nodeType="afterEffect">
                                  <p:stCondLst>
                                    <p:cond delay="0"/>
                                  </p:stCondLst>
                                  <p:childTnLst>
                                    <p:set>
                                      <p:cBhvr>
                                        <p:cTn id="1232" dur="1" fill="hold">
                                          <p:stCondLst>
                                            <p:cond delay="0"/>
                                          </p:stCondLst>
                                        </p:cTn>
                                        <p:tgtEl>
                                          <p:spTgt spid="286"/>
                                        </p:tgtEl>
                                        <p:attrNameLst>
                                          <p:attrName>style.visibility</p:attrName>
                                        </p:attrNameLst>
                                      </p:cBhvr>
                                      <p:to>
                                        <p:strVal val="visible"/>
                                      </p:to>
                                    </p:set>
                                    <p:animEffect transition="in" filter="fade">
                                      <p:cBhvr>
                                        <p:cTn id="1233" dur="2000"/>
                                        <p:tgtEl>
                                          <p:spTgt spid="286"/>
                                        </p:tgtEl>
                                      </p:cBhvr>
                                    </p:animEffect>
                                    <p:anim calcmode="lin" valueType="num">
                                      <p:cBhvr>
                                        <p:cTn id="1234" dur="2000" fill="hold"/>
                                        <p:tgtEl>
                                          <p:spTgt spid="286"/>
                                        </p:tgtEl>
                                        <p:attrNameLst>
                                          <p:attrName>ppt_w</p:attrName>
                                        </p:attrNameLst>
                                      </p:cBhvr>
                                      <p:tavLst>
                                        <p:tav tm="0" fmla="#ppt_w*sin(2.5*pi*$)">
                                          <p:val>
                                            <p:fltVal val="0"/>
                                          </p:val>
                                        </p:tav>
                                        <p:tav tm="100000">
                                          <p:val>
                                            <p:fltVal val="1"/>
                                          </p:val>
                                        </p:tav>
                                      </p:tavLst>
                                    </p:anim>
                                    <p:anim calcmode="lin" valueType="num">
                                      <p:cBhvr>
                                        <p:cTn id="1235" dur="2000" fill="hold"/>
                                        <p:tgtEl>
                                          <p:spTgt spid="286"/>
                                        </p:tgtEl>
                                        <p:attrNameLst>
                                          <p:attrName>ppt_h</p:attrName>
                                        </p:attrNameLst>
                                      </p:cBhvr>
                                      <p:tavLst>
                                        <p:tav tm="0">
                                          <p:val>
                                            <p:strVal val="#ppt_h"/>
                                          </p:val>
                                        </p:tav>
                                        <p:tav tm="100000">
                                          <p:val>
                                            <p:strVal val="#ppt_h"/>
                                          </p:val>
                                        </p:tav>
                                      </p:tavLst>
                                    </p:anim>
                                  </p:childTnLst>
                                </p:cTn>
                              </p:par>
                            </p:childTnLst>
                          </p:cTn>
                        </p:par>
                        <p:par>
                          <p:cTn id="1236" fill="hold">
                            <p:stCondLst>
                              <p:cond delay="4000"/>
                            </p:stCondLst>
                            <p:childTnLst>
                              <p:par>
                                <p:cTn id="1237" presetID="22" presetClass="exit" presetSubtype="1" fill="hold" nodeType="afterEffect">
                                  <p:stCondLst>
                                    <p:cond delay="0"/>
                                  </p:stCondLst>
                                  <p:childTnLst>
                                    <p:animEffect transition="out" filter="wipe(up)">
                                      <p:cBhvr>
                                        <p:cTn id="1238" dur="500"/>
                                        <p:tgtEl>
                                          <p:spTgt spid="166"/>
                                        </p:tgtEl>
                                      </p:cBhvr>
                                    </p:animEffect>
                                    <p:set>
                                      <p:cBhvr>
                                        <p:cTn id="1239" dur="1" fill="hold">
                                          <p:stCondLst>
                                            <p:cond delay="499"/>
                                          </p:stCondLst>
                                        </p:cTn>
                                        <p:tgtEl>
                                          <p:spTgt spid="166"/>
                                        </p:tgtEl>
                                        <p:attrNameLst>
                                          <p:attrName>style.visibility</p:attrName>
                                        </p:attrNameLst>
                                      </p:cBhvr>
                                      <p:to>
                                        <p:strVal val="hidden"/>
                                      </p:to>
                                    </p:set>
                                  </p:childTnLst>
                                </p:cTn>
                              </p:par>
                              <p:par>
                                <p:cTn id="1240" presetID="22" presetClass="entr" presetSubtype="8" fill="hold" nodeType="withEffect">
                                  <p:stCondLst>
                                    <p:cond delay="0"/>
                                  </p:stCondLst>
                                  <p:childTnLst>
                                    <p:set>
                                      <p:cBhvr>
                                        <p:cTn id="1241" dur="1" fill="hold">
                                          <p:stCondLst>
                                            <p:cond delay="0"/>
                                          </p:stCondLst>
                                        </p:cTn>
                                        <p:tgtEl>
                                          <p:spTgt spid="168"/>
                                        </p:tgtEl>
                                        <p:attrNameLst>
                                          <p:attrName>style.visibility</p:attrName>
                                        </p:attrNameLst>
                                      </p:cBhvr>
                                      <p:to>
                                        <p:strVal val="visible"/>
                                      </p:to>
                                    </p:set>
                                    <p:animEffect transition="in" filter="wipe(left)">
                                      <p:cBhvr>
                                        <p:cTn id="1242" dur="1000"/>
                                        <p:tgtEl>
                                          <p:spTgt spid="168"/>
                                        </p:tgtEl>
                                      </p:cBhvr>
                                    </p:animEffect>
                                  </p:childTnLst>
                                </p:cTn>
                              </p:par>
                            </p:childTnLst>
                          </p:cTn>
                        </p:par>
                        <p:par>
                          <p:cTn id="1243" fill="hold">
                            <p:stCondLst>
                              <p:cond delay="5000"/>
                            </p:stCondLst>
                            <p:childTnLst>
                              <p:par>
                                <p:cTn id="1244" presetID="63" presetClass="path" presetSubtype="0" accel="50000" decel="50000" fill="hold" grpId="16" nodeType="afterEffect">
                                  <p:stCondLst>
                                    <p:cond delay="0"/>
                                  </p:stCondLst>
                                  <p:childTnLst>
                                    <p:animMotion origin="layout" path="M 0.19792 0.00046 L 0.23151 0.00046 " pathEditMode="relative" rAng="0" ptsTypes="AA">
                                      <p:cBhvr>
                                        <p:cTn id="1245" dur="1500" fill="hold"/>
                                        <p:tgtEl>
                                          <p:spTgt spid="181"/>
                                        </p:tgtEl>
                                        <p:attrNameLst>
                                          <p:attrName>ppt_x</p:attrName>
                                          <p:attrName>ppt_y</p:attrName>
                                        </p:attrNameLst>
                                      </p:cBhvr>
                                      <p:rCtr x="1680" y="0"/>
                                    </p:animMotion>
                                  </p:childTnLst>
                                </p:cTn>
                              </p:par>
                            </p:childTnLst>
                          </p:cTn>
                        </p:par>
                        <p:par>
                          <p:cTn id="1246" fill="hold">
                            <p:stCondLst>
                              <p:cond delay="6500"/>
                            </p:stCondLst>
                            <p:childTnLst>
                              <p:par>
                                <p:cTn id="1247" presetID="35" presetClass="path" presetSubtype="0" accel="50000" decel="50000" fill="hold" grpId="17" nodeType="afterEffect">
                                  <p:stCondLst>
                                    <p:cond delay="0"/>
                                  </p:stCondLst>
                                  <p:childTnLst>
                                    <p:animMotion origin="layout" path="M 0.2 -0.00023 L 0.03503 -0.00092 " pathEditMode="relative" rAng="0" ptsTypes="AA">
                                      <p:cBhvr>
                                        <p:cTn id="1248" dur="1500" fill="hold"/>
                                        <p:tgtEl>
                                          <p:spTgt spid="182"/>
                                        </p:tgtEl>
                                        <p:attrNameLst>
                                          <p:attrName>ppt_x</p:attrName>
                                          <p:attrName>ppt_y</p:attrName>
                                        </p:attrNameLst>
                                      </p:cBhvr>
                                      <p:rCtr x="-8255" y="-46"/>
                                    </p:animMotion>
                                  </p:childTnLst>
                                </p:cTn>
                              </p:par>
                            </p:childTnLst>
                          </p:cTn>
                        </p:par>
                      </p:childTnLst>
                    </p:cTn>
                  </p:par>
                  <p:par>
                    <p:cTn id="1249" fill="hold">
                      <p:stCondLst>
                        <p:cond delay="indefinite"/>
                      </p:stCondLst>
                      <p:childTnLst>
                        <p:par>
                          <p:cTn id="1250" fill="hold">
                            <p:stCondLst>
                              <p:cond delay="0"/>
                            </p:stCondLst>
                            <p:childTnLst>
                              <p:par>
                                <p:cTn id="1251" presetID="22" presetClass="exit" presetSubtype="1" fill="hold" nodeType="clickEffect">
                                  <p:stCondLst>
                                    <p:cond delay="0"/>
                                  </p:stCondLst>
                                  <p:childTnLst>
                                    <p:animEffect transition="out" filter="wipe(up)">
                                      <p:cBhvr>
                                        <p:cTn id="1252" dur="500"/>
                                        <p:tgtEl>
                                          <p:spTgt spid="168"/>
                                        </p:tgtEl>
                                      </p:cBhvr>
                                    </p:animEffect>
                                    <p:set>
                                      <p:cBhvr>
                                        <p:cTn id="1253" dur="1" fill="hold">
                                          <p:stCondLst>
                                            <p:cond delay="499"/>
                                          </p:stCondLst>
                                        </p:cTn>
                                        <p:tgtEl>
                                          <p:spTgt spid="168"/>
                                        </p:tgtEl>
                                        <p:attrNameLst>
                                          <p:attrName>style.visibility</p:attrName>
                                        </p:attrNameLst>
                                      </p:cBhvr>
                                      <p:to>
                                        <p:strVal val="hidden"/>
                                      </p:to>
                                    </p:set>
                                  </p:childTnLst>
                                </p:cTn>
                              </p:par>
                              <p:par>
                                <p:cTn id="1254" presetID="31" presetClass="exit" presetSubtype="0" fill="hold" nodeType="withEffect">
                                  <p:stCondLst>
                                    <p:cond delay="0"/>
                                  </p:stCondLst>
                                  <p:childTnLst>
                                    <p:anim calcmode="lin" valueType="num">
                                      <p:cBhvr>
                                        <p:cTn id="1255" dur="1000"/>
                                        <p:tgtEl>
                                          <p:spTgt spid="283"/>
                                        </p:tgtEl>
                                        <p:attrNameLst>
                                          <p:attrName>ppt_w</p:attrName>
                                        </p:attrNameLst>
                                      </p:cBhvr>
                                      <p:tavLst>
                                        <p:tav tm="0">
                                          <p:val>
                                            <p:strVal val="ppt_w"/>
                                          </p:val>
                                        </p:tav>
                                        <p:tav tm="100000">
                                          <p:val>
                                            <p:fltVal val="0"/>
                                          </p:val>
                                        </p:tav>
                                      </p:tavLst>
                                    </p:anim>
                                    <p:anim calcmode="lin" valueType="num">
                                      <p:cBhvr>
                                        <p:cTn id="1256" dur="1000"/>
                                        <p:tgtEl>
                                          <p:spTgt spid="283"/>
                                        </p:tgtEl>
                                        <p:attrNameLst>
                                          <p:attrName>ppt_h</p:attrName>
                                        </p:attrNameLst>
                                      </p:cBhvr>
                                      <p:tavLst>
                                        <p:tav tm="0">
                                          <p:val>
                                            <p:strVal val="ppt_h"/>
                                          </p:val>
                                        </p:tav>
                                        <p:tav tm="100000">
                                          <p:val>
                                            <p:fltVal val="0"/>
                                          </p:val>
                                        </p:tav>
                                      </p:tavLst>
                                    </p:anim>
                                    <p:anim calcmode="lin" valueType="num">
                                      <p:cBhvr>
                                        <p:cTn id="1257" dur="1000"/>
                                        <p:tgtEl>
                                          <p:spTgt spid="283"/>
                                        </p:tgtEl>
                                        <p:attrNameLst>
                                          <p:attrName>style.rotation</p:attrName>
                                        </p:attrNameLst>
                                      </p:cBhvr>
                                      <p:tavLst>
                                        <p:tav tm="0">
                                          <p:val>
                                            <p:fltVal val="0"/>
                                          </p:val>
                                        </p:tav>
                                        <p:tav tm="100000">
                                          <p:val>
                                            <p:fltVal val="90"/>
                                          </p:val>
                                        </p:tav>
                                      </p:tavLst>
                                    </p:anim>
                                    <p:animEffect transition="out" filter="fade">
                                      <p:cBhvr>
                                        <p:cTn id="1258" dur="1000"/>
                                        <p:tgtEl>
                                          <p:spTgt spid="283"/>
                                        </p:tgtEl>
                                      </p:cBhvr>
                                    </p:animEffect>
                                    <p:set>
                                      <p:cBhvr>
                                        <p:cTn id="1259" dur="1" fill="hold">
                                          <p:stCondLst>
                                            <p:cond delay="999"/>
                                          </p:stCondLst>
                                        </p:cTn>
                                        <p:tgtEl>
                                          <p:spTgt spid="283"/>
                                        </p:tgtEl>
                                        <p:attrNameLst>
                                          <p:attrName>style.visibility</p:attrName>
                                        </p:attrNameLst>
                                      </p:cBhvr>
                                      <p:to>
                                        <p:strVal val="hidden"/>
                                      </p:to>
                                    </p:set>
                                  </p:childTnLst>
                                </p:cTn>
                              </p:par>
                              <p:par>
                                <p:cTn id="1260" presetID="31" presetClass="exit" presetSubtype="0" fill="hold" grpId="1" nodeType="withEffect">
                                  <p:stCondLst>
                                    <p:cond delay="0"/>
                                  </p:stCondLst>
                                  <p:childTnLst>
                                    <p:anim calcmode="lin" valueType="num">
                                      <p:cBhvr>
                                        <p:cTn id="1261" dur="1000"/>
                                        <p:tgtEl>
                                          <p:spTgt spid="286"/>
                                        </p:tgtEl>
                                        <p:attrNameLst>
                                          <p:attrName>ppt_w</p:attrName>
                                        </p:attrNameLst>
                                      </p:cBhvr>
                                      <p:tavLst>
                                        <p:tav tm="0">
                                          <p:val>
                                            <p:strVal val="ppt_w"/>
                                          </p:val>
                                        </p:tav>
                                        <p:tav tm="100000">
                                          <p:val>
                                            <p:fltVal val="0"/>
                                          </p:val>
                                        </p:tav>
                                      </p:tavLst>
                                    </p:anim>
                                    <p:anim calcmode="lin" valueType="num">
                                      <p:cBhvr>
                                        <p:cTn id="1262" dur="1000"/>
                                        <p:tgtEl>
                                          <p:spTgt spid="286"/>
                                        </p:tgtEl>
                                        <p:attrNameLst>
                                          <p:attrName>ppt_h</p:attrName>
                                        </p:attrNameLst>
                                      </p:cBhvr>
                                      <p:tavLst>
                                        <p:tav tm="0">
                                          <p:val>
                                            <p:strVal val="ppt_h"/>
                                          </p:val>
                                        </p:tav>
                                        <p:tav tm="100000">
                                          <p:val>
                                            <p:fltVal val="0"/>
                                          </p:val>
                                        </p:tav>
                                      </p:tavLst>
                                    </p:anim>
                                    <p:anim calcmode="lin" valueType="num">
                                      <p:cBhvr>
                                        <p:cTn id="1263" dur="1000"/>
                                        <p:tgtEl>
                                          <p:spTgt spid="286"/>
                                        </p:tgtEl>
                                        <p:attrNameLst>
                                          <p:attrName>style.rotation</p:attrName>
                                        </p:attrNameLst>
                                      </p:cBhvr>
                                      <p:tavLst>
                                        <p:tav tm="0">
                                          <p:val>
                                            <p:fltVal val="0"/>
                                          </p:val>
                                        </p:tav>
                                        <p:tav tm="100000">
                                          <p:val>
                                            <p:fltVal val="90"/>
                                          </p:val>
                                        </p:tav>
                                      </p:tavLst>
                                    </p:anim>
                                    <p:animEffect transition="out" filter="fade">
                                      <p:cBhvr>
                                        <p:cTn id="1264" dur="1000"/>
                                        <p:tgtEl>
                                          <p:spTgt spid="286"/>
                                        </p:tgtEl>
                                      </p:cBhvr>
                                    </p:animEffect>
                                    <p:set>
                                      <p:cBhvr>
                                        <p:cTn id="1265" dur="1" fill="hold">
                                          <p:stCondLst>
                                            <p:cond delay="999"/>
                                          </p:stCondLst>
                                        </p:cTn>
                                        <p:tgtEl>
                                          <p:spTgt spid="286"/>
                                        </p:tgtEl>
                                        <p:attrNameLst>
                                          <p:attrName>style.visibility</p:attrName>
                                        </p:attrNameLst>
                                      </p:cBhvr>
                                      <p:to>
                                        <p:strVal val="hidden"/>
                                      </p:to>
                                    </p:set>
                                  </p:childTnLst>
                                </p:cTn>
                              </p:par>
                              <p:par>
                                <p:cTn id="1266" presetID="22" presetClass="entr" presetSubtype="8" fill="hold" nodeType="withEffect">
                                  <p:stCondLst>
                                    <p:cond delay="0"/>
                                  </p:stCondLst>
                                  <p:childTnLst>
                                    <p:set>
                                      <p:cBhvr>
                                        <p:cTn id="1267" dur="1" fill="hold">
                                          <p:stCondLst>
                                            <p:cond delay="0"/>
                                          </p:stCondLst>
                                        </p:cTn>
                                        <p:tgtEl>
                                          <p:spTgt spid="166"/>
                                        </p:tgtEl>
                                        <p:attrNameLst>
                                          <p:attrName>style.visibility</p:attrName>
                                        </p:attrNameLst>
                                      </p:cBhvr>
                                      <p:to>
                                        <p:strVal val="visible"/>
                                      </p:to>
                                    </p:set>
                                    <p:animEffect transition="in" filter="wipe(left)">
                                      <p:cBhvr>
                                        <p:cTn id="1268" dur="1000"/>
                                        <p:tgtEl>
                                          <p:spTgt spid="166"/>
                                        </p:tgtEl>
                                      </p:cBhvr>
                                    </p:animEffect>
                                  </p:childTnLst>
                                </p:cTn>
                              </p:par>
                            </p:childTnLst>
                          </p:cTn>
                        </p:par>
                        <p:par>
                          <p:cTn id="1269" fill="hold">
                            <p:stCondLst>
                              <p:cond delay="1000"/>
                            </p:stCondLst>
                            <p:childTnLst>
                              <p:par>
                                <p:cTn id="1270" presetID="22" presetClass="entr" presetSubtype="4" fill="hold" nodeType="afterEffect">
                                  <p:stCondLst>
                                    <p:cond delay="0"/>
                                  </p:stCondLst>
                                  <p:childTnLst>
                                    <p:set>
                                      <p:cBhvr>
                                        <p:cTn id="1271" dur="1" fill="hold">
                                          <p:stCondLst>
                                            <p:cond delay="0"/>
                                          </p:stCondLst>
                                        </p:cTn>
                                        <p:tgtEl>
                                          <p:spTgt spid="287"/>
                                        </p:tgtEl>
                                        <p:attrNameLst>
                                          <p:attrName>style.visibility</p:attrName>
                                        </p:attrNameLst>
                                      </p:cBhvr>
                                      <p:to>
                                        <p:strVal val="visible"/>
                                      </p:to>
                                    </p:set>
                                    <p:animEffect transition="in" filter="wipe(down)">
                                      <p:cBhvr>
                                        <p:cTn id="1272" dur="1000"/>
                                        <p:tgtEl>
                                          <p:spTgt spid="287"/>
                                        </p:tgtEl>
                                      </p:cBhvr>
                                    </p:animEffect>
                                  </p:childTnLst>
                                </p:cTn>
                              </p:par>
                            </p:childTnLst>
                          </p:cTn>
                        </p:par>
                        <p:par>
                          <p:cTn id="1273" fill="hold">
                            <p:stCondLst>
                              <p:cond delay="2000"/>
                            </p:stCondLst>
                            <p:childTnLst>
                              <p:par>
                                <p:cTn id="1274" presetID="45" presetClass="entr" presetSubtype="0" fill="hold" grpId="0" nodeType="afterEffect">
                                  <p:stCondLst>
                                    <p:cond delay="0"/>
                                  </p:stCondLst>
                                  <p:childTnLst>
                                    <p:set>
                                      <p:cBhvr>
                                        <p:cTn id="1275" dur="1" fill="hold">
                                          <p:stCondLst>
                                            <p:cond delay="0"/>
                                          </p:stCondLst>
                                        </p:cTn>
                                        <p:tgtEl>
                                          <p:spTgt spid="292"/>
                                        </p:tgtEl>
                                        <p:attrNameLst>
                                          <p:attrName>style.visibility</p:attrName>
                                        </p:attrNameLst>
                                      </p:cBhvr>
                                      <p:to>
                                        <p:strVal val="visible"/>
                                      </p:to>
                                    </p:set>
                                    <p:animEffect transition="in" filter="fade">
                                      <p:cBhvr>
                                        <p:cTn id="1276" dur="2000"/>
                                        <p:tgtEl>
                                          <p:spTgt spid="292"/>
                                        </p:tgtEl>
                                      </p:cBhvr>
                                    </p:animEffect>
                                    <p:anim calcmode="lin" valueType="num">
                                      <p:cBhvr>
                                        <p:cTn id="1277" dur="2000" fill="hold"/>
                                        <p:tgtEl>
                                          <p:spTgt spid="292"/>
                                        </p:tgtEl>
                                        <p:attrNameLst>
                                          <p:attrName>ppt_w</p:attrName>
                                        </p:attrNameLst>
                                      </p:cBhvr>
                                      <p:tavLst>
                                        <p:tav tm="0" fmla="#ppt_w*sin(2.5*pi*$)">
                                          <p:val>
                                            <p:fltVal val="0"/>
                                          </p:val>
                                        </p:tav>
                                        <p:tav tm="100000">
                                          <p:val>
                                            <p:fltVal val="1"/>
                                          </p:val>
                                        </p:tav>
                                      </p:tavLst>
                                    </p:anim>
                                    <p:anim calcmode="lin" valueType="num">
                                      <p:cBhvr>
                                        <p:cTn id="1278" dur="2000" fill="hold"/>
                                        <p:tgtEl>
                                          <p:spTgt spid="292"/>
                                        </p:tgtEl>
                                        <p:attrNameLst>
                                          <p:attrName>ppt_h</p:attrName>
                                        </p:attrNameLst>
                                      </p:cBhvr>
                                      <p:tavLst>
                                        <p:tav tm="0">
                                          <p:val>
                                            <p:strVal val="#ppt_h"/>
                                          </p:val>
                                        </p:tav>
                                        <p:tav tm="100000">
                                          <p:val>
                                            <p:strVal val="#ppt_h"/>
                                          </p:val>
                                        </p:tav>
                                      </p:tavLst>
                                    </p:anim>
                                  </p:childTnLst>
                                </p:cTn>
                              </p:par>
                            </p:childTnLst>
                          </p:cTn>
                        </p:par>
                        <p:par>
                          <p:cTn id="1279" fill="hold">
                            <p:stCondLst>
                              <p:cond delay="4000"/>
                            </p:stCondLst>
                            <p:childTnLst>
                              <p:par>
                                <p:cTn id="1280" presetID="22" presetClass="exit" presetSubtype="1" fill="hold" nodeType="afterEffect">
                                  <p:stCondLst>
                                    <p:cond delay="0"/>
                                  </p:stCondLst>
                                  <p:childTnLst>
                                    <p:animEffect transition="out" filter="wipe(up)">
                                      <p:cBhvr>
                                        <p:cTn id="1281" dur="500"/>
                                        <p:tgtEl>
                                          <p:spTgt spid="166"/>
                                        </p:tgtEl>
                                      </p:cBhvr>
                                    </p:animEffect>
                                    <p:set>
                                      <p:cBhvr>
                                        <p:cTn id="1282" dur="1" fill="hold">
                                          <p:stCondLst>
                                            <p:cond delay="499"/>
                                          </p:stCondLst>
                                        </p:cTn>
                                        <p:tgtEl>
                                          <p:spTgt spid="166"/>
                                        </p:tgtEl>
                                        <p:attrNameLst>
                                          <p:attrName>style.visibility</p:attrName>
                                        </p:attrNameLst>
                                      </p:cBhvr>
                                      <p:to>
                                        <p:strVal val="hidden"/>
                                      </p:to>
                                    </p:set>
                                  </p:childTnLst>
                                </p:cTn>
                              </p:par>
                              <p:par>
                                <p:cTn id="1283" presetID="22" presetClass="entr" presetSubtype="8" fill="hold" nodeType="withEffect">
                                  <p:stCondLst>
                                    <p:cond delay="0"/>
                                  </p:stCondLst>
                                  <p:childTnLst>
                                    <p:set>
                                      <p:cBhvr>
                                        <p:cTn id="1284" dur="1" fill="hold">
                                          <p:stCondLst>
                                            <p:cond delay="0"/>
                                          </p:stCondLst>
                                        </p:cTn>
                                        <p:tgtEl>
                                          <p:spTgt spid="168"/>
                                        </p:tgtEl>
                                        <p:attrNameLst>
                                          <p:attrName>style.visibility</p:attrName>
                                        </p:attrNameLst>
                                      </p:cBhvr>
                                      <p:to>
                                        <p:strVal val="visible"/>
                                      </p:to>
                                    </p:set>
                                    <p:animEffect transition="in" filter="wipe(left)">
                                      <p:cBhvr>
                                        <p:cTn id="1285" dur="1000"/>
                                        <p:tgtEl>
                                          <p:spTgt spid="168"/>
                                        </p:tgtEl>
                                      </p:cBhvr>
                                    </p:animEffect>
                                  </p:childTnLst>
                                </p:cTn>
                              </p:par>
                            </p:childTnLst>
                          </p:cTn>
                        </p:par>
                        <p:par>
                          <p:cTn id="1286" fill="hold">
                            <p:stCondLst>
                              <p:cond delay="5000"/>
                            </p:stCondLst>
                            <p:childTnLst>
                              <p:par>
                                <p:cTn id="1287" presetID="35" presetClass="path" presetSubtype="0" accel="50000" decel="50000" fill="hold" grpId="15" nodeType="afterEffect">
                                  <p:stCondLst>
                                    <p:cond delay="0"/>
                                  </p:stCondLst>
                                  <p:childTnLst>
                                    <p:animMotion origin="layout" path="M 0.23151 0.00046 L 0.06654 -0.00023 " pathEditMode="relative" rAng="0" ptsTypes="AA">
                                      <p:cBhvr>
                                        <p:cTn id="1288" dur="1500" fill="hold"/>
                                        <p:tgtEl>
                                          <p:spTgt spid="181"/>
                                        </p:tgtEl>
                                        <p:attrNameLst>
                                          <p:attrName>ppt_x</p:attrName>
                                          <p:attrName>ppt_y</p:attrName>
                                        </p:attrNameLst>
                                      </p:cBhvr>
                                      <p:rCtr x="-8255" y="-46"/>
                                    </p:animMotion>
                                  </p:childTnLst>
                                </p:cTn>
                              </p:par>
                            </p:childTnLst>
                          </p:cTn>
                        </p:par>
                        <p:par>
                          <p:cTn id="1289" fill="hold">
                            <p:stCondLst>
                              <p:cond delay="6500"/>
                            </p:stCondLst>
                            <p:childTnLst>
                              <p:par>
                                <p:cTn id="1290" presetID="35" presetClass="path" presetSubtype="0" accel="50000" decel="50000" fill="hold" grpId="18" nodeType="afterEffect">
                                  <p:stCondLst>
                                    <p:cond delay="0"/>
                                  </p:stCondLst>
                                  <p:childTnLst>
                                    <p:animMotion origin="layout" path="M 0.03503 -0.00092 L -3.75E-6 -3.7037E-6 " pathEditMode="relative" rAng="0" ptsTypes="AA">
                                      <p:cBhvr>
                                        <p:cTn id="1291" dur="1500" fill="hold"/>
                                        <p:tgtEl>
                                          <p:spTgt spid="182"/>
                                        </p:tgtEl>
                                        <p:attrNameLst>
                                          <p:attrName>ppt_x</p:attrName>
                                          <p:attrName>ppt_y</p:attrName>
                                        </p:attrNameLst>
                                      </p:cBhvr>
                                      <p:rCtr x="-1758" y="46"/>
                                    </p:animMotion>
                                  </p:childTnLst>
                                </p:cTn>
                              </p:par>
                            </p:childTnLst>
                          </p:cTn>
                        </p:par>
                        <p:par>
                          <p:cTn id="1292" fill="hold">
                            <p:stCondLst>
                              <p:cond delay="8000"/>
                            </p:stCondLst>
                            <p:childTnLst>
                              <p:par>
                                <p:cTn id="1293" presetID="22" presetClass="exit" presetSubtype="1" fill="hold" nodeType="afterEffect">
                                  <p:stCondLst>
                                    <p:cond delay="0"/>
                                  </p:stCondLst>
                                  <p:childTnLst>
                                    <p:animEffect transition="out" filter="wipe(up)">
                                      <p:cBhvr>
                                        <p:cTn id="1294" dur="500"/>
                                        <p:tgtEl>
                                          <p:spTgt spid="168"/>
                                        </p:tgtEl>
                                      </p:cBhvr>
                                    </p:animEffect>
                                    <p:set>
                                      <p:cBhvr>
                                        <p:cTn id="1295" dur="1" fill="hold">
                                          <p:stCondLst>
                                            <p:cond delay="499"/>
                                          </p:stCondLst>
                                        </p:cTn>
                                        <p:tgtEl>
                                          <p:spTgt spid="168"/>
                                        </p:tgtEl>
                                        <p:attrNameLst>
                                          <p:attrName>style.visibility</p:attrName>
                                        </p:attrNameLst>
                                      </p:cBhvr>
                                      <p:to>
                                        <p:strVal val="hidden"/>
                                      </p:to>
                                    </p:set>
                                  </p:childTnLst>
                                </p:cTn>
                              </p:par>
                              <p:par>
                                <p:cTn id="1296" presetID="31" presetClass="exit" presetSubtype="0" fill="hold" nodeType="withEffect">
                                  <p:stCondLst>
                                    <p:cond delay="0"/>
                                  </p:stCondLst>
                                  <p:childTnLst>
                                    <p:anim calcmode="lin" valueType="num">
                                      <p:cBhvr>
                                        <p:cTn id="1297" dur="1000"/>
                                        <p:tgtEl>
                                          <p:spTgt spid="287"/>
                                        </p:tgtEl>
                                        <p:attrNameLst>
                                          <p:attrName>ppt_w</p:attrName>
                                        </p:attrNameLst>
                                      </p:cBhvr>
                                      <p:tavLst>
                                        <p:tav tm="0">
                                          <p:val>
                                            <p:strVal val="ppt_w"/>
                                          </p:val>
                                        </p:tav>
                                        <p:tav tm="100000">
                                          <p:val>
                                            <p:fltVal val="0"/>
                                          </p:val>
                                        </p:tav>
                                      </p:tavLst>
                                    </p:anim>
                                    <p:anim calcmode="lin" valueType="num">
                                      <p:cBhvr>
                                        <p:cTn id="1298" dur="1000"/>
                                        <p:tgtEl>
                                          <p:spTgt spid="287"/>
                                        </p:tgtEl>
                                        <p:attrNameLst>
                                          <p:attrName>ppt_h</p:attrName>
                                        </p:attrNameLst>
                                      </p:cBhvr>
                                      <p:tavLst>
                                        <p:tav tm="0">
                                          <p:val>
                                            <p:strVal val="ppt_h"/>
                                          </p:val>
                                        </p:tav>
                                        <p:tav tm="100000">
                                          <p:val>
                                            <p:fltVal val="0"/>
                                          </p:val>
                                        </p:tav>
                                      </p:tavLst>
                                    </p:anim>
                                    <p:anim calcmode="lin" valueType="num">
                                      <p:cBhvr>
                                        <p:cTn id="1299" dur="1000"/>
                                        <p:tgtEl>
                                          <p:spTgt spid="287"/>
                                        </p:tgtEl>
                                        <p:attrNameLst>
                                          <p:attrName>style.rotation</p:attrName>
                                        </p:attrNameLst>
                                      </p:cBhvr>
                                      <p:tavLst>
                                        <p:tav tm="0">
                                          <p:val>
                                            <p:fltVal val="0"/>
                                          </p:val>
                                        </p:tav>
                                        <p:tav tm="100000">
                                          <p:val>
                                            <p:fltVal val="90"/>
                                          </p:val>
                                        </p:tav>
                                      </p:tavLst>
                                    </p:anim>
                                    <p:animEffect transition="out" filter="fade">
                                      <p:cBhvr>
                                        <p:cTn id="1300" dur="1000"/>
                                        <p:tgtEl>
                                          <p:spTgt spid="287"/>
                                        </p:tgtEl>
                                      </p:cBhvr>
                                    </p:animEffect>
                                    <p:set>
                                      <p:cBhvr>
                                        <p:cTn id="1301" dur="1" fill="hold">
                                          <p:stCondLst>
                                            <p:cond delay="999"/>
                                          </p:stCondLst>
                                        </p:cTn>
                                        <p:tgtEl>
                                          <p:spTgt spid="287"/>
                                        </p:tgtEl>
                                        <p:attrNameLst>
                                          <p:attrName>style.visibility</p:attrName>
                                        </p:attrNameLst>
                                      </p:cBhvr>
                                      <p:to>
                                        <p:strVal val="hidden"/>
                                      </p:to>
                                    </p:set>
                                  </p:childTnLst>
                                </p:cTn>
                              </p:par>
                              <p:par>
                                <p:cTn id="1302" presetID="31" presetClass="exit" presetSubtype="0" fill="hold" grpId="1" nodeType="withEffect">
                                  <p:stCondLst>
                                    <p:cond delay="0"/>
                                  </p:stCondLst>
                                  <p:childTnLst>
                                    <p:anim calcmode="lin" valueType="num">
                                      <p:cBhvr>
                                        <p:cTn id="1303" dur="1000"/>
                                        <p:tgtEl>
                                          <p:spTgt spid="292"/>
                                        </p:tgtEl>
                                        <p:attrNameLst>
                                          <p:attrName>ppt_w</p:attrName>
                                        </p:attrNameLst>
                                      </p:cBhvr>
                                      <p:tavLst>
                                        <p:tav tm="0">
                                          <p:val>
                                            <p:strVal val="ppt_w"/>
                                          </p:val>
                                        </p:tav>
                                        <p:tav tm="100000">
                                          <p:val>
                                            <p:fltVal val="0"/>
                                          </p:val>
                                        </p:tav>
                                      </p:tavLst>
                                    </p:anim>
                                    <p:anim calcmode="lin" valueType="num">
                                      <p:cBhvr>
                                        <p:cTn id="1304" dur="1000"/>
                                        <p:tgtEl>
                                          <p:spTgt spid="292"/>
                                        </p:tgtEl>
                                        <p:attrNameLst>
                                          <p:attrName>ppt_h</p:attrName>
                                        </p:attrNameLst>
                                      </p:cBhvr>
                                      <p:tavLst>
                                        <p:tav tm="0">
                                          <p:val>
                                            <p:strVal val="ppt_h"/>
                                          </p:val>
                                        </p:tav>
                                        <p:tav tm="100000">
                                          <p:val>
                                            <p:fltVal val="0"/>
                                          </p:val>
                                        </p:tav>
                                      </p:tavLst>
                                    </p:anim>
                                    <p:anim calcmode="lin" valueType="num">
                                      <p:cBhvr>
                                        <p:cTn id="1305" dur="1000"/>
                                        <p:tgtEl>
                                          <p:spTgt spid="292"/>
                                        </p:tgtEl>
                                        <p:attrNameLst>
                                          <p:attrName>style.rotation</p:attrName>
                                        </p:attrNameLst>
                                      </p:cBhvr>
                                      <p:tavLst>
                                        <p:tav tm="0">
                                          <p:val>
                                            <p:fltVal val="0"/>
                                          </p:val>
                                        </p:tav>
                                        <p:tav tm="100000">
                                          <p:val>
                                            <p:fltVal val="90"/>
                                          </p:val>
                                        </p:tav>
                                      </p:tavLst>
                                    </p:anim>
                                    <p:animEffect transition="out" filter="fade">
                                      <p:cBhvr>
                                        <p:cTn id="1306" dur="1000"/>
                                        <p:tgtEl>
                                          <p:spTgt spid="292"/>
                                        </p:tgtEl>
                                      </p:cBhvr>
                                    </p:animEffect>
                                    <p:set>
                                      <p:cBhvr>
                                        <p:cTn id="1307" dur="1" fill="hold">
                                          <p:stCondLst>
                                            <p:cond delay="999"/>
                                          </p:stCondLst>
                                        </p:cTn>
                                        <p:tgtEl>
                                          <p:spTgt spid="292"/>
                                        </p:tgtEl>
                                        <p:attrNameLst>
                                          <p:attrName>style.visibility</p:attrName>
                                        </p:attrNameLst>
                                      </p:cBhvr>
                                      <p:to>
                                        <p:strVal val="hidden"/>
                                      </p:to>
                                    </p:set>
                                  </p:childTnLst>
                                </p:cTn>
                              </p:par>
                              <p:par>
                                <p:cTn id="1308" presetID="22" presetClass="entr" presetSubtype="8" fill="hold" nodeType="withEffect">
                                  <p:stCondLst>
                                    <p:cond delay="0"/>
                                  </p:stCondLst>
                                  <p:childTnLst>
                                    <p:set>
                                      <p:cBhvr>
                                        <p:cTn id="1309" dur="1" fill="hold">
                                          <p:stCondLst>
                                            <p:cond delay="0"/>
                                          </p:stCondLst>
                                        </p:cTn>
                                        <p:tgtEl>
                                          <p:spTgt spid="166"/>
                                        </p:tgtEl>
                                        <p:attrNameLst>
                                          <p:attrName>style.visibility</p:attrName>
                                        </p:attrNameLst>
                                      </p:cBhvr>
                                      <p:to>
                                        <p:strVal val="visible"/>
                                      </p:to>
                                    </p:set>
                                    <p:animEffect transition="in" filter="wipe(left)">
                                      <p:cBhvr>
                                        <p:cTn id="1310" dur="1000"/>
                                        <p:tgtEl>
                                          <p:spTgt spid="166"/>
                                        </p:tgtEl>
                                      </p:cBhvr>
                                    </p:animEffect>
                                  </p:childTnLst>
                                </p:cTn>
                              </p:par>
                            </p:childTnLst>
                          </p:cTn>
                        </p:par>
                        <p:par>
                          <p:cTn id="1311" fill="hold">
                            <p:stCondLst>
                              <p:cond delay="9000"/>
                            </p:stCondLst>
                            <p:childTnLst>
                              <p:par>
                                <p:cTn id="1312" presetID="22" presetClass="entr" presetSubtype="4" fill="hold" nodeType="afterEffect">
                                  <p:stCondLst>
                                    <p:cond delay="0"/>
                                  </p:stCondLst>
                                  <p:childTnLst>
                                    <p:set>
                                      <p:cBhvr>
                                        <p:cTn id="1313" dur="1" fill="hold">
                                          <p:stCondLst>
                                            <p:cond delay="0"/>
                                          </p:stCondLst>
                                        </p:cTn>
                                        <p:tgtEl>
                                          <p:spTgt spid="293"/>
                                        </p:tgtEl>
                                        <p:attrNameLst>
                                          <p:attrName>style.visibility</p:attrName>
                                        </p:attrNameLst>
                                      </p:cBhvr>
                                      <p:to>
                                        <p:strVal val="visible"/>
                                      </p:to>
                                    </p:set>
                                    <p:animEffect transition="in" filter="wipe(down)">
                                      <p:cBhvr>
                                        <p:cTn id="1314" dur="1000"/>
                                        <p:tgtEl>
                                          <p:spTgt spid="293"/>
                                        </p:tgtEl>
                                      </p:cBhvr>
                                    </p:animEffect>
                                  </p:childTnLst>
                                </p:cTn>
                              </p:par>
                            </p:childTnLst>
                          </p:cTn>
                        </p:par>
                        <p:par>
                          <p:cTn id="1315" fill="hold">
                            <p:stCondLst>
                              <p:cond delay="10000"/>
                            </p:stCondLst>
                            <p:childTnLst>
                              <p:par>
                                <p:cTn id="1316" presetID="45" presetClass="entr" presetSubtype="0" fill="hold" nodeType="afterEffect">
                                  <p:stCondLst>
                                    <p:cond delay="0"/>
                                  </p:stCondLst>
                                  <p:childTnLst>
                                    <p:set>
                                      <p:cBhvr>
                                        <p:cTn id="1317" dur="1" fill="hold">
                                          <p:stCondLst>
                                            <p:cond delay="0"/>
                                          </p:stCondLst>
                                        </p:cTn>
                                        <p:tgtEl>
                                          <p:spTgt spid="253"/>
                                        </p:tgtEl>
                                        <p:attrNameLst>
                                          <p:attrName>style.visibility</p:attrName>
                                        </p:attrNameLst>
                                      </p:cBhvr>
                                      <p:to>
                                        <p:strVal val="visible"/>
                                      </p:to>
                                    </p:set>
                                    <p:animEffect transition="in" filter="fade">
                                      <p:cBhvr>
                                        <p:cTn id="1318" dur="2000"/>
                                        <p:tgtEl>
                                          <p:spTgt spid="253"/>
                                        </p:tgtEl>
                                      </p:cBhvr>
                                    </p:animEffect>
                                    <p:anim calcmode="lin" valueType="num">
                                      <p:cBhvr>
                                        <p:cTn id="1319" dur="2000" fill="hold"/>
                                        <p:tgtEl>
                                          <p:spTgt spid="253"/>
                                        </p:tgtEl>
                                        <p:attrNameLst>
                                          <p:attrName>ppt_w</p:attrName>
                                        </p:attrNameLst>
                                      </p:cBhvr>
                                      <p:tavLst>
                                        <p:tav tm="0" fmla="#ppt_w*sin(2.5*pi*$)">
                                          <p:val>
                                            <p:fltVal val="0"/>
                                          </p:val>
                                        </p:tav>
                                        <p:tav tm="100000">
                                          <p:val>
                                            <p:fltVal val="1"/>
                                          </p:val>
                                        </p:tav>
                                      </p:tavLst>
                                    </p:anim>
                                    <p:anim calcmode="lin" valueType="num">
                                      <p:cBhvr>
                                        <p:cTn id="1320" dur="2000" fill="hold"/>
                                        <p:tgtEl>
                                          <p:spTgt spid="253"/>
                                        </p:tgtEl>
                                        <p:attrNameLst>
                                          <p:attrName>ppt_h</p:attrName>
                                        </p:attrNameLst>
                                      </p:cBhvr>
                                      <p:tavLst>
                                        <p:tav tm="0">
                                          <p:val>
                                            <p:strVal val="#ppt_h"/>
                                          </p:val>
                                        </p:tav>
                                        <p:tav tm="100000">
                                          <p:val>
                                            <p:strVal val="#ppt_h"/>
                                          </p:val>
                                        </p:tav>
                                      </p:tavLst>
                                    </p:anim>
                                  </p:childTnLst>
                                </p:cTn>
                              </p:par>
                            </p:childTnLst>
                          </p:cTn>
                        </p:par>
                      </p:childTnLst>
                    </p:cTn>
                  </p:par>
                  <p:par>
                    <p:cTn id="1321" fill="hold">
                      <p:stCondLst>
                        <p:cond delay="indefinite"/>
                      </p:stCondLst>
                      <p:childTnLst>
                        <p:par>
                          <p:cTn id="1322" fill="hold">
                            <p:stCondLst>
                              <p:cond delay="0"/>
                            </p:stCondLst>
                            <p:childTnLst>
                              <p:par>
                                <p:cTn id="1323" presetID="22" presetClass="exit" presetSubtype="1" fill="hold" nodeType="clickEffect">
                                  <p:stCondLst>
                                    <p:cond delay="0"/>
                                  </p:stCondLst>
                                  <p:childTnLst>
                                    <p:animEffect transition="out" filter="wipe(up)">
                                      <p:cBhvr>
                                        <p:cTn id="1324" dur="500"/>
                                        <p:tgtEl>
                                          <p:spTgt spid="166"/>
                                        </p:tgtEl>
                                      </p:cBhvr>
                                    </p:animEffect>
                                    <p:set>
                                      <p:cBhvr>
                                        <p:cTn id="1325" dur="1" fill="hold">
                                          <p:stCondLst>
                                            <p:cond delay="499"/>
                                          </p:stCondLst>
                                        </p:cTn>
                                        <p:tgtEl>
                                          <p:spTgt spid="166"/>
                                        </p:tgtEl>
                                        <p:attrNameLst>
                                          <p:attrName>style.visibility</p:attrName>
                                        </p:attrNameLst>
                                      </p:cBhvr>
                                      <p:to>
                                        <p:strVal val="hidden"/>
                                      </p:to>
                                    </p:set>
                                  </p:childTnLst>
                                </p:cTn>
                              </p:par>
                              <p:par>
                                <p:cTn id="1326" presetID="22" presetClass="entr" presetSubtype="8" fill="hold" nodeType="withEffect">
                                  <p:stCondLst>
                                    <p:cond delay="0"/>
                                  </p:stCondLst>
                                  <p:childTnLst>
                                    <p:set>
                                      <p:cBhvr>
                                        <p:cTn id="1327" dur="1" fill="hold">
                                          <p:stCondLst>
                                            <p:cond delay="0"/>
                                          </p:stCondLst>
                                        </p:cTn>
                                        <p:tgtEl>
                                          <p:spTgt spid="178"/>
                                        </p:tgtEl>
                                        <p:attrNameLst>
                                          <p:attrName>style.visibility</p:attrName>
                                        </p:attrNameLst>
                                      </p:cBhvr>
                                      <p:to>
                                        <p:strVal val="visible"/>
                                      </p:to>
                                    </p:set>
                                    <p:animEffect transition="in" filter="wipe(left)">
                                      <p:cBhvr>
                                        <p:cTn id="1328" dur="1000"/>
                                        <p:tgtEl>
                                          <p:spTgt spid="178"/>
                                        </p:tgtEl>
                                      </p:cBhvr>
                                    </p:animEffect>
                                  </p:childTnLst>
                                </p:cTn>
                              </p:par>
                            </p:childTnLst>
                          </p:cTn>
                        </p:par>
                        <p:par>
                          <p:cTn id="1329" fill="hold">
                            <p:stCondLst>
                              <p:cond delay="1000"/>
                            </p:stCondLst>
                            <p:childTnLst>
                              <p:par>
                                <p:cTn id="1330" presetID="10" presetClass="exit" presetSubtype="0" fill="hold" grpId="0" nodeType="afterEffect">
                                  <p:stCondLst>
                                    <p:cond delay="0"/>
                                  </p:stCondLst>
                                  <p:childTnLst>
                                    <p:animEffect transition="out" filter="fade">
                                      <p:cBhvr>
                                        <p:cTn id="1331" dur="500"/>
                                        <p:tgtEl>
                                          <p:spTgt spid="46"/>
                                        </p:tgtEl>
                                      </p:cBhvr>
                                    </p:animEffect>
                                    <p:set>
                                      <p:cBhvr>
                                        <p:cTn id="1332" dur="1" fill="hold">
                                          <p:stCondLst>
                                            <p:cond delay="499"/>
                                          </p:stCondLst>
                                        </p:cTn>
                                        <p:tgtEl>
                                          <p:spTgt spid="46"/>
                                        </p:tgtEl>
                                        <p:attrNameLst>
                                          <p:attrName>style.visibility</p:attrName>
                                        </p:attrNameLst>
                                      </p:cBhvr>
                                      <p:to>
                                        <p:strVal val="hidden"/>
                                      </p:to>
                                    </p:set>
                                  </p:childTnLst>
                                </p:cTn>
                              </p:par>
                              <p:par>
                                <p:cTn id="1333" presetID="63" presetClass="path" presetSubtype="0" accel="50000" decel="50000" fill="hold" nodeType="withEffect">
                                  <p:stCondLst>
                                    <p:cond delay="0"/>
                                  </p:stCondLst>
                                  <p:childTnLst>
                                    <p:animMotion origin="layout" path="M 0.21355 0.22292 L 0.26211 0.22292 " pathEditMode="relative" rAng="0" ptsTypes="AA">
                                      <p:cBhvr>
                                        <p:cTn id="1334" dur="1500" fill="hold"/>
                                        <p:tgtEl>
                                          <p:spTgt spid="102"/>
                                        </p:tgtEl>
                                        <p:attrNameLst>
                                          <p:attrName>ppt_x</p:attrName>
                                          <p:attrName>ppt_y</p:attrName>
                                        </p:attrNameLst>
                                      </p:cBhvr>
                                      <p:rCtr x="2422" y="0"/>
                                    </p:animMotion>
                                  </p:childTnLst>
                                </p:cTn>
                              </p:par>
                              <p:par>
                                <p:cTn id="1335" presetID="63" presetClass="path" presetSubtype="0" accel="50000" decel="50000" fill="hold" grpId="7" nodeType="withEffect">
                                  <p:stCondLst>
                                    <p:cond delay="0"/>
                                  </p:stCondLst>
                                  <p:childTnLst>
                                    <p:animMotion origin="layout" path="M 0.31628 0.00162 L 0.36524 0.00162 " pathEditMode="relative" rAng="0" ptsTypes="AA">
                                      <p:cBhvr>
                                        <p:cTn id="1336" dur="1500" fill="hold"/>
                                        <p:tgtEl>
                                          <p:spTgt spid="73"/>
                                        </p:tgtEl>
                                        <p:attrNameLst>
                                          <p:attrName>ppt_x</p:attrName>
                                          <p:attrName>ppt_y</p:attrName>
                                        </p:attrNameLst>
                                      </p:cBhvr>
                                      <p:rCtr x="2448" y="0"/>
                                    </p:animMotion>
                                  </p:childTnLst>
                                </p:cTn>
                              </p:par>
                            </p:childTnLst>
                          </p:cTn>
                        </p:par>
                        <p:par>
                          <p:cTn id="1337" fill="hold">
                            <p:stCondLst>
                              <p:cond delay="2500"/>
                            </p:stCondLst>
                            <p:childTnLst>
                              <p:par>
                                <p:cTn id="1338" presetID="10" presetClass="exit" presetSubtype="0" fill="hold" nodeType="afterEffect">
                                  <p:stCondLst>
                                    <p:cond delay="0"/>
                                  </p:stCondLst>
                                  <p:childTnLst>
                                    <p:animEffect transition="out" filter="fade">
                                      <p:cBhvr>
                                        <p:cTn id="1339" dur="500"/>
                                        <p:tgtEl>
                                          <p:spTgt spid="148"/>
                                        </p:tgtEl>
                                      </p:cBhvr>
                                    </p:animEffect>
                                    <p:set>
                                      <p:cBhvr>
                                        <p:cTn id="1340" dur="1" fill="hold">
                                          <p:stCondLst>
                                            <p:cond delay="499"/>
                                          </p:stCondLst>
                                        </p:cTn>
                                        <p:tgtEl>
                                          <p:spTgt spid="148"/>
                                        </p:tgtEl>
                                        <p:attrNameLst>
                                          <p:attrName>style.visibility</p:attrName>
                                        </p:attrNameLst>
                                      </p:cBhvr>
                                      <p:to>
                                        <p:strVal val="hidden"/>
                                      </p:to>
                                    </p:set>
                                  </p:childTnLst>
                                </p:cTn>
                              </p:par>
                            </p:childTnLst>
                          </p:cTn>
                        </p:par>
                        <p:par>
                          <p:cTn id="1341" fill="hold">
                            <p:stCondLst>
                              <p:cond delay="3000"/>
                            </p:stCondLst>
                            <p:childTnLst>
                              <p:par>
                                <p:cTn id="1342" presetID="22" presetClass="entr" presetSubtype="2" fill="hold" nodeType="afterEffect">
                                  <p:stCondLst>
                                    <p:cond delay="0"/>
                                  </p:stCondLst>
                                  <p:childTnLst>
                                    <p:set>
                                      <p:cBhvr>
                                        <p:cTn id="1343" dur="1" fill="hold">
                                          <p:stCondLst>
                                            <p:cond delay="0"/>
                                          </p:stCondLst>
                                        </p:cTn>
                                        <p:tgtEl>
                                          <p:spTgt spid="154"/>
                                        </p:tgtEl>
                                        <p:attrNameLst>
                                          <p:attrName>style.visibility</p:attrName>
                                        </p:attrNameLst>
                                      </p:cBhvr>
                                      <p:to>
                                        <p:strVal val="visible"/>
                                      </p:to>
                                    </p:set>
                                    <p:animEffect transition="in" filter="wipe(right)">
                                      <p:cBhvr>
                                        <p:cTn id="1344" dur="500"/>
                                        <p:tgtEl>
                                          <p:spTgt spid="154"/>
                                        </p:tgtEl>
                                      </p:cBhvr>
                                    </p:animEffect>
                                  </p:childTnLst>
                                </p:cTn>
                              </p:par>
                            </p:childTnLst>
                          </p:cTn>
                        </p:par>
                        <p:par>
                          <p:cTn id="1345" fill="hold">
                            <p:stCondLst>
                              <p:cond delay="3500"/>
                            </p:stCondLst>
                            <p:childTnLst>
                              <p:par>
                                <p:cTn id="1346" presetID="63" presetClass="path" presetSubtype="0" accel="50000" decel="50000" fill="hold" nodeType="afterEffect">
                                  <p:stCondLst>
                                    <p:cond delay="0"/>
                                  </p:stCondLst>
                                  <p:childTnLst>
                                    <p:animMotion origin="layout" path="M 0.12825 0.22222 L 0.17956 0.22338 " pathEditMode="relative" rAng="0" ptsTypes="AA">
                                      <p:cBhvr>
                                        <p:cTn id="1347" dur="1000" fill="hold"/>
                                        <p:tgtEl>
                                          <p:spTgt spid="97"/>
                                        </p:tgtEl>
                                        <p:attrNameLst>
                                          <p:attrName>ppt_x</p:attrName>
                                          <p:attrName>ppt_y</p:attrName>
                                        </p:attrNameLst>
                                      </p:cBhvr>
                                      <p:rCtr x="2565" y="46"/>
                                    </p:animMotion>
                                  </p:childTnLst>
                                </p:cTn>
                              </p:par>
                              <p:par>
                                <p:cTn id="1348" presetID="63" presetClass="path" presetSubtype="0" accel="50000" decel="50000" fill="hold" grpId="4" nodeType="withEffect">
                                  <p:stCondLst>
                                    <p:cond delay="0"/>
                                  </p:stCondLst>
                                  <p:childTnLst>
                                    <p:animMotion origin="layout" path="M 0.15794 0.00255 L 0.21003 0.00162 " pathEditMode="relative" rAng="0" ptsTypes="AA">
                                      <p:cBhvr>
                                        <p:cTn id="1349" dur="1000" fill="hold"/>
                                        <p:tgtEl>
                                          <p:spTgt spid="69"/>
                                        </p:tgtEl>
                                        <p:attrNameLst>
                                          <p:attrName>ppt_x</p:attrName>
                                          <p:attrName>ppt_y</p:attrName>
                                        </p:attrNameLst>
                                      </p:cBhvr>
                                      <p:rCtr x="2604" y="-46"/>
                                    </p:animMotion>
                                  </p:childTnLst>
                                </p:cTn>
                              </p:par>
                              <p:par>
                                <p:cTn id="1350" presetID="22" presetClass="entr" presetSubtype="8" fill="hold" nodeType="withEffect">
                                  <p:stCondLst>
                                    <p:cond delay="750"/>
                                  </p:stCondLst>
                                  <p:childTnLst>
                                    <p:set>
                                      <p:cBhvr>
                                        <p:cTn id="1351" dur="1" fill="hold">
                                          <p:stCondLst>
                                            <p:cond delay="0"/>
                                          </p:stCondLst>
                                        </p:cTn>
                                        <p:tgtEl>
                                          <p:spTgt spid="153"/>
                                        </p:tgtEl>
                                        <p:attrNameLst>
                                          <p:attrName>style.visibility</p:attrName>
                                        </p:attrNameLst>
                                      </p:cBhvr>
                                      <p:to>
                                        <p:strVal val="visible"/>
                                      </p:to>
                                    </p:set>
                                    <p:animEffect transition="in" filter="wipe(left)">
                                      <p:cBhvr>
                                        <p:cTn id="1352" dur="1000"/>
                                        <p:tgtEl>
                                          <p:spTgt spid="153"/>
                                        </p:tgtEl>
                                      </p:cBhvr>
                                    </p:animEffect>
                                  </p:childTnLst>
                                </p:cTn>
                              </p:par>
                              <p:par>
                                <p:cTn id="1353" presetID="63" presetClass="path" presetSubtype="0" accel="50000" decel="50000" fill="hold" nodeType="withEffect">
                                  <p:stCondLst>
                                    <p:cond delay="500"/>
                                  </p:stCondLst>
                                  <p:childTnLst>
                                    <p:animMotion origin="layout" path="M 0.14492 0.22315 L 0.19505 0.22315 " pathEditMode="relative" rAng="0" ptsTypes="AA">
                                      <p:cBhvr>
                                        <p:cTn id="1354" dur="1000" fill="hold"/>
                                        <p:tgtEl>
                                          <p:spTgt spid="107"/>
                                        </p:tgtEl>
                                        <p:attrNameLst>
                                          <p:attrName>ppt_x</p:attrName>
                                          <p:attrName>ppt_y</p:attrName>
                                        </p:attrNameLst>
                                      </p:cBhvr>
                                      <p:rCtr x="2500" y="0"/>
                                    </p:animMotion>
                                  </p:childTnLst>
                                </p:cTn>
                              </p:par>
                              <p:par>
                                <p:cTn id="1355" presetID="63" presetClass="path" presetSubtype="0" accel="50000" decel="50000" fill="hold" grpId="3" nodeType="withEffect">
                                  <p:stCondLst>
                                    <p:cond delay="500"/>
                                  </p:stCondLst>
                                  <p:childTnLst>
                                    <p:animMotion origin="layout" path="M 0.10482 0.00116 L 0.15703 0.00116 " pathEditMode="relative" rAng="0" ptsTypes="AA">
                                      <p:cBhvr>
                                        <p:cTn id="1356" dur="1000" fill="hold"/>
                                        <p:tgtEl>
                                          <p:spTgt spid="139"/>
                                        </p:tgtEl>
                                        <p:attrNameLst>
                                          <p:attrName>ppt_x</p:attrName>
                                          <p:attrName>ppt_y</p:attrName>
                                        </p:attrNameLst>
                                      </p:cBhvr>
                                      <p:rCtr x="2604" y="0"/>
                                    </p:animMotion>
                                  </p:childTnLst>
                                </p:cTn>
                              </p:par>
                            </p:childTnLst>
                          </p:cTn>
                        </p:par>
                        <p:par>
                          <p:cTn id="1357" fill="hold">
                            <p:stCondLst>
                              <p:cond delay="5250"/>
                            </p:stCondLst>
                            <p:childTnLst>
                              <p:par>
                                <p:cTn id="1358" presetID="22" presetClass="entr" presetSubtype="4" fill="hold" nodeType="afterEffect">
                                  <p:stCondLst>
                                    <p:cond delay="0"/>
                                  </p:stCondLst>
                                  <p:childTnLst>
                                    <p:set>
                                      <p:cBhvr>
                                        <p:cTn id="1359" dur="1" fill="hold">
                                          <p:stCondLst>
                                            <p:cond delay="0"/>
                                          </p:stCondLst>
                                        </p:cTn>
                                        <p:tgtEl>
                                          <p:spTgt spid="82"/>
                                        </p:tgtEl>
                                        <p:attrNameLst>
                                          <p:attrName>style.visibility</p:attrName>
                                        </p:attrNameLst>
                                      </p:cBhvr>
                                      <p:to>
                                        <p:strVal val="visible"/>
                                      </p:to>
                                    </p:set>
                                    <p:animEffect transition="in" filter="wipe(down)">
                                      <p:cBhvr>
                                        <p:cTn id="1360" dur="500"/>
                                        <p:tgtEl>
                                          <p:spTgt spid="82"/>
                                        </p:tgtEl>
                                      </p:cBhvr>
                                    </p:animEffect>
                                  </p:childTnLst>
                                </p:cTn>
                              </p:par>
                              <p:par>
                                <p:cTn id="1361" presetID="42" presetClass="path" presetSubtype="0" accel="50000" decel="50000" fill="hold" nodeType="withEffect">
                                  <p:stCondLst>
                                    <p:cond delay="0"/>
                                  </p:stCondLst>
                                  <p:childTnLst>
                                    <p:animMotion origin="layout" path="M 3.75E-6 4.44444E-6 L -0.02006 0.22268 " pathEditMode="relative" rAng="0" ptsTypes="AA">
                                      <p:cBhvr>
                                        <p:cTn id="1362" dur="1500" fill="hold"/>
                                        <p:tgtEl>
                                          <p:spTgt spid="82"/>
                                        </p:tgtEl>
                                        <p:attrNameLst>
                                          <p:attrName>ppt_x</p:attrName>
                                          <p:attrName>ppt_y</p:attrName>
                                        </p:attrNameLst>
                                      </p:cBhvr>
                                      <p:rCtr x="-1003" y="11134"/>
                                    </p:animMotion>
                                  </p:childTnLst>
                                </p:cTn>
                              </p:par>
                            </p:childTnLst>
                          </p:cTn>
                        </p:par>
                        <p:par>
                          <p:cTn id="1363" fill="hold">
                            <p:stCondLst>
                              <p:cond delay="6750"/>
                            </p:stCondLst>
                            <p:childTnLst>
                              <p:par>
                                <p:cTn id="1364" presetID="63" presetClass="path" presetSubtype="0" accel="50000" decel="50000" fill="hold" grpId="1" nodeType="afterEffect">
                                  <p:stCondLst>
                                    <p:cond delay="0"/>
                                  </p:stCondLst>
                                  <p:childTnLst>
                                    <p:animMotion origin="layout" path="M 3.54167E-6 1.11111E-6 L 0.23229 -0.00139 " pathEditMode="relative" rAng="0" ptsTypes="AA">
                                      <p:cBhvr>
                                        <p:cTn id="1365" dur="1500" fill="hold"/>
                                        <p:tgtEl>
                                          <p:spTgt spid="176"/>
                                        </p:tgtEl>
                                        <p:attrNameLst>
                                          <p:attrName>ppt_x</p:attrName>
                                          <p:attrName>ppt_y</p:attrName>
                                        </p:attrNameLst>
                                      </p:cBhvr>
                                      <p:rCtr x="11615" y="-69"/>
                                    </p:animMotion>
                                  </p:childTnLst>
                                </p:cTn>
                              </p:par>
                              <p:par>
                                <p:cTn id="1366" presetID="63" presetClass="path" presetSubtype="0" accel="50000" decel="50000" fill="hold" grpId="3" nodeType="withEffect">
                                  <p:stCondLst>
                                    <p:cond delay="0"/>
                                  </p:stCondLst>
                                  <p:childTnLst>
                                    <p:animMotion origin="layout" path="M 0.10586 -0.00162 L 0.15807 -0.00116 " pathEditMode="relative" rAng="0" ptsTypes="AA">
                                      <p:cBhvr>
                                        <p:cTn id="1367" dur="1500" fill="hold"/>
                                        <p:tgtEl>
                                          <p:spTgt spid="70"/>
                                        </p:tgtEl>
                                        <p:attrNameLst>
                                          <p:attrName>ppt_x</p:attrName>
                                          <p:attrName>ppt_y</p:attrName>
                                        </p:attrNameLst>
                                      </p:cBhvr>
                                      <p:rCtr x="2604" y="23"/>
                                    </p:animMotion>
                                  </p:childTnLst>
                                </p:cTn>
                              </p:par>
                            </p:childTnLst>
                          </p:cTn>
                        </p:par>
                        <p:par>
                          <p:cTn id="1368" fill="hold">
                            <p:stCondLst>
                              <p:cond delay="8250"/>
                            </p:stCondLst>
                            <p:childTnLst>
                              <p:par>
                                <p:cTn id="1369" presetID="22" presetClass="exit" presetSubtype="1" fill="hold" nodeType="afterEffect">
                                  <p:stCondLst>
                                    <p:cond delay="0"/>
                                  </p:stCondLst>
                                  <p:childTnLst>
                                    <p:animEffect transition="out" filter="wipe(up)">
                                      <p:cBhvr>
                                        <p:cTn id="1370" dur="500"/>
                                        <p:tgtEl>
                                          <p:spTgt spid="178"/>
                                        </p:tgtEl>
                                      </p:cBhvr>
                                    </p:animEffect>
                                    <p:set>
                                      <p:cBhvr>
                                        <p:cTn id="1371" dur="1" fill="hold">
                                          <p:stCondLst>
                                            <p:cond delay="499"/>
                                          </p:stCondLst>
                                        </p:cTn>
                                        <p:tgtEl>
                                          <p:spTgt spid="178"/>
                                        </p:tgtEl>
                                        <p:attrNameLst>
                                          <p:attrName>style.visibility</p:attrName>
                                        </p:attrNameLst>
                                      </p:cBhvr>
                                      <p:to>
                                        <p:strVal val="hidden"/>
                                      </p:to>
                                    </p:set>
                                  </p:childTnLst>
                                </p:cTn>
                              </p:par>
                              <p:par>
                                <p:cTn id="1372" presetID="22" presetClass="entr" presetSubtype="8" fill="hold" nodeType="withEffect">
                                  <p:stCondLst>
                                    <p:cond delay="0"/>
                                  </p:stCondLst>
                                  <p:childTnLst>
                                    <p:set>
                                      <p:cBhvr>
                                        <p:cTn id="1373" dur="1" fill="hold">
                                          <p:stCondLst>
                                            <p:cond delay="0"/>
                                          </p:stCondLst>
                                        </p:cTn>
                                        <p:tgtEl>
                                          <p:spTgt spid="179"/>
                                        </p:tgtEl>
                                        <p:attrNameLst>
                                          <p:attrName>style.visibility</p:attrName>
                                        </p:attrNameLst>
                                      </p:cBhvr>
                                      <p:to>
                                        <p:strVal val="visible"/>
                                      </p:to>
                                    </p:set>
                                    <p:animEffect transition="in" filter="wipe(left)">
                                      <p:cBhvr>
                                        <p:cTn id="1374" dur="1000"/>
                                        <p:tgtEl>
                                          <p:spTgt spid="179"/>
                                        </p:tgtEl>
                                      </p:cBhvr>
                                    </p:animEffect>
                                  </p:childTnLst>
                                </p:cTn>
                              </p:par>
                            </p:childTnLst>
                          </p:cTn>
                        </p:par>
                        <p:par>
                          <p:cTn id="1375" fill="hold">
                            <p:stCondLst>
                              <p:cond delay="9250"/>
                            </p:stCondLst>
                            <p:childTnLst>
                              <p:par>
                                <p:cTn id="1376" presetID="22" presetClass="entr" presetSubtype="1" fill="hold" grpId="0" nodeType="afterEffect">
                                  <p:stCondLst>
                                    <p:cond delay="0"/>
                                  </p:stCondLst>
                                  <p:childTnLst>
                                    <p:set>
                                      <p:cBhvr>
                                        <p:cTn id="1377" dur="1" fill="hold">
                                          <p:stCondLst>
                                            <p:cond delay="0"/>
                                          </p:stCondLst>
                                        </p:cTn>
                                        <p:tgtEl>
                                          <p:spTgt spid="63"/>
                                        </p:tgtEl>
                                        <p:attrNameLst>
                                          <p:attrName>style.visibility</p:attrName>
                                        </p:attrNameLst>
                                      </p:cBhvr>
                                      <p:to>
                                        <p:strVal val="visible"/>
                                      </p:to>
                                    </p:set>
                                    <p:animEffect transition="in" filter="wipe(up)">
                                      <p:cBhvr>
                                        <p:cTn id="1378" dur="500"/>
                                        <p:tgtEl>
                                          <p:spTgt spid="63"/>
                                        </p:tgtEl>
                                      </p:cBhvr>
                                    </p:animEffect>
                                  </p:childTnLst>
                                </p:cTn>
                              </p:par>
                            </p:childTnLst>
                          </p:cTn>
                        </p:par>
                        <p:par>
                          <p:cTn id="1379" fill="hold">
                            <p:stCondLst>
                              <p:cond delay="9750"/>
                            </p:stCondLst>
                            <p:childTnLst>
                              <p:par>
                                <p:cTn id="1380" presetID="22" presetClass="entr" presetSubtype="1" fill="hold" grpId="0" nodeType="afterEffect">
                                  <p:stCondLst>
                                    <p:cond delay="0"/>
                                  </p:stCondLst>
                                  <p:childTnLst>
                                    <p:set>
                                      <p:cBhvr>
                                        <p:cTn id="1381" dur="1" fill="hold">
                                          <p:stCondLst>
                                            <p:cond delay="0"/>
                                          </p:stCondLst>
                                        </p:cTn>
                                        <p:tgtEl>
                                          <p:spTgt spid="158"/>
                                        </p:tgtEl>
                                        <p:attrNameLst>
                                          <p:attrName>style.visibility</p:attrName>
                                        </p:attrNameLst>
                                      </p:cBhvr>
                                      <p:to>
                                        <p:strVal val="visible"/>
                                      </p:to>
                                    </p:set>
                                    <p:animEffect transition="in" filter="wipe(up)">
                                      <p:cBhvr>
                                        <p:cTn id="1382" dur="500"/>
                                        <p:tgtEl>
                                          <p:spTgt spid="158"/>
                                        </p:tgtEl>
                                      </p:cBhvr>
                                    </p:animEffect>
                                  </p:childTnLst>
                                </p:cTn>
                              </p:par>
                            </p:childTnLst>
                          </p:cTn>
                        </p:par>
                        <p:par>
                          <p:cTn id="1383" fill="hold">
                            <p:stCondLst>
                              <p:cond delay="10250"/>
                            </p:stCondLst>
                            <p:childTnLst>
                              <p:par>
                                <p:cTn id="1384" presetID="22" presetClass="exit" presetSubtype="1" fill="hold" nodeType="afterEffect">
                                  <p:stCondLst>
                                    <p:cond delay="0"/>
                                  </p:stCondLst>
                                  <p:childTnLst>
                                    <p:animEffect transition="out" filter="wipe(up)">
                                      <p:cBhvr>
                                        <p:cTn id="1385" dur="500"/>
                                        <p:tgtEl>
                                          <p:spTgt spid="179"/>
                                        </p:tgtEl>
                                      </p:cBhvr>
                                    </p:animEffect>
                                    <p:set>
                                      <p:cBhvr>
                                        <p:cTn id="1386" dur="1" fill="hold">
                                          <p:stCondLst>
                                            <p:cond delay="499"/>
                                          </p:stCondLst>
                                        </p:cTn>
                                        <p:tgtEl>
                                          <p:spTgt spid="179"/>
                                        </p:tgtEl>
                                        <p:attrNameLst>
                                          <p:attrName>style.visibility</p:attrName>
                                        </p:attrNameLst>
                                      </p:cBhvr>
                                      <p:to>
                                        <p:strVal val="hidden"/>
                                      </p:to>
                                    </p:set>
                                  </p:childTnLst>
                                </p:cTn>
                              </p:par>
                              <p:par>
                                <p:cTn id="1387" presetID="31" presetClass="exit" presetSubtype="0" fill="hold" nodeType="withEffect">
                                  <p:stCondLst>
                                    <p:cond delay="0"/>
                                  </p:stCondLst>
                                  <p:childTnLst>
                                    <p:anim calcmode="lin" valueType="num">
                                      <p:cBhvr>
                                        <p:cTn id="1388" dur="1000"/>
                                        <p:tgtEl>
                                          <p:spTgt spid="293"/>
                                        </p:tgtEl>
                                        <p:attrNameLst>
                                          <p:attrName>ppt_w</p:attrName>
                                        </p:attrNameLst>
                                      </p:cBhvr>
                                      <p:tavLst>
                                        <p:tav tm="0">
                                          <p:val>
                                            <p:strVal val="ppt_w"/>
                                          </p:val>
                                        </p:tav>
                                        <p:tav tm="100000">
                                          <p:val>
                                            <p:fltVal val="0"/>
                                          </p:val>
                                        </p:tav>
                                      </p:tavLst>
                                    </p:anim>
                                    <p:anim calcmode="lin" valueType="num">
                                      <p:cBhvr>
                                        <p:cTn id="1389" dur="1000"/>
                                        <p:tgtEl>
                                          <p:spTgt spid="293"/>
                                        </p:tgtEl>
                                        <p:attrNameLst>
                                          <p:attrName>ppt_h</p:attrName>
                                        </p:attrNameLst>
                                      </p:cBhvr>
                                      <p:tavLst>
                                        <p:tav tm="0">
                                          <p:val>
                                            <p:strVal val="ppt_h"/>
                                          </p:val>
                                        </p:tav>
                                        <p:tav tm="100000">
                                          <p:val>
                                            <p:fltVal val="0"/>
                                          </p:val>
                                        </p:tav>
                                      </p:tavLst>
                                    </p:anim>
                                    <p:anim calcmode="lin" valueType="num">
                                      <p:cBhvr>
                                        <p:cTn id="1390" dur="1000"/>
                                        <p:tgtEl>
                                          <p:spTgt spid="293"/>
                                        </p:tgtEl>
                                        <p:attrNameLst>
                                          <p:attrName>style.rotation</p:attrName>
                                        </p:attrNameLst>
                                      </p:cBhvr>
                                      <p:tavLst>
                                        <p:tav tm="0">
                                          <p:val>
                                            <p:fltVal val="0"/>
                                          </p:val>
                                        </p:tav>
                                        <p:tav tm="100000">
                                          <p:val>
                                            <p:fltVal val="90"/>
                                          </p:val>
                                        </p:tav>
                                      </p:tavLst>
                                    </p:anim>
                                    <p:animEffect transition="out" filter="fade">
                                      <p:cBhvr>
                                        <p:cTn id="1391" dur="1000"/>
                                        <p:tgtEl>
                                          <p:spTgt spid="293"/>
                                        </p:tgtEl>
                                      </p:cBhvr>
                                    </p:animEffect>
                                    <p:set>
                                      <p:cBhvr>
                                        <p:cTn id="1392" dur="1" fill="hold">
                                          <p:stCondLst>
                                            <p:cond delay="999"/>
                                          </p:stCondLst>
                                        </p:cTn>
                                        <p:tgtEl>
                                          <p:spTgt spid="293"/>
                                        </p:tgtEl>
                                        <p:attrNameLst>
                                          <p:attrName>style.visibility</p:attrName>
                                        </p:attrNameLst>
                                      </p:cBhvr>
                                      <p:to>
                                        <p:strVal val="hidden"/>
                                      </p:to>
                                    </p:set>
                                  </p:childTnLst>
                                </p:cTn>
                              </p:par>
                              <p:par>
                                <p:cTn id="1393" presetID="31" presetClass="exit" presetSubtype="0" fill="hold" nodeType="withEffect">
                                  <p:stCondLst>
                                    <p:cond delay="0"/>
                                  </p:stCondLst>
                                  <p:childTnLst>
                                    <p:anim calcmode="lin" valueType="num">
                                      <p:cBhvr>
                                        <p:cTn id="1394" dur="1000"/>
                                        <p:tgtEl>
                                          <p:spTgt spid="253"/>
                                        </p:tgtEl>
                                        <p:attrNameLst>
                                          <p:attrName>ppt_w</p:attrName>
                                        </p:attrNameLst>
                                      </p:cBhvr>
                                      <p:tavLst>
                                        <p:tav tm="0">
                                          <p:val>
                                            <p:strVal val="ppt_w"/>
                                          </p:val>
                                        </p:tav>
                                        <p:tav tm="100000">
                                          <p:val>
                                            <p:fltVal val="0"/>
                                          </p:val>
                                        </p:tav>
                                      </p:tavLst>
                                    </p:anim>
                                    <p:anim calcmode="lin" valueType="num">
                                      <p:cBhvr>
                                        <p:cTn id="1395" dur="1000"/>
                                        <p:tgtEl>
                                          <p:spTgt spid="253"/>
                                        </p:tgtEl>
                                        <p:attrNameLst>
                                          <p:attrName>ppt_h</p:attrName>
                                        </p:attrNameLst>
                                      </p:cBhvr>
                                      <p:tavLst>
                                        <p:tav tm="0">
                                          <p:val>
                                            <p:strVal val="ppt_h"/>
                                          </p:val>
                                        </p:tav>
                                        <p:tav tm="100000">
                                          <p:val>
                                            <p:fltVal val="0"/>
                                          </p:val>
                                        </p:tav>
                                      </p:tavLst>
                                    </p:anim>
                                    <p:anim calcmode="lin" valueType="num">
                                      <p:cBhvr>
                                        <p:cTn id="1396" dur="1000"/>
                                        <p:tgtEl>
                                          <p:spTgt spid="253"/>
                                        </p:tgtEl>
                                        <p:attrNameLst>
                                          <p:attrName>style.rotation</p:attrName>
                                        </p:attrNameLst>
                                      </p:cBhvr>
                                      <p:tavLst>
                                        <p:tav tm="0">
                                          <p:val>
                                            <p:fltVal val="0"/>
                                          </p:val>
                                        </p:tav>
                                        <p:tav tm="100000">
                                          <p:val>
                                            <p:fltVal val="90"/>
                                          </p:val>
                                        </p:tav>
                                      </p:tavLst>
                                    </p:anim>
                                    <p:animEffect transition="out" filter="fade">
                                      <p:cBhvr>
                                        <p:cTn id="1397" dur="1000"/>
                                        <p:tgtEl>
                                          <p:spTgt spid="253"/>
                                        </p:tgtEl>
                                      </p:cBhvr>
                                    </p:animEffect>
                                    <p:set>
                                      <p:cBhvr>
                                        <p:cTn id="1398" dur="1" fill="hold">
                                          <p:stCondLst>
                                            <p:cond delay="999"/>
                                          </p:stCondLst>
                                        </p:cTn>
                                        <p:tgtEl>
                                          <p:spTgt spid="253"/>
                                        </p:tgtEl>
                                        <p:attrNameLst>
                                          <p:attrName>style.visibility</p:attrName>
                                        </p:attrNameLst>
                                      </p:cBhvr>
                                      <p:to>
                                        <p:strVal val="hidden"/>
                                      </p:to>
                                    </p:set>
                                  </p:childTnLst>
                                </p:cTn>
                              </p:par>
                              <p:par>
                                <p:cTn id="1399" presetID="45" presetClass="entr" presetSubtype="0" fill="hold" nodeType="withEffect">
                                  <p:stCondLst>
                                    <p:cond delay="0"/>
                                  </p:stCondLst>
                                  <p:childTnLst>
                                    <p:set>
                                      <p:cBhvr>
                                        <p:cTn id="1400" dur="1" fill="hold">
                                          <p:stCondLst>
                                            <p:cond delay="0"/>
                                          </p:stCondLst>
                                        </p:cTn>
                                        <p:tgtEl>
                                          <p:spTgt spid="163"/>
                                        </p:tgtEl>
                                        <p:attrNameLst>
                                          <p:attrName>style.visibility</p:attrName>
                                        </p:attrNameLst>
                                      </p:cBhvr>
                                      <p:to>
                                        <p:strVal val="visible"/>
                                      </p:to>
                                    </p:set>
                                    <p:animEffect transition="in" filter="fade">
                                      <p:cBhvr>
                                        <p:cTn id="1401" dur="2000"/>
                                        <p:tgtEl>
                                          <p:spTgt spid="163"/>
                                        </p:tgtEl>
                                      </p:cBhvr>
                                    </p:animEffect>
                                    <p:anim calcmode="lin" valueType="num">
                                      <p:cBhvr>
                                        <p:cTn id="1402" dur="2000" fill="hold"/>
                                        <p:tgtEl>
                                          <p:spTgt spid="163"/>
                                        </p:tgtEl>
                                        <p:attrNameLst>
                                          <p:attrName>ppt_w</p:attrName>
                                        </p:attrNameLst>
                                      </p:cBhvr>
                                      <p:tavLst>
                                        <p:tav tm="0" fmla="#ppt_w*sin(2.5*pi*$)">
                                          <p:val>
                                            <p:fltVal val="0"/>
                                          </p:val>
                                        </p:tav>
                                        <p:tav tm="100000">
                                          <p:val>
                                            <p:fltVal val="1"/>
                                          </p:val>
                                        </p:tav>
                                      </p:tavLst>
                                    </p:anim>
                                    <p:anim calcmode="lin" valueType="num">
                                      <p:cBhvr>
                                        <p:cTn id="1403" dur="2000" fill="hold"/>
                                        <p:tgtEl>
                                          <p:spTgt spid="163"/>
                                        </p:tgtEl>
                                        <p:attrNameLst>
                                          <p:attrName>ppt_h</p:attrName>
                                        </p:attrNameLst>
                                      </p:cBhvr>
                                      <p:tavLst>
                                        <p:tav tm="0">
                                          <p:val>
                                            <p:strVal val="#ppt_h"/>
                                          </p:val>
                                        </p:tav>
                                        <p:tav tm="100000">
                                          <p:val>
                                            <p:strVal val="#ppt_h"/>
                                          </p:val>
                                        </p:tav>
                                      </p:tavLst>
                                    </p:anim>
                                  </p:childTnLst>
                                </p:cTn>
                              </p:par>
                            </p:childTnLst>
                          </p:cTn>
                        </p:par>
                        <p:par>
                          <p:cTn id="1404" fill="hold">
                            <p:stCondLst>
                              <p:cond delay="12250"/>
                            </p:stCondLst>
                            <p:childTnLst>
                              <p:par>
                                <p:cTn id="1405" presetID="63" presetClass="path" presetSubtype="0" accel="50000" decel="50000" fill="hold" grpId="7" nodeType="afterEffect">
                                  <p:stCondLst>
                                    <p:cond delay="0"/>
                                  </p:stCondLst>
                                  <p:childTnLst>
                                    <p:animMotion origin="layout" path="M 0.19831 4.81481E-6 L 0.23112 0.00115 " pathEditMode="relative" rAng="0" ptsTypes="AA">
                                      <p:cBhvr>
                                        <p:cTn id="1406" dur="1500" fill="hold"/>
                                        <p:tgtEl>
                                          <p:spTgt spid="111"/>
                                        </p:tgtEl>
                                        <p:attrNameLst>
                                          <p:attrName>ppt_x</p:attrName>
                                          <p:attrName>ppt_y</p:attrName>
                                        </p:attrNameLst>
                                      </p:cBhvr>
                                      <p:rCtr x="1641" y="46"/>
                                    </p:animMotion>
                                  </p:childTnLst>
                                </p:cTn>
                              </p:par>
                            </p:childTnLst>
                          </p:cTn>
                        </p:par>
                      </p:childTnLst>
                    </p:cTn>
                  </p:par>
                  <p:par>
                    <p:cTn id="1407" fill="hold">
                      <p:stCondLst>
                        <p:cond delay="indefinite"/>
                      </p:stCondLst>
                      <p:childTnLst>
                        <p:par>
                          <p:cTn id="1408" fill="hold">
                            <p:stCondLst>
                              <p:cond delay="0"/>
                            </p:stCondLst>
                            <p:childTnLst>
                              <p:par>
                                <p:cTn id="1409" presetID="22" presetClass="exit" presetSubtype="1" fill="hold" nodeType="clickEffect">
                                  <p:stCondLst>
                                    <p:cond delay="0"/>
                                  </p:stCondLst>
                                  <p:childTnLst>
                                    <p:animEffect transition="out" filter="wipe(up)">
                                      <p:cBhvr>
                                        <p:cTn id="1410" dur="500"/>
                                        <p:tgtEl>
                                          <p:spTgt spid="163"/>
                                        </p:tgtEl>
                                      </p:cBhvr>
                                    </p:animEffect>
                                    <p:set>
                                      <p:cBhvr>
                                        <p:cTn id="1411" dur="1" fill="hold">
                                          <p:stCondLst>
                                            <p:cond delay="499"/>
                                          </p:stCondLst>
                                        </p:cTn>
                                        <p:tgtEl>
                                          <p:spTgt spid="163"/>
                                        </p:tgtEl>
                                        <p:attrNameLst>
                                          <p:attrName>style.visibility</p:attrName>
                                        </p:attrNameLst>
                                      </p:cBhvr>
                                      <p:to>
                                        <p:strVal val="hidden"/>
                                      </p:to>
                                    </p:set>
                                  </p:childTnLst>
                                </p:cTn>
                              </p:par>
                            </p:childTnLst>
                          </p:cTn>
                        </p:par>
                        <p:par>
                          <p:cTn id="1412" fill="hold">
                            <p:stCondLst>
                              <p:cond delay="500"/>
                            </p:stCondLst>
                            <p:childTnLst>
                              <p:par>
                                <p:cTn id="1413" presetID="22" presetClass="entr" presetSubtype="8" fill="hold" grpId="0" nodeType="afterEffect">
                                  <p:stCondLst>
                                    <p:cond delay="0"/>
                                  </p:stCondLst>
                                  <p:childTnLst>
                                    <p:set>
                                      <p:cBhvr>
                                        <p:cTn id="1414" dur="1" fill="hold">
                                          <p:stCondLst>
                                            <p:cond delay="0"/>
                                          </p:stCondLst>
                                        </p:cTn>
                                        <p:tgtEl>
                                          <p:spTgt spid="7"/>
                                        </p:tgtEl>
                                        <p:attrNameLst>
                                          <p:attrName>style.visibility</p:attrName>
                                        </p:attrNameLst>
                                      </p:cBhvr>
                                      <p:to>
                                        <p:strVal val="visible"/>
                                      </p:to>
                                    </p:set>
                                    <p:animEffect transition="in" filter="wipe(left)">
                                      <p:cBhvr>
                                        <p:cTn id="1415" dur="500"/>
                                        <p:tgtEl>
                                          <p:spTgt spid="7"/>
                                        </p:tgtEl>
                                      </p:cBhvr>
                                    </p:animEffect>
                                  </p:childTnLst>
                                </p:cTn>
                              </p:par>
                            </p:childTnLst>
                          </p:cTn>
                        </p:par>
                        <p:par>
                          <p:cTn id="1416" fill="hold">
                            <p:stCondLst>
                              <p:cond delay="1000"/>
                            </p:stCondLst>
                            <p:childTnLst>
                              <p:par>
                                <p:cTn id="1417" presetID="1" presetClass="entr" presetSubtype="0" fill="hold" grpId="0" nodeType="afterEffect">
                                  <p:stCondLst>
                                    <p:cond delay="0"/>
                                  </p:stCondLst>
                                  <p:childTnLst>
                                    <p:set>
                                      <p:cBhvr>
                                        <p:cTn id="1418" dur="1" fill="hold">
                                          <p:stCondLst>
                                            <p:cond delay="0"/>
                                          </p:stCondLst>
                                        </p:cTn>
                                        <p:tgtEl>
                                          <p:spTgt spid="298"/>
                                        </p:tgtEl>
                                        <p:attrNameLst>
                                          <p:attrName>style.visibility</p:attrName>
                                        </p:attrNameLst>
                                      </p:cBhvr>
                                      <p:to>
                                        <p:strVal val="visible"/>
                                      </p:to>
                                    </p:set>
                                  </p:childTnLst>
                                </p:cTn>
                              </p:par>
                              <p:par>
                                <p:cTn id="1419" presetID="42" presetClass="path" presetSubtype="0" accel="50000" decel="50000" fill="hold" grpId="1" nodeType="withEffect">
                                  <p:stCondLst>
                                    <p:cond delay="0"/>
                                  </p:stCondLst>
                                  <p:childTnLst>
                                    <p:animMotion origin="layout" path="M -0.00039 -0.00093 L -0.00521 0.28565 " pathEditMode="relative" rAng="0" ptsTypes="AA">
                                      <p:cBhvr>
                                        <p:cTn id="1420" dur="1500" fill="hold"/>
                                        <p:tgtEl>
                                          <p:spTgt spid="298"/>
                                        </p:tgtEl>
                                        <p:attrNameLst>
                                          <p:attrName>ppt_x</p:attrName>
                                          <p:attrName>ppt_y</p:attrName>
                                        </p:attrNameLst>
                                      </p:cBhvr>
                                      <p:rCtr x="-247" y="14329"/>
                                    </p:animMotion>
                                  </p:childTnLst>
                                </p:cTn>
                              </p:par>
                            </p:childTnLst>
                          </p:cTn>
                        </p:par>
                        <p:par>
                          <p:cTn id="1421" fill="hold">
                            <p:stCondLst>
                              <p:cond delay="2500"/>
                            </p:stCondLst>
                            <p:childTnLst>
                              <p:par>
                                <p:cTn id="1422" presetID="32" presetClass="emph" presetSubtype="0" fill="hold" grpId="2" nodeType="afterEffect">
                                  <p:stCondLst>
                                    <p:cond delay="0"/>
                                  </p:stCondLst>
                                  <p:childTnLst>
                                    <p:animRot by="120000">
                                      <p:cBhvr>
                                        <p:cTn id="1423" dur="100" fill="hold">
                                          <p:stCondLst>
                                            <p:cond delay="0"/>
                                          </p:stCondLst>
                                        </p:cTn>
                                        <p:tgtEl>
                                          <p:spTgt spid="298"/>
                                        </p:tgtEl>
                                        <p:attrNameLst>
                                          <p:attrName>r</p:attrName>
                                        </p:attrNameLst>
                                      </p:cBhvr>
                                    </p:animRot>
                                    <p:animRot by="-240000">
                                      <p:cBhvr>
                                        <p:cTn id="1424" dur="200" fill="hold">
                                          <p:stCondLst>
                                            <p:cond delay="200"/>
                                          </p:stCondLst>
                                        </p:cTn>
                                        <p:tgtEl>
                                          <p:spTgt spid="298"/>
                                        </p:tgtEl>
                                        <p:attrNameLst>
                                          <p:attrName>r</p:attrName>
                                        </p:attrNameLst>
                                      </p:cBhvr>
                                    </p:animRot>
                                    <p:animRot by="240000">
                                      <p:cBhvr>
                                        <p:cTn id="1425" dur="200" fill="hold">
                                          <p:stCondLst>
                                            <p:cond delay="400"/>
                                          </p:stCondLst>
                                        </p:cTn>
                                        <p:tgtEl>
                                          <p:spTgt spid="298"/>
                                        </p:tgtEl>
                                        <p:attrNameLst>
                                          <p:attrName>r</p:attrName>
                                        </p:attrNameLst>
                                      </p:cBhvr>
                                    </p:animRot>
                                    <p:animRot by="-240000">
                                      <p:cBhvr>
                                        <p:cTn id="1426" dur="200" fill="hold">
                                          <p:stCondLst>
                                            <p:cond delay="600"/>
                                          </p:stCondLst>
                                        </p:cTn>
                                        <p:tgtEl>
                                          <p:spTgt spid="298"/>
                                        </p:tgtEl>
                                        <p:attrNameLst>
                                          <p:attrName>r</p:attrName>
                                        </p:attrNameLst>
                                      </p:cBhvr>
                                    </p:animRot>
                                    <p:animRot by="120000">
                                      <p:cBhvr>
                                        <p:cTn id="1427" dur="200" fill="hold">
                                          <p:stCondLst>
                                            <p:cond delay="800"/>
                                          </p:stCondLst>
                                        </p:cTn>
                                        <p:tgtEl>
                                          <p:spTgt spid="298"/>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P spid="6" grpId="0" autoUpdateAnimBg="0"/>
      <p:bldP spid="7" grpId="0" autoUpdateAnimBg="0"/>
      <p:bldP spid="36" grpId="0"/>
      <p:bldP spid="38" grpId="0"/>
      <p:bldP spid="40" grpId="0"/>
      <p:bldP spid="42" grpId="0"/>
      <p:bldP spid="44" grpId="0"/>
      <p:bldP spid="46" grpId="0"/>
      <p:bldP spid="68" grpId="0"/>
      <p:bldP spid="73" grpId="0"/>
      <p:bldP spid="73" grpId="1"/>
      <p:bldP spid="73" grpId="2"/>
      <p:bldP spid="73" grpId="3"/>
      <p:bldP spid="73" grpId="4"/>
      <p:bldP spid="73" grpId="5"/>
      <p:bldP spid="73" grpId="6"/>
      <p:bldP spid="73" grpId="7"/>
      <p:bldP spid="34" grpId="0"/>
      <p:bldP spid="48" grpId="0"/>
      <p:bldP spid="48" grpId="1"/>
      <p:bldP spid="72" grpId="0"/>
      <p:bldP spid="72" grpId="1"/>
      <p:bldP spid="72" grpId="2"/>
      <p:bldP spid="72" grpId="3"/>
      <p:bldP spid="71" grpId="0"/>
      <p:bldP spid="71" grpId="1"/>
      <p:bldP spid="71" grpId="2"/>
      <p:bldP spid="70" grpId="0"/>
      <p:bldP spid="70" grpId="1"/>
      <p:bldP spid="70" grpId="2"/>
      <p:bldP spid="70" grpId="3"/>
      <p:bldP spid="175" grpId="0"/>
      <p:bldP spid="175" grpId="1"/>
      <p:bldP spid="175" grpId="2"/>
      <p:bldP spid="176" grpId="0"/>
      <p:bldP spid="176" grpId="1"/>
      <p:bldP spid="32" grpId="0"/>
      <p:bldP spid="32" grpId="1"/>
      <p:bldP spid="32" grpId="2"/>
      <p:bldP spid="132" grpId="0"/>
      <p:bldP spid="132" grpId="1"/>
      <p:bldP spid="69" grpId="0"/>
      <p:bldP spid="69" grpId="1"/>
      <p:bldP spid="69" grpId="2"/>
      <p:bldP spid="69" grpId="3"/>
      <p:bldP spid="69" grpId="4"/>
      <p:bldP spid="139" grpId="0"/>
      <p:bldP spid="139" grpId="1"/>
      <p:bldP spid="139" grpId="2"/>
      <p:bldP spid="139" grpId="3"/>
      <p:bldP spid="146" grpId="0"/>
      <p:bldP spid="67" grpId="0"/>
      <p:bldP spid="152" grpId="0"/>
      <p:bldP spid="66" grpId="0"/>
      <p:bldP spid="158" grpId="0"/>
      <p:bldP spid="63" grpId="0"/>
      <p:bldP spid="180" grpId="0"/>
      <p:bldP spid="111" grpId="0"/>
      <p:bldP spid="111" grpId="1"/>
      <p:bldP spid="111" grpId="2"/>
      <p:bldP spid="111" grpId="3"/>
      <p:bldP spid="111" grpId="4"/>
      <p:bldP spid="111" grpId="5"/>
      <p:bldP spid="111" grpId="6"/>
      <p:bldP spid="111" grpId="7"/>
      <p:bldP spid="181" grpId="0"/>
      <p:bldP spid="181" grpId="1"/>
      <p:bldP spid="181" grpId="2"/>
      <p:bldP spid="181" grpId="3"/>
      <p:bldP spid="181" grpId="4"/>
      <p:bldP spid="181" grpId="5"/>
      <p:bldP spid="181" grpId="6"/>
      <p:bldP spid="181" grpId="7"/>
      <p:bldP spid="181" grpId="8"/>
      <p:bldP spid="181" grpId="9"/>
      <p:bldP spid="181" grpId="10"/>
      <p:bldP spid="181" grpId="11"/>
      <p:bldP spid="181" grpId="12"/>
      <p:bldP spid="181" grpId="13"/>
      <p:bldP spid="181" grpId="14"/>
      <p:bldP spid="181" grpId="15"/>
      <p:bldP spid="181" grpId="16"/>
      <p:bldP spid="182" grpId="0"/>
      <p:bldP spid="182" grpId="1"/>
      <p:bldP spid="182" grpId="2"/>
      <p:bldP spid="182" grpId="3"/>
      <p:bldP spid="182" grpId="4"/>
      <p:bldP spid="182" grpId="5"/>
      <p:bldP spid="182" grpId="6"/>
      <p:bldP spid="182" grpId="7"/>
      <p:bldP spid="182" grpId="8"/>
      <p:bldP spid="182" grpId="9"/>
      <p:bldP spid="182" grpId="10"/>
      <p:bldP spid="182" grpId="11"/>
      <p:bldP spid="182" grpId="12"/>
      <p:bldP spid="182" grpId="13"/>
      <p:bldP spid="182" grpId="14"/>
      <p:bldP spid="182" grpId="15"/>
      <p:bldP spid="182" grpId="16"/>
      <p:bldP spid="182" grpId="17"/>
      <p:bldP spid="182" grpId="18"/>
      <p:bldP spid="191" grpId="0"/>
      <p:bldP spid="191" grpId="1"/>
      <p:bldP spid="191" grpId="2"/>
      <p:bldP spid="191" grpId="3"/>
      <p:bldP spid="201" grpId="0"/>
      <p:bldP spid="201" grpId="1"/>
      <p:bldP spid="216" grpId="0"/>
      <p:bldP spid="216" grpId="1"/>
      <p:bldP spid="216" grpId="2"/>
      <p:bldP spid="216" grpId="3"/>
      <p:bldP spid="223" grpId="0"/>
      <p:bldP spid="223" grpId="1"/>
      <p:bldP spid="241" grpId="0"/>
      <p:bldP spid="241" grpId="1"/>
      <p:bldP spid="249" grpId="0"/>
      <p:bldP spid="249" grpId="1"/>
      <p:bldP spid="273" grpId="0"/>
      <p:bldP spid="273" grpId="1"/>
      <p:bldP spid="282" grpId="0"/>
      <p:bldP spid="282" grpId="1"/>
      <p:bldP spid="286" grpId="0"/>
      <p:bldP spid="286" grpId="1"/>
      <p:bldP spid="292" grpId="0"/>
      <p:bldP spid="292" grpId="1"/>
      <p:bldP spid="298" grpId="0" animBg="1"/>
      <p:bldP spid="298" grpId="1" animBg="1"/>
      <p:bldP spid="298" grpId="2"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2F28E2E4-D14A-4BE4-B330-D038295EACBD}"/>
              </a:ext>
            </a:extLst>
          </p:cNvPr>
          <p:cNvSpPr txBox="1"/>
          <p:nvPr/>
        </p:nvSpPr>
        <p:spPr>
          <a:xfrm>
            <a:off x="4640213" y="4650243"/>
            <a:ext cx="402672" cy="318924"/>
          </a:xfrm>
          <a:prstGeom prst="rect">
            <a:avLst/>
          </a:prstGeom>
          <a:noFill/>
        </p:spPr>
        <p:txBody>
          <a:bodyPr wrap="square" lIns="0" tIns="36000" rIns="0" bIns="36000" rtlCol="0" anchor="ctr">
            <a:spAutoFit/>
          </a:bodyPr>
          <a:lstStyle/>
          <a:p>
            <a:pPr algn="ctr"/>
            <a:r>
              <a:rPr lang="en-US" altLang="zh-CN" sz="1600" b="1" dirty="0">
                <a:solidFill>
                  <a:srgbClr val="0070C0"/>
                </a:solidFill>
              </a:rPr>
              <a:t>3</a:t>
            </a:r>
            <a:endParaRPr lang="zh-CN" altLang="en-US" sz="1600" b="1" dirty="0">
              <a:solidFill>
                <a:srgbClr val="0070C0"/>
              </a:solidFill>
            </a:endParaRPr>
          </a:p>
        </p:txBody>
      </p:sp>
      <p:sp>
        <p:nvSpPr>
          <p:cNvPr id="6" name="矩形 5">
            <a:extLst>
              <a:ext uri="{FF2B5EF4-FFF2-40B4-BE49-F238E27FC236}">
                <a16:creationId xmlns:a16="http://schemas.microsoft.com/office/drawing/2014/main" id="{CF0ECB6A-D7BC-4173-A9A6-95DBC95168D2}"/>
              </a:ext>
            </a:extLst>
          </p:cNvPr>
          <p:cNvSpPr/>
          <p:nvPr/>
        </p:nvSpPr>
        <p:spPr>
          <a:xfrm>
            <a:off x="4628879" y="4990958"/>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002060"/>
              </a:solidFill>
            </a:endParaRPr>
          </a:p>
        </p:txBody>
      </p:sp>
      <p:sp>
        <p:nvSpPr>
          <p:cNvPr id="7" name="文本框 6">
            <a:extLst>
              <a:ext uri="{FF2B5EF4-FFF2-40B4-BE49-F238E27FC236}">
                <a16:creationId xmlns:a16="http://schemas.microsoft.com/office/drawing/2014/main" id="{6CCAACEA-5ED8-4989-A1C7-55D22F43BAB1}"/>
              </a:ext>
            </a:extLst>
          </p:cNvPr>
          <p:cNvSpPr txBox="1"/>
          <p:nvPr/>
        </p:nvSpPr>
        <p:spPr>
          <a:xfrm>
            <a:off x="4628878" y="4990958"/>
            <a:ext cx="402672" cy="359517"/>
          </a:xfrm>
          <a:prstGeom prst="rect">
            <a:avLst/>
          </a:prstGeom>
          <a:noFill/>
        </p:spPr>
        <p:txBody>
          <a:bodyPr wrap="square" lIns="0" tIns="36000" rIns="0" bIns="36000" rtlCol="0" anchor="ctr">
            <a:spAutoFit/>
          </a:bodyPr>
          <a:lstStyle/>
          <a:p>
            <a:pPr algn="ctr"/>
            <a:r>
              <a:rPr lang="en-US" altLang="zh-CN" b="1" dirty="0">
                <a:solidFill>
                  <a:srgbClr val="002060"/>
                </a:solidFill>
              </a:rPr>
              <a:t>65</a:t>
            </a:r>
            <a:endParaRPr lang="zh-CN" altLang="en-US" b="1" dirty="0">
              <a:solidFill>
                <a:srgbClr val="002060"/>
              </a:solidFill>
            </a:endParaRPr>
          </a:p>
        </p:txBody>
      </p:sp>
      <p:sp>
        <p:nvSpPr>
          <p:cNvPr id="8" name="矩形 7">
            <a:extLst>
              <a:ext uri="{FF2B5EF4-FFF2-40B4-BE49-F238E27FC236}">
                <a16:creationId xmlns:a16="http://schemas.microsoft.com/office/drawing/2014/main" id="{F58F273D-C92E-4277-AF9D-CD3D19B4ECCE}"/>
              </a:ext>
            </a:extLst>
          </p:cNvPr>
          <p:cNvSpPr/>
          <p:nvPr/>
        </p:nvSpPr>
        <p:spPr>
          <a:xfrm>
            <a:off x="4628879" y="5369909"/>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C00000"/>
              </a:solidFill>
            </a:endParaRPr>
          </a:p>
        </p:txBody>
      </p:sp>
      <p:sp>
        <p:nvSpPr>
          <p:cNvPr id="9" name="Text Box 224">
            <a:extLst>
              <a:ext uri="{FF2B5EF4-FFF2-40B4-BE49-F238E27FC236}">
                <a16:creationId xmlns:a16="http://schemas.microsoft.com/office/drawing/2014/main" id="{434D319B-6FC7-4F0D-A0D3-753B1E07EF14}"/>
              </a:ext>
            </a:extLst>
          </p:cNvPr>
          <p:cNvSpPr txBox="1">
            <a:spLocks noChangeArrowheads="1"/>
          </p:cNvSpPr>
          <p:nvPr/>
        </p:nvSpPr>
        <p:spPr bwMode="auto">
          <a:xfrm>
            <a:off x="351988" y="1016232"/>
            <a:ext cx="4195523"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1600" b="1" dirty="0">
                <a:solidFill>
                  <a:srgbClr val="C00000"/>
                </a:solidFill>
                <a:latin typeface="宋体" panose="02010600030101010101" pitchFamily="2" charset="-122"/>
                <a:ea typeface="宋体" panose="02010600030101010101" pitchFamily="2" charset="-122"/>
              </a:rPr>
              <a:t>按有序静态链表重排顺序表</a:t>
            </a:r>
            <a:r>
              <a:rPr lang="zh-CN" altLang="en-US" sz="1600" b="1" dirty="0">
                <a:solidFill>
                  <a:srgbClr val="000066"/>
                </a:solidFill>
                <a:latin typeface="宋体" panose="02010600030101010101" pitchFamily="2" charset="-122"/>
                <a:ea typeface="宋体" panose="02010600030101010101" pitchFamily="2" charset="-122"/>
              </a:rPr>
              <a:t>：</a:t>
            </a:r>
            <a:endParaRPr lang="en-US" altLang="zh-CN" sz="1600" b="1" dirty="0">
              <a:solidFill>
                <a:srgbClr val="000066"/>
              </a:solidFill>
              <a:latin typeface="宋体" panose="02010600030101010101" pitchFamily="2" charset="-122"/>
              <a:ea typeface="宋体" panose="02010600030101010101" pitchFamily="2" charset="-122"/>
            </a:endParaRPr>
          </a:p>
          <a:p>
            <a:pPr>
              <a:spcBef>
                <a:spcPct val="50000"/>
              </a:spcBef>
            </a:pPr>
            <a:r>
              <a:rPr lang="en-US" altLang="zh-CN" sz="1600" b="1" dirty="0">
                <a:solidFill>
                  <a:srgbClr val="000066"/>
                </a:solidFill>
                <a:latin typeface="宋体" panose="02010600030101010101" pitchFamily="2" charset="-122"/>
                <a:ea typeface="宋体" panose="02010600030101010101" pitchFamily="2" charset="-122"/>
              </a:rPr>
              <a:t>  </a:t>
            </a:r>
            <a:r>
              <a:rPr lang="zh-CN" altLang="en-US" sz="1600" b="1" dirty="0">
                <a:solidFill>
                  <a:srgbClr val="000066"/>
                </a:solidFill>
                <a:latin typeface="宋体" panose="02010600030101010101" pitchFamily="2" charset="-122"/>
                <a:ea typeface="宋体" panose="02010600030101010101" pitchFamily="2" charset="-122"/>
              </a:rPr>
              <a:t>链表第</a:t>
            </a:r>
            <a:r>
              <a:rPr lang="en-US" altLang="zh-CN" sz="1600" b="1" dirty="0" err="1">
                <a:solidFill>
                  <a:srgbClr val="000066"/>
                </a:solidFill>
                <a:latin typeface="宋体" panose="02010600030101010101" pitchFamily="2" charset="-122"/>
                <a:ea typeface="宋体" panose="02010600030101010101" pitchFamily="2" charset="-122"/>
              </a:rPr>
              <a:t>i</a:t>
            </a:r>
            <a:r>
              <a:rPr lang="zh-CN" altLang="en-US" sz="1600" b="1" dirty="0">
                <a:solidFill>
                  <a:srgbClr val="000066"/>
                </a:solidFill>
                <a:latin typeface="宋体" panose="02010600030101010101" pitchFamily="2" charset="-122"/>
                <a:ea typeface="宋体" panose="02010600030101010101" pitchFamily="2" charset="-122"/>
              </a:rPr>
              <a:t>个结点移到顺序表的第</a:t>
            </a:r>
            <a:r>
              <a:rPr lang="en-US" altLang="zh-CN" sz="1600" b="1" dirty="0" err="1">
                <a:solidFill>
                  <a:srgbClr val="000066"/>
                </a:solidFill>
                <a:latin typeface="宋体" panose="02010600030101010101" pitchFamily="2" charset="-122"/>
                <a:ea typeface="宋体" panose="02010600030101010101" pitchFamily="2" charset="-122"/>
              </a:rPr>
              <a:t>i</a:t>
            </a:r>
            <a:r>
              <a:rPr lang="zh-CN" altLang="en-US" sz="1600" b="1" dirty="0">
                <a:solidFill>
                  <a:srgbClr val="000066"/>
                </a:solidFill>
                <a:latin typeface="宋体" panose="02010600030101010101" pitchFamily="2" charset="-122"/>
                <a:ea typeface="宋体" panose="02010600030101010101" pitchFamily="2" charset="-122"/>
              </a:rPr>
              <a:t>位置。</a:t>
            </a:r>
            <a:endParaRPr lang="en-US" altLang="zh-CN" sz="1600" b="1" dirty="0">
              <a:solidFill>
                <a:srgbClr val="000066"/>
              </a:solidFill>
              <a:latin typeface="宋体" panose="02010600030101010101" pitchFamily="2" charset="-122"/>
              <a:ea typeface="宋体" panose="02010600030101010101" pitchFamily="2" charset="-122"/>
            </a:endParaRPr>
          </a:p>
        </p:txBody>
      </p:sp>
      <p:sp>
        <p:nvSpPr>
          <p:cNvPr id="13" name="矩形 12">
            <a:extLst>
              <a:ext uri="{FF2B5EF4-FFF2-40B4-BE49-F238E27FC236}">
                <a16:creationId xmlns:a16="http://schemas.microsoft.com/office/drawing/2014/main" id="{29D129DA-3678-497C-BCF5-CCB78DFA7289}"/>
              </a:ext>
            </a:extLst>
          </p:cNvPr>
          <p:cNvSpPr/>
          <p:nvPr/>
        </p:nvSpPr>
        <p:spPr>
          <a:xfrm>
            <a:off x="2239085" y="3672460"/>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002060"/>
              </a:solidFill>
            </a:endParaRPr>
          </a:p>
        </p:txBody>
      </p:sp>
      <p:sp>
        <p:nvSpPr>
          <p:cNvPr id="15" name="矩形 14">
            <a:extLst>
              <a:ext uri="{FF2B5EF4-FFF2-40B4-BE49-F238E27FC236}">
                <a16:creationId xmlns:a16="http://schemas.microsoft.com/office/drawing/2014/main" id="{4D7C9FAF-CF6B-444B-B689-1C2949D154A1}"/>
              </a:ext>
            </a:extLst>
          </p:cNvPr>
          <p:cNvSpPr/>
          <p:nvPr/>
        </p:nvSpPr>
        <p:spPr>
          <a:xfrm>
            <a:off x="2635030" y="3671662"/>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002060"/>
              </a:solidFill>
            </a:endParaRPr>
          </a:p>
        </p:txBody>
      </p:sp>
      <p:sp>
        <p:nvSpPr>
          <p:cNvPr id="17" name="矩形 16">
            <a:extLst>
              <a:ext uri="{FF2B5EF4-FFF2-40B4-BE49-F238E27FC236}">
                <a16:creationId xmlns:a16="http://schemas.microsoft.com/office/drawing/2014/main" id="{B0F5ED70-8B3E-412E-B8BA-96B22EB65A66}"/>
              </a:ext>
            </a:extLst>
          </p:cNvPr>
          <p:cNvSpPr/>
          <p:nvPr/>
        </p:nvSpPr>
        <p:spPr>
          <a:xfrm>
            <a:off x="3037702" y="3671662"/>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002060"/>
              </a:solidFill>
            </a:endParaRPr>
          </a:p>
        </p:txBody>
      </p:sp>
      <p:sp>
        <p:nvSpPr>
          <p:cNvPr id="19" name="矩形 18">
            <a:extLst>
              <a:ext uri="{FF2B5EF4-FFF2-40B4-BE49-F238E27FC236}">
                <a16:creationId xmlns:a16="http://schemas.microsoft.com/office/drawing/2014/main" id="{62B7A7BF-3680-4761-81A9-2C88230CC7AC}"/>
              </a:ext>
            </a:extLst>
          </p:cNvPr>
          <p:cNvSpPr/>
          <p:nvPr/>
        </p:nvSpPr>
        <p:spPr>
          <a:xfrm>
            <a:off x="3440374" y="3671662"/>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002060"/>
              </a:solidFill>
            </a:endParaRPr>
          </a:p>
        </p:txBody>
      </p:sp>
      <p:sp>
        <p:nvSpPr>
          <p:cNvPr id="21" name="矩形 20">
            <a:extLst>
              <a:ext uri="{FF2B5EF4-FFF2-40B4-BE49-F238E27FC236}">
                <a16:creationId xmlns:a16="http://schemas.microsoft.com/office/drawing/2014/main" id="{EC810FCD-0A1B-436C-8F88-5063AFB3893B}"/>
              </a:ext>
            </a:extLst>
          </p:cNvPr>
          <p:cNvSpPr/>
          <p:nvPr/>
        </p:nvSpPr>
        <p:spPr>
          <a:xfrm>
            <a:off x="3843046" y="3671662"/>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002060"/>
              </a:solidFill>
            </a:endParaRPr>
          </a:p>
        </p:txBody>
      </p:sp>
      <p:sp>
        <p:nvSpPr>
          <p:cNvPr id="23" name="矩形 22">
            <a:extLst>
              <a:ext uri="{FF2B5EF4-FFF2-40B4-BE49-F238E27FC236}">
                <a16:creationId xmlns:a16="http://schemas.microsoft.com/office/drawing/2014/main" id="{83D410AD-7291-432F-A3E6-6A6732E82E08}"/>
              </a:ext>
            </a:extLst>
          </p:cNvPr>
          <p:cNvSpPr/>
          <p:nvPr/>
        </p:nvSpPr>
        <p:spPr>
          <a:xfrm>
            <a:off x="4245718" y="3671662"/>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002060"/>
              </a:solidFill>
            </a:endParaRPr>
          </a:p>
        </p:txBody>
      </p:sp>
      <p:sp>
        <p:nvSpPr>
          <p:cNvPr id="24" name="文本框 23">
            <a:extLst>
              <a:ext uri="{FF2B5EF4-FFF2-40B4-BE49-F238E27FC236}">
                <a16:creationId xmlns:a16="http://schemas.microsoft.com/office/drawing/2014/main" id="{1AB69C93-15BF-4606-99A6-1A602D7FB4DF}"/>
              </a:ext>
            </a:extLst>
          </p:cNvPr>
          <p:cNvSpPr txBox="1"/>
          <p:nvPr/>
        </p:nvSpPr>
        <p:spPr>
          <a:xfrm>
            <a:off x="4245717" y="3671662"/>
            <a:ext cx="402672" cy="359517"/>
          </a:xfrm>
          <a:prstGeom prst="rect">
            <a:avLst/>
          </a:prstGeom>
          <a:noFill/>
        </p:spPr>
        <p:txBody>
          <a:bodyPr wrap="square" lIns="0" tIns="36000" rIns="0" bIns="36000" rtlCol="0" anchor="ctr">
            <a:spAutoFit/>
          </a:bodyPr>
          <a:lstStyle/>
          <a:p>
            <a:pPr algn="ctr"/>
            <a:r>
              <a:rPr lang="en-US" altLang="zh-CN" b="1" u="sng" dirty="0">
                <a:solidFill>
                  <a:srgbClr val="002060"/>
                </a:solidFill>
              </a:rPr>
              <a:t>49</a:t>
            </a:r>
            <a:endParaRPr lang="zh-CN" altLang="en-US" b="1" u="sng" dirty="0">
              <a:solidFill>
                <a:srgbClr val="002060"/>
              </a:solidFill>
            </a:endParaRPr>
          </a:p>
        </p:txBody>
      </p:sp>
      <p:sp>
        <p:nvSpPr>
          <p:cNvPr id="25" name="矩形 24">
            <a:extLst>
              <a:ext uri="{FF2B5EF4-FFF2-40B4-BE49-F238E27FC236}">
                <a16:creationId xmlns:a16="http://schemas.microsoft.com/office/drawing/2014/main" id="{F5780B57-712F-4D63-A49C-C26266615B1C}"/>
              </a:ext>
            </a:extLst>
          </p:cNvPr>
          <p:cNvSpPr/>
          <p:nvPr/>
        </p:nvSpPr>
        <p:spPr>
          <a:xfrm>
            <a:off x="2232358" y="4050613"/>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C00000"/>
              </a:solidFill>
            </a:endParaRPr>
          </a:p>
        </p:txBody>
      </p:sp>
      <p:sp>
        <p:nvSpPr>
          <p:cNvPr id="27" name="矩形 26">
            <a:extLst>
              <a:ext uri="{FF2B5EF4-FFF2-40B4-BE49-F238E27FC236}">
                <a16:creationId xmlns:a16="http://schemas.microsoft.com/office/drawing/2014/main" id="{E0883BBB-F2C7-4567-A7FA-6112246647EB}"/>
              </a:ext>
            </a:extLst>
          </p:cNvPr>
          <p:cNvSpPr/>
          <p:nvPr/>
        </p:nvSpPr>
        <p:spPr>
          <a:xfrm>
            <a:off x="2635030" y="4050613"/>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C00000"/>
              </a:solidFill>
            </a:endParaRPr>
          </a:p>
        </p:txBody>
      </p:sp>
      <p:sp>
        <p:nvSpPr>
          <p:cNvPr id="29" name="矩形 28">
            <a:extLst>
              <a:ext uri="{FF2B5EF4-FFF2-40B4-BE49-F238E27FC236}">
                <a16:creationId xmlns:a16="http://schemas.microsoft.com/office/drawing/2014/main" id="{B78F4B73-7A1B-436C-B2BF-349442ED2F41}"/>
              </a:ext>
            </a:extLst>
          </p:cNvPr>
          <p:cNvSpPr/>
          <p:nvPr/>
        </p:nvSpPr>
        <p:spPr>
          <a:xfrm>
            <a:off x="3037702" y="4050613"/>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C00000"/>
              </a:solidFill>
            </a:endParaRPr>
          </a:p>
        </p:txBody>
      </p:sp>
      <p:sp>
        <p:nvSpPr>
          <p:cNvPr id="31" name="矩形 30">
            <a:extLst>
              <a:ext uri="{FF2B5EF4-FFF2-40B4-BE49-F238E27FC236}">
                <a16:creationId xmlns:a16="http://schemas.microsoft.com/office/drawing/2014/main" id="{CE4392AF-DBFF-494F-9C42-405E2AFB0640}"/>
              </a:ext>
            </a:extLst>
          </p:cNvPr>
          <p:cNvSpPr/>
          <p:nvPr/>
        </p:nvSpPr>
        <p:spPr>
          <a:xfrm>
            <a:off x="3440374" y="4050613"/>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C00000"/>
              </a:solidFill>
            </a:endParaRPr>
          </a:p>
        </p:txBody>
      </p:sp>
      <p:sp>
        <p:nvSpPr>
          <p:cNvPr id="33" name="矩形 32">
            <a:extLst>
              <a:ext uri="{FF2B5EF4-FFF2-40B4-BE49-F238E27FC236}">
                <a16:creationId xmlns:a16="http://schemas.microsoft.com/office/drawing/2014/main" id="{03FC09B8-CF00-4A0E-88E9-DF707FF86AD9}"/>
              </a:ext>
            </a:extLst>
          </p:cNvPr>
          <p:cNvSpPr/>
          <p:nvPr/>
        </p:nvSpPr>
        <p:spPr>
          <a:xfrm>
            <a:off x="3843046" y="4050613"/>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C00000"/>
              </a:solidFill>
            </a:endParaRPr>
          </a:p>
        </p:txBody>
      </p:sp>
      <p:sp>
        <p:nvSpPr>
          <p:cNvPr id="35" name="矩形 34">
            <a:extLst>
              <a:ext uri="{FF2B5EF4-FFF2-40B4-BE49-F238E27FC236}">
                <a16:creationId xmlns:a16="http://schemas.microsoft.com/office/drawing/2014/main" id="{EBF1DBB3-C071-4E35-97FC-C70AE10481ED}"/>
              </a:ext>
            </a:extLst>
          </p:cNvPr>
          <p:cNvSpPr/>
          <p:nvPr/>
        </p:nvSpPr>
        <p:spPr>
          <a:xfrm>
            <a:off x="4245718" y="4050613"/>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C00000"/>
              </a:solidFill>
            </a:endParaRPr>
          </a:p>
        </p:txBody>
      </p:sp>
      <p:sp>
        <p:nvSpPr>
          <p:cNvPr id="36" name="文本框 35">
            <a:extLst>
              <a:ext uri="{FF2B5EF4-FFF2-40B4-BE49-F238E27FC236}">
                <a16:creationId xmlns:a16="http://schemas.microsoft.com/office/drawing/2014/main" id="{70262B3E-1227-4449-BC69-E8BDA26D22C1}"/>
              </a:ext>
            </a:extLst>
          </p:cNvPr>
          <p:cNvSpPr txBox="1"/>
          <p:nvPr/>
        </p:nvSpPr>
        <p:spPr>
          <a:xfrm>
            <a:off x="4245717" y="4050229"/>
            <a:ext cx="402672" cy="359517"/>
          </a:xfrm>
          <a:prstGeom prst="rect">
            <a:avLst/>
          </a:prstGeom>
          <a:noFill/>
        </p:spPr>
        <p:txBody>
          <a:bodyPr wrap="square" lIns="0" tIns="36000" rIns="0" bIns="36000" rtlCol="0" anchor="ctr">
            <a:spAutoFit/>
          </a:bodyPr>
          <a:lstStyle/>
          <a:p>
            <a:pPr algn="ctr"/>
            <a:r>
              <a:rPr lang="en-US" altLang="zh-CN" b="1" dirty="0">
                <a:solidFill>
                  <a:srgbClr val="C00000"/>
                </a:solidFill>
              </a:rPr>
              <a:t>3</a:t>
            </a:r>
            <a:endParaRPr lang="zh-CN" altLang="en-US" b="1" dirty="0">
              <a:solidFill>
                <a:srgbClr val="C00000"/>
              </a:solidFill>
            </a:endParaRPr>
          </a:p>
        </p:txBody>
      </p:sp>
      <p:sp>
        <p:nvSpPr>
          <p:cNvPr id="38" name="文本框 37">
            <a:extLst>
              <a:ext uri="{FF2B5EF4-FFF2-40B4-BE49-F238E27FC236}">
                <a16:creationId xmlns:a16="http://schemas.microsoft.com/office/drawing/2014/main" id="{31335774-373D-4179-8264-B2128655A1F0}"/>
              </a:ext>
            </a:extLst>
          </p:cNvPr>
          <p:cNvSpPr txBox="1"/>
          <p:nvPr/>
        </p:nvSpPr>
        <p:spPr>
          <a:xfrm>
            <a:off x="1427013" y="3359965"/>
            <a:ext cx="402672" cy="288147"/>
          </a:xfrm>
          <a:prstGeom prst="rect">
            <a:avLst/>
          </a:prstGeom>
          <a:noFill/>
        </p:spPr>
        <p:txBody>
          <a:bodyPr wrap="square" lIns="0" tIns="36000" rIns="0" bIns="36000" rtlCol="0" anchor="ctr">
            <a:spAutoFit/>
          </a:bodyPr>
          <a:lstStyle/>
          <a:p>
            <a:pPr algn="ctr"/>
            <a:r>
              <a:rPr lang="en-US" altLang="zh-CN" sz="1400" b="1" dirty="0">
                <a:solidFill>
                  <a:srgbClr val="0070C0"/>
                </a:solidFill>
              </a:rPr>
              <a:t>1</a:t>
            </a:r>
            <a:endParaRPr lang="zh-CN" altLang="en-US" sz="1400" b="1" dirty="0">
              <a:solidFill>
                <a:srgbClr val="0070C0"/>
              </a:solidFill>
            </a:endParaRPr>
          </a:p>
        </p:txBody>
      </p:sp>
      <p:sp>
        <p:nvSpPr>
          <p:cNvPr id="39" name="文本框 38">
            <a:extLst>
              <a:ext uri="{FF2B5EF4-FFF2-40B4-BE49-F238E27FC236}">
                <a16:creationId xmlns:a16="http://schemas.microsoft.com/office/drawing/2014/main" id="{108166C8-BFE6-4DF8-AE75-5706590D7B33}"/>
              </a:ext>
            </a:extLst>
          </p:cNvPr>
          <p:cNvSpPr txBox="1"/>
          <p:nvPr/>
        </p:nvSpPr>
        <p:spPr>
          <a:xfrm>
            <a:off x="1829685" y="3359965"/>
            <a:ext cx="402672" cy="288147"/>
          </a:xfrm>
          <a:prstGeom prst="rect">
            <a:avLst/>
          </a:prstGeom>
          <a:noFill/>
        </p:spPr>
        <p:txBody>
          <a:bodyPr wrap="square" lIns="0" tIns="36000" rIns="0" bIns="36000" rtlCol="0" anchor="ctr">
            <a:spAutoFit/>
          </a:bodyPr>
          <a:lstStyle/>
          <a:p>
            <a:pPr algn="ctr"/>
            <a:r>
              <a:rPr lang="en-US" altLang="zh-CN" sz="1400" b="1" dirty="0">
                <a:solidFill>
                  <a:srgbClr val="0070C0"/>
                </a:solidFill>
              </a:rPr>
              <a:t>2</a:t>
            </a:r>
            <a:endParaRPr lang="zh-CN" altLang="en-US" sz="1400" b="1" dirty="0">
              <a:solidFill>
                <a:srgbClr val="0070C0"/>
              </a:solidFill>
            </a:endParaRPr>
          </a:p>
        </p:txBody>
      </p:sp>
      <p:sp>
        <p:nvSpPr>
          <p:cNvPr id="40" name="文本框 39">
            <a:extLst>
              <a:ext uri="{FF2B5EF4-FFF2-40B4-BE49-F238E27FC236}">
                <a16:creationId xmlns:a16="http://schemas.microsoft.com/office/drawing/2014/main" id="{7ED6317E-76D0-4BDC-BBF9-DE0E419A58A9}"/>
              </a:ext>
            </a:extLst>
          </p:cNvPr>
          <p:cNvSpPr txBox="1"/>
          <p:nvPr/>
        </p:nvSpPr>
        <p:spPr>
          <a:xfrm>
            <a:off x="2232357" y="3359965"/>
            <a:ext cx="402672" cy="288147"/>
          </a:xfrm>
          <a:prstGeom prst="rect">
            <a:avLst/>
          </a:prstGeom>
          <a:noFill/>
        </p:spPr>
        <p:txBody>
          <a:bodyPr wrap="square" lIns="0" tIns="36000" rIns="0" bIns="36000" rtlCol="0" anchor="ctr">
            <a:spAutoFit/>
          </a:bodyPr>
          <a:lstStyle/>
          <a:p>
            <a:pPr algn="ctr"/>
            <a:r>
              <a:rPr lang="en-US" altLang="zh-CN" sz="1400" b="1" dirty="0">
                <a:solidFill>
                  <a:srgbClr val="0070C0"/>
                </a:solidFill>
              </a:rPr>
              <a:t>3</a:t>
            </a:r>
            <a:endParaRPr lang="zh-CN" altLang="en-US" sz="1400" b="1" dirty="0">
              <a:solidFill>
                <a:srgbClr val="0070C0"/>
              </a:solidFill>
            </a:endParaRPr>
          </a:p>
        </p:txBody>
      </p:sp>
      <p:sp>
        <p:nvSpPr>
          <p:cNvPr id="41" name="文本框 40">
            <a:extLst>
              <a:ext uri="{FF2B5EF4-FFF2-40B4-BE49-F238E27FC236}">
                <a16:creationId xmlns:a16="http://schemas.microsoft.com/office/drawing/2014/main" id="{BACD1CCC-E1CF-4DED-8E76-7CED4E677EC3}"/>
              </a:ext>
            </a:extLst>
          </p:cNvPr>
          <p:cNvSpPr txBox="1"/>
          <p:nvPr/>
        </p:nvSpPr>
        <p:spPr>
          <a:xfrm>
            <a:off x="2635029" y="3359965"/>
            <a:ext cx="402672" cy="288147"/>
          </a:xfrm>
          <a:prstGeom prst="rect">
            <a:avLst/>
          </a:prstGeom>
          <a:noFill/>
        </p:spPr>
        <p:txBody>
          <a:bodyPr wrap="square" lIns="0" tIns="36000" rIns="0" bIns="36000" rtlCol="0" anchor="ctr">
            <a:spAutoFit/>
          </a:bodyPr>
          <a:lstStyle/>
          <a:p>
            <a:pPr algn="ctr"/>
            <a:r>
              <a:rPr lang="en-US" altLang="zh-CN" sz="1400" b="1" dirty="0">
                <a:solidFill>
                  <a:srgbClr val="0070C0"/>
                </a:solidFill>
              </a:rPr>
              <a:t>4</a:t>
            </a:r>
            <a:endParaRPr lang="zh-CN" altLang="en-US" sz="1400" b="1" dirty="0">
              <a:solidFill>
                <a:srgbClr val="0070C0"/>
              </a:solidFill>
            </a:endParaRPr>
          </a:p>
        </p:txBody>
      </p:sp>
      <p:sp>
        <p:nvSpPr>
          <p:cNvPr id="42" name="文本框 41">
            <a:extLst>
              <a:ext uri="{FF2B5EF4-FFF2-40B4-BE49-F238E27FC236}">
                <a16:creationId xmlns:a16="http://schemas.microsoft.com/office/drawing/2014/main" id="{3FD2A78E-8997-4ABB-885B-94F52485E6EC}"/>
              </a:ext>
            </a:extLst>
          </p:cNvPr>
          <p:cNvSpPr txBox="1"/>
          <p:nvPr/>
        </p:nvSpPr>
        <p:spPr>
          <a:xfrm>
            <a:off x="3037701" y="3359965"/>
            <a:ext cx="402672" cy="288147"/>
          </a:xfrm>
          <a:prstGeom prst="rect">
            <a:avLst/>
          </a:prstGeom>
          <a:noFill/>
        </p:spPr>
        <p:txBody>
          <a:bodyPr wrap="square" lIns="0" tIns="36000" rIns="0" bIns="36000" rtlCol="0" anchor="ctr">
            <a:spAutoFit/>
          </a:bodyPr>
          <a:lstStyle/>
          <a:p>
            <a:pPr algn="ctr"/>
            <a:r>
              <a:rPr lang="en-US" altLang="zh-CN" sz="1400" b="1" dirty="0">
                <a:solidFill>
                  <a:srgbClr val="0070C0"/>
                </a:solidFill>
              </a:rPr>
              <a:t>5</a:t>
            </a:r>
            <a:endParaRPr lang="zh-CN" altLang="en-US" sz="1400" b="1" dirty="0">
              <a:solidFill>
                <a:srgbClr val="0070C0"/>
              </a:solidFill>
            </a:endParaRPr>
          </a:p>
        </p:txBody>
      </p:sp>
      <p:sp>
        <p:nvSpPr>
          <p:cNvPr id="43" name="文本框 42">
            <a:extLst>
              <a:ext uri="{FF2B5EF4-FFF2-40B4-BE49-F238E27FC236}">
                <a16:creationId xmlns:a16="http://schemas.microsoft.com/office/drawing/2014/main" id="{84B6ACB6-42A3-415A-9BA8-5617E332B71C}"/>
              </a:ext>
            </a:extLst>
          </p:cNvPr>
          <p:cNvSpPr txBox="1"/>
          <p:nvPr/>
        </p:nvSpPr>
        <p:spPr>
          <a:xfrm>
            <a:off x="3440373" y="3359965"/>
            <a:ext cx="402672" cy="288147"/>
          </a:xfrm>
          <a:prstGeom prst="rect">
            <a:avLst/>
          </a:prstGeom>
          <a:noFill/>
        </p:spPr>
        <p:txBody>
          <a:bodyPr wrap="square" lIns="0" tIns="36000" rIns="0" bIns="36000" rtlCol="0" anchor="ctr">
            <a:spAutoFit/>
          </a:bodyPr>
          <a:lstStyle/>
          <a:p>
            <a:pPr algn="ctr"/>
            <a:r>
              <a:rPr lang="en-US" altLang="zh-CN" sz="1400" b="1" dirty="0">
                <a:solidFill>
                  <a:srgbClr val="0070C0"/>
                </a:solidFill>
              </a:rPr>
              <a:t>6</a:t>
            </a:r>
            <a:endParaRPr lang="zh-CN" altLang="en-US" sz="1400" b="1" dirty="0">
              <a:solidFill>
                <a:srgbClr val="0070C0"/>
              </a:solidFill>
            </a:endParaRPr>
          </a:p>
        </p:txBody>
      </p:sp>
      <p:sp>
        <p:nvSpPr>
          <p:cNvPr id="44" name="文本框 43">
            <a:extLst>
              <a:ext uri="{FF2B5EF4-FFF2-40B4-BE49-F238E27FC236}">
                <a16:creationId xmlns:a16="http://schemas.microsoft.com/office/drawing/2014/main" id="{8AB4661A-2BE4-4D30-97A2-21ED03630B38}"/>
              </a:ext>
            </a:extLst>
          </p:cNvPr>
          <p:cNvSpPr txBox="1"/>
          <p:nvPr/>
        </p:nvSpPr>
        <p:spPr>
          <a:xfrm>
            <a:off x="3843045" y="3359965"/>
            <a:ext cx="402672" cy="288147"/>
          </a:xfrm>
          <a:prstGeom prst="rect">
            <a:avLst/>
          </a:prstGeom>
          <a:noFill/>
        </p:spPr>
        <p:txBody>
          <a:bodyPr wrap="square" lIns="0" tIns="36000" rIns="0" bIns="36000" rtlCol="0" anchor="ctr">
            <a:spAutoFit/>
          </a:bodyPr>
          <a:lstStyle/>
          <a:p>
            <a:pPr algn="ctr"/>
            <a:r>
              <a:rPr lang="en-US" altLang="zh-CN" sz="1400" b="1" dirty="0">
                <a:solidFill>
                  <a:srgbClr val="0070C0"/>
                </a:solidFill>
              </a:rPr>
              <a:t>7</a:t>
            </a:r>
            <a:endParaRPr lang="zh-CN" altLang="en-US" sz="1400" b="1" dirty="0">
              <a:solidFill>
                <a:srgbClr val="0070C0"/>
              </a:solidFill>
            </a:endParaRPr>
          </a:p>
        </p:txBody>
      </p:sp>
      <p:sp>
        <p:nvSpPr>
          <p:cNvPr id="45" name="文本框 44">
            <a:extLst>
              <a:ext uri="{FF2B5EF4-FFF2-40B4-BE49-F238E27FC236}">
                <a16:creationId xmlns:a16="http://schemas.microsoft.com/office/drawing/2014/main" id="{EFC0B4E2-5C10-4BA1-BFBB-AFCA63B1C643}"/>
              </a:ext>
            </a:extLst>
          </p:cNvPr>
          <p:cNvSpPr txBox="1"/>
          <p:nvPr/>
        </p:nvSpPr>
        <p:spPr>
          <a:xfrm>
            <a:off x="4245717" y="3359965"/>
            <a:ext cx="402672" cy="288147"/>
          </a:xfrm>
          <a:prstGeom prst="rect">
            <a:avLst/>
          </a:prstGeom>
          <a:noFill/>
        </p:spPr>
        <p:txBody>
          <a:bodyPr wrap="square" lIns="0" tIns="36000" rIns="0" bIns="36000" rtlCol="0" anchor="ctr">
            <a:spAutoFit/>
          </a:bodyPr>
          <a:lstStyle/>
          <a:p>
            <a:pPr algn="ctr"/>
            <a:r>
              <a:rPr lang="en-US" altLang="zh-CN" sz="1400" b="1" dirty="0">
                <a:solidFill>
                  <a:srgbClr val="0070C0"/>
                </a:solidFill>
              </a:rPr>
              <a:t>8</a:t>
            </a:r>
            <a:endParaRPr lang="zh-CN" altLang="en-US" sz="1400" b="1" dirty="0">
              <a:solidFill>
                <a:srgbClr val="0070C0"/>
              </a:solidFill>
            </a:endParaRPr>
          </a:p>
        </p:txBody>
      </p:sp>
      <p:sp>
        <p:nvSpPr>
          <p:cNvPr id="46" name="文本框 45">
            <a:extLst>
              <a:ext uri="{FF2B5EF4-FFF2-40B4-BE49-F238E27FC236}">
                <a16:creationId xmlns:a16="http://schemas.microsoft.com/office/drawing/2014/main" id="{EAF21832-3435-4236-A2A5-7BADD6838DC0}"/>
              </a:ext>
            </a:extLst>
          </p:cNvPr>
          <p:cNvSpPr txBox="1"/>
          <p:nvPr/>
        </p:nvSpPr>
        <p:spPr>
          <a:xfrm>
            <a:off x="1024341" y="3359964"/>
            <a:ext cx="402672" cy="288147"/>
          </a:xfrm>
          <a:prstGeom prst="rect">
            <a:avLst/>
          </a:prstGeom>
          <a:noFill/>
        </p:spPr>
        <p:txBody>
          <a:bodyPr wrap="square" lIns="0" tIns="36000" rIns="0" bIns="36000" rtlCol="0" anchor="ctr">
            <a:spAutoFit/>
          </a:bodyPr>
          <a:lstStyle/>
          <a:p>
            <a:pPr algn="ctr"/>
            <a:r>
              <a:rPr lang="en-US" altLang="zh-CN" sz="1400" b="1" dirty="0">
                <a:solidFill>
                  <a:srgbClr val="0070C0"/>
                </a:solidFill>
              </a:rPr>
              <a:t>0</a:t>
            </a:r>
            <a:endParaRPr lang="zh-CN" altLang="en-US" sz="1400" b="1" dirty="0">
              <a:solidFill>
                <a:srgbClr val="0070C0"/>
              </a:solidFill>
            </a:endParaRPr>
          </a:p>
        </p:txBody>
      </p:sp>
      <p:sp>
        <p:nvSpPr>
          <p:cNvPr id="47" name="文本框 46">
            <a:extLst>
              <a:ext uri="{FF2B5EF4-FFF2-40B4-BE49-F238E27FC236}">
                <a16:creationId xmlns:a16="http://schemas.microsoft.com/office/drawing/2014/main" id="{F823AF80-6DD4-4093-B9CF-FC14B1ED130F}"/>
              </a:ext>
            </a:extLst>
          </p:cNvPr>
          <p:cNvSpPr txBox="1"/>
          <p:nvPr/>
        </p:nvSpPr>
        <p:spPr>
          <a:xfrm>
            <a:off x="4859091" y="935940"/>
            <a:ext cx="7166332" cy="3452355"/>
          </a:xfrm>
          <a:prstGeom prst="rect">
            <a:avLst/>
          </a:prstGeom>
          <a:solidFill>
            <a:srgbClr val="F2F7FC"/>
          </a:solidFill>
          <a:ln w="12700">
            <a:solidFill>
              <a:schemeClr val="accent5">
                <a:lumMod val="50000"/>
              </a:schemeClr>
            </a:solidFill>
          </a:ln>
        </p:spPr>
        <p:txBody>
          <a:bodyPr wrap="square" rtlCol="0">
            <a:spAutoFit/>
          </a:bodyPr>
          <a:lstStyle/>
          <a:p>
            <a:pPr>
              <a:lnSpc>
                <a:spcPct val="114000"/>
              </a:lnSpc>
            </a:pP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void</a:t>
            </a:r>
            <a:r>
              <a:rPr lang="en-US" altLang="zh-CN" sz="1600" b="1" dirty="0">
                <a:latin typeface="Courier New" panose="02070309020205020404" pitchFamily="49" charset="0"/>
                <a:cs typeface="Courier New" panose="02070309020205020404" pitchFamily="49" charset="0"/>
              </a:rPr>
              <a:t> Arrange(</a:t>
            </a:r>
            <a:r>
              <a:rPr lang="en-US" altLang="zh-CN" sz="1600" b="1" dirty="0" err="1">
                <a:latin typeface="Courier New" panose="02070309020205020404" pitchFamily="49" charset="0"/>
                <a:cs typeface="Courier New" panose="02070309020205020404" pitchFamily="49" charset="0"/>
              </a:rPr>
              <a:t>SLinkedList</a:t>
            </a:r>
            <a:r>
              <a:rPr lang="en-US" altLang="zh-CN" sz="1600" b="1" dirty="0">
                <a:latin typeface="Courier New" panose="02070309020205020404" pitchFamily="49" charset="0"/>
                <a:cs typeface="Courier New" panose="02070309020205020404" pitchFamily="49" charset="0"/>
              </a:rPr>
              <a:t> SL)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0070C0"/>
                </a:solidFill>
                <a:latin typeface="仿宋" panose="02010609060101010101" pitchFamily="49" charset="-122"/>
                <a:ea typeface="仿宋" panose="02010609060101010101" pitchFamily="49" charset="-122"/>
                <a:cs typeface="Courier New" panose="02070309020205020404" pitchFamily="49" charset="0"/>
              </a:rPr>
              <a:t>// </a:t>
            </a:r>
            <a:r>
              <a:rPr lang="zh-CN" altLang="en-US" sz="16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cs typeface="Courier New" panose="02070309020205020404" pitchFamily="49" charset="0"/>
              </a:rPr>
              <a:t>算法</a:t>
            </a:r>
            <a:r>
              <a:rPr lang="en-US" altLang="zh-CN" sz="16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cs typeface="Courier New" panose="02070309020205020404" pitchFamily="49" charset="0"/>
              </a:rPr>
              <a:t>10.4 </a:t>
            </a:r>
            <a:r>
              <a:rPr lang="zh-CN" altLang="en-US" sz="1600" b="1" dirty="0">
                <a:solidFill>
                  <a:srgbClr val="0070C0"/>
                </a:solidFill>
                <a:latin typeface="仿宋" panose="02010609060101010101" pitchFamily="49" charset="-122"/>
                <a:ea typeface="仿宋" panose="02010609060101010101" pitchFamily="49" charset="-122"/>
                <a:cs typeface="Courier New" panose="02070309020205020404" pitchFamily="49" charset="0"/>
              </a:rPr>
              <a:t>按序重排</a:t>
            </a:r>
            <a:r>
              <a:rPr lang="en-US" altLang="zh-CN" sz="1600" b="1" dirty="0">
                <a:solidFill>
                  <a:srgbClr val="0070C0"/>
                </a:solidFill>
                <a:latin typeface="仿宋" panose="02010609060101010101" pitchFamily="49" charset="-122"/>
                <a:ea typeface="仿宋" panose="02010609060101010101" pitchFamily="49" charset="-122"/>
                <a:cs typeface="Courier New" panose="02070309020205020404" pitchFamily="49" charset="0"/>
              </a:rPr>
              <a:t>SL</a:t>
            </a:r>
          </a:p>
          <a:p>
            <a:pPr>
              <a:lnSpc>
                <a:spcPct val="114000"/>
              </a:lnSpc>
            </a:pPr>
            <a:r>
              <a:rPr lang="en-US" altLang="zh-CN"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en-US" altLang="zh-CN" sz="1600" b="1" dirty="0">
                <a:latin typeface="Courier New" panose="02070309020205020404" pitchFamily="49" charset="0"/>
                <a:cs typeface="Courier New" panose="02070309020205020404" pitchFamily="49" charset="0"/>
              </a:rPr>
              <a:t> p = SL-&gt;r[0].next;  </a:t>
            </a:r>
            <a:r>
              <a:rPr lang="en-US" altLang="zh-CN" sz="1600" b="1" dirty="0">
                <a:solidFill>
                  <a:srgbClr val="0070C0"/>
                </a:solidFill>
                <a:latin typeface="仿宋" panose="02010609060101010101" pitchFamily="49" charset="-122"/>
                <a:ea typeface="仿宋" panose="02010609060101010101" pitchFamily="49" charset="-122"/>
                <a:cs typeface="Courier New" panose="02070309020205020404" pitchFamily="49" charset="0"/>
              </a:rPr>
              <a:t>// p</a:t>
            </a:r>
            <a:r>
              <a:rPr lang="zh-CN" altLang="en-US" sz="1600" b="1" dirty="0">
                <a:solidFill>
                  <a:srgbClr val="0070C0"/>
                </a:solidFill>
                <a:latin typeface="仿宋" panose="02010609060101010101" pitchFamily="49" charset="-122"/>
                <a:ea typeface="仿宋" panose="02010609060101010101" pitchFamily="49" charset="-122"/>
                <a:cs typeface="Courier New" panose="02070309020205020404" pitchFamily="49" charset="0"/>
              </a:rPr>
              <a:t>指示第一个记录的当前位置</a:t>
            </a:r>
            <a:endParaRPr lang="en-US" altLang="zh-CN" sz="1600" b="1" dirty="0">
              <a:solidFill>
                <a:srgbClr val="0070C0"/>
              </a:solidFill>
              <a:latin typeface="仿宋" panose="02010609060101010101" pitchFamily="49" charset="-122"/>
              <a:ea typeface="仿宋" panose="02010609060101010101" pitchFamily="49" charset="-122"/>
              <a:cs typeface="Courier New" panose="02070309020205020404" pitchFamily="49" charset="0"/>
            </a:endParaRPr>
          </a:p>
          <a:p>
            <a:pPr>
              <a:lnSpc>
                <a:spcPct val="114000"/>
              </a:lnSpc>
            </a:pPr>
            <a:r>
              <a:rPr lang="en-US" altLang="zh-CN"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for</a:t>
            </a:r>
            <a:r>
              <a:rPr lang="en-US" altLang="zh-CN" sz="1600" b="1" dirty="0">
                <a:latin typeface="Courier New" panose="02070309020205020404" pitchFamily="49" charset="0"/>
                <a:cs typeface="Courier New" panose="02070309020205020404" pitchFamily="49" charset="0"/>
              </a:rPr>
              <a:t>(</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en-US" altLang="zh-CN" sz="1600" b="1" dirty="0">
                <a:latin typeface="Courier New" panose="02070309020205020404" pitchFamily="49" charset="0"/>
                <a:cs typeface="Courier New" panose="02070309020205020404" pitchFamily="49" charset="0"/>
              </a:rPr>
              <a:t> </a:t>
            </a:r>
            <a:r>
              <a:rPr lang="en-US" altLang="zh-CN" sz="1600" b="1" dirty="0" err="1">
                <a:latin typeface="Courier New" panose="02070309020205020404" pitchFamily="49" charset="0"/>
                <a:cs typeface="Courier New" panose="02070309020205020404" pitchFamily="49" charset="0"/>
              </a:rPr>
              <a:t>i</a:t>
            </a:r>
            <a:r>
              <a:rPr lang="en-US" altLang="zh-CN" sz="1600" b="1" dirty="0">
                <a:latin typeface="Courier New" panose="02070309020205020404" pitchFamily="49" charset="0"/>
                <a:cs typeface="Courier New" panose="02070309020205020404" pitchFamily="49" charset="0"/>
              </a:rPr>
              <a:t>=1; </a:t>
            </a:r>
            <a:r>
              <a:rPr lang="en-US" altLang="zh-CN" sz="1600" b="1" dirty="0" err="1">
                <a:latin typeface="Courier New" panose="02070309020205020404" pitchFamily="49" charset="0"/>
                <a:cs typeface="Courier New" panose="02070309020205020404" pitchFamily="49" charset="0"/>
              </a:rPr>
              <a:t>i</a:t>
            </a:r>
            <a:r>
              <a:rPr lang="en-US" altLang="zh-CN" sz="1600" b="1" dirty="0">
                <a:latin typeface="Courier New" panose="02070309020205020404" pitchFamily="49" charset="0"/>
                <a:cs typeface="Courier New" panose="02070309020205020404" pitchFamily="49" charset="0"/>
              </a:rPr>
              <a:t>&lt;SL-&gt;</a:t>
            </a:r>
            <a:r>
              <a:rPr lang="en-US" altLang="zh-CN" sz="1600" b="1" dirty="0" err="1">
                <a:latin typeface="Courier New" panose="02070309020205020404" pitchFamily="49" charset="0"/>
                <a:cs typeface="Courier New" panose="02070309020205020404" pitchFamily="49" charset="0"/>
              </a:rPr>
              <a:t>len</a:t>
            </a:r>
            <a:r>
              <a:rPr lang="en-US" altLang="zh-CN" sz="1600" b="1" dirty="0">
                <a:latin typeface="Courier New" panose="02070309020205020404" pitchFamily="49" charset="0"/>
                <a:cs typeface="Courier New" panose="02070309020205020404" pitchFamily="49" charset="0"/>
              </a:rPr>
              <a:t>; ++</a:t>
            </a:r>
            <a:r>
              <a:rPr lang="en-US" altLang="zh-CN" sz="1600" b="1" dirty="0" err="1">
                <a:latin typeface="Courier New" panose="02070309020205020404" pitchFamily="49" charset="0"/>
                <a:cs typeface="Courier New" panose="02070309020205020404" pitchFamily="49" charset="0"/>
              </a:rPr>
              <a:t>i</a:t>
            </a:r>
            <a:r>
              <a:rPr lang="en-US" altLang="zh-CN"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0070C0"/>
                </a:solidFill>
                <a:latin typeface="仿宋" panose="02010609060101010101" pitchFamily="49" charset="-122"/>
                <a:ea typeface="仿宋" panose="02010609060101010101" pitchFamily="49" charset="-122"/>
                <a:cs typeface="Courier New" panose="02070309020205020404" pitchFamily="49" charset="0"/>
              </a:rPr>
              <a:t>// SL-&gt;r[1..i-1]</a:t>
            </a:r>
            <a:r>
              <a:rPr lang="zh-CN" altLang="en-US" sz="1600" b="1" dirty="0">
                <a:solidFill>
                  <a:srgbClr val="0070C0"/>
                </a:solidFill>
                <a:latin typeface="仿宋" panose="02010609060101010101" pitchFamily="49" charset="-122"/>
                <a:ea typeface="仿宋" panose="02010609060101010101" pitchFamily="49" charset="-122"/>
                <a:cs typeface="Courier New" panose="02070309020205020404" pitchFamily="49" charset="0"/>
              </a:rPr>
              <a:t>已有序</a:t>
            </a:r>
            <a:endParaRPr lang="en-US" altLang="zh-CN" sz="1600" b="1" dirty="0">
              <a:solidFill>
                <a:srgbClr val="0070C0"/>
              </a:solidFill>
              <a:latin typeface="仿宋" panose="02010609060101010101" pitchFamily="49" charset="-122"/>
              <a:ea typeface="仿宋" panose="02010609060101010101" pitchFamily="49" charset="-122"/>
              <a:cs typeface="Courier New" panose="02070309020205020404" pitchFamily="49" charset="0"/>
            </a:endParaRPr>
          </a:p>
          <a:p>
            <a:pPr>
              <a:lnSpc>
                <a:spcPct val="114000"/>
              </a:lnSpc>
            </a:pPr>
            <a:r>
              <a:rPr lang="en-US" altLang="zh-CN"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while</a:t>
            </a:r>
            <a:r>
              <a:rPr lang="en-US" altLang="zh-CN" sz="1600" b="1" dirty="0">
                <a:latin typeface="Courier New" panose="02070309020205020404" pitchFamily="49" charset="0"/>
                <a:cs typeface="Courier New" panose="02070309020205020404" pitchFamily="49" charset="0"/>
              </a:rPr>
              <a:t>(p&lt;</a:t>
            </a:r>
            <a:r>
              <a:rPr lang="en-US" altLang="zh-CN" sz="1600" b="1" dirty="0" err="1">
                <a:latin typeface="Courier New" panose="02070309020205020404" pitchFamily="49" charset="0"/>
                <a:cs typeface="Courier New" panose="02070309020205020404" pitchFamily="49" charset="0"/>
              </a:rPr>
              <a:t>i</a:t>
            </a:r>
            <a:r>
              <a:rPr lang="en-US" altLang="zh-CN" sz="1600" b="1" dirty="0">
                <a:latin typeface="Courier New" panose="02070309020205020404" pitchFamily="49" charset="0"/>
                <a:cs typeface="Courier New" panose="02070309020205020404" pitchFamily="49" charset="0"/>
              </a:rPr>
              <a:t>) p = SL-&gt;r[p].next; </a:t>
            </a:r>
            <a:r>
              <a:rPr lang="en-US" altLang="zh-CN" sz="1600" b="1" dirty="0">
                <a:solidFill>
                  <a:srgbClr val="0070C0"/>
                </a:solidFill>
                <a:latin typeface="仿宋" panose="02010609060101010101" pitchFamily="49" charset="-122"/>
                <a:ea typeface="仿宋" panose="02010609060101010101" pitchFamily="49" charset="-122"/>
                <a:cs typeface="Courier New" panose="02070309020205020404" pitchFamily="49" charset="0"/>
              </a:rPr>
              <a:t>// </a:t>
            </a:r>
            <a:r>
              <a:rPr lang="zh-CN" altLang="en-US" sz="1600" b="1" dirty="0">
                <a:solidFill>
                  <a:srgbClr val="0070C0"/>
                </a:solidFill>
                <a:latin typeface="仿宋" panose="02010609060101010101" pitchFamily="49" charset="-122"/>
                <a:ea typeface="仿宋" panose="02010609060101010101" pitchFamily="49" charset="-122"/>
                <a:cs typeface="Courier New" panose="02070309020205020404" pitchFamily="49" charset="0"/>
              </a:rPr>
              <a:t>令</a:t>
            </a:r>
            <a:r>
              <a:rPr lang="en-US" altLang="zh-CN" sz="1600" b="1" dirty="0">
                <a:solidFill>
                  <a:srgbClr val="0070C0"/>
                </a:solidFill>
                <a:latin typeface="仿宋" panose="02010609060101010101" pitchFamily="49" charset="-122"/>
                <a:ea typeface="仿宋" panose="02010609060101010101" pitchFamily="49" charset="-122"/>
                <a:cs typeface="Courier New" panose="02070309020205020404" pitchFamily="49" charset="0"/>
              </a:rPr>
              <a:t>p</a:t>
            </a:r>
            <a:r>
              <a:rPr lang="zh-CN" altLang="en-US" sz="1600" b="1" dirty="0">
                <a:solidFill>
                  <a:srgbClr val="0070C0"/>
                </a:solidFill>
                <a:latin typeface="仿宋" panose="02010609060101010101" pitchFamily="49" charset="-122"/>
                <a:ea typeface="仿宋" panose="02010609060101010101" pitchFamily="49" charset="-122"/>
                <a:cs typeface="Courier New" panose="02070309020205020404" pitchFamily="49" charset="0"/>
              </a:rPr>
              <a:t>指示第</a:t>
            </a:r>
            <a:r>
              <a:rPr lang="en-US" altLang="zh-CN" sz="1600" b="1" dirty="0" err="1">
                <a:solidFill>
                  <a:srgbClr val="0070C0"/>
                </a:solidFill>
                <a:latin typeface="仿宋" panose="02010609060101010101" pitchFamily="49" charset="-122"/>
                <a:ea typeface="仿宋" panose="02010609060101010101" pitchFamily="49" charset="-122"/>
                <a:cs typeface="Courier New" panose="02070309020205020404" pitchFamily="49" charset="0"/>
              </a:rPr>
              <a:t>i</a:t>
            </a:r>
            <a:r>
              <a:rPr lang="zh-CN" altLang="en-US" sz="1600" b="1" dirty="0">
                <a:solidFill>
                  <a:srgbClr val="0070C0"/>
                </a:solidFill>
                <a:latin typeface="仿宋" panose="02010609060101010101" pitchFamily="49" charset="-122"/>
                <a:ea typeface="仿宋" panose="02010609060101010101" pitchFamily="49" charset="-122"/>
                <a:cs typeface="Courier New" panose="02070309020205020404" pitchFamily="49" charset="0"/>
              </a:rPr>
              <a:t>个记录当前位置</a:t>
            </a:r>
            <a:endParaRPr lang="en-US" altLang="zh-CN" sz="1600" b="1" dirty="0">
              <a:solidFill>
                <a:srgbClr val="0070C0"/>
              </a:solidFill>
              <a:latin typeface="仿宋" panose="02010609060101010101" pitchFamily="49" charset="-122"/>
              <a:ea typeface="仿宋" panose="02010609060101010101" pitchFamily="49" charset="-122"/>
              <a:cs typeface="Courier New" panose="02070309020205020404" pitchFamily="49" charset="0"/>
            </a:endParaRPr>
          </a:p>
          <a:p>
            <a:pPr>
              <a:lnSpc>
                <a:spcPct val="114000"/>
              </a:lnSpc>
            </a:pPr>
            <a:r>
              <a:rPr lang="en-US" altLang="zh-CN"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en-US" altLang="zh-CN" sz="1600" b="1" dirty="0">
                <a:latin typeface="Courier New" panose="02070309020205020404" pitchFamily="49" charset="0"/>
                <a:cs typeface="Courier New" panose="02070309020205020404" pitchFamily="49" charset="0"/>
              </a:rPr>
              <a:t> q = SL-&gt;r[p].next;      </a:t>
            </a:r>
            <a:r>
              <a:rPr lang="en-US" altLang="zh-CN" sz="1600" b="1" dirty="0">
                <a:solidFill>
                  <a:srgbClr val="0070C0"/>
                </a:solidFill>
                <a:latin typeface="仿宋" panose="02010609060101010101" pitchFamily="49" charset="-122"/>
                <a:ea typeface="仿宋" panose="02010609060101010101" pitchFamily="49" charset="-122"/>
                <a:cs typeface="Courier New" panose="02070309020205020404" pitchFamily="49" charset="0"/>
              </a:rPr>
              <a:t>// q</a:t>
            </a:r>
            <a:r>
              <a:rPr lang="zh-CN" altLang="en-US" sz="1600" b="1" dirty="0">
                <a:solidFill>
                  <a:srgbClr val="0070C0"/>
                </a:solidFill>
                <a:latin typeface="仿宋" panose="02010609060101010101" pitchFamily="49" charset="-122"/>
                <a:ea typeface="仿宋" panose="02010609060101010101" pitchFamily="49" charset="-122"/>
                <a:cs typeface="Courier New" panose="02070309020205020404" pitchFamily="49" charset="0"/>
              </a:rPr>
              <a:t>指示第</a:t>
            </a:r>
            <a:r>
              <a:rPr lang="en-US" altLang="zh-CN" sz="1600" b="1" dirty="0">
                <a:solidFill>
                  <a:srgbClr val="0070C0"/>
                </a:solidFill>
                <a:latin typeface="仿宋" panose="02010609060101010101" pitchFamily="49" charset="-122"/>
                <a:ea typeface="仿宋" panose="02010609060101010101" pitchFamily="49" charset="-122"/>
                <a:cs typeface="Courier New" panose="02070309020205020404" pitchFamily="49" charset="0"/>
              </a:rPr>
              <a:t>i+1</a:t>
            </a:r>
            <a:r>
              <a:rPr lang="zh-CN" altLang="en-US" sz="1600" b="1" dirty="0">
                <a:solidFill>
                  <a:srgbClr val="0070C0"/>
                </a:solidFill>
                <a:latin typeface="仿宋" panose="02010609060101010101" pitchFamily="49" charset="-122"/>
                <a:ea typeface="仿宋" panose="02010609060101010101" pitchFamily="49" charset="-122"/>
                <a:cs typeface="Courier New" panose="02070309020205020404" pitchFamily="49" charset="0"/>
              </a:rPr>
              <a:t>记录的当前位置</a:t>
            </a:r>
            <a:endParaRPr lang="en-US" altLang="zh-CN" sz="1600" b="1" dirty="0">
              <a:solidFill>
                <a:srgbClr val="0070C0"/>
              </a:solidFill>
              <a:latin typeface="仿宋" panose="02010609060101010101" pitchFamily="49" charset="-122"/>
              <a:ea typeface="仿宋" panose="02010609060101010101" pitchFamily="49" charset="-122"/>
              <a:cs typeface="Courier New" panose="02070309020205020404" pitchFamily="49" charset="0"/>
            </a:endParaRPr>
          </a:p>
          <a:p>
            <a:pPr>
              <a:lnSpc>
                <a:spcPct val="114000"/>
              </a:lnSpc>
            </a:pPr>
            <a:r>
              <a:rPr lang="en-US" altLang="zh-CN"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en-US" altLang="zh-CN" sz="1600" b="1" dirty="0">
                <a:latin typeface="Courier New" panose="02070309020205020404" pitchFamily="49" charset="0"/>
                <a:cs typeface="Courier New" panose="02070309020205020404" pitchFamily="49" charset="0"/>
              </a:rPr>
              <a:t>(p!=</a:t>
            </a:r>
            <a:r>
              <a:rPr lang="en-US" altLang="zh-CN" sz="1600" b="1" dirty="0" err="1">
                <a:latin typeface="Courier New" panose="02070309020205020404" pitchFamily="49" charset="0"/>
                <a:cs typeface="Courier New" panose="02070309020205020404" pitchFamily="49" charset="0"/>
              </a:rPr>
              <a:t>i</a:t>
            </a:r>
            <a:r>
              <a:rPr lang="en-US" altLang="zh-CN"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en-US" altLang="zh-CN" sz="16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0070C0"/>
                </a:solidFill>
                <a:latin typeface="仿宋" panose="02010609060101010101" pitchFamily="49" charset="-122"/>
                <a:ea typeface="仿宋" panose="02010609060101010101" pitchFamily="49" charset="-122"/>
                <a:cs typeface="Courier New" panose="02070309020205020404" pitchFamily="49" charset="0"/>
              </a:rPr>
              <a:t>// </a:t>
            </a:r>
            <a:r>
              <a:rPr lang="zh-CN" altLang="en-US" sz="1600" b="1" dirty="0">
                <a:solidFill>
                  <a:srgbClr val="0070C0"/>
                </a:solidFill>
                <a:latin typeface="仿宋" panose="02010609060101010101" pitchFamily="49" charset="-122"/>
                <a:ea typeface="仿宋" panose="02010609060101010101" pitchFamily="49" charset="-122"/>
                <a:cs typeface="Courier New" panose="02070309020205020404" pitchFamily="49" charset="0"/>
              </a:rPr>
              <a:t>若</a:t>
            </a:r>
            <a:r>
              <a:rPr lang="en-US" altLang="zh-CN" sz="1600" b="1" dirty="0">
                <a:solidFill>
                  <a:srgbClr val="0070C0"/>
                </a:solidFill>
                <a:latin typeface="仿宋" panose="02010609060101010101" pitchFamily="49" charset="-122"/>
                <a:ea typeface="仿宋" panose="02010609060101010101" pitchFamily="49" charset="-122"/>
                <a:cs typeface="Courier New" panose="02070309020205020404" pitchFamily="49" charset="0"/>
              </a:rPr>
              <a:t>p==</a:t>
            </a:r>
            <a:r>
              <a:rPr lang="en-US" altLang="zh-CN" sz="1600" b="1" dirty="0" err="1">
                <a:solidFill>
                  <a:srgbClr val="0070C0"/>
                </a:solidFill>
                <a:latin typeface="仿宋" panose="02010609060101010101" pitchFamily="49" charset="-122"/>
                <a:ea typeface="仿宋" panose="02010609060101010101" pitchFamily="49" charset="-122"/>
                <a:cs typeface="Courier New" panose="02070309020205020404" pitchFamily="49" charset="0"/>
              </a:rPr>
              <a:t>i</a:t>
            </a:r>
            <a:r>
              <a:rPr lang="zh-CN" altLang="en-US" sz="1600" b="1" dirty="0">
                <a:solidFill>
                  <a:srgbClr val="0070C0"/>
                </a:solidFill>
                <a:latin typeface="仿宋" panose="02010609060101010101" pitchFamily="49" charset="-122"/>
                <a:ea typeface="仿宋" panose="02010609060101010101" pitchFamily="49" charset="-122"/>
                <a:cs typeface="Courier New" panose="02070309020205020404" pitchFamily="49" charset="0"/>
              </a:rPr>
              <a:t>则第</a:t>
            </a:r>
            <a:r>
              <a:rPr lang="en-US" altLang="zh-CN" sz="1600" b="1" dirty="0" err="1">
                <a:solidFill>
                  <a:srgbClr val="0070C0"/>
                </a:solidFill>
                <a:latin typeface="仿宋" panose="02010609060101010101" pitchFamily="49" charset="-122"/>
                <a:ea typeface="仿宋" panose="02010609060101010101" pitchFamily="49" charset="-122"/>
                <a:cs typeface="Courier New" panose="02070309020205020404" pitchFamily="49" charset="0"/>
              </a:rPr>
              <a:t>i</a:t>
            </a:r>
            <a:r>
              <a:rPr lang="zh-CN" altLang="en-US" sz="1600" b="1" dirty="0">
                <a:solidFill>
                  <a:srgbClr val="0070C0"/>
                </a:solidFill>
                <a:latin typeface="仿宋" panose="02010609060101010101" pitchFamily="49" charset="-122"/>
                <a:ea typeface="仿宋" panose="02010609060101010101" pitchFamily="49" charset="-122"/>
                <a:cs typeface="Courier New" panose="02070309020205020404" pitchFamily="49" charset="0"/>
              </a:rPr>
              <a:t>个记录已到位，无需移动</a:t>
            </a:r>
            <a:endParaRPr lang="en-US" altLang="zh-CN" sz="1600" b="1" dirty="0">
              <a:solidFill>
                <a:srgbClr val="0070C0"/>
              </a:solidFill>
              <a:latin typeface="仿宋" panose="02010609060101010101" pitchFamily="49" charset="-122"/>
              <a:ea typeface="仿宋" panose="02010609060101010101" pitchFamily="49" charset="-122"/>
              <a:cs typeface="Courier New" panose="02070309020205020404" pitchFamily="49" charset="0"/>
            </a:endParaRPr>
          </a:p>
          <a:p>
            <a:pPr>
              <a:lnSpc>
                <a:spcPct val="114000"/>
              </a:lnSpc>
            </a:pPr>
            <a:r>
              <a:rPr lang="en-US" altLang="zh-CN" sz="1600" b="1" dirty="0">
                <a:latin typeface="Courier New" panose="02070309020205020404" pitchFamily="49" charset="0"/>
                <a:cs typeface="Courier New" panose="02070309020205020404" pitchFamily="49" charset="0"/>
              </a:rPr>
              <a:t>      swap(SL-&gt;r, p, </a:t>
            </a:r>
            <a:r>
              <a:rPr lang="en-US" altLang="zh-CN" sz="1600" b="1" dirty="0" err="1">
                <a:latin typeface="Courier New" panose="02070309020205020404" pitchFamily="49" charset="0"/>
                <a:cs typeface="Courier New" panose="02070309020205020404" pitchFamily="49" charset="0"/>
              </a:rPr>
              <a:t>SL.r</a:t>
            </a:r>
            <a:r>
              <a:rPr lang="en-US" altLang="zh-CN" sz="1600" b="1" dirty="0">
                <a:latin typeface="Courier New" panose="02070309020205020404" pitchFamily="49" charset="0"/>
                <a:cs typeface="Courier New" panose="02070309020205020404" pitchFamily="49" charset="0"/>
              </a:rPr>
              <a:t>[</a:t>
            </a:r>
            <a:r>
              <a:rPr lang="en-US" altLang="zh-CN" sz="1600" b="1" dirty="0" err="1">
                <a:latin typeface="Courier New" panose="02070309020205020404" pitchFamily="49" charset="0"/>
                <a:cs typeface="Courier New" panose="02070309020205020404" pitchFamily="49" charset="0"/>
              </a:rPr>
              <a:t>i</a:t>
            </a:r>
            <a:r>
              <a:rPr lang="en-US" altLang="zh-CN" sz="1600" b="1" dirty="0">
                <a:solidFill>
                  <a:srgbClr val="0070C0"/>
                </a:solidFill>
                <a:latin typeface="仿宋" panose="02010609060101010101" pitchFamily="49" charset="-122"/>
                <a:ea typeface="仿宋" panose="02010609060101010101" pitchFamily="49" charset="-122"/>
                <a:cs typeface="Courier New" panose="02070309020205020404" pitchFamily="49" charset="0"/>
              </a:rPr>
              <a:t>]</a:t>
            </a:r>
            <a:r>
              <a:rPr lang="en-US" altLang="zh-CN" sz="1600" b="1" dirty="0">
                <a:latin typeface="仿宋" panose="02010609060101010101" pitchFamily="49" charset="-122"/>
                <a:ea typeface="仿宋" panose="02010609060101010101" pitchFamily="49" charset="-122"/>
                <a:cs typeface="Courier New" panose="02070309020205020404" pitchFamily="49" charset="0"/>
              </a:rPr>
              <a:t>);</a:t>
            </a:r>
            <a:r>
              <a:rPr lang="en-US" altLang="zh-CN" sz="1600" b="1" dirty="0">
                <a:solidFill>
                  <a:srgbClr val="0070C0"/>
                </a:solidFill>
                <a:latin typeface="仿宋" panose="02010609060101010101" pitchFamily="49" charset="-122"/>
                <a:ea typeface="仿宋" panose="02010609060101010101" pitchFamily="49" charset="-122"/>
                <a:cs typeface="Courier New" panose="02070309020205020404" pitchFamily="49" charset="0"/>
              </a:rPr>
              <a:t>  //</a:t>
            </a:r>
            <a:r>
              <a:rPr lang="zh-CN" altLang="en-US" sz="1600" b="1" dirty="0">
                <a:solidFill>
                  <a:srgbClr val="0070C0"/>
                </a:solidFill>
                <a:latin typeface="仿宋" panose="02010609060101010101" pitchFamily="49" charset="-122"/>
                <a:ea typeface="仿宋" panose="02010609060101010101" pitchFamily="49" charset="-122"/>
                <a:cs typeface="Courier New" panose="02070309020205020404" pitchFamily="49" charset="0"/>
              </a:rPr>
              <a:t> 通过交换让第</a:t>
            </a:r>
            <a:r>
              <a:rPr lang="en-US" altLang="zh-CN" sz="1600" b="1" dirty="0" err="1">
                <a:solidFill>
                  <a:srgbClr val="0070C0"/>
                </a:solidFill>
                <a:latin typeface="仿宋" panose="02010609060101010101" pitchFamily="49" charset="-122"/>
                <a:ea typeface="仿宋" panose="02010609060101010101" pitchFamily="49" charset="-122"/>
                <a:cs typeface="Courier New" panose="02070309020205020404" pitchFamily="49" charset="0"/>
              </a:rPr>
              <a:t>i</a:t>
            </a:r>
            <a:r>
              <a:rPr lang="zh-CN" altLang="en-US" sz="1600" b="1" dirty="0">
                <a:solidFill>
                  <a:srgbClr val="0070C0"/>
                </a:solidFill>
                <a:latin typeface="仿宋" panose="02010609060101010101" pitchFamily="49" charset="-122"/>
                <a:ea typeface="仿宋" panose="02010609060101010101" pitchFamily="49" charset="-122"/>
                <a:cs typeface="Courier New" panose="02070309020205020404" pitchFamily="49" charset="0"/>
              </a:rPr>
              <a:t>个记录到位</a:t>
            </a:r>
            <a:endParaRPr lang="en-US" altLang="zh-CN" sz="1600" b="1" dirty="0">
              <a:solidFill>
                <a:srgbClr val="0070C0"/>
              </a:solidFill>
              <a:latin typeface="仿宋" panose="02010609060101010101" pitchFamily="49" charset="-122"/>
              <a:ea typeface="仿宋" panose="02010609060101010101" pitchFamily="49" charset="-122"/>
              <a:cs typeface="Courier New" panose="02070309020205020404" pitchFamily="49" charset="0"/>
            </a:endParaRPr>
          </a:p>
          <a:p>
            <a:pPr>
              <a:lnSpc>
                <a:spcPct val="114000"/>
              </a:lnSpc>
            </a:pPr>
            <a:r>
              <a:rPr lang="en-US" altLang="zh-CN" sz="1600" b="1" dirty="0">
                <a:latin typeface="Courier New" panose="02070309020205020404" pitchFamily="49" charset="0"/>
                <a:cs typeface="Courier New" panose="02070309020205020404" pitchFamily="49" charset="0"/>
              </a:rPr>
              <a:t>      SL-&gt;r[</a:t>
            </a:r>
            <a:r>
              <a:rPr lang="en-US" altLang="zh-CN" sz="1600" b="1" dirty="0" err="1">
                <a:latin typeface="Courier New" panose="02070309020205020404" pitchFamily="49" charset="0"/>
                <a:cs typeface="Courier New" panose="02070309020205020404" pitchFamily="49" charset="0"/>
              </a:rPr>
              <a:t>i</a:t>
            </a:r>
            <a:r>
              <a:rPr lang="en-US" altLang="zh-CN" sz="1600" b="1" dirty="0">
                <a:latin typeface="Courier New" panose="02070309020205020404" pitchFamily="49" charset="0"/>
                <a:cs typeface="Courier New" panose="02070309020205020404" pitchFamily="49" charset="0"/>
              </a:rPr>
              <a:t>].next = p;    </a:t>
            </a:r>
            <a:r>
              <a:rPr lang="en-US" altLang="zh-CN" sz="1600" b="1" dirty="0">
                <a:solidFill>
                  <a:srgbClr val="0070C0"/>
                </a:solidFill>
                <a:latin typeface="仿宋" panose="02010609060101010101" pitchFamily="49" charset="-122"/>
                <a:ea typeface="仿宋" panose="02010609060101010101" pitchFamily="49" charset="-122"/>
                <a:cs typeface="Courier New" panose="02070309020205020404" pitchFamily="49" charset="0"/>
              </a:rPr>
              <a:t>// </a:t>
            </a:r>
            <a:r>
              <a:rPr lang="zh-CN" altLang="en-US" sz="1600" b="1" dirty="0">
                <a:solidFill>
                  <a:srgbClr val="0070C0"/>
                </a:solidFill>
                <a:latin typeface="仿宋" panose="02010609060101010101" pitchFamily="49" charset="-122"/>
                <a:ea typeface="仿宋" panose="02010609060101010101" pitchFamily="49" charset="-122"/>
                <a:cs typeface="Courier New" panose="02070309020205020404" pitchFamily="49" charset="0"/>
              </a:rPr>
              <a:t>到位记录指示被交换记录的新位置</a:t>
            </a:r>
            <a:endParaRPr lang="en-US" altLang="zh-CN" sz="1600" b="1" dirty="0">
              <a:solidFill>
                <a:srgbClr val="0070C0"/>
              </a:solidFill>
              <a:latin typeface="仿宋" panose="02010609060101010101" pitchFamily="49" charset="-122"/>
              <a:ea typeface="仿宋" panose="02010609060101010101" pitchFamily="49" charset="-122"/>
              <a:cs typeface="Courier New" panose="02070309020205020404" pitchFamily="49" charset="0"/>
            </a:endParaRPr>
          </a:p>
          <a:p>
            <a:pPr>
              <a:lnSpc>
                <a:spcPct val="114000"/>
              </a:lnSpc>
            </a:pPr>
            <a:r>
              <a:rPr lang="en-US" altLang="zh-CN"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pPr>
              <a:lnSpc>
                <a:spcPct val="114000"/>
              </a:lnSpc>
            </a:pPr>
            <a:r>
              <a:rPr lang="en-US" altLang="zh-CN" sz="1600" b="1" dirty="0">
                <a:latin typeface="Courier New" panose="02070309020205020404" pitchFamily="49" charset="0"/>
                <a:cs typeface="Courier New" panose="02070309020205020404" pitchFamily="49" charset="0"/>
              </a:rPr>
              <a:t>    p = q;        </a:t>
            </a:r>
            <a:r>
              <a:rPr lang="en-US" altLang="zh-CN" sz="1600" b="1" dirty="0">
                <a:solidFill>
                  <a:srgbClr val="0070C0"/>
                </a:solidFill>
                <a:latin typeface="仿宋" panose="02010609060101010101" pitchFamily="49" charset="-122"/>
                <a:ea typeface="仿宋" panose="02010609060101010101" pitchFamily="49" charset="-122"/>
                <a:cs typeface="Courier New" panose="02070309020205020404" pitchFamily="49" charset="0"/>
              </a:rPr>
              <a:t>//</a:t>
            </a:r>
            <a:r>
              <a:rPr lang="zh-CN" altLang="en-US" sz="1600" b="1" dirty="0">
                <a:solidFill>
                  <a:srgbClr val="0070C0"/>
                </a:solidFill>
                <a:latin typeface="仿宋" panose="02010609060101010101" pitchFamily="49" charset="-122"/>
                <a:ea typeface="仿宋" panose="02010609060101010101" pitchFamily="49" charset="-122"/>
                <a:cs typeface="Courier New" panose="02070309020205020404" pitchFamily="49" charset="0"/>
              </a:rPr>
              <a:t> </a:t>
            </a:r>
            <a:r>
              <a:rPr lang="en-US" altLang="zh-CN" sz="1600" b="1" dirty="0">
                <a:solidFill>
                  <a:srgbClr val="0070C0"/>
                </a:solidFill>
                <a:latin typeface="仿宋" panose="02010609060101010101" pitchFamily="49" charset="-122"/>
                <a:ea typeface="仿宋" panose="02010609060101010101" pitchFamily="49" charset="-122"/>
                <a:cs typeface="Courier New" panose="02070309020205020404" pitchFamily="49" charset="0"/>
              </a:rPr>
              <a:t>p</a:t>
            </a:r>
            <a:r>
              <a:rPr lang="zh-CN" altLang="en-US" sz="1600" b="1" dirty="0">
                <a:solidFill>
                  <a:srgbClr val="0070C0"/>
                </a:solidFill>
                <a:latin typeface="仿宋" panose="02010609060101010101" pitchFamily="49" charset="-122"/>
                <a:ea typeface="仿宋" panose="02010609060101010101" pitchFamily="49" charset="-122"/>
                <a:cs typeface="Courier New" panose="02070309020205020404" pitchFamily="49" charset="0"/>
              </a:rPr>
              <a:t>指示第</a:t>
            </a:r>
            <a:r>
              <a:rPr lang="en-US" altLang="zh-CN" sz="1600" b="1" dirty="0">
                <a:solidFill>
                  <a:srgbClr val="0070C0"/>
                </a:solidFill>
                <a:latin typeface="仿宋" panose="02010609060101010101" pitchFamily="49" charset="-122"/>
                <a:ea typeface="仿宋" panose="02010609060101010101" pitchFamily="49" charset="-122"/>
                <a:cs typeface="Courier New" panose="02070309020205020404" pitchFamily="49" charset="0"/>
              </a:rPr>
              <a:t>i+1(</a:t>
            </a:r>
            <a:r>
              <a:rPr lang="zh-CN" altLang="en-US" sz="1600" b="1" dirty="0">
                <a:solidFill>
                  <a:srgbClr val="0070C0"/>
                </a:solidFill>
                <a:latin typeface="仿宋" panose="02010609060101010101" pitchFamily="49" charset="-122"/>
                <a:ea typeface="仿宋" panose="02010609060101010101" pitchFamily="49" charset="-122"/>
                <a:cs typeface="Courier New" panose="02070309020205020404" pitchFamily="49" charset="0"/>
              </a:rPr>
              <a:t>下一个要调整到位的</a:t>
            </a:r>
            <a:r>
              <a:rPr lang="en-US" altLang="zh-CN" sz="1600" b="1" dirty="0">
                <a:solidFill>
                  <a:srgbClr val="0070C0"/>
                </a:solidFill>
                <a:latin typeface="仿宋" panose="02010609060101010101" pitchFamily="49" charset="-122"/>
                <a:ea typeface="仿宋" panose="02010609060101010101" pitchFamily="49" charset="-122"/>
                <a:cs typeface="Courier New" panose="02070309020205020404" pitchFamily="49" charset="0"/>
              </a:rPr>
              <a:t>)</a:t>
            </a:r>
            <a:r>
              <a:rPr lang="zh-CN" altLang="en-US" sz="1600" b="1" dirty="0">
                <a:solidFill>
                  <a:srgbClr val="0070C0"/>
                </a:solidFill>
                <a:latin typeface="仿宋" panose="02010609060101010101" pitchFamily="49" charset="-122"/>
                <a:ea typeface="仿宋" panose="02010609060101010101" pitchFamily="49" charset="-122"/>
                <a:cs typeface="Courier New" panose="02070309020205020404" pitchFamily="49" charset="0"/>
              </a:rPr>
              <a:t>记录位置</a:t>
            </a:r>
            <a:endParaRPr lang="en-US" altLang="zh-CN" sz="1600" b="1" dirty="0">
              <a:solidFill>
                <a:srgbClr val="0070C0"/>
              </a:solidFill>
              <a:latin typeface="仿宋" panose="02010609060101010101" pitchFamily="49" charset="-122"/>
              <a:ea typeface="仿宋" panose="02010609060101010101" pitchFamily="49" charset="-122"/>
              <a:cs typeface="Courier New" panose="02070309020205020404" pitchFamily="49" charset="0"/>
            </a:endParaRPr>
          </a:p>
          <a:p>
            <a:pPr>
              <a:lnSpc>
                <a:spcPct val="114000"/>
              </a:lnSpc>
            </a:pPr>
            <a:r>
              <a:rPr lang="en-US" altLang="zh-CN"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pPr>
              <a:lnSpc>
                <a:spcPct val="114000"/>
              </a:lnSpc>
            </a:pP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sp>
        <p:nvSpPr>
          <p:cNvPr id="49" name="矩形 48">
            <a:extLst>
              <a:ext uri="{FF2B5EF4-FFF2-40B4-BE49-F238E27FC236}">
                <a16:creationId xmlns:a16="http://schemas.microsoft.com/office/drawing/2014/main" id="{AE42B780-0EAB-4D36-84FE-FB76F2F4FEF8}"/>
              </a:ext>
            </a:extLst>
          </p:cNvPr>
          <p:cNvSpPr/>
          <p:nvPr/>
        </p:nvSpPr>
        <p:spPr>
          <a:xfrm>
            <a:off x="3989335" y="4990958"/>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002060"/>
              </a:solidFill>
            </a:endParaRPr>
          </a:p>
        </p:txBody>
      </p:sp>
      <p:sp>
        <p:nvSpPr>
          <p:cNvPr id="50" name="文本框 49">
            <a:extLst>
              <a:ext uri="{FF2B5EF4-FFF2-40B4-BE49-F238E27FC236}">
                <a16:creationId xmlns:a16="http://schemas.microsoft.com/office/drawing/2014/main" id="{7CF45EB8-9949-4786-AA63-B6BDC60D7D8C}"/>
              </a:ext>
            </a:extLst>
          </p:cNvPr>
          <p:cNvSpPr txBox="1"/>
          <p:nvPr/>
        </p:nvSpPr>
        <p:spPr>
          <a:xfrm>
            <a:off x="3989334" y="5000773"/>
            <a:ext cx="402672" cy="359517"/>
          </a:xfrm>
          <a:prstGeom prst="rect">
            <a:avLst/>
          </a:prstGeom>
          <a:noFill/>
        </p:spPr>
        <p:txBody>
          <a:bodyPr wrap="square" lIns="0" tIns="36000" rIns="0" bIns="36000" rtlCol="0" anchor="ctr">
            <a:spAutoFit/>
          </a:bodyPr>
          <a:lstStyle/>
          <a:p>
            <a:pPr algn="ctr"/>
            <a:r>
              <a:rPr lang="en-US" altLang="zh-CN" b="1" u="sng" dirty="0">
                <a:solidFill>
                  <a:srgbClr val="002060"/>
                </a:solidFill>
              </a:rPr>
              <a:t>49</a:t>
            </a:r>
            <a:endParaRPr lang="zh-CN" altLang="en-US" b="1" u="sng" dirty="0">
              <a:solidFill>
                <a:srgbClr val="002060"/>
              </a:solidFill>
            </a:endParaRPr>
          </a:p>
        </p:txBody>
      </p:sp>
      <p:sp>
        <p:nvSpPr>
          <p:cNvPr id="51" name="矩形 50">
            <a:extLst>
              <a:ext uri="{FF2B5EF4-FFF2-40B4-BE49-F238E27FC236}">
                <a16:creationId xmlns:a16="http://schemas.microsoft.com/office/drawing/2014/main" id="{0D03571B-DC16-4B68-9A40-C8E3783D0B90}"/>
              </a:ext>
            </a:extLst>
          </p:cNvPr>
          <p:cNvSpPr/>
          <p:nvPr/>
        </p:nvSpPr>
        <p:spPr>
          <a:xfrm>
            <a:off x="3989335" y="5369909"/>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002060"/>
              </a:solidFill>
            </a:endParaRPr>
          </a:p>
        </p:txBody>
      </p:sp>
      <p:sp>
        <p:nvSpPr>
          <p:cNvPr id="52" name="文本框 51">
            <a:extLst>
              <a:ext uri="{FF2B5EF4-FFF2-40B4-BE49-F238E27FC236}">
                <a16:creationId xmlns:a16="http://schemas.microsoft.com/office/drawing/2014/main" id="{2F0F72FF-E3CC-45DA-8193-31565424EA48}"/>
              </a:ext>
            </a:extLst>
          </p:cNvPr>
          <p:cNvSpPr txBox="1"/>
          <p:nvPr/>
        </p:nvSpPr>
        <p:spPr>
          <a:xfrm>
            <a:off x="3989334" y="4654856"/>
            <a:ext cx="402672" cy="318924"/>
          </a:xfrm>
          <a:prstGeom prst="rect">
            <a:avLst/>
          </a:prstGeom>
          <a:noFill/>
        </p:spPr>
        <p:txBody>
          <a:bodyPr wrap="square" lIns="0" tIns="36000" rIns="0" bIns="36000" rtlCol="0" anchor="ctr">
            <a:spAutoFit/>
          </a:bodyPr>
          <a:lstStyle/>
          <a:p>
            <a:pPr algn="ctr"/>
            <a:r>
              <a:rPr lang="en-US" altLang="zh-CN" sz="1600" b="1" dirty="0">
                <a:solidFill>
                  <a:srgbClr val="0070C0"/>
                </a:solidFill>
              </a:rPr>
              <a:t>8</a:t>
            </a:r>
            <a:endParaRPr lang="zh-CN" altLang="en-US" sz="1600" b="1" dirty="0">
              <a:solidFill>
                <a:srgbClr val="0070C0"/>
              </a:solidFill>
            </a:endParaRPr>
          </a:p>
        </p:txBody>
      </p:sp>
      <p:sp>
        <p:nvSpPr>
          <p:cNvPr id="55" name="文本框 54">
            <a:extLst>
              <a:ext uri="{FF2B5EF4-FFF2-40B4-BE49-F238E27FC236}">
                <a16:creationId xmlns:a16="http://schemas.microsoft.com/office/drawing/2014/main" id="{F3D15812-B8C8-4177-A3EC-FB179C371376}"/>
              </a:ext>
            </a:extLst>
          </p:cNvPr>
          <p:cNvSpPr txBox="1"/>
          <p:nvPr/>
        </p:nvSpPr>
        <p:spPr>
          <a:xfrm>
            <a:off x="2026540" y="4657041"/>
            <a:ext cx="402672" cy="318924"/>
          </a:xfrm>
          <a:prstGeom prst="rect">
            <a:avLst/>
          </a:prstGeom>
          <a:noFill/>
        </p:spPr>
        <p:txBody>
          <a:bodyPr wrap="square" lIns="0" tIns="36000" rIns="0" bIns="36000" rtlCol="0" anchor="ctr">
            <a:spAutoFit/>
          </a:bodyPr>
          <a:lstStyle/>
          <a:p>
            <a:pPr algn="ctr"/>
            <a:r>
              <a:rPr lang="en-US" altLang="zh-CN" sz="1600" b="1" dirty="0">
                <a:solidFill>
                  <a:srgbClr val="0070C0"/>
                </a:solidFill>
              </a:rPr>
              <a:t>7</a:t>
            </a:r>
            <a:endParaRPr lang="zh-CN" altLang="en-US" sz="1600" b="1" dirty="0">
              <a:solidFill>
                <a:srgbClr val="0070C0"/>
              </a:solidFill>
            </a:endParaRPr>
          </a:p>
        </p:txBody>
      </p:sp>
      <p:sp>
        <p:nvSpPr>
          <p:cNvPr id="56" name="矩形 55">
            <a:extLst>
              <a:ext uri="{FF2B5EF4-FFF2-40B4-BE49-F238E27FC236}">
                <a16:creationId xmlns:a16="http://schemas.microsoft.com/office/drawing/2014/main" id="{2D34CC55-DCD1-4A45-9814-8ACF44A85FC1}"/>
              </a:ext>
            </a:extLst>
          </p:cNvPr>
          <p:cNvSpPr/>
          <p:nvPr/>
        </p:nvSpPr>
        <p:spPr>
          <a:xfrm>
            <a:off x="2029436" y="4987850"/>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002060"/>
              </a:solidFill>
            </a:endParaRPr>
          </a:p>
        </p:txBody>
      </p:sp>
      <p:sp>
        <p:nvSpPr>
          <p:cNvPr id="57" name="文本框 56">
            <a:extLst>
              <a:ext uri="{FF2B5EF4-FFF2-40B4-BE49-F238E27FC236}">
                <a16:creationId xmlns:a16="http://schemas.microsoft.com/office/drawing/2014/main" id="{9DFC893D-F165-4206-97AF-ECF386DFFEB1}"/>
              </a:ext>
            </a:extLst>
          </p:cNvPr>
          <p:cNvSpPr txBox="1"/>
          <p:nvPr/>
        </p:nvSpPr>
        <p:spPr>
          <a:xfrm>
            <a:off x="2029435" y="4987850"/>
            <a:ext cx="402672" cy="359517"/>
          </a:xfrm>
          <a:prstGeom prst="rect">
            <a:avLst/>
          </a:prstGeom>
          <a:noFill/>
        </p:spPr>
        <p:txBody>
          <a:bodyPr wrap="square" lIns="0" tIns="36000" rIns="0" bIns="36000" rtlCol="0" anchor="ctr">
            <a:spAutoFit/>
          </a:bodyPr>
          <a:lstStyle/>
          <a:p>
            <a:pPr algn="ctr"/>
            <a:r>
              <a:rPr lang="en-US" altLang="zh-CN" b="1" dirty="0">
                <a:solidFill>
                  <a:srgbClr val="002060"/>
                </a:solidFill>
              </a:rPr>
              <a:t>27</a:t>
            </a:r>
            <a:endParaRPr lang="zh-CN" altLang="en-US" b="1" dirty="0">
              <a:solidFill>
                <a:srgbClr val="002060"/>
              </a:solidFill>
            </a:endParaRPr>
          </a:p>
        </p:txBody>
      </p:sp>
      <p:sp>
        <p:nvSpPr>
          <p:cNvPr id="58" name="矩形 57">
            <a:extLst>
              <a:ext uri="{FF2B5EF4-FFF2-40B4-BE49-F238E27FC236}">
                <a16:creationId xmlns:a16="http://schemas.microsoft.com/office/drawing/2014/main" id="{94614653-1C23-429F-89B0-8B307E3C55B3}"/>
              </a:ext>
            </a:extLst>
          </p:cNvPr>
          <p:cNvSpPr/>
          <p:nvPr/>
        </p:nvSpPr>
        <p:spPr>
          <a:xfrm>
            <a:off x="2029436" y="5366801"/>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C00000"/>
              </a:solidFill>
            </a:endParaRPr>
          </a:p>
        </p:txBody>
      </p:sp>
      <p:sp>
        <p:nvSpPr>
          <p:cNvPr id="60" name="文本框 59">
            <a:extLst>
              <a:ext uri="{FF2B5EF4-FFF2-40B4-BE49-F238E27FC236}">
                <a16:creationId xmlns:a16="http://schemas.microsoft.com/office/drawing/2014/main" id="{0B9DAEE9-7571-4DDC-B832-37FB47980F1B}"/>
              </a:ext>
            </a:extLst>
          </p:cNvPr>
          <p:cNvSpPr txBox="1"/>
          <p:nvPr/>
        </p:nvSpPr>
        <p:spPr>
          <a:xfrm>
            <a:off x="1396637" y="4658919"/>
            <a:ext cx="402672" cy="318924"/>
          </a:xfrm>
          <a:prstGeom prst="rect">
            <a:avLst/>
          </a:prstGeom>
          <a:noFill/>
        </p:spPr>
        <p:txBody>
          <a:bodyPr wrap="square" lIns="0" tIns="36000" rIns="0" bIns="36000" rtlCol="0" anchor="ctr">
            <a:spAutoFit/>
          </a:bodyPr>
          <a:lstStyle/>
          <a:p>
            <a:pPr algn="ctr"/>
            <a:r>
              <a:rPr lang="en-US" altLang="zh-CN" sz="1600" b="1" dirty="0">
                <a:solidFill>
                  <a:srgbClr val="0070C0"/>
                </a:solidFill>
              </a:rPr>
              <a:t>6</a:t>
            </a:r>
            <a:endParaRPr lang="zh-CN" altLang="en-US" sz="1600" b="1" dirty="0">
              <a:solidFill>
                <a:srgbClr val="0070C0"/>
              </a:solidFill>
            </a:endParaRPr>
          </a:p>
        </p:txBody>
      </p:sp>
      <p:sp>
        <p:nvSpPr>
          <p:cNvPr id="61" name="矩形 60">
            <a:extLst>
              <a:ext uri="{FF2B5EF4-FFF2-40B4-BE49-F238E27FC236}">
                <a16:creationId xmlns:a16="http://schemas.microsoft.com/office/drawing/2014/main" id="{C2B61174-F9FE-40AB-9561-4BBF7C3F6171}"/>
              </a:ext>
            </a:extLst>
          </p:cNvPr>
          <p:cNvSpPr/>
          <p:nvPr/>
        </p:nvSpPr>
        <p:spPr>
          <a:xfrm>
            <a:off x="1396638" y="4989819"/>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002060"/>
              </a:solidFill>
            </a:endParaRPr>
          </a:p>
        </p:txBody>
      </p:sp>
      <p:sp>
        <p:nvSpPr>
          <p:cNvPr id="62" name="文本框 61">
            <a:extLst>
              <a:ext uri="{FF2B5EF4-FFF2-40B4-BE49-F238E27FC236}">
                <a16:creationId xmlns:a16="http://schemas.microsoft.com/office/drawing/2014/main" id="{5217D4E7-EE83-44CD-8DBA-48C76FCA70E0}"/>
              </a:ext>
            </a:extLst>
          </p:cNvPr>
          <p:cNvSpPr txBox="1"/>
          <p:nvPr/>
        </p:nvSpPr>
        <p:spPr>
          <a:xfrm>
            <a:off x="1392524" y="4983341"/>
            <a:ext cx="402672" cy="359517"/>
          </a:xfrm>
          <a:prstGeom prst="rect">
            <a:avLst/>
          </a:prstGeom>
          <a:noFill/>
        </p:spPr>
        <p:txBody>
          <a:bodyPr wrap="square" lIns="0" tIns="36000" rIns="0" bIns="36000" rtlCol="0" anchor="ctr">
            <a:spAutoFit/>
          </a:bodyPr>
          <a:lstStyle/>
          <a:p>
            <a:pPr algn="ctr"/>
            <a:r>
              <a:rPr lang="en-US" altLang="zh-CN" b="1" dirty="0">
                <a:solidFill>
                  <a:srgbClr val="002060"/>
                </a:solidFill>
              </a:rPr>
              <a:t>13</a:t>
            </a:r>
            <a:endParaRPr lang="zh-CN" altLang="en-US" b="1" dirty="0">
              <a:solidFill>
                <a:srgbClr val="002060"/>
              </a:solidFill>
            </a:endParaRPr>
          </a:p>
        </p:txBody>
      </p:sp>
      <p:sp>
        <p:nvSpPr>
          <p:cNvPr id="63" name="矩形 62">
            <a:extLst>
              <a:ext uri="{FF2B5EF4-FFF2-40B4-BE49-F238E27FC236}">
                <a16:creationId xmlns:a16="http://schemas.microsoft.com/office/drawing/2014/main" id="{00EF2116-7440-4502-8C23-45D327101B81}"/>
              </a:ext>
            </a:extLst>
          </p:cNvPr>
          <p:cNvSpPr/>
          <p:nvPr/>
        </p:nvSpPr>
        <p:spPr>
          <a:xfrm>
            <a:off x="1396638" y="5368770"/>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C00000"/>
              </a:solidFill>
            </a:endParaRPr>
          </a:p>
        </p:txBody>
      </p:sp>
      <p:sp>
        <p:nvSpPr>
          <p:cNvPr id="65" name="文本框 64">
            <a:extLst>
              <a:ext uri="{FF2B5EF4-FFF2-40B4-BE49-F238E27FC236}">
                <a16:creationId xmlns:a16="http://schemas.microsoft.com/office/drawing/2014/main" id="{46BD6108-0443-41A7-AD76-3C2580DDDD42}"/>
              </a:ext>
            </a:extLst>
          </p:cNvPr>
          <p:cNvSpPr txBox="1"/>
          <p:nvPr/>
        </p:nvSpPr>
        <p:spPr>
          <a:xfrm>
            <a:off x="5295083" y="4663214"/>
            <a:ext cx="402672" cy="318924"/>
          </a:xfrm>
          <a:prstGeom prst="rect">
            <a:avLst/>
          </a:prstGeom>
          <a:noFill/>
        </p:spPr>
        <p:txBody>
          <a:bodyPr wrap="square" lIns="0" tIns="36000" rIns="0" bIns="36000" rtlCol="0" anchor="ctr">
            <a:spAutoFit/>
          </a:bodyPr>
          <a:lstStyle/>
          <a:p>
            <a:pPr algn="ctr"/>
            <a:r>
              <a:rPr lang="en-US" altLang="zh-CN" sz="1600" b="1" dirty="0">
                <a:solidFill>
                  <a:srgbClr val="0070C0"/>
                </a:solidFill>
              </a:rPr>
              <a:t>5</a:t>
            </a:r>
            <a:endParaRPr lang="zh-CN" altLang="en-US" sz="1600" b="1" dirty="0">
              <a:solidFill>
                <a:srgbClr val="0070C0"/>
              </a:solidFill>
            </a:endParaRPr>
          </a:p>
        </p:txBody>
      </p:sp>
      <p:sp>
        <p:nvSpPr>
          <p:cNvPr id="66" name="矩形 65">
            <a:extLst>
              <a:ext uri="{FF2B5EF4-FFF2-40B4-BE49-F238E27FC236}">
                <a16:creationId xmlns:a16="http://schemas.microsoft.com/office/drawing/2014/main" id="{38941193-9937-4AF0-8BBE-327900475279}"/>
              </a:ext>
            </a:extLst>
          </p:cNvPr>
          <p:cNvSpPr/>
          <p:nvPr/>
        </p:nvSpPr>
        <p:spPr>
          <a:xfrm>
            <a:off x="5266861" y="4989811"/>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002060"/>
              </a:solidFill>
            </a:endParaRPr>
          </a:p>
        </p:txBody>
      </p:sp>
      <p:sp>
        <p:nvSpPr>
          <p:cNvPr id="67" name="文本框 66">
            <a:extLst>
              <a:ext uri="{FF2B5EF4-FFF2-40B4-BE49-F238E27FC236}">
                <a16:creationId xmlns:a16="http://schemas.microsoft.com/office/drawing/2014/main" id="{1BF96B52-D451-46A4-B513-7854CE99187D}"/>
              </a:ext>
            </a:extLst>
          </p:cNvPr>
          <p:cNvSpPr txBox="1"/>
          <p:nvPr/>
        </p:nvSpPr>
        <p:spPr>
          <a:xfrm>
            <a:off x="5266860" y="4989811"/>
            <a:ext cx="402672" cy="359517"/>
          </a:xfrm>
          <a:prstGeom prst="rect">
            <a:avLst/>
          </a:prstGeom>
          <a:noFill/>
        </p:spPr>
        <p:txBody>
          <a:bodyPr wrap="square" lIns="0" tIns="36000" rIns="0" bIns="36000" rtlCol="0" anchor="ctr">
            <a:spAutoFit/>
          </a:bodyPr>
          <a:lstStyle/>
          <a:p>
            <a:pPr algn="ctr"/>
            <a:r>
              <a:rPr lang="en-US" altLang="zh-CN" b="1" dirty="0">
                <a:solidFill>
                  <a:srgbClr val="002060"/>
                </a:solidFill>
              </a:rPr>
              <a:t>76</a:t>
            </a:r>
            <a:endParaRPr lang="zh-CN" altLang="en-US" b="1" dirty="0">
              <a:solidFill>
                <a:srgbClr val="002060"/>
              </a:solidFill>
            </a:endParaRPr>
          </a:p>
        </p:txBody>
      </p:sp>
      <p:sp>
        <p:nvSpPr>
          <p:cNvPr id="68" name="矩形 67">
            <a:extLst>
              <a:ext uri="{FF2B5EF4-FFF2-40B4-BE49-F238E27FC236}">
                <a16:creationId xmlns:a16="http://schemas.microsoft.com/office/drawing/2014/main" id="{B31683DE-F3E2-4B34-A310-7749822E0243}"/>
              </a:ext>
            </a:extLst>
          </p:cNvPr>
          <p:cNvSpPr/>
          <p:nvPr/>
        </p:nvSpPr>
        <p:spPr>
          <a:xfrm>
            <a:off x="5266861" y="5368762"/>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C00000"/>
              </a:solidFill>
            </a:endParaRPr>
          </a:p>
        </p:txBody>
      </p:sp>
      <p:sp>
        <p:nvSpPr>
          <p:cNvPr id="70" name="文本框 69">
            <a:extLst>
              <a:ext uri="{FF2B5EF4-FFF2-40B4-BE49-F238E27FC236}">
                <a16:creationId xmlns:a16="http://schemas.microsoft.com/office/drawing/2014/main" id="{A95FAB79-847B-4AA4-9DBA-1BCF31FB7E47}"/>
              </a:ext>
            </a:extLst>
          </p:cNvPr>
          <p:cNvSpPr txBox="1"/>
          <p:nvPr/>
        </p:nvSpPr>
        <p:spPr>
          <a:xfrm>
            <a:off x="5903277" y="4670263"/>
            <a:ext cx="402672" cy="318924"/>
          </a:xfrm>
          <a:prstGeom prst="rect">
            <a:avLst/>
          </a:prstGeom>
          <a:noFill/>
        </p:spPr>
        <p:txBody>
          <a:bodyPr wrap="square" lIns="0" tIns="36000" rIns="0" bIns="36000" rtlCol="0" anchor="ctr">
            <a:spAutoFit/>
          </a:bodyPr>
          <a:lstStyle/>
          <a:p>
            <a:pPr algn="ctr"/>
            <a:r>
              <a:rPr lang="en-US" altLang="zh-CN" sz="1600" b="1" dirty="0">
                <a:solidFill>
                  <a:srgbClr val="0070C0"/>
                </a:solidFill>
              </a:rPr>
              <a:t>4</a:t>
            </a:r>
            <a:endParaRPr lang="zh-CN" altLang="en-US" sz="1600" b="1" dirty="0">
              <a:solidFill>
                <a:srgbClr val="0070C0"/>
              </a:solidFill>
            </a:endParaRPr>
          </a:p>
        </p:txBody>
      </p:sp>
      <p:sp>
        <p:nvSpPr>
          <p:cNvPr id="71" name="矩形 70">
            <a:extLst>
              <a:ext uri="{FF2B5EF4-FFF2-40B4-BE49-F238E27FC236}">
                <a16:creationId xmlns:a16="http://schemas.microsoft.com/office/drawing/2014/main" id="{33086679-B541-434E-BCAD-C6C7650C0428}"/>
              </a:ext>
            </a:extLst>
          </p:cNvPr>
          <p:cNvSpPr/>
          <p:nvPr/>
        </p:nvSpPr>
        <p:spPr>
          <a:xfrm>
            <a:off x="5900174" y="4989678"/>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002060"/>
              </a:solidFill>
            </a:endParaRPr>
          </a:p>
        </p:txBody>
      </p:sp>
      <p:sp>
        <p:nvSpPr>
          <p:cNvPr id="72" name="文本框 71">
            <a:extLst>
              <a:ext uri="{FF2B5EF4-FFF2-40B4-BE49-F238E27FC236}">
                <a16:creationId xmlns:a16="http://schemas.microsoft.com/office/drawing/2014/main" id="{D57A1EA2-A7A3-4D41-ACDB-ACAE6596A5A4}"/>
              </a:ext>
            </a:extLst>
          </p:cNvPr>
          <p:cNvSpPr txBox="1"/>
          <p:nvPr/>
        </p:nvSpPr>
        <p:spPr>
          <a:xfrm>
            <a:off x="5900173" y="4989678"/>
            <a:ext cx="402672" cy="359517"/>
          </a:xfrm>
          <a:prstGeom prst="rect">
            <a:avLst/>
          </a:prstGeom>
          <a:noFill/>
        </p:spPr>
        <p:txBody>
          <a:bodyPr wrap="square" lIns="0" tIns="36000" rIns="0" bIns="36000" rtlCol="0" anchor="ctr">
            <a:spAutoFit/>
          </a:bodyPr>
          <a:lstStyle/>
          <a:p>
            <a:pPr algn="ctr"/>
            <a:r>
              <a:rPr lang="en-US" altLang="zh-CN" b="1" dirty="0">
                <a:solidFill>
                  <a:srgbClr val="002060"/>
                </a:solidFill>
              </a:rPr>
              <a:t>97</a:t>
            </a:r>
            <a:endParaRPr lang="zh-CN" altLang="en-US" b="1" dirty="0">
              <a:solidFill>
                <a:srgbClr val="002060"/>
              </a:solidFill>
            </a:endParaRPr>
          </a:p>
        </p:txBody>
      </p:sp>
      <p:sp>
        <p:nvSpPr>
          <p:cNvPr id="73" name="矩形 72">
            <a:extLst>
              <a:ext uri="{FF2B5EF4-FFF2-40B4-BE49-F238E27FC236}">
                <a16:creationId xmlns:a16="http://schemas.microsoft.com/office/drawing/2014/main" id="{D8431DBB-33CA-4743-8926-83BBF6EBDD7F}"/>
              </a:ext>
            </a:extLst>
          </p:cNvPr>
          <p:cNvSpPr/>
          <p:nvPr/>
        </p:nvSpPr>
        <p:spPr>
          <a:xfrm>
            <a:off x="5900174" y="5368629"/>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C00000"/>
              </a:solidFill>
            </a:endParaRPr>
          </a:p>
        </p:txBody>
      </p:sp>
      <p:sp>
        <p:nvSpPr>
          <p:cNvPr id="75" name="文本框 74">
            <a:extLst>
              <a:ext uri="{FF2B5EF4-FFF2-40B4-BE49-F238E27FC236}">
                <a16:creationId xmlns:a16="http://schemas.microsoft.com/office/drawing/2014/main" id="{BD9B61E5-1E59-471C-8933-250F9BD0E54F}"/>
              </a:ext>
            </a:extLst>
          </p:cNvPr>
          <p:cNvSpPr txBox="1"/>
          <p:nvPr/>
        </p:nvSpPr>
        <p:spPr>
          <a:xfrm>
            <a:off x="2686466" y="4649930"/>
            <a:ext cx="402672" cy="318924"/>
          </a:xfrm>
          <a:prstGeom prst="rect">
            <a:avLst/>
          </a:prstGeom>
          <a:noFill/>
        </p:spPr>
        <p:txBody>
          <a:bodyPr wrap="square" lIns="0" tIns="36000" rIns="0" bIns="36000" rtlCol="0" anchor="ctr">
            <a:spAutoFit/>
          </a:bodyPr>
          <a:lstStyle/>
          <a:p>
            <a:pPr algn="ctr"/>
            <a:r>
              <a:rPr lang="en-US" altLang="zh-CN" sz="1600" b="1" dirty="0">
                <a:solidFill>
                  <a:srgbClr val="0070C0"/>
                </a:solidFill>
              </a:rPr>
              <a:t>2</a:t>
            </a:r>
            <a:endParaRPr lang="zh-CN" altLang="en-US" sz="1600" b="1" dirty="0">
              <a:solidFill>
                <a:srgbClr val="0070C0"/>
              </a:solidFill>
            </a:endParaRPr>
          </a:p>
        </p:txBody>
      </p:sp>
      <p:sp>
        <p:nvSpPr>
          <p:cNvPr id="76" name="矩形 75">
            <a:extLst>
              <a:ext uri="{FF2B5EF4-FFF2-40B4-BE49-F238E27FC236}">
                <a16:creationId xmlns:a16="http://schemas.microsoft.com/office/drawing/2014/main" id="{945D82CD-FA39-46B0-83DF-313AC5C4A212}"/>
              </a:ext>
            </a:extLst>
          </p:cNvPr>
          <p:cNvSpPr/>
          <p:nvPr/>
        </p:nvSpPr>
        <p:spPr>
          <a:xfrm>
            <a:off x="2661511" y="4978442"/>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002060"/>
              </a:solidFill>
            </a:endParaRPr>
          </a:p>
        </p:txBody>
      </p:sp>
      <p:sp>
        <p:nvSpPr>
          <p:cNvPr id="77" name="文本框 76">
            <a:extLst>
              <a:ext uri="{FF2B5EF4-FFF2-40B4-BE49-F238E27FC236}">
                <a16:creationId xmlns:a16="http://schemas.microsoft.com/office/drawing/2014/main" id="{7ACF799E-92E6-4C73-8661-573A49CA89D9}"/>
              </a:ext>
            </a:extLst>
          </p:cNvPr>
          <p:cNvSpPr txBox="1"/>
          <p:nvPr/>
        </p:nvSpPr>
        <p:spPr>
          <a:xfrm>
            <a:off x="2661510" y="4978442"/>
            <a:ext cx="402672" cy="359517"/>
          </a:xfrm>
          <a:prstGeom prst="rect">
            <a:avLst/>
          </a:prstGeom>
          <a:noFill/>
        </p:spPr>
        <p:txBody>
          <a:bodyPr wrap="square" lIns="0" tIns="36000" rIns="0" bIns="36000" rtlCol="0" anchor="ctr">
            <a:spAutoFit/>
          </a:bodyPr>
          <a:lstStyle/>
          <a:p>
            <a:pPr algn="ctr"/>
            <a:r>
              <a:rPr lang="en-US" altLang="zh-CN" b="1" dirty="0">
                <a:solidFill>
                  <a:srgbClr val="002060"/>
                </a:solidFill>
              </a:rPr>
              <a:t>38</a:t>
            </a:r>
            <a:endParaRPr lang="zh-CN" altLang="en-US" b="1" dirty="0">
              <a:solidFill>
                <a:srgbClr val="002060"/>
              </a:solidFill>
            </a:endParaRPr>
          </a:p>
        </p:txBody>
      </p:sp>
      <p:sp>
        <p:nvSpPr>
          <p:cNvPr id="78" name="矩形 77">
            <a:extLst>
              <a:ext uri="{FF2B5EF4-FFF2-40B4-BE49-F238E27FC236}">
                <a16:creationId xmlns:a16="http://schemas.microsoft.com/office/drawing/2014/main" id="{1BA6E5AA-C34C-4C1D-8F73-414C007DBB5D}"/>
              </a:ext>
            </a:extLst>
          </p:cNvPr>
          <p:cNvSpPr/>
          <p:nvPr/>
        </p:nvSpPr>
        <p:spPr>
          <a:xfrm>
            <a:off x="2661511" y="5357393"/>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C00000"/>
              </a:solidFill>
            </a:endParaRPr>
          </a:p>
        </p:txBody>
      </p:sp>
      <p:sp>
        <p:nvSpPr>
          <p:cNvPr id="80" name="文本框 79">
            <a:extLst>
              <a:ext uri="{FF2B5EF4-FFF2-40B4-BE49-F238E27FC236}">
                <a16:creationId xmlns:a16="http://schemas.microsoft.com/office/drawing/2014/main" id="{F0C25611-9FF2-49C5-B350-79025254E4B8}"/>
              </a:ext>
            </a:extLst>
          </p:cNvPr>
          <p:cNvSpPr txBox="1"/>
          <p:nvPr/>
        </p:nvSpPr>
        <p:spPr>
          <a:xfrm>
            <a:off x="3337345" y="4655871"/>
            <a:ext cx="402672" cy="318924"/>
          </a:xfrm>
          <a:prstGeom prst="rect">
            <a:avLst/>
          </a:prstGeom>
          <a:noFill/>
        </p:spPr>
        <p:txBody>
          <a:bodyPr wrap="square" lIns="0" tIns="36000" rIns="0" bIns="36000" rtlCol="0" anchor="ctr">
            <a:spAutoFit/>
          </a:bodyPr>
          <a:lstStyle/>
          <a:p>
            <a:pPr algn="ctr"/>
            <a:r>
              <a:rPr lang="en-US" altLang="zh-CN" sz="1600" b="1" dirty="0">
                <a:solidFill>
                  <a:srgbClr val="0070C0"/>
                </a:solidFill>
              </a:rPr>
              <a:t>1</a:t>
            </a:r>
            <a:endParaRPr lang="zh-CN" altLang="en-US" sz="1600" b="1" dirty="0">
              <a:solidFill>
                <a:srgbClr val="0070C0"/>
              </a:solidFill>
            </a:endParaRPr>
          </a:p>
        </p:txBody>
      </p:sp>
      <p:sp>
        <p:nvSpPr>
          <p:cNvPr id="81" name="矩形 80">
            <a:extLst>
              <a:ext uri="{FF2B5EF4-FFF2-40B4-BE49-F238E27FC236}">
                <a16:creationId xmlns:a16="http://schemas.microsoft.com/office/drawing/2014/main" id="{529862DD-9781-4E6E-814C-D554B6FC3768}"/>
              </a:ext>
            </a:extLst>
          </p:cNvPr>
          <p:cNvSpPr/>
          <p:nvPr/>
        </p:nvSpPr>
        <p:spPr>
          <a:xfrm>
            <a:off x="3326609" y="4984202"/>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002060"/>
              </a:solidFill>
            </a:endParaRPr>
          </a:p>
        </p:txBody>
      </p:sp>
      <p:sp>
        <p:nvSpPr>
          <p:cNvPr id="82" name="文本框 81">
            <a:extLst>
              <a:ext uri="{FF2B5EF4-FFF2-40B4-BE49-F238E27FC236}">
                <a16:creationId xmlns:a16="http://schemas.microsoft.com/office/drawing/2014/main" id="{A73AF804-1D61-41B6-B345-9C89433472A3}"/>
              </a:ext>
            </a:extLst>
          </p:cNvPr>
          <p:cNvSpPr txBox="1"/>
          <p:nvPr/>
        </p:nvSpPr>
        <p:spPr>
          <a:xfrm>
            <a:off x="3326608" y="4984202"/>
            <a:ext cx="402672" cy="359517"/>
          </a:xfrm>
          <a:prstGeom prst="rect">
            <a:avLst/>
          </a:prstGeom>
          <a:noFill/>
        </p:spPr>
        <p:txBody>
          <a:bodyPr wrap="square" lIns="0" tIns="36000" rIns="0" bIns="36000" rtlCol="0" anchor="ctr">
            <a:spAutoFit/>
          </a:bodyPr>
          <a:lstStyle/>
          <a:p>
            <a:pPr algn="ctr"/>
            <a:r>
              <a:rPr lang="en-US" altLang="zh-CN" b="1" dirty="0">
                <a:solidFill>
                  <a:srgbClr val="002060"/>
                </a:solidFill>
              </a:rPr>
              <a:t>49</a:t>
            </a:r>
            <a:endParaRPr lang="zh-CN" altLang="en-US" b="1" dirty="0">
              <a:solidFill>
                <a:srgbClr val="002060"/>
              </a:solidFill>
            </a:endParaRPr>
          </a:p>
        </p:txBody>
      </p:sp>
      <p:sp>
        <p:nvSpPr>
          <p:cNvPr id="83" name="矩形 82">
            <a:extLst>
              <a:ext uri="{FF2B5EF4-FFF2-40B4-BE49-F238E27FC236}">
                <a16:creationId xmlns:a16="http://schemas.microsoft.com/office/drawing/2014/main" id="{B3F51AD8-F715-4608-A55F-C7D353EC55AC}"/>
              </a:ext>
            </a:extLst>
          </p:cNvPr>
          <p:cNvSpPr/>
          <p:nvPr/>
        </p:nvSpPr>
        <p:spPr>
          <a:xfrm>
            <a:off x="3326609" y="5363153"/>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C00000"/>
              </a:solidFill>
            </a:endParaRPr>
          </a:p>
        </p:txBody>
      </p:sp>
      <p:sp>
        <p:nvSpPr>
          <p:cNvPr id="84" name="文本框 83">
            <a:extLst>
              <a:ext uri="{FF2B5EF4-FFF2-40B4-BE49-F238E27FC236}">
                <a16:creationId xmlns:a16="http://schemas.microsoft.com/office/drawing/2014/main" id="{50C03849-03A2-4DEC-8909-94CEA97B9D58}"/>
              </a:ext>
            </a:extLst>
          </p:cNvPr>
          <p:cNvSpPr txBox="1"/>
          <p:nvPr/>
        </p:nvSpPr>
        <p:spPr>
          <a:xfrm>
            <a:off x="3326608" y="5363153"/>
            <a:ext cx="402672" cy="359517"/>
          </a:xfrm>
          <a:prstGeom prst="rect">
            <a:avLst/>
          </a:prstGeom>
          <a:noFill/>
        </p:spPr>
        <p:txBody>
          <a:bodyPr wrap="square" lIns="0" tIns="36000" rIns="0" bIns="36000" rtlCol="0" anchor="ctr">
            <a:spAutoFit/>
          </a:bodyPr>
          <a:lstStyle/>
          <a:p>
            <a:pPr algn="ctr"/>
            <a:endParaRPr lang="zh-CN" altLang="en-US" b="1" dirty="0">
              <a:solidFill>
                <a:srgbClr val="C00000"/>
              </a:solidFill>
            </a:endParaRPr>
          </a:p>
        </p:txBody>
      </p:sp>
      <p:grpSp>
        <p:nvGrpSpPr>
          <p:cNvPr id="85" name="组合 84">
            <a:extLst>
              <a:ext uri="{FF2B5EF4-FFF2-40B4-BE49-F238E27FC236}">
                <a16:creationId xmlns:a16="http://schemas.microsoft.com/office/drawing/2014/main" id="{B6041F01-E54D-46F5-A887-D5CF5CCE5269}"/>
              </a:ext>
            </a:extLst>
          </p:cNvPr>
          <p:cNvGrpSpPr/>
          <p:nvPr/>
        </p:nvGrpSpPr>
        <p:grpSpPr>
          <a:xfrm>
            <a:off x="728336" y="4658274"/>
            <a:ext cx="438554" cy="1095167"/>
            <a:chOff x="849426" y="5092496"/>
            <a:chExt cx="438554" cy="1095167"/>
          </a:xfrm>
        </p:grpSpPr>
        <p:sp>
          <p:nvSpPr>
            <p:cNvPr id="86" name="文本框 85">
              <a:extLst>
                <a:ext uri="{FF2B5EF4-FFF2-40B4-BE49-F238E27FC236}">
                  <a16:creationId xmlns:a16="http://schemas.microsoft.com/office/drawing/2014/main" id="{844A9404-B460-4401-A25B-A71AEAB5C78E}"/>
                </a:ext>
              </a:extLst>
            </p:cNvPr>
            <p:cNvSpPr txBox="1"/>
            <p:nvPr/>
          </p:nvSpPr>
          <p:spPr>
            <a:xfrm>
              <a:off x="885308" y="5092496"/>
              <a:ext cx="402672" cy="318924"/>
            </a:xfrm>
            <a:prstGeom prst="rect">
              <a:avLst/>
            </a:prstGeom>
            <a:noFill/>
          </p:spPr>
          <p:txBody>
            <a:bodyPr wrap="square" lIns="0" tIns="36000" rIns="0" bIns="36000" rtlCol="0" anchor="ctr">
              <a:spAutoFit/>
            </a:bodyPr>
            <a:lstStyle/>
            <a:p>
              <a:pPr algn="ctr"/>
              <a:r>
                <a:rPr lang="en-US" altLang="zh-CN" sz="1600" b="1" dirty="0">
                  <a:solidFill>
                    <a:srgbClr val="0070C0"/>
                  </a:solidFill>
                </a:rPr>
                <a:t>0</a:t>
              </a:r>
              <a:endParaRPr lang="zh-CN" altLang="en-US" sz="1600" b="1" dirty="0">
                <a:solidFill>
                  <a:srgbClr val="0070C0"/>
                </a:solidFill>
              </a:endParaRPr>
            </a:p>
          </p:txBody>
        </p:sp>
        <p:sp>
          <p:nvSpPr>
            <p:cNvPr id="87" name="矩形 86">
              <a:extLst>
                <a:ext uri="{FF2B5EF4-FFF2-40B4-BE49-F238E27FC236}">
                  <a16:creationId xmlns:a16="http://schemas.microsoft.com/office/drawing/2014/main" id="{1ABDB0B5-B9BD-4D53-87A9-86657E43CCB2}"/>
                </a:ext>
              </a:extLst>
            </p:cNvPr>
            <p:cNvSpPr/>
            <p:nvPr/>
          </p:nvSpPr>
          <p:spPr>
            <a:xfrm>
              <a:off x="849427" y="5439380"/>
              <a:ext cx="402671" cy="369332"/>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002060"/>
                </a:solidFill>
              </a:endParaRPr>
            </a:p>
          </p:txBody>
        </p:sp>
        <p:sp>
          <p:nvSpPr>
            <p:cNvPr id="89" name="矩形 88">
              <a:extLst>
                <a:ext uri="{FF2B5EF4-FFF2-40B4-BE49-F238E27FC236}">
                  <a16:creationId xmlns:a16="http://schemas.microsoft.com/office/drawing/2014/main" id="{3D5732FE-5167-4200-B780-2C94DE8C8BD5}"/>
                </a:ext>
              </a:extLst>
            </p:cNvPr>
            <p:cNvSpPr/>
            <p:nvPr/>
          </p:nvSpPr>
          <p:spPr>
            <a:xfrm>
              <a:off x="849427" y="5818331"/>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C00000"/>
                </a:solidFill>
              </a:endParaRPr>
            </a:p>
          </p:txBody>
        </p:sp>
        <p:sp>
          <p:nvSpPr>
            <p:cNvPr id="90" name="文本框 89">
              <a:extLst>
                <a:ext uri="{FF2B5EF4-FFF2-40B4-BE49-F238E27FC236}">
                  <a16:creationId xmlns:a16="http://schemas.microsoft.com/office/drawing/2014/main" id="{DA032CDA-C1F6-4347-A301-5D78F87CFDF9}"/>
                </a:ext>
              </a:extLst>
            </p:cNvPr>
            <p:cNvSpPr txBox="1"/>
            <p:nvPr/>
          </p:nvSpPr>
          <p:spPr>
            <a:xfrm>
              <a:off x="849426" y="5823238"/>
              <a:ext cx="402672" cy="349702"/>
            </a:xfrm>
            <a:prstGeom prst="rect">
              <a:avLst/>
            </a:prstGeom>
            <a:noFill/>
          </p:spPr>
          <p:txBody>
            <a:bodyPr wrap="square" lIns="0" tIns="36000" rIns="0" bIns="36000" rtlCol="0" anchor="ctr">
              <a:spAutoFit/>
            </a:bodyPr>
            <a:lstStyle/>
            <a:p>
              <a:pPr algn="ctr"/>
              <a:endParaRPr lang="zh-CN" altLang="en-US" b="1" dirty="0">
                <a:solidFill>
                  <a:srgbClr val="C00000"/>
                </a:solidFill>
              </a:endParaRPr>
            </a:p>
          </p:txBody>
        </p:sp>
      </p:grpSp>
      <p:cxnSp>
        <p:nvCxnSpPr>
          <p:cNvPr id="91" name="直接箭头连接符 90">
            <a:extLst>
              <a:ext uri="{FF2B5EF4-FFF2-40B4-BE49-F238E27FC236}">
                <a16:creationId xmlns:a16="http://schemas.microsoft.com/office/drawing/2014/main" id="{450E9D32-E8A1-41BB-AC2C-7B750E4CA4C1}"/>
              </a:ext>
            </a:extLst>
          </p:cNvPr>
          <p:cNvCxnSpPr>
            <a:cxnSpLocks/>
          </p:cNvCxnSpPr>
          <p:nvPr/>
        </p:nvCxnSpPr>
        <p:spPr>
          <a:xfrm>
            <a:off x="1041287" y="5569384"/>
            <a:ext cx="346705" cy="0"/>
          </a:xfrm>
          <a:prstGeom prst="straightConnector1">
            <a:avLst/>
          </a:prstGeom>
          <a:ln w="28575">
            <a:solidFill>
              <a:srgbClr val="7030A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93" name="直接箭头连接符 92">
            <a:extLst>
              <a:ext uri="{FF2B5EF4-FFF2-40B4-BE49-F238E27FC236}">
                <a16:creationId xmlns:a16="http://schemas.microsoft.com/office/drawing/2014/main" id="{E64A1C1E-8861-4D08-B211-AF1EDC20A406}"/>
              </a:ext>
            </a:extLst>
          </p:cNvPr>
          <p:cNvCxnSpPr>
            <a:cxnSpLocks/>
          </p:cNvCxnSpPr>
          <p:nvPr/>
        </p:nvCxnSpPr>
        <p:spPr>
          <a:xfrm>
            <a:off x="1688988" y="5572629"/>
            <a:ext cx="346705" cy="0"/>
          </a:xfrm>
          <a:prstGeom prst="straightConnector1">
            <a:avLst/>
          </a:prstGeom>
          <a:ln w="28575">
            <a:solidFill>
              <a:srgbClr val="7030A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98" name="文本框 97">
            <a:extLst>
              <a:ext uri="{FF2B5EF4-FFF2-40B4-BE49-F238E27FC236}">
                <a16:creationId xmlns:a16="http://schemas.microsoft.com/office/drawing/2014/main" id="{53640D60-AFB0-46E9-9248-9F2B63F0554A}"/>
              </a:ext>
            </a:extLst>
          </p:cNvPr>
          <p:cNvSpPr txBox="1"/>
          <p:nvPr/>
        </p:nvSpPr>
        <p:spPr>
          <a:xfrm>
            <a:off x="5902752" y="5373796"/>
            <a:ext cx="402672" cy="359517"/>
          </a:xfrm>
          <a:prstGeom prst="rect">
            <a:avLst/>
          </a:prstGeom>
          <a:noFill/>
        </p:spPr>
        <p:txBody>
          <a:bodyPr wrap="square" lIns="0" tIns="36000" rIns="0" bIns="36000" rtlCol="0" anchor="ctr">
            <a:spAutoFit/>
          </a:bodyPr>
          <a:lstStyle/>
          <a:p>
            <a:pPr algn="ctr"/>
            <a:r>
              <a:rPr lang="en-US" altLang="zh-CN" b="1" dirty="0">
                <a:solidFill>
                  <a:srgbClr val="C00000"/>
                </a:solidFill>
              </a:rPr>
              <a:t>0</a:t>
            </a:r>
            <a:endParaRPr lang="zh-CN" altLang="en-US" b="1" dirty="0">
              <a:solidFill>
                <a:srgbClr val="C00000"/>
              </a:solidFill>
            </a:endParaRPr>
          </a:p>
        </p:txBody>
      </p:sp>
      <p:sp>
        <p:nvSpPr>
          <p:cNvPr id="99" name="矩形 98">
            <a:extLst>
              <a:ext uri="{FF2B5EF4-FFF2-40B4-BE49-F238E27FC236}">
                <a16:creationId xmlns:a16="http://schemas.microsoft.com/office/drawing/2014/main" id="{F126A449-7EF9-40BE-8C0D-93518067CCAA}"/>
              </a:ext>
            </a:extLst>
          </p:cNvPr>
          <p:cNvSpPr/>
          <p:nvPr/>
        </p:nvSpPr>
        <p:spPr>
          <a:xfrm>
            <a:off x="1432479" y="3674485"/>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002060"/>
              </a:solidFill>
            </a:endParaRPr>
          </a:p>
        </p:txBody>
      </p:sp>
      <p:sp>
        <p:nvSpPr>
          <p:cNvPr id="101" name="矩形 100">
            <a:extLst>
              <a:ext uri="{FF2B5EF4-FFF2-40B4-BE49-F238E27FC236}">
                <a16:creationId xmlns:a16="http://schemas.microsoft.com/office/drawing/2014/main" id="{F8B1F83C-01E4-4056-B5BB-AC8361DAFED0}"/>
              </a:ext>
            </a:extLst>
          </p:cNvPr>
          <p:cNvSpPr/>
          <p:nvPr/>
        </p:nvSpPr>
        <p:spPr>
          <a:xfrm>
            <a:off x="1835151" y="3674485"/>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002060"/>
              </a:solidFill>
            </a:endParaRPr>
          </a:p>
        </p:txBody>
      </p:sp>
      <p:sp>
        <p:nvSpPr>
          <p:cNvPr id="103" name="矩形 102">
            <a:extLst>
              <a:ext uri="{FF2B5EF4-FFF2-40B4-BE49-F238E27FC236}">
                <a16:creationId xmlns:a16="http://schemas.microsoft.com/office/drawing/2014/main" id="{11F19923-5C27-49E9-A70A-6608C671328D}"/>
              </a:ext>
            </a:extLst>
          </p:cNvPr>
          <p:cNvSpPr/>
          <p:nvPr/>
        </p:nvSpPr>
        <p:spPr>
          <a:xfrm>
            <a:off x="1029807" y="3674485"/>
            <a:ext cx="402671" cy="369332"/>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002060"/>
              </a:solidFill>
            </a:endParaRPr>
          </a:p>
        </p:txBody>
      </p:sp>
      <p:sp>
        <p:nvSpPr>
          <p:cNvPr id="105" name="矩形 104">
            <a:extLst>
              <a:ext uri="{FF2B5EF4-FFF2-40B4-BE49-F238E27FC236}">
                <a16:creationId xmlns:a16="http://schemas.microsoft.com/office/drawing/2014/main" id="{5202AB4F-0224-42C6-9ECD-02600FEE5CCA}"/>
              </a:ext>
            </a:extLst>
          </p:cNvPr>
          <p:cNvSpPr/>
          <p:nvPr/>
        </p:nvSpPr>
        <p:spPr>
          <a:xfrm>
            <a:off x="1432479" y="4052738"/>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C00000"/>
              </a:solidFill>
            </a:endParaRPr>
          </a:p>
        </p:txBody>
      </p:sp>
      <p:sp>
        <p:nvSpPr>
          <p:cNvPr id="106" name="矩形 105">
            <a:extLst>
              <a:ext uri="{FF2B5EF4-FFF2-40B4-BE49-F238E27FC236}">
                <a16:creationId xmlns:a16="http://schemas.microsoft.com/office/drawing/2014/main" id="{13F1008B-6103-417A-96FE-8FF1AB834B4D}"/>
              </a:ext>
            </a:extLst>
          </p:cNvPr>
          <p:cNvSpPr/>
          <p:nvPr/>
        </p:nvSpPr>
        <p:spPr>
          <a:xfrm>
            <a:off x="1835151" y="4052738"/>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C00000"/>
              </a:solidFill>
            </a:endParaRPr>
          </a:p>
        </p:txBody>
      </p:sp>
      <p:sp>
        <p:nvSpPr>
          <p:cNvPr id="108" name="矩形 107">
            <a:extLst>
              <a:ext uri="{FF2B5EF4-FFF2-40B4-BE49-F238E27FC236}">
                <a16:creationId xmlns:a16="http://schemas.microsoft.com/office/drawing/2014/main" id="{58A39C1C-B645-4448-B50A-57A521CBABB5}"/>
              </a:ext>
            </a:extLst>
          </p:cNvPr>
          <p:cNvSpPr/>
          <p:nvPr/>
        </p:nvSpPr>
        <p:spPr>
          <a:xfrm>
            <a:off x="1029807" y="4052738"/>
            <a:ext cx="402671" cy="369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C00000"/>
              </a:solidFill>
            </a:endParaRPr>
          </a:p>
        </p:txBody>
      </p:sp>
      <p:sp>
        <p:nvSpPr>
          <p:cNvPr id="109" name="文本框 108">
            <a:extLst>
              <a:ext uri="{FF2B5EF4-FFF2-40B4-BE49-F238E27FC236}">
                <a16:creationId xmlns:a16="http://schemas.microsoft.com/office/drawing/2014/main" id="{095941A4-D8D2-4CFE-AAC2-0C3933ADCB44}"/>
              </a:ext>
            </a:extLst>
          </p:cNvPr>
          <p:cNvSpPr txBox="1"/>
          <p:nvPr/>
        </p:nvSpPr>
        <p:spPr>
          <a:xfrm>
            <a:off x="1834495" y="4058108"/>
            <a:ext cx="402672" cy="349702"/>
          </a:xfrm>
          <a:prstGeom prst="rect">
            <a:avLst/>
          </a:prstGeom>
          <a:noFill/>
        </p:spPr>
        <p:txBody>
          <a:bodyPr wrap="square" lIns="0" tIns="36000" rIns="0" bIns="36000" rtlCol="0" anchor="ctr">
            <a:spAutoFit/>
          </a:bodyPr>
          <a:lstStyle/>
          <a:p>
            <a:pPr algn="ctr"/>
            <a:r>
              <a:rPr lang="en-US" altLang="zh-CN" b="1" dirty="0">
                <a:solidFill>
                  <a:srgbClr val="C00000"/>
                </a:solidFill>
              </a:rPr>
              <a:t>1</a:t>
            </a:r>
            <a:endParaRPr lang="zh-CN" altLang="en-US" b="1" dirty="0">
              <a:solidFill>
                <a:srgbClr val="C00000"/>
              </a:solidFill>
            </a:endParaRPr>
          </a:p>
        </p:txBody>
      </p:sp>
      <p:sp>
        <p:nvSpPr>
          <p:cNvPr id="110" name="文本框 109">
            <a:extLst>
              <a:ext uri="{FF2B5EF4-FFF2-40B4-BE49-F238E27FC236}">
                <a16:creationId xmlns:a16="http://schemas.microsoft.com/office/drawing/2014/main" id="{36F3C4FF-16AA-4BCB-A0BC-E3350D56D403}"/>
              </a:ext>
            </a:extLst>
          </p:cNvPr>
          <p:cNvSpPr txBox="1"/>
          <p:nvPr/>
        </p:nvSpPr>
        <p:spPr>
          <a:xfrm>
            <a:off x="2656913" y="5361357"/>
            <a:ext cx="402672" cy="359517"/>
          </a:xfrm>
          <a:prstGeom prst="rect">
            <a:avLst/>
          </a:prstGeom>
          <a:noFill/>
        </p:spPr>
        <p:txBody>
          <a:bodyPr wrap="square" lIns="0" tIns="36000" rIns="0" bIns="36000" rtlCol="0" anchor="ctr">
            <a:spAutoFit/>
          </a:bodyPr>
          <a:lstStyle/>
          <a:p>
            <a:pPr algn="ctr"/>
            <a:r>
              <a:rPr lang="en-US" altLang="zh-CN" b="1" dirty="0">
                <a:solidFill>
                  <a:srgbClr val="C00000"/>
                </a:solidFill>
              </a:rPr>
              <a:t>1</a:t>
            </a:r>
            <a:endParaRPr lang="zh-CN" altLang="en-US" b="1" dirty="0">
              <a:solidFill>
                <a:srgbClr val="C00000"/>
              </a:solidFill>
            </a:endParaRPr>
          </a:p>
        </p:txBody>
      </p:sp>
      <p:sp>
        <p:nvSpPr>
          <p:cNvPr id="111" name="文本框 110">
            <a:extLst>
              <a:ext uri="{FF2B5EF4-FFF2-40B4-BE49-F238E27FC236}">
                <a16:creationId xmlns:a16="http://schemas.microsoft.com/office/drawing/2014/main" id="{411AB701-7099-400B-9D03-F8A7952EBEDE}"/>
              </a:ext>
            </a:extLst>
          </p:cNvPr>
          <p:cNvSpPr txBox="1"/>
          <p:nvPr/>
        </p:nvSpPr>
        <p:spPr>
          <a:xfrm>
            <a:off x="2035831" y="5374874"/>
            <a:ext cx="402672" cy="359517"/>
          </a:xfrm>
          <a:prstGeom prst="rect">
            <a:avLst/>
          </a:prstGeom>
          <a:noFill/>
        </p:spPr>
        <p:txBody>
          <a:bodyPr wrap="square" lIns="0" tIns="36000" rIns="0" bIns="36000" rtlCol="0" anchor="ctr">
            <a:spAutoFit/>
          </a:bodyPr>
          <a:lstStyle/>
          <a:p>
            <a:pPr algn="ctr"/>
            <a:r>
              <a:rPr lang="en-US" altLang="zh-CN" b="1" dirty="0">
                <a:solidFill>
                  <a:srgbClr val="C00000"/>
                </a:solidFill>
              </a:rPr>
              <a:t>2</a:t>
            </a:r>
            <a:endParaRPr lang="zh-CN" altLang="en-US" b="1" dirty="0">
              <a:solidFill>
                <a:srgbClr val="C00000"/>
              </a:solidFill>
            </a:endParaRPr>
          </a:p>
        </p:txBody>
      </p:sp>
      <p:cxnSp>
        <p:nvCxnSpPr>
          <p:cNvPr id="112" name="直接箭头连接符 111">
            <a:extLst>
              <a:ext uri="{FF2B5EF4-FFF2-40B4-BE49-F238E27FC236}">
                <a16:creationId xmlns:a16="http://schemas.microsoft.com/office/drawing/2014/main" id="{DCDC90C8-958A-45C1-A0C6-4F73C7639027}"/>
              </a:ext>
            </a:extLst>
          </p:cNvPr>
          <p:cNvCxnSpPr>
            <a:cxnSpLocks/>
          </p:cNvCxnSpPr>
          <p:nvPr/>
        </p:nvCxnSpPr>
        <p:spPr>
          <a:xfrm>
            <a:off x="2336327" y="5566578"/>
            <a:ext cx="346705" cy="0"/>
          </a:xfrm>
          <a:prstGeom prst="straightConnector1">
            <a:avLst/>
          </a:prstGeom>
          <a:ln w="28575">
            <a:solidFill>
              <a:srgbClr val="7030A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117" name="文本框 116">
            <a:extLst>
              <a:ext uri="{FF2B5EF4-FFF2-40B4-BE49-F238E27FC236}">
                <a16:creationId xmlns:a16="http://schemas.microsoft.com/office/drawing/2014/main" id="{12597868-8F6C-46EB-8B41-0914C19E78AA}"/>
              </a:ext>
            </a:extLst>
          </p:cNvPr>
          <p:cNvSpPr txBox="1"/>
          <p:nvPr/>
        </p:nvSpPr>
        <p:spPr>
          <a:xfrm>
            <a:off x="3974151" y="5366672"/>
            <a:ext cx="402672" cy="359517"/>
          </a:xfrm>
          <a:prstGeom prst="rect">
            <a:avLst/>
          </a:prstGeom>
          <a:noFill/>
        </p:spPr>
        <p:txBody>
          <a:bodyPr wrap="square" lIns="0" tIns="36000" rIns="0" bIns="36000" rtlCol="0" anchor="ctr">
            <a:spAutoFit/>
          </a:bodyPr>
          <a:lstStyle/>
          <a:p>
            <a:pPr algn="ctr"/>
            <a:r>
              <a:rPr lang="en-US" altLang="zh-CN" b="1" dirty="0">
                <a:solidFill>
                  <a:srgbClr val="C00000"/>
                </a:solidFill>
              </a:rPr>
              <a:t>3</a:t>
            </a:r>
            <a:endParaRPr lang="zh-CN" altLang="en-US" b="1" dirty="0">
              <a:solidFill>
                <a:srgbClr val="C00000"/>
              </a:solidFill>
            </a:endParaRPr>
          </a:p>
        </p:txBody>
      </p:sp>
      <p:cxnSp>
        <p:nvCxnSpPr>
          <p:cNvPr id="120" name="直接箭头连接符 119">
            <a:extLst>
              <a:ext uri="{FF2B5EF4-FFF2-40B4-BE49-F238E27FC236}">
                <a16:creationId xmlns:a16="http://schemas.microsoft.com/office/drawing/2014/main" id="{E31DF148-0317-4275-9691-4EABFE4761FD}"/>
              </a:ext>
            </a:extLst>
          </p:cNvPr>
          <p:cNvCxnSpPr>
            <a:cxnSpLocks/>
          </p:cNvCxnSpPr>
          <p:nvPr/>
        </p:nvCxnSpPr>
        <p:spPr>
          <a:xfrm>
            <a:off x="2984093" y="5563472"/>
            <a:ext cx="346705" cy="0"/>
          </a:xfrm>
          <a:prstGeom prst="straightConnector1">
            <a:avLst/>
          </a:prstGeom>
          <a:ln w="28575">
            <a:solidFill>
              <a:srgbClr val="7030A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125" name="文本框 124">
            <a:extLst>
              <a:ext uri="{FF2B5EF4-FFF2-40B4-BE49-F238E27FC236}">
                <a16:creationId xmlns:a16="http://schemas.microsoft.com/office/drawing/2014/main" id="{98552885-B038-4648-AA45-30AA918BF308}"/>
              </a:ext>
            </a:extLst>
          </p:cNvPr>
          <p:cNvSpPr txBox="1"/>
          <p:nvPr/>
        </p:nvSpPr>
        <p:spPr>
          <a:xfrm>
            <a:off x="2648483" y="4052399"/>
            <a:ext cx="402672" cy="359517"/>
          </a:xfrm>
          <a:prstGeom prst="rect">
            <a:avLst/>
          </a:prstGeom>
          <a:noFill/>
        </p:spPr>
        <p:txBody>
          <a:bodyPr wrap="square" lIns="0" tIns="36000" rIns="0" bIns="36000" rtlCol="0" anchor="ctr">
            <a:spAutoFit/>
          </a:bodyPr>
          <a:lstStyle/>
          <a:p>
            <a:pPr algn="ctr"/>
            <a:r>
              <a:rPr lang="en-US" altLang="zh-CN" b="1" dirty="0">
                <a:solidFill>
                  <a:srgbClr val="C00000"/>
                </a:solidFill>
              </a:rPr>
              <a:t>0</a:t>
            </a:r>
            <a:endParaRPr lang="zh-CN" altLang="en-US" b="1" dirty="0">
              <a:solidFill>
                <a:srgbClr val="C00000"/>
              </a:solidFill>
            </a:endParaRPr>
          </a:p>
        </p:txBody>
      </p:sp>
      <p:cxnSp>
        <p:nvCxnSpPr>
          <p:cNvPr id="127" name="直接箭头连接符 126">
            <a:extLst>
              <a:ext uri="{FF2B5EF4-FFF2-40B4-BE49-F238E27FC236}">
                <a16:creationId xmlns:a16="http://schemas.microsoft.com/office/drawing/2014/main" id="{7F1761F7-84AA-4E14-B397-EED26B25082B}"/>
              </a:ext>
            </a:extLst>
          </p:cNvPr>
          <p:cNvCxnSpPr>
            <a:cxnSpLocks/>
          </p:cNvCxnSpPr>
          <p:nvPr/>
        </p:nvCxnSpPr>
        <p:spPr>
          <a:xfrm>
            <a:off x="3643657" y="5572928"/>
            <a:ext cx="346705" cy="0"/>
          </a:xfrm>
          <a:prstGeom prst="straightConnector1">
            <a:avLst/>
          </a:prstGeom>
          <a:ln w="28575">
            <a:solidFill>
              <a:srgbClr val="7030A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132" name="文本框 131">
            <a:extLst>
              <a:ext uri="{FF2B5EF4-FFF2-40B4-BE49-F238E27FC236}">
                <a16:creationId xmlns:a16="http://schemas.microsoft.com/office/drawing/2014/main" id="{8BAB5359-2AAC-4C55-958F-2F238E6E18F2}"/>
              </a:ext>
            </a:extLst>
          </p:cNvPr>
          <p:cNvSpPr txBox="1"/>
          <p:nvPr/>
        </p:nvSpPr>
        <p:spPr>
          <a:xfrm>
            <a:off x="5256621" y="5377248"/>
            <a:ext cx="402672" cy="359517"/>
          </a:xfrm>
          <a:prstGeom prst="rect">
            <a:avLst/>
          </a:prstGeom>
          <a:noFill/>
        </p:spPr>
        <p:txBody>
          <a:bodyPr wrap="square" lIns="0" tIns="36000" rIns="0" bIns="36000" rtlCol="0" anchor="ctr">
            <a:spAutoFit/>
          </a:bodyPr>
          <a:lstStyle/>
          <a:p>
            <a:pPr algn="ctr"/>
            <a:r>
              <a:rPr lang="en-US" altLang="zh-CN" b="1" dirty="0">
                <a:solidFill>
                  <a:srgbClr val="C00000"/>
                </a:solidFill>
              </a:rPr>
              <a:t>4</a:t>
            </a:r>
            <a:endParaRPr lang="zh-CN" altLang="en-US" b="1" dirty="0">
              <a:solidFill>
                <a:srgbClr val="C00000"/>
              </a:solidFill>
            </a:endParaRPr>
          </a:p>
        </p:txBody>
      </p:sp>
      <p:sp>
        <p:nvSpPr>
          <p:cNvPr id="133" name="文本框 132">
            <a:extLst>
              <a:ext uri="{FF2B5EF4-FFF2-40B4-BE49-F238E27FC236}">
                <a16:creationId xmlns:a16="http://schemas.microsoft.com/office/drawing/2014/main" id="{415410F3-C7FD-451B-9B1B-C60EB577DAB9}"/>
              </a:ext>
            </a:extLst>
          </p:cNvPr>
          <p:cNvSpPr txBox="1"/>
          <p:nvPr/>
        </p:nvSpPr>
        <p:spPr>
          <a:xfrm>
            <a:off x="4625225" y="5373796"/>
            <a:ext cx="402672" cy="359517"/>
          </a:xfrm>
          <a:prstGeom prst="rect">
            <a:avLst/>
          </a:prstGeom>
          <a:noFill/>
        </p:spPr>
        <p:txBody>
          <a:bodyPr wrap="square" lIns="0" tIns="36000" rIns="0" bIns="36000" rtlCol="0" anchor="ctr">
            <a:spAutoFit/>
          </a:bodyPr>
          <a:lstStyle/>
          <a:p>
            <a:pPr algn="ctr"/>
            <a:r>
              <a:rPr lang="en-US" altLang="zh-CN" b="1" dirty="0">
                <a:solidFill>
                  <a:srgbClr val="C00000"/>
                </a:solidFill>
              </a:rPr>
              <a:t>5</a:t>
            </a:r>
            <a:endParaRPr lang="zh-CN" altLang="en-US" b="1" dirty="0">
              <a:solidFill>
                <a:srgbClr val="C00000"/>
              </a:solidFill>
            </a:endParaRPr>
          </a:p>
        </p:txBody>
      </p:sp>
      <p:cxnSp>
        <p:nvCxnSpPr>
          <p:cNvPr id="138" name="直接箭头连接符 137">
            <a:extLst>
              <a:ext uri="{FF2B5EF4-FFF2-40B4-BE49-F238E27FC236}">
                <a16:creationId xmlns:a16="http://schemas.microsoft.com/office/drawing/2014/main" id="{8651250A-1E84-48D1-87D4-6B3ECB6E8721}"/>
              </a:ext>
            </a:extLst>
          </p:cNvPr>
          <p:cNvCxnSpPr>
            <a:cxnSpLocks/>
          </p:cNvCxnSpPr>
          <p:nvPr/>
        </p:nvCxnSpPr>
        <p:spPr>
          <a:xfrm>
            <a:off x="4278882" y="5572629"/>
            <a:ext cx="346705" cy="0"/>
          </a:xfrm>
          <a:prstGeom prst="straightConnector1">
            <a:avLst/>
          </a:prstGeom>
          <a:ln w="28575">
            <a:solidFill>
              <a:srgbClr val="7030A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139" name="文本框 138">
            <a:extLst>
              <a:ext uri="{FF2B5EF4-FFF2-40B4-BE49-F238E27FC236}">
                <a16:creationId xmlns:a16="http://schemas.microsoft.com/office/drawing/2014/main" id="{16A44C4C-3641-45C4-B6A9-F5D5C864D640}"/>
              </a:ext>
            </a:extLst>
          </p:cNvPr>
          <p:cNvSpPr txBox="1"/>
          <p:nvPr/>
        </p:nvSpPr>
        <p:spPr>
          <a:xfrm>
            <a:off x="709777" y="5379111"/>
            <a:ext cx="402672" cy="359517"/>
          </a:xfrm>
          <a:prstGeom prst="rect">
            <a:avLst/>
          </a:prstGeom>
          <a:noFill/>
        </p:spPr>
        <p:txBody>
          <a:bodyPr wrap="square" lIns="0" tIns="36000" rIns="0" bIns="36000" rtlCol="0" anchor="ctr">
            <a:spAutoFit/>
          </a:bodyPr>
          <a:lstStyle/>
          <a:p>
            <a:pPr algn="ctr"/>
            <a:r>
              <a:rPr lang="en-US" altLang="zh-CN" b="1" dirty="0">
                <a:solidFill>
                  <a:srgbClr val="C00000"/>
                </a:solidFill>
              </a:rPr>
              <a:t>6</a:t>
            </a:r>
            <a:endParaRPr lang="zh-CN" altLang="en-US" b="1" dirty="0">
              <a:solidFill>
                <a:srgbClr val="C00000"/>
              </a:solidFill>
            </a:endParaRPr>
          </a:p>
        </p:txBody>
      </p:sp>
      <p:sp>
        <p:nvSpPr>
          <p:cNvPr id="140" name="文本框 139">
            <a:extLst>
              <a:ext uri="{FF2B5EF4-FFF2-40B4-BE49-F238E27FC236}">
                <a16:creationId xmlns:a16="http://schemas.microsoft.com/office/drawing/2014/main" id="{B32901F0-D6DA-4A72-AD6E-8FA15F5BE834}"/>
              </a:ext>
            </a:extLst>
          </p:cNvPr>
          <p:cNvSpPr txBox="1"/>
          <p:nvPr/>
        </p:nvSpPr>
        <p:spPr>
          <a:xfrm>
            <a:off x="1032540" y="4052400"/>
            <a:ext cx="402672" cy="359517"/>
          </a:xfrm>
          <a:prstGeom prst="rect">
            <a:avLst/>
          </a:prstGeom>
          <a:noFill/>
        </p:spPr>
        <p:txBody>
          <a:bodyPr wrap="square" lIns="0" tIns="36000" rIns="0" bIns="36000" rtlCol="0" anchor="ctr">
            <a:spAutoFit/>
          </a:bodyPr>
          <a:lstStyle/>
          <a:p>
            <a:pPr algn="ctr"/>
            <a:r>
              <a:rPr lang="en-US" altLang="zh-CN" b="1" dirty="0">
                <a:solidFill>
                  <a:srgbClr val="C00000"/>
                </a:solidFill>
              </a:rPr>
              <a:t>6</a:t>
            </a:r>
            <a:endParaRPr lang="zh-CN" altLang="en-US" b="1" dirty="0">
              <a:solidFill>
                <a:srgbClr val="C00000"/>
              </a:solidFill>
            </a:endParaRPr>
          </a:p>
        </p:txBody>
      </p:sp>
      <p:cxnSp>
        <p:nvCxnSpPr>
          <p:cNvPr id="141" name="直接箭头连接符 140">
            <a:extLst>
              <a:ext uri="{FF2B5EF4-FFF2-40B4-BE49-F238E27FC236}">
                <a16:creationId xmlns:a16="http://schemas.microsoft.com/office/drawing/2014/main" id="{98E7F897-C55B-4706-9D39-2A7641DC261E}"/>
              </a:ext>
            </a:extLst>
          </p:cNvPr>
          <p:cNvCxnSpPr>
            <a:cxnSpLocks/>
          </p:cNvCxnSpPr>
          <p:nvPr/>
        </p:nvCxnSpPr>
        <p:spPr>
          <a:xfrm>
            <a:off x="4932457" y="5559929"/>
            <a:ext cx="346705" cy="0"/>
          </a:xfrm>
          <a:prstGeom prst="straightConnector1">
            <a:avLst/>
          </a:prstGeom>
          <a:ln w="28575">
            <a:solidFill>
              <a:srgbClr val="7030A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146" name="文本框 145">
            <a:extLst>
              <a:ext uri="{FF2B5EF4-FFF2-40B4-BE49-F238E27FC236}">
                <a16:creationId xmlns:a16="http://schemas.microsoft.com/office/drawing/2014/main" id="{E0D055F9-8F68-4464-AC02-F6CC4670B8D3}"/>
              </a:ext>
            </a:extLst>
          </p:cNvPr>
          <p:cNvSpPr txBox="1"/>
          <p:nvPr/>
        </p:nvSpPr>
        <p:spPr>
          <a:xfrm>
            <a:off x="1404282" y="5366800"/>
            <a:ext cx="402672" cy="359517"/>
          </a:xfrm>
          <a:prstGeom prst="rect">
            <a:avLst/>
          </a:prstGeom>
          <a:noFill/>
        </p:spPr>
        <p:txBody>
          <a:bodyPr wrap="square" lIns="0" tIns="36000" rIns="0" bIns="36000" rtlCol="0" anchor="ctr">
            <a:spAutoFit/>
          </a:bodyPr>
          <a:lstStyle/>
          <a:p>
            <a:pPr algn="ctr"/>
            <a:r>
              <a:rPr lang="en-US" altLang="zh-CN" b="1" dirty="0">
                <a:solidFill>
                  <a:srgbClr val="C00000"/>
                </a:solidFill>
              </a:rPr>
              <a:t>7</a:t>
            </a:r>
            <a:endParaRPr lang="zh-CN" altLang="en-US" b="1" dirty="0">
              <a:solidFill>
                <a:srgbClr val="C00000"/>
              </a:solidFill>
            </a:endParaRPr>
          </a:p>
        </p:txBody>
      </p:sp>
      <p:cxnSp>
        <p:nvCxnSpPr>
          <p:cNvPr id="148" name="直接箭头连接符 147">
            <a:extLst>
              <a:ext uri="{FF2B5EF4-FFF2-40B4-BE49-F238E27FC236}">
                <a16:creationId xmlns:a16="http://schemas.microsoft.com/office/drawing/2014/main" id="{5C63F522-B1A5-4817-BCB4-C18C88F0FEA2}"/>
              </a:ext>
            </a:extLst>
          </p:cNvPr>
          <p:cNvCxnSpPr>
            <a:cxnSpLocks/>
          </p:cNvCxnSpPr>
          <p:nvPr/>
        </p:nvCxnSpPr>
        <p:spPr>
          <a:xfrm>
            <a:off x="5563485" y="5569384"/>
            <a:ext cx="346705" cy="0"/>
          </a:xfrm>
          <a:prstGeom prst="straightConnector1">
            <a:avLst/>
          </a:prstGeom>
          <a:ln w="28575">
            <a:solidFill>
              <a:srgbClr val="7030A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149" name="组合 148">
            <a:extLst>
              <a:ext uri="{FF2B5EF4-FFF2-40B4-BE49-F238E27FC236}">
                <a16:creationId xmlns:a16="http://schemas.microsoft.com/office/drawing/2014/main" id="{AC228344-6248-4EEE-B28D-ACCB6E734DB0}"/>
              </a:ext>
            </a:extLst>
          </p:cNvPr>
          <p:cNvGrpSpPr/>
          <p:nvPr/>
        </p:nvGrpSpPr>
        <p:grpSpPr>
          <a:xfrm>
            <a:off x="896238" y="5710854"/>
            <a:ext cx="5303010" cy="566226"/>
            <a:chOff x="1667151" y="6205286"/>
            <a:chExt cx="1084859" cy="263247"/>
          </a:xfrm>
        </p:grpSpPr>
        <p:cxnSp>
          <p:nvCxnSpPr>
            <p:cNvPr id="150" name="直接连接符 149">
              <a:extLst>
                <a:ext uri="{FF2B5EF4-FFF2-40B4-BE49-F238E27FC236}">
                  <a16:creationId xmlns:a16="http://schemas.microsoft.com/office/drawing/2014/main" id="{EE5EE065-4A58-4CCB-BB7B-F694E48E866F}"/>
                </a:ext>
              </a:extLst>
            </p:cNvPr>
            <p:cNvCxnSpPr>
              <a:cxnSpLocks/>
            </p:cNvCxnSpPr>
            <p:nvPr/>
          </p:nvCxnSpPr>
          <p:spPr>
            <a:xfrm flipV="1">
              <a:off x="1667821" y="6205287"/>
              <a:ext cx="0" cy="263246"/>
            </a:xfrm>
            <a:prstGeom prst="line">
              <a:avLst/>
            </a:prstGeom>
            <a:ln w="28575">
              <a:solidFill>
                <a:srgbClr val="7030A0"/>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51" name="直接连接符 150">
              <a:extLst>
                <a:ext uri="{FF2B5EF4-FFF2-40B4-BE49-F238E27FC236}">
                  <a16:creationId xmlns:a16="http://schemas.microsoft.com/office/drawing/2014/main" id="{CE64D7F2-786A-4343-B30D-A7EA45A6BB2F}"/>
                </a:ext>
              </a:extLst>
            </p:cNvPr>
            <p:cNvCxnSpPr/>
            <p:nvPr/>
          </p:nvCxnSpPr>
          <p:spPr>
            <a:xfrm>
              <a:off x="1667151" y="6458963"/>
              <a:ext cx="1084859" cy="0"/>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52" name="直接连接符 151">
              <a:extLst>
                <a:ext uri="{FF2B5EF4-FFF2-40B4-BE49-F238E27FC236}">
                  <a16:creationId xmlns:a16="http://schemas.microsoft.com/office/drawing/2014/main" id="{7BAC047C-48A4-4AF1-9BFB-1A23708929D7}"/>
                </a:ext>
              </a:extLst>
            </p:cNvPr>
            <p:cNvCxnSpPr>
              <a:cxnSpLocks/>
            </p:cNvCxnSpPr>
            <p:nvPr/>
          </p:nvCxnSpPr>
          <p:spPr>
            <a:xfrm>
              <a:off x="2752010" y="6205286"/>
              <a:ext cx="0" cy="263247"/>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grpSp>
      <p:sp>
        <p:nvSpPr>
          <p:cNvPr id="153" name="文本框 152">
            <a:extLst>
              <a:ext uri="{FF2B5EF4-FFF2-40B4-BE49-F238E27FC236}">
                <a16:creationId xmlns:a16="http://schemas.microsoft.com/office/drawing/2014/main" id="{50025260-42E8-4515-A73D-B9643D23E712}"/>
              </a:ext>
            </a:extLst>
          </p:cNvPr>
          <p:cNvSpPr txBox="1"/>
          <p:nvPr/>
        </p:nvSpPr>
        <p:spPr>
          <a:xfrm>
            <a:off x="3327875" y="5368919"/>
            <a:ext cx="402672" cy="359517"/>
          </a:xfrm>
          <a:prstGeom prst="rect">
            <a:avLst/>
          </a:prstGeom>
          <a:noFill/>
        </p:spPr>
        <p:txBody>
          <a:bodyPr wrap="square" lIns="0" tIns="36000" rIns="0" bIns="36000" rtlCol="0" anchor="ctr">
            <a:spAutoFit/>
          </a:bodyPr>
          <a:lstStyle/>
          <a:p>
            <a:pPr algn="ctr"/>
            <a:r>
              <a:rPr lang="en-US" altLang="zh-CN" b="1" dirty="0">
                <a:solidFill>
                  <a:srgbClr val="C00000"/>
                </a:solidFill>
              </a:rPr>
              <a:t>8</a:t>
            </a:r>
            <a:endParaRPr lang="zh-CN" altLang="en-US" b="1" dirty="0">
              <a:solidFill>
                <a:srgbClr val="C00000"/>
              </a:solidFill>
            </a:endParaRPr>
          </a:p>
        </p:txBody>
      </p:sp>
      <p:sp>
        <p:nvSpPr>
          <p:cNvPr id="155" name="Text Box 225">
            <a:extLst>
              <a:ext uri="{FF2B5EF4-FFF2-40B4-BE49-F238E27FC236}">
                <a16:creationId xmlns:a16="http://schemas.microsoft.com/office/drawing/2014/main" id="{8DFAB79B-A6E0-4983-B40F-2090EBABA516}"/>
              </a:ext>
            </a:extLst>
          </p:cNvPr>
          <p:cNvSpPr txBox="1">
            <a:spLocks noChangeArrowheads="1"/>
          </p:cNvSpPr>
          <p:nvPr/>
        </p:nvSpPr>
        <p:spPr bwMode="auto">
          <a:xfrm>
            <a:off x="375454" y="1852960"/>
            <a:ext cx="429586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1600" b="1" dirty="0">
                <a:solidFill>
                  <a:srgbClr val="000066"/>
                </a:solidFill>
                <a:latin typeface="宋体" panose="02010600030101010101" pitchFamily="2" charset="-122"/>
                <a:ea typeface="宋体" panose="02010600030101010101" pitchFamily="2" charset="-122"/>
              </a:rPr>
              <a:t>图</a:t>
            </a:r>
            <a:r>
              <a:rPr lang="en-US" altLang="zh-CN" sz="1600" b="1" dirty="0">
                <a:solidFill>
                  <a:srgbClr val="000066"/>
                </a:solidFill>
                <a:latin typeface="宋体" panose="02010600030101010101" pitchFamily="2" charset="-122"/>
                <a:ea typeface="宋体" panose="02010600030101010101" pitchFamily="2" charset="-122"/>
              </a:rPr>
              <a:t>10.4</a:t>
            </a:r>
            <a:r>
              <a:rPr lang="zh-CN" altLang="en-US" sz="1600" b="1" dirty="0">
                <a:solidFill>
                  <a:srgbClr val="000066"/>
                </a:solidFill>
                <a:latin typeface="宋体" panose="02010600030101010101" pitchFamily="2" charset="-122"/>
                <a:ea typeface="宋体" panose="02010600030101010101" pitchFamily="2" charset="-122"/>
              </a:rPr>
              <a:t>初始是有序循环静态链表重排前的初态。</a:t>
            </a:r>
            <a:endParaRPr lang="en-US" altLang="zh-CN" sz="1600" b="1" dirty="0">
              <a:solidFill>
                <a:srgbClr val="000066"/>
              </a:solidFill>
              <a:latin typeface="宋体" panose="02010600030101010101" pitchFamily="2" charset="-122"/>
              <a:ea typeface="宋体" panose="02010600030101010101" pitchFamily="2" charset="-122"/>
            </a:endParaRPr>
          </a:p>
        </p:txBody>
      </p:sp>
      <p:grpSp>
        <p:nvGrpSpPr>
          <p:cNvPr id="552" name="组合 551">
            <a:extLst>
              <a:ext uri="{FF2B5EF4-FFF2-40B4-BE49-F238E27FC236}">
                <a16:creationId xmlns:a16="http://schemas.microsoft.com/office/drawing/2014/main" id="{CB59802C-9333-4731-AD8A-E4D9D5B8E2E8}"/>
              </a:ext>
            </a:extLst>
          </p:cNvPr>
          <p:cNvGrpSpPr/>
          <p:nvPr/>
        </p:nvGrpSpPr>
        <p:grpSpPr>
          <a:xfrm>
            <a:off x="3572019" y="2796052"/>
            <a:ext cx="135715" cy="516627"/>
            <a:chOff x="9078161" y="4790157"/>
            <a:chExt cx="135715" cy="516627"/>
          </a:xfrm>
        </p:grpSpPr>
        <p:sp>
          <p:nvSpPr>
            <p:cNvPr id="463" name="Line 277">
              <a:extLst>
                <a:ext uri="{FF2B5EF4-FFF2-40B4-BE49-F238E27FC236}">
                  <a16:creationId xmlns:a16="http://schemas.microsoft.com/office/drawing/2014/main" id="{3D68467F-889E-4460-BBFD-8AE044BB2365}"/>
                </a:ext>
              </a:extLst>
            </p:cNvPr>
            <p:cNvSpPr>
              <a:spLocks noChangeShapeType="1"/>
            </p:cNvSpPr>
            <p:nvPr/>
          </p:nvSpPr>
          <p:spPr bwMode="auto">
            <a:xfrm>
              <a:off x="9146292" y="5099902"/>
              <a:ext cx="0" cy="206882"/>
            </a:xfrm>
            <a:prstGeom prst="line">
              <a:avLst/>
            </a:prstGeom>
            <a:noFill/>
            <a:ln w="19050">
              <a:solidFill>
                <a:schemeClr val="accent2">
                  <a:lumMod val="50000"/>
                </a:schemeClr>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4" name="Text Box 278">
              <a:extLst>
                <a:ext uri="{FF2B5EF4-FFF2-40B4-BE49-F238E27FC236}">
                  <a16:creationId xmlns:a16="http://schemas.microsoft.com/office/drawing/2014/main" id="{6A09FA53-6834-44A0-BBDC-0583BB1586F8}"/>
                </a:ext>
              </a:extLst>
            </p:cNvPr>
            <p:cNvSpPr txBox="1">
              <a:spLocks noChangeArrowheads="1"/>
            </p:cNvSpPr>
            <p:nvPr/>
          </p:nvSpPr>
          <p:spPr bwMode="auto">
            <a:xfrm flipH="1">
              <a:off x="9078161" y="4790157"/>
              <a:ext cx="135715" cy="277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eaLnBrk="0" hangingPunct="0"/>
              <a:r>
                <a:rPr kumimoji="0" lang="en-US" altLang="zh-CN" b="1" dirty="0">
                  <a:solidFill>
                    <a:schemeClr val="accent2">
                      <a:lumMod val="50000"/>
                    </a:schemeClr>
                  </a:solidFill>
                  <a:ea typeface="宋体" panose="02010600030101010101" pitchFamily="2" charset="-122"/>
                </a:rPr>
                <a:t>p</a:t>
              </a:r>
            </a:p>
          </p:txBody>
        </p:sp>
      </p:grpSp>
      <p:grpSp>
        <p:nvGrpSpPr>
          <p:cNvPr id="553" name="组合 552">
            <a:extLst>
              <a:ext uri="{FF2B5EF4-FFF2-40B4-BE49-F238E27FC236}">
                <a16:creationId xmlns:a16="http://schemas.microsoft.com/office/drawing/2014/main" id="{DECBF09B-D285-4F96-BE0C-9C7BBF58AE64}"/>
              </a:ext>
            </a:extLst>
          </p:cNvPr>
          <p:cNvGrpSpPr/>
          <p:nvPr/>
        </p:nvGrpSpPr>
        <p:grpSpPr>
          <a:xfrm>
            <a:off x="4056756" y="2791025"/>
            <a:ext cx="135715" cy="516627"/>
            <a:chOff x="9078161" y="4790157"/>
            <a:chExt cx="135715" cy="516627"/>
          </a:xfrm>
        </p:grpSpPr>
        <p:sp>
          <p:nvSpPr>
            <p:cNvPr id="554" name="Line 277">
              <a:extLst>
                <a:ext uri="{FF2B5EF4-FFF2-40B4-BE49-F238E27FC236}">
                  <a16:creationId xmlns:a16="http://schemas.microsoft.com/office/drawing/2014/main" id="{C2DFBBC8-23EA-4B57-8552-2E1741602E5E}"/>
                </a:ext>
              </a:extLst>
            </p:cNvPr>
            <p:cNvSpPr>
              <a:spLocks noChangeShapeType="1"/>
            </p:cNvSpPr>
            <p:nvPr/>
          </p:nvSpPr>
          <p:spPr bwMode="auto">
            <a:xfrm>
              <a:off x="9146292" y="5099902"/>
              <a:ext cx="0" cy="206882"/>
            </a:xfrm>
            <a:prstGeom prst="line">
              <a:avLst/>
            </a:prstGeom>
            <a:noFill/>
            <a:ln w="19050">
              <a:solidFill>
                <a:srgbClr val="00B0F0"/>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5" name="Text Box 278">
              <a:extLst>
                <a:ext uri="{FF2B5EF4-FFF2-40B4-BE49-F238E27FC236}">
                  <a16:creationId xmlns:a16="http://schemas.microsoft.com/office/drawing/2014/main" id="{E72ED6BC-17E8-4FCF-8E64-C70B407B464A}"/>
                </a:ext>
              </a:extLst>
            </p:cNvPr>
            <p:cNvSpPr txBox="1">
              <a:spLocks noChangeArrowheads="1"/>
            </p:cNvSpPr>
            <p:nvPr/>
          </p:nvSpPr>
          <p:spPr bwMode="auto">
            <a:xfrm flipH="1">
              <a:off x="9078161" y="4790157"/>
              <a:ext cx="135715" cy="277194"/>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eaLnBrk="0" hangingPunct="0"/>
              <a:r>
                <a:rPr kumimoji="0" lang="en-US" altLang="zh-CN" b="1" dirty="0">
                  <a:solidFill>
                    <a:srgbClr val="00B0F0"/>
                  </a:solidFill>
                  <a:ea typeface="宋体" panose="02010600030101010101" pitchFamily="2" charset="-122"/>
                </a:rPr>
                <a:t>q</a:t>
              </a:r>
            </a:p>
          </p:txBody>
        </p:sp>
      </p:grpSp>
      <p:grpSp>
        <p:nvGrpSpPr>
          <p:cNvPr id="556" name="组合 555">
            <a:extLst>
              <a:ext uri="{FF2B5EF4-FFF2-40B4-BE49-F238E27FC236}">
                <a16:creationId xmlns:a16="http://schemas.microsoft.com/office/drawing/2014/main" id="{E313C6F1-6202-4574-B7CB-7BB0E6C8CEEF}"/>
              </a:ext>
            </a:extLst>
          </p:cNvPr>
          <p:cNvGrpSpPr/>
          <p:nvPr/>
        </p:nvGrpSpPr>
        <p:grpSpPr>
          <a:xfrm>
            <a:off x="1432453" y="3145986"/>
            <a:ext cx="135715" cy="516627"/>
            <a:chOff x="9078161" y="4790157"/>
            <a:chExt cx="135715" cy="516627"/>
          </a:xfrm>
        </p:grpSpPr>
        <p:sp>
          <p:nvSpPr>
            <p:cNvPr id="557" name="Line 277">
              <a:extLst>
                <a:ext uri="{FF2B5EF4-FFF2-40B4-BE49-F238E27FC236}">
                  <a16:creationId xmlns:a16="http://schemas.microsoft.com/office/drawing/2014/main" id="{BD598D24-DDB3-4971-A95A-1493B639623C}"/>
                </a:ext>
              </a:extLst>
            </p:cNvPr>
            <p:cNvSpPr>
              <a:spLocks noChangeShapeType="1"/>
            </p:cNvSpPr>
            <p:nvPr/>
          </p:nvSpPr>
          <p:spPr bwMode="auto">
            <a:xfrm>
              <a:off x="9146292" y="5099902"/>
              <a:ext cx="0" cy="206882"/>
            </a:xfrm>
            <a:prstGeom prst="line">
              <a:avLst/>
            </a:prstGeom>
            <a:noFill/>
            <a:ln w="19050">
              <a:solidFill>
                <a:srgbClr val="C00000"/>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8" name="Text Box 278">
              <a:extLst>
                <a:ext uri="{FF2B5EF4-FFF2-40B4-BE49-F238E27FC236}">
                  <a16:creationId xmlns:a16="http://schemas.microsoft.com/office/drawing/2014/main" id="{1E977E66-5A8E-4048-8410-F53A8D9700AE}"/>
                </a:ext>
              </a:extLst>
            </p:cNvPr>
            <p:cNvSpPr txBox="1">
              <a:spLocks noChangeArrowheads="1"/>
            </p:cNvSpPr>
            <p:nvPr/>
          </p:nvSpPr>
          <p:spPr bwMode="auto">
            <a:xfrm flipH="1">
              <a:off x="9078161" y="4790157"/>
              <a:ext cx="135715" cy="277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algn="ctr" eaLnBrk="0" hangingPunct="0"/>
              <a:r>
                <a:rPr kumimoji="0" lang="en-US" altLang="zh-CN" b="1" dirty="0" err="1">
                  <a:solidFill>
                    <a:srgbClr val="C00000"/>
                  </a:solidFill>
                  <a:ea typeface="宋体" panose="02010600030101010101" pitchFamily="2" charset="-122"/>
                </a:rPr>
                <a:t>i</a:t>
              </a:r>
              <a:endParaRPr kumimoji="0" lang="en-US" altLang="zh-CN" b="1" dirty="0">
                <a:solidFill>
                  <a:srgbClr val="C00000"/>
                </a:solidFill>
                <a:ea typeface="宋体" panose="02010600030101010101" pitchFamily="2" charset="-122"/>
              </a:endParaRPr>
            </a:p>
          </p:txBody>
        </p:sp>
      </p:grpSp>
      <p:sp>
        <p:nvSpPr>
          <p:cNvPr id="100" name="文本框 99">
            <a:extLst>
              <a:ext uri="{FF2B5EF4-FFF2-40B4-BE49-F238E27FC236}">
                <a16:creationId xmlns:a16="http://schemas.microsoft.com/office/drawing/2014/main" id="{394C7FE5-C502-4C8B-B8B7-C26264B74674}"/>
              </a:ext>
            </a:extLst>
          </p:cNvPr>
          <p:cNvSpPr txBox="1"/>
          <p:nvPr/>
        </p:nvSpPr>
        <p:spPr>
          <a:xfrm>
            <a:off x="1431798" y="3681277"/>
            <a:ext cx="402672" cy="359517"/>
          </a:xfrm>
          <a:prstGeom prst="rect">
            <a:avLst/>
          </a:prstGeom>
          <a:noFill/>
        </p:spPr>
        <p:txBody>
          <a:bodyPr wrap="square" lIns="0" tIns="36000" rIns="0" bIns="36000" rtlCol="0" anchor="ctr">
            <a:spAutoFit/>
          </a:bodyPr>
          <a:lstStyle/>
          <a:p>
            <a:pPr algn="ctr"/>
            <a:r>
              <a:rPr lang="en-US" altLang="zh-CN" b="1" dirty="0">
                <a:solidFill>
                  <a:srgbClr val="002060"/>
                </a:solidFill>
              </a:rPr>
              <a:t>49</a:t>
            </a:r>
            <a:endParaRPr lang="zh-CN" altLang="en-US" b="1" dirty="0">
              <a:solidFill>
                <a:srgbClr val="002060"/>
              </a:solidFill>
            </a:endParaRPr>
          </a:p>
        </p:txBody>
      </p:sp>
      <p:sp>
        <p:nvSpPr>
          <p:cNvPr id="20" name="文本框 19">
            <a:extLst>
              <a:ext uri="{FF2B5EF4-FFF2-40B4-BE49-F238E27FC236}">
                <a16:creationId xmlns:a16="http://schemas.microsoft.com/office/drawing/2014/main" id="{662DA05F-1328-4B10-92A0-2782E159DCC4}"/>
              </a:ext>
            </a:extLst>
          </p:cNvPr>
          <p:cNvSpPr txBox="1"/>
          <p:nvPr/>
        </p:nvSpPr>
        <p:spPr>
          <a:xfrm>
            <a:off x="3442603" y="3681843"/>
            <a:ext cx="402672" cy="359517"/>
          </a:xfrm>
          <a:prstGeom prst="rect">
            <a:avLst/>
          </a:prstGeom>
          <a:noFill/>
        </p:spPr>
        <p:txBody>
          <a:bodyPr wrap="square" lIns="0" tIns="36000" rIns="0" bIns="36000" rtlCol="0" anchor="ctr">
            <a:spAutoFit/>
          </a:bodyPr>
          <a:lstStyle/>
          <a:p>
            <a:pPr algn="ctr"/>
            <a:r>
              <a:rPr lang="en-US" altLang="zh-CN" b="1" dirty="0">
                <a:solidFill>
                  <a:srgbClr val="002060"/>
                </a:solidFill>
              </a:rPr>
              <a:t>13</a:t>
            </a:r>
            <a:endParaRPr lang="zh-CN" altLang="en-US" b="1" dirty="0">
              <a:solidFill>
                <a:srgbClr val="002060"/>
              </a:solidFill>
            </a:endParaRPr>
          </a:p>
        </p:txBody>
      </p:sp>
      <p:sp>
        <p:nvSpPr>
          <p:cNvPr id="559" name="文本框 558">
            <a:extLst>
              <a:ext uri="{FF2B5EF4-FFF2-40B4-BE49-F238E27FC236}">
                <a16:creationId xmlns:a16="http://schemas.microsoft.com/office/drawing/2014/main" id="{1691118F-2445-4C0F-9584-C5128AA90A8F}"/>
              </a:ext>
            </a:extLst>
          </p:cNvPr>
          <p:cNvSpPr txBox="1"/>
          <p:nvPr/>
        </p:nvSpPr>
        <p:spPr>
          <a:xfrm>
            <a:off x="1449008" y="4060318"/>
            <a:ext cx="402672" cy="359517"/>
          </a:xfrm>
          <a:prstGeom prst="rect">
            <a:avLst/>
          </a:prstGeom>
          <a:noFill/>
        </p:spPr>
        <p:txBody>
          <a:bodyPr wrap="square" lIns="0" tIns="36000" rIns="0" bIns="36000" rtlCol="0" anchor="ctr">
            <a:spAutoFit/>
          </a:bodyPr>
          <a:lstStyle/>
          <a:p>
            <a:pPr algn="ctr"/>
            <a:r>
              <a:rPr lang="en-US" altLang="zh-CN" b="1" dirty="0">
                <a:solidFill>
                  <a:srgbClr val="C00000"/>
                </a:solidFill>
              </a:rPr>
              <a:t>(6)</a:t>
            </a:r>
            <a:endParaRPr lang="zh-CN" altLang="en-US" b="1" dirty="0">
              <a:solidFill>
                <a:srgbClr val="C00000"/>
              </a:solidFill>
            </a:endParaRPr>
          </a:p>
        </p:txBody>
      </p:sp>
      <p:sp>
        <p:nvSpPr>
          <p:cNvPr id="22" name="文本框 21">
            <a:extLst>
              <a:ext uri="{FF2B5EF4-FFF2-40B4-BE49-F238E27FC236}">
                <a16:creationId xmlns:a16="http://schemas.microsoft.com/office/drawing/2014/main" id="{062F7877-E62B-4F4F-B187-4461A2254C1E}"/>
              </a:ext>
            </a:extLst>
          </p:cNvPr>
          <p:cNvSpPr txBox="1"/>
          <p:nvPr/>
        </p:nvSpPr>
        <p:spPr>
          <a:xfrm>
            <a:off x="3857880" y="3678284"/>
            <a:ext cx="402672" cy="359517"/>
          </a:xfrm>
          <a:prstGeom prst="rect">
            <a:avLst/>
          </a:prstGeom>
          <a:noFill/>
        </p:spPr>
        <p:txBody>
          <a:bodyPr wrap="square" lIns="0" tIns="36000" rIns="0" bIns="36000" rtlCol="0" anchor="ctr">
            <a:spAutoFit/>
          </a:bodyPr>
          <a:lstStyle/>
          <a:p>
            <a:pPr algn="ctr"/>
            <a:r>
              <a:rPr lang="en-US" altLang="zh-CN" b="1" dirty="0">
                <a:solidFill>
                  <a:srgbClr val="002060"/>
                </a:solidFill>
              </a:rPr>
              <a:t>27</a:t>
            </a:r>
            <a:endParaRPr lang="zh-CN" altLang="en-US" b="1" dirty="0">
              <a:solidFill>
                <a:srgbClr val="002060"/>
              </a:solidFill>
            </a:endParaRPr>
          </a:p>
        </p:txBody>
      </p:sp>
      <p:sp>
        <p:nvSpPr>
          <p:cNvPr id="560" name="文本框 559">
            <a:extLst>
              <a:ext uri="{FF2B5EF4-FFF2-40B4-BE49-F238E27FC236}">
                <a16:creationId xmlns:a16="http://schemas.microsoft.com/office/drawing/2014/main" id="{7E5D1D9A-ED74-4500-BA6E-FB68B2645BEA}"/>
              </a:ext>
            </a:extLst>
          </p:cNvPr>
          <p:cNvSpPr txBox="1"/>
          <p:nvPr/>
        </p:nvSpPr>
        <p:spPr>
          <a:xfrm>
            <a:off x="1822460" y="4058920"/>
            <a:ext cx="402672" cy="359517"/>
          </a:xfrm>
          <a:prstGeom prst="rect">
            <a:avLst/>
          </a:prstGeom>
          <a:noFill/>
        </p:spPr>
        <p:txBody>
          <a:bodyPr wrap="square" lIns="0" tIns="36000" rIns="0" bIns="36000" rtlCol="0" anchor="ctr">
            <a:spAutoFit/>
          </a:bodyPr>
          <a:lstStyle/>
          <a:p>
            <a:pPr algn="ctr"/>
            <a:r>
              <a:rPr lang="en-US" altLang="zh-CN" b="1" dirty="0">
                <a:solidFill>
                  <a:srgbClr val="C00000"/>
                </a:solidFill>
              </a:rPr>
              <a:t>(7)</a:t>
            </a:r>
            <a:endParaRPr lang="zh-CN" altLang="en-US" b="1" dirty="0">
              <a:solidFill>
                <a:srgbClr val="C00000"/>
              </a:solidFill>
            </a:endParaRPr>
          </a:p>
        </p:txBody>
      </p:sp>
      <p:sp>
        <p:nvSpPr>
          <p:cNvPr id="14" name="文本框 13">
            <a:extLst>
              <a:ext uri="{FF2B5EF4-FFF2-40B4-BE49-F238E27FC236}">
                <a16:creationId xmlns:a16="http://schemas.microsoft.com/office/drawing/2014/main" id="{7B9A41E2-509B-4A18-9A5A-F9DB56D1938C}"/>
              </a:ext>
            </a:extLst>
          </p:cNvPr>
          <p:cNvSpPr txBox="1"/>
          <p:nvPr/>
        </p:nvSpPr>
        <p:spPr>
          <a:xfrm>
            <a:off x="2232357" y="3677449"/>
            <a:ext cx="402672" cy="359517"/>
          </a:xfrm>
          <a:prstGeom prst="rect">
            <a:avLst/>
          </a:prstGeom>
          <a:noFill/>
        </p:spPr>
        <p:txBody>
          <a:bodyPr wrap="square" lIns="0" tIns="36000" rIns="0" bIns="36000" rtlCol="0" anchor="ctr">
            <a:spAutoFit/>
          </a:bodyPr>
          <a:lstStyle/>
          <a:p>
            <a:pPr algn="ctr"/>
            <a:r>
              <a:rPr lang="en-US" altLang="zh-CN" b="1" dirty="0">
                <a:solidFill>
                  <a:srgbClr val="002060"/>
                </a:solidFill>
              </a:rPr>
              <a:t>65</a:t>
            </a:r>
            <a:endParaRPr lang="zh-CN" altLang="en-US" b="1" dirty="0">
              <a:solidFill>
                <a:srgbClr val="002060"/>
              </a:solidFill>
            </a:endParaRPr>
          </a:p>
        </p:txBody>
      </p:sp>
      <p:sp>
        <p:nvSpPr>
          <p:cNvPr id="131" name="文本框 130">
            <a:extLst>
              <a:ext uri="{FF2B5EF4-FFF2-40B4-BE49-F238E27FC236}">
                <a16:creationId xmlns:a16="http://schemas.microsoft.com/office/drawing/2014/main" id="{4CF3CC72-CADD-4070-A60F-2B31541B2493}"/>
              </a:ext>
            </a:extLst>
          </p:cNvPr>
          <p:cNvSpPr txBox="1"/>
          <p:nvPr/>
        </p:nvSpPr>
        <p:spPr>
          <a:xfrm>
            <a:off x="2239608" y="4045020"/>
            <a:ext cx="402672" cy="359517"/>
          </a:xfrm>
          <a:prstGeom prst="rect">
            <a:avLst/>
          </a:prstGeom>
          <a:noFill/>
        </p:spPr>
        <p:txBody>
          <a:bodyPr wrap="square" lIns="0" tIns="36000" rIns="0" bIns="36000" rtlCol="0" anchor="ctr">
            <a:spAutoFit/>
          </a:bodyPr>
          <a:lstStyle/>
          <a:p>
            <a:pPr algn="ctr"/>
            <a:r>
              <a:rPr lang="en-US" altLang="zh-CN" b="1" dirty="0">
                <a:solidFill>
                  <a:srgbClr val="C00000"/>
                </a:solidFill>
              </a:rPr>
              <a:t>(7)</a:t>
            </a:r>
            <a:endParaRPr lang="zh-CN" altLang="en-US" b="1" dirty="0">
              <a:solidFill>
                <a:srgbClr val="C00000"/>
              </a:solidFill>
            </a:endParaRPr>
          </a:p>
        </p:txBody>
      </p:sp>
      <p:sp>
        <p:nvSpPr>
          <p:cNvPr id="134" name="文本框 133">
            <a:extLst>
              <a:ext uri="{FF2B5EF4-FFF2-40B4-BE49-F238E27FC236}">
                <a16:creationId xmlns:a16="http://schemas.microsoft.com/office/drawing/2014/main" id="{A7452D1E-2987-4C2E-A191-1D1E0832DE30}"/>
              </a:ext>
            </a:extLst>
          </p:cNvPr>
          <p:cNvSpPr txBox="1"/>
          <p:nvPr/>
        </p:nvSpPr>
        <p:spPr>
          <a:xfrm>
            <a:off x="2646245" y="4047748"/>
            <a:ext cx="402672" cy="359517"/>
          </a:xfrm>
          <a:prstGeom prst="rect">
            <a:avLst/>
          </a:prstGeom>
          <a:noFill/>
        </p:spPr>
        <p:txBody>
          <a:bodyPr wrap="square" lIns="0" tIns="36000" rIns="0" bIns="36000" rtlCol="0" anchor="ctr">
            <a:spAutoFit/>
          </a:bodyPr>
          <a:lstStyle/>
          <a:p>
            <a:pPr algn="ctr"/>
            <a:r>
              <a:rPr lang="en-US" altLang="zh-CN" b="1" dirty="0">
                <a:solidFill>
                  <a:srgbClr val="C00000"/>
                </a:solidFill>
              </a:rPr>
              <a:t>(6)</a:t>
            </a:r>
            <a:endParaRPr lang="zh-CN" altLang="en-US" b="1" dirty="0">
              <a:solidFill>
                <a:srgbClr val="C00000"/>
              </a:solidFill>
            </a:endParaRPr>
          </a:p>
        </p:txBody>
      </p:sp>
      <p:sp>
        <p:nvSpPr>
          <p:cNvPr id="18" name="文本框 17">
            <a:extLst>
              <a:ext uri="{FF2B5EF4-FFF2-40B4-BE49-F238E27FC236}">
                <a16:creationId xmlns:a16="http://schemas.microsoft.com/office/drawing/2014/main" id="{7C9CF246-F71B-425E-A5B3-80F6CC2A41B6}"/>
              </a:ext>
            </a:extLst>
          </p:cNvPr>
          <p:cNvSpPr txBox="1"/>
          <p:nvPr/>
        </p:nvSpPr>
        <p:spPr>
          <a:xfrm>
            <a:off x="3037701" y="3683236"/>
            <a:ext cx="402672" cy="359517"/>
          </a:xfrm>
          <a:prstGeom prst="rect">
            <a:avLst/>
          </a:prstGeom>
          <a:noFill/>
        </p:spPr>
        <p:txBody>
          <a:bodyPr wrap="square" lIns="0" tIns="36000" rIns="0" bIns="36000" rtlCol="0" anchor="ctr">
            <a:spAutoFit/>
          </a:bodyPr>
          <a:lstStyle/>
          <a:p>
            <a:pPr algn="ctr"/>
            <a:r>
              <a:rPr lang="en-US" altLang="zh-CN" b="1" dirty="0">
                <a:solidFill>
                  <a:srgbClr val="002060"/>
                </a:solidFill>
              </a:rPr>
              <a:t>76</a:t>
            </a:r>
            <a:endParaRPr lang="zh-CN" altLang="en-US" b="1" dirty="0">
              <a:solidFill>
                <a:srgbClr val="002060"/>
              </a:solidFill>
            </a:endParaRPr>
          </a:p>
        </p:txBody>
      </p:sp>
      <p:sp>
        <p:nvSpPr>
          <p:cNvPr id="135" name="文本框 134">
            <a:extLst>
              <a:ext uri="{FF2B5EF4-FFF2-40B4-BE49-F238E27FC236}">
                <a16:creationId xmlns:a16="http://schemas.microsoft.com/office/drawing/2014/main" id="{38044951-320E-4C9A-9FB5-9BC66C75AB2A}"/>
              </a:ext>
            </a:extLst>
          </p:cNvPr>
          <p:cNvSpPr txBox="1"/>
          <p:nvPr/>
        </p:nvSpPr>
        <p:spPr>
          <a:xfrm>
            <a:off x="3042696" y="4050229"/>
            <a:ext cx="402672" cy="359517"/>
          </a:xfrm>
          <a:prstGeom prst="rect">
            <a:avLst/>
          </a:prstGeom>
          <a:noFill/>
        </p:spPr>
        <p:txBody>
          <a:bodyPr wrap="square" lIns="0" tIns="36000" rIns="0" bIns="36000" rtlCol="0" anchor="ctr">
            <a:spAutoFit/>
          </a:bodyPr>
          <a:lstStyle/>
          <a:p>
            <a:pPr algn="ctr"/>
            <a:r>
              <a:rPr lang="en-US" altLang="zh-CN" b="1" dirty="0">
                <a:solidFill>
                  <a:srgbClr val="C00000"/>
                </a:solidFill>
              </a:rPr>
              <a:t>(8)</a:t>
            </a:r>
            <a:endParaRPr lang="zh-CN" altLang="en-US" b="1" dirty="0">
              <a:solidFill>
                <a:srgbClr val="C00000"/>
              </a:solidFill>
            </a:endParaRPr>
          </a:p>
        </p:txBody>
      </p:sp>
      <p:sp>
        <p:nvSpPr>
          <p:cNvPr id="16" name="文本框 15">
            <a:extLst>
              <a:ext uri="{FF2B5EF4-FFF2-40B4-BE49-F238E27FC236}">
                <a16:creationId xmlns:a16="http://schemas.microsoft.com/office/drawing/2014/main" id="{E5ABE33A-23EE-4F8A-9737-E759ECBD095C}"/>
              </a:ext>
            </a:extLst>
          </p:cNvPr>
          <p:cNvSpPr txBox="1"/>
          <p:nvPr/>
        </p:nvSpPr>
        <p:spPr>
          <a:xfrm>
            <a:off x="2635029" y="3683236"/>
            <a:ext cx="402672" cy="359517"/>
          </a:xfrm>
          <a:prstGeom prst="rect">
            <a:avLst/>
          </a:prstGeom>
          <a:noFill/>
        </p:spPr>
        <p:txBody>
          <a:bodyPr wrap="square" lIns="0" tIns="36000" rIns="0" bIns="36000" rtlCol="0" anchor="ctr">
            <a:spAutoFit/>
          </a:bodyPr>
          <a:lstStyle/>
          <a:p>
            <a:pPr algn="ctr"/>
            <a:r>
              <a:rPr lang="en-US" altLang="zh-CN" b="1" dirty="0">
                <a:solidFill>
                  <a:srgbClr val="002060"/>
                </a:solidFill>
              </a:rPr>
              <a:t>97</a:t>
            </a:r>
            <a:endParaRPr lang="zh-CN" altLang="en-US" b="1" dirty="0">
              <a:solidFill>
                <a:srgbClr val="002060"/>
              </a:solidFill>
            </a:endParaRPr>
          </a:p>
        </p:txBody>
      </p:sp>
      <p:sp>
        <p:nvSpPr>
          <p:cNvPr id="32" name="文本框 31">
            <a:extLst>
              <a:ext uri="{FF2B5EF4-FFF2-40B4-BE49-F238E27FC236}">
                <a16:creationId xmlns:a16="http://schemas.microsoft.com/office/drawing/2014/main" id="{AE768F4E-67C9-4E8A-A236-115C6D44837F}"/>
              </a:ext>
            </a:extLst>
          </p:cNvPr>
          <p:cNvSpPr txBox="1"/>
          <p:nvPr/>
        </p:nvSpPr>
        <p:spPr>
          <a:xfrm>
            <a:off x="3440373" y="4050613"/>
            <a:ext cx="402672" cy="359517"/>
          </a:xfrm>
          <a:prstGeom prst="rect">
            <a:avLst/>
          </a:prstGeom>
          <a:noFill/>
        </p:spPr>
        <p:txBody>
          <a:bodyPr wrap="square" lIns="0" tIns="36000" rIns="0" bIns="36000" rtlCol="0" anchor="ctr">
            <a:spAutoFit/>
          </a:bodyPr>
          <a:lstStyle/>
          <a:p>
            <a:pPr algn="ctr"/>
            <a:r>
              <a:rPr lang="en-US" altLang="zh-CN" b="1" dirty="0">
                <a:solidFill>
                  <a:srgbClr val="C00000"/>
                </a:solidFill>
              </a:rPr>
              <a:t>7</a:t>
            </a:r>
            <a:endParaRPr lang="zh-CN" altLang="en-US" b="1" dirty="0">
              <a:solidFill>
                <a:srgbClr val="C00000"/>
              </a:solidFill>
            </a:endParaRPr>
          </a:p>
        </p:txBody>
      </p:sp>
      <p:sp>
        <p:nvSpPr>
          <p:cNvPr id="102" name="文本框 101">
            <a:extLst>
              <a:ext uri="{FF2B5EF4-FFF2-40B4-BE49-F238E27FC236}">
                <a16:creationId xmlns:a16="http://schemas.microsoft.com/office/drawing/2014/main" id="{5870A5CB-D26E-41E1-8771-2EF98CAEC07D}"/>
              </a:ext>
            </a:extLst>
          </p:cNvPr>
          <p:cNvSpPr txBox="1"/>
          <p:nvPr/>
        </p:nvSpPr>
        <p:spPr>
          <a:xfrm>
            <a:off x="1848848" y="3687001"/>
            <a:ext cx="402672" cy="359517"/>
          </a:xfrm>
          <a:prstGeom prst="rect">
            <a:avLst/>
          </a:prstGeom>
          <a:noFill/>
        </p:spPr>
        <p:txBody>
          <a:bodyPr wrap="square" lIns="0" tIns="36000" rIns="0" bIns="36000" rtlCol="0" anchor="ctr">
            <a:spAutoFit/>
          </a:bodyPr>
          <a:lstStyle/>
          <a:p>
            <a:pPr algn="ctr"/>
            <a:r>
              <a:rPr lang="en-US" altLang="zh-CN" b="1" dirty="0">
                <a:solidFill>
                  <a:srgbClr val="002060"/>
                </a:solidFill>
              </a:rPr>
              <a:t>38</a:t>
            </a:r>
            <a:endParaRPr lang="zh-CN" altLang="en-US" b="1" dirty="0">
              <a:solidFill>
                <a:srgbClr val="002060"/>
              </a:solidFill>
            </a:endParaRPr>
          </a:p>
        </p:txBody>
      </p:sp>
      <p:sp>
        <p:nvSpPr>
          <p:cNvPr id="34" name="文本框 33">
            <a:extLst>
              <a:ext uri="{FF2B5EF4-FFF2-40B4-BE49-F238E27FC236}">
                <a16:creationId xmlns:a16="http://schemas.microsoft.com/office/drawing/2014/main" id="{8744AFDB-9625-45C0-A499-FDB043F6BA10}"/>
              </a:ext>
            </a:extLst>
          </p:cNvPr>
          <p:cNvSpPr txBox="1"/>
          <p:nvPr/>
        </p:nvSpPr>
        <p:spPr>
          <a:xfrm>
            <a:off x="3843045" y="4050613"/>
            <a:ext cx="402672" cy="359517"/>
          </a:xfrm>
          <a:prstGeom prst="rect">
            <a:avLst/>
          </a:prstGeom>
          <a:noFill/>
        </p:spPr>
        <p:txBody>
          <a:bodyPr wrap="square" lIns="0" tIns="36000" rIns="0" bIns="36000" rtlCol="0" anchor="ctr">
            <a:spAutoFit/>
          </a:bodyPr>
          <a:lstStyle/>
          <a:p>
            <a:pPr algn="ctr"/>
            <a:r>
              <a:rPr lang="en-US" altLang="zh-CN" b="1" dirty="0">
                <a:solidFill>
                  <a:srgbClr val="C00000"/>
                </a:solidFill>
              </a:rPr>
              <a:t>2</a:t>
            </a:r>
            <a:endParaRPr lang="zh-CN" altLang="en-US" b="1" dirty="0">
              <a:solidFill>
                <a:srgbClr val="C00000"/>
              </a:solidFill>
            </a:endParaRPr>
          </a:p>
        </p:txBody>
      </p:sp>
      <p:sp>
        <p:nvSpPr>
          <p:cNvPr id="53" name="文本框 52">
            <a:extLst>
              <a:ext uri="{FF2B5EF4-FFF2-40B4-BE49-F238E27FC236}">
                <a16:creationId xmlns:a16="http://schemas.microsoft.com/office/drawing/2014/main" id="{3F7DC1AA-CB42-4EBC-8568-E725CCC899A6}"/>
              </a:ext>
            </a:extLst>
          </p:cNvPr>
          <p:cNvSpPr txBox="1"/>
          <p:nvPr/>
        </p:nvSpPr>
        <p:spPr>
          <a:xfrm>
            <a:off x="2235459" y="4053809"/>
            <a:ext cx="402672" cy="359517"/>
          </a:xfrm>
          <a:prstGeom prst="rect">
            <a:avLst/>
          </a:prstGeom>
          <a:noFill/>
        </p:spPr>
        <p:txBody>
          <a:bodyPr wrap="square" lIns="0" tIns="36000" rIns="0" bIns="36000" rtlCol="0" anchor="ctr">
            <a:spAutoFit/>
          </a:bodyPr>
          <a:lstStyle/>
          <a:p>
            <a:pPr algn="ctr"/>
            <a:r>
              <a:rPr lang="en-US" altLang="zh-CN" b="1" dirty="0">
                <a:solidFill>
                  <a:srgbClr val="C00000"/>
                </a:solidFill>
              </a:rPr>
              <a:t>5</a:t>
            </a:r>
            <a:endParaRPr lang="zh-CN" altLang="en-US" b="1" dirty="0">
              <a:solidFill>
                <a:srgbClr val="C00000"/>
              </a:solidFill>
            </a:endParaRPr>
          </a:p>
        </p:txBody>
      </p:sp>
      <p:sp>
        <p:nvSpPr>
          <p:cNvPr id="154" name="文本框 153">
            <a:extLst>
              <a:ext uri="{FF2B5EF4-FFF2-40B4-BE49-F238E27FC236}">
                <a16:creationId xmlns:a16="http://schemas.microsoft.com/office/drawing/2014/main" id="{4F24775B-3AD8-48EA-B7C8-7970C826A7FF}"/>
              </a:ext>
            </a:extLst>
          </p:cNvPr>
          <p:cNvSpPr txBox="1"/>
          <p:nvPr/>
        </p:nvSpPr>
        <p:spPr>
          <a:xfrm>
            <a:off x="1432453" y="4054948"/>
            <a:ext cx="402672" cy="359517"/>
          </a:xfrm>
          <a:prstGeom prst="rect">
            <a:avLst/>
          </a:prstGeom>
          <a:noFill/>
        </p:spPr>
        <p:txBody>
          <a:bodyPr wrap="square" lIns="0" tIns="36000" rIns="0" bIns="36000" rtlCol="0" anchor="ctr">
            <a:spAutoFit/>
          </a:bodyPr>
          <a:lstStyle/>
          <a:p>
            <a:pPr algn="ctr"/>
            <a:r>
              <a:rPr lang="en-US" altLang="zh-CN" b="1" dirty="0">
                <a:solidFill>
                  <a:srgbClr val="C00000"/>
                </a:solidFill>
              </a:rPr>
              <a:t>8</a:t>
            </a:r>
            <a:endParaRPr lang="zh-CN" altLang="en-US" b="1" dirty="0">
              <a:solidFill>
                <a:srgbClr val="C00000"/>
              </a:solidFill>
            </a:endParaRPr>
          </a:p>
        </p:txBody>
      </p:sp>
      <p:sp>
        <p:nvSpPr>
          <p:cNvPr id="30" name="文本框 29">
            <a:extLst>
              <a:ext uri="{FF2B5EF4-FFF2-40B4-BE49-F238E27FC236}">
                <a16:creationId xmlns:a16="http://schemas.microsoft.com/office/drawing/2014/main" id="{B90D3C69-E9FE-4DBB-AB77-05147EF29D1D}"/>
              </a:ext>
            </a:extLst>
          </p:cNvPr>
          <p:cNvSpPr txBox="1"/>
          <p:nvPr/>
        </p:nvSpPr>
        <p:spPr>
          <a:xfrm>
            <a:off x="3028891" y="4055811"/>
            <a:ext cx="402672" cy="359517"/>
          </a:xfrm>
          <a:prstGeom prst="rect">
            <a:avLst/>
          </a:prstGeom>
          <a:noFill/>
        </p:spPr>
        <p:txBody>
          <a:bodyPr wrap="square" lIns="0" tIns="36000" rIns="0" bIns="36000" rtlCol="0" anchor="ctr">
            <a:spAutoFit/>
          </a:bodyPr>
          <a:lstStyle/>
          <a:p>
            <a:pPr algn="ctr"/>
            <a:r>
              <a:rPr lang="en-US" altLang="zh-CN" b="1" dirty="0">
                <a:solidFill>
                  <a:srgbClr val="C00000"/>
                </a:solidFill>
              </a:rPr>
              <a:t>4</a:t>
            </a:r>
            <a:endParaRPr lang="zh-CN" altLang="en-US" b="1" dirty="0">
              <a:solidFill>
                <a:srgbClr val="C00000"/>
              </a:solidFill>
            </a:endParaRPr>
          </a:p>
        </p:txBody>
      </p:sp>
      <p:sp>
        <p:nvSpPr>
          <p:cNvPr id="142" name="文本框 141">
            <a:extLst>
              <a:ext uri="{FF2B5EF4-FFF2-40B4-BE49-F238E27FC236}">
                <a16:creationId xmlns:a16="http://schemas.microsoft.com/office/drawing/2014/main" id="{EA3BA198-F64F-442C-814A-A4BCC4546979}"/>
              </a:ext>
            </a:extLst>
          </p:cNvPr>
          <p:cNvSpPr txBox="1"/>
          <p:nvPr/>
        </p:nvSpPr>
        <p:spPr>
          <a:xfrm>
            <a:off x="1404282" y="5391107"/>
            <a:ext cx="402672" cy="359517"/>
          </a:xfrm>
          <a:prstGeom prst="rect">
            <a:avLst/>
          </a:prstGeom>
          <a:noFill/>
        </p:spPr>
        <p:txBody>
          <a:bodyPr wrap="square" lIns="0" tIns="36000" rIns="0" bIns="36000" rtlCol="0" anchor="ctr">
            <a:spAutoFit/>
          </a:bodyPr>
          <a:lstStyle/>
          <a:p>
            <a:pPr algn="ctr"/>
            <a:r>
              <a:rPr lang="zh-CN" altLang="en-US" b="1" dirty="0">
                <a:solidFill>
                  <a:srgbClr val="C00000"/>
                </a:solidFill>
              </a:rPr>
              <a:t>（</a:t>
            </a:r>
            <a:r>
              <a:rPr lang="en-US" altLang="zh-CN" b="1" dirty="0">
                <a:solidFill>
                  <a:srgbClr val="C00000"/>
                </a:solidFill>
              </a:rPr>
              <a:t>6</a:t>
            </a:r>
            <a:r>
              <a:rPr lang="zh-CN" altLang="en-US" b="1" dirty="0">
                <a:solidFill>
                  <a:srgbClr val="C00000"/>
                </a:solidFill>
              </a:rPr>
              <a:t>）</a:t>
            </a:r>
          </a:p>
        </p:txBody>
      </p:sp>
      <p:grpSp>
        <p:nvGrpSpPr>
          <p:cNvPr id="143" name="组合 142">
            <a:extLst>
              <a:ext uri="{FF2B5EF4-FFF2-40B4-BE49-F238E27FC236}">
                <a16:creationId xmlns:a16="http://schemas.microsoft.com/office/drawing/2014/main" id="{9989EE43-EC2D-4B3E-B4DE-A3083D1906E4}"/>
              </a:ext>
            </a:extLst>
          </p:cNvPr>
          <p:cNvGrpSpPr/>
          <p:nvPr/>
        </p:nvGrpSpPr>
        <p:grpSpPr>
          <a:xfrm flipH="1">
            <a:off x="1592004" y="5701481"/>
            <a:ext cx="1909030" cy="274011"/>
            <a:chOff x="1667151" y="6205286"/>
            <a:chExt cx="1084859" cy="263247"/>
          </a:xfrm>
        </p:grpSpPr>
        <p:cxnSp>
          <p:nvCxnSpPr>
            <p:cNvPr id="144" name="直接连接符 143">
              <a:extLst>
                <a:ext uri="{FF2B5EF4-FFF2-40B4-BE49-F238E27FC236}">
                  <a16:creationId xmlns:a16="http://schemas.microsoft.com/office/drawing/2014/main" id="{7409B880-0E66-4126-8D52-354A8FB24453}"/>
                </a:ext>
              </a:extLst>
            </p:cNvPr>
            <p:cNvCxnSpPr>
              <a:cxnSpLocks/>
            </p:cNvCxnSpPr>
            <p:nvPr/>
          </p:nvCxnSpPr>
          <p:spPr>
            <a:xfrm flipV="1">
              <a:off x="1667821" y="6205287"/>
              <a:ext cx="0" cy="263246"/>
            </a:xfrm>
            <a:prstGeom prst="line">
              <a:avLst/>
            </a:prstGeom>
            <a:ln w="28575">
              <a:solidFill>
                <a:srgbClr val="FF0000"/>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45" name="直接连接符 144">
              <a:extLst>
                <a:ext uri="{FF2B5EF4-FFF2-40B4-BE49-F238E27FC236}">
                  <a16:creationId xmlns:a16="http://schemas.microsoft.com/office/drawing/2014/main" id="{030A2D1B-CBC4-4A95-B116-6CEC4DAC2341}"/>
                </a:ext>
              </a:extLst>
            </p:cNvPr>
            <p:cNvCxnSpPr/>
            <p:nvPr/>
          </p:nvCxnSpPr>
          <p:spPr>
            <a:xfrm>
              <a:off x="1667151" y="6458963"/>
              <a:ext cx="1084859"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7" name="直接连接符 146">
              <a:extLst>
                <a:ext uri="{FF2B5EF4-FFF2-40B4-BE49-F238E27FC236}">
                  <a16:creationId xmlns:a16="http://schemas.microsoft.com/office/drawing/2014/main" id="{49BAD5F3-CF85-44CF-8A28-80004C7ABC7E}"/>
                </a:ext>
              </a:extLst>
            </p:cNvPr>
            <p:cNvCxnSpPr>
              <a:cxnSpLocks/>
            </p:cNvCxnSpPr>
            <p:nvPr/>
          </p:nvCxnSpPr>
          <p:spPr>
            <a:xfrm>
              <a:off x="2752010" y="6205286"/>
              <a:ext cx="0" cy="26324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56" name="文本框 155">
            <a:extLst>
              <a:ext uri="{FF2B5EF4-FFF2-40B4-BE49-F238E27FC236}">
                <a16:creationId xmlns:a16="http://schemas.microsoft.com/office/drawing/2014/main" id="{F6AE5A54-1ADF-4C97-9AA3-7974C510D548}"/>
              </a:ext>
            </a:extLst>
          </p:cNvPr>
          <p:cNvSpPr txBox="1"/>
          <p:nvPr/>
        </p:nvSpPr>
        <p:spPr>
          <a:xfrm>
            <a:off x="2024594" y="5384109"/>
            <a:ext cx="402672" cy="359517"/>
          </a:xfrm>
          <a:prstGeom prst="rect">
            <a:avLst/>
          </a:prstGeom>
          <a:noFill/>
        </p:spPr>
        <p:txBody>
          <a:bodyPr wrap="square" lIns="0" tIns="36000" rIns="0" bIns="36000" rtlCol="0" anchor="ctr">
            <a:spAutoFit/>
          </a:bodyPr>
          <a:lstStyle/>
          <a:p>
            <a:pPr algn="ctr"/>
            <a:r>
              <a:rPr lang="zh-CN" altLang="en-US" b="1" dirty="0">
                <a:solidFill>
                  <a:srgbClr val="C00000"/>
                </a:solidFill>
              </a:rPr>
              <a:t>（</a:t>
            </a:r>
            <a:r>
              <a:rPr lang="en-US" altLang="zh-CN" b="1" dirty="0">
                <a:solidFill>
                  <a:srgbClr val="C00000"/>
                </a:solidFill>
              </a:rPr>
              <a:t>7</a:t>
            </a:r>
            <a:r>
              <a:rPr lang="zh-CN" altLang="en-US" b="1" dirty="0">
                <a:solidFill>
                  <a:srgbClr val="C00000"/>
                </a:solidFill>
              </a:rPr>
              <a:t>）</a:t>
            </a:r>
          </a:p>
        </p:txBody>
      </p:sp>
      <p:grpSp>
        <p:nvGrpSpPr>
          <p:cNvPr id="157" name="组合 156">
            <a:extLst>
              <a:ext uri="{FF2B5EF4-FFF2-40B4-BE49-F238E27FC236}">
                <a16:creationId xmlns:a16="http://schemas.microsoft.com/office/drawing/2014/main" id="{C824ECC8-F958-4D92-B5A9-35AF05E5F454}"/>
              </a:ext>
            </a:extLst>
          </p:cNvPr>
          <p:cNvGrpSpPr/>
          <p:nvPr/>
        </p:nvGrpSpPr>
        <p:grpSpPr>
          <a:xfrm flipH="1">
            <a:off x="2237164" y="5678597"/>
            <a:ext cx="568181" cy="220632"/>
            <a:chOff x="1667151" y="6205286"/>
            <a:chExt cx="1084859" cy="263247"/>
          </a:xfrm>
        </p:grpSpPr>
        <p:cxnSp>
          <p:nvCxnSpPr>
            <p:cNvPr id="158" name="直接连接符 157">
              <a:extLst>
                <a:ext uri="{FF2B5EF4-FFF2-40B4-BE49-F238E27FC236}">
                  <a16:creationId xmlns:a16="http://schemas.microsoft.com/office/drawing/2014/main" id="{85706A33-85A6-4097-867E-CCC9D3B4623C}"/>
                </a:ext>
              </a:extLst>
            </p:cNvPr>
            <p:cNvCxnSpPr>
              <a:cxnSpLocks/>
            </p:cNvCxnSpPr>
            <p:nvPr/>
          </p:nvCxnSpPr>
          <p:spPr>
            <a:xfrm flipV="1">
              <a:off x="1667821" y="6205287"/>
              <a:ext cx="0" cy="263246"/>
            </a:xfrm>
            <a:prstGeom prst="line">
              <a:avLst/>
            </a:prstGeom>
            <a:ln w="28575">
              <a:solidFill>
                <a:srgbClr val="FF0000"/>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59" name="直接连接符 158">
              <a:extLst>
                <a:ext uri="{FF2B5EF4-FFF2-40B4-BE49-F238E27FC236}">
                  <a16:creationId xmlns:a16="http://schemas.microsoft.com/office/drawing/2014/main" id="{ECC0655A-567E-45D9-9F01-561523EE3F2B}"/>
                </a:ext>
              </a:extLst>
            </p:cNvPr>
            <p:cNvCxnSpPr/>
            <p:nvPr/>
          </p:nvCxnSpPr>
          <p:spPr>
            <a:xfrm>
              <a:off x="1667151" y="6458963"/>
              <a:ext cx="1084859"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0" name="直接连接符 159">
              <a:extLst>
                <a:ext uri="{FF2B5EF4-FFF2-40B4-BE49-F238E27FC236}">
                  <a16:creationId xmlns:a16="http://schemas.microsoft.com/office/drawing/2014/main" id="{9EAE579E-0795-41E0-85A4-7DD56766890E}"/>
                </a:ext>
              </a:extLst>
            </p:cNvPr>
            <p:cNvCxnSpPr>
              <a:cxnSpLocks/>
            </p:cNvCxnSpPr>
            <p:nvPr/>
          </p:nvCxnSpPr>
          <p:spPr>
            <a:xfrm>
              <a:off x="2752010" y="6205286"/>
              <a:ext cx="0" cy="26324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61" name="文本框 160">
            <a:extLst>
              <a:ext uri="{FF2B5EF4-FFF2-40B4-BE49-F238E27FC236}">
                <a16:creationId xmlns:a16="http://schemas.microsoft.com/office/drawing/2014/main" id="{F8BF27BD-2430-46C1-A112-489D87AE9B51}"/>
              </a:ext>
            </a:extLst>
          </p:cNvPr>
          <p:cNvSpPr txBox="1"/>
          <p:nvPr/>
        </p:nvSpPr>
        <p:spPr>
          <a:xfrm>
            <a:off x="2648483" y="5369819"/>
            <a:ext cx="402672" cy="359517"/>
          </a:xfrm>
          <a:prstGeom prst="rect">
            <a:avLst/>
          </a:prstGeom>
          <a:noFill/>
        </p:spPr>
        <p:txBody>
          <a:bodyPr wrap="square" lIns="0" tIns="36000" rIns="0" bIns="36000" rtlCol="0" anchor="ctr">
            <a:spAutoFit/>
          </a:bodyPr>
          <a:lstStyle/>
          <a:p>
            <a:pPr algn="ctr"/>
            <a:r>
              <a:rPr lang="zh-CN" altLang="en-US" b="1" dirty="0">
                <a:solidFill>
                  <a:srgbClr val="C00000"/>
                </a:solidFill>
              </a:rPr>
              <a:t>（</a:t>
            </a:r>
            <a:r>
              <a:rPr lang="en-US" altLang="zh-CN" b="1" dirty="0">
                <a:solidFill>
                  <a:srgbClr val="C00000"/>
                </a:solidFill>
              </a:rPr>
              <a:t>7</a:t>
            </a:r>
            <a:r>
              <a:rPr lang="zh-CN" altLang="en-US" b="1" dirty="0">
                <a:solidFill>
                  <a:srgbClr val="C00000"/>
                </a:solidFill>
              </a:rPr>
              <a:t>）</a:t>
            </a:r>
          </a:p>
        </p:txBody>
      </p:sp>
      <p:grpSp>
        <p:nvGrpSpPr>
          <p:cNvPr id="162" name="组合 161">
            <a:extLst>
              <a:ext uri="{FF2B5EF4-FFF2-40B4-BE49-F238E27FC236}">
                <a16:creationId xmlns:a16="http://schemas.microsoft.com/office/drawing/2014/main" id="{8DE41A10-97CA-4D7A-A623-651911090A40}"/>
              </a:ext>
            </a:extLst>
          </p:cNvPr>
          <p:cNvGrpSpPr/>
          <p:nvPr/>
        </p:nvGrpSpPr>
        <p:grpSpPr>
          <a:xfrm flipH="1">
            <a:off x="2897850" y="5689902"/>
            <a:ext cx="1862414" cy="381682"/>
            <a:chOff x="1667151" y="6205286"/>
            <a:chExt cx="1084859" cy="263247"/>
          </a:xfrm>
        </p:grpSpPr>
        <p:cxnSp>
          <p:nvCxnSpPr>
            <p:cNvPr id="163" name="直接连接符 162">
              <a:extLst>
                <a:ext uri="{FF2B5EF4-FFF2-40B4-BE49-F238E27FC236}">
                  <a16:creationId xmlns:a16="http://schemas.microsoft.com/office/drawing/2014/main" id="{2798D8AF-B817-41BB-83F8-A2857C30F954}"/>
                </a:ext>
              </a:extLst>
            </p:cNvPr>
            <p:cNvCxnSpPr>
              <a:cxnSpLocks/>
            </p:cNvCxnSpPr>
            <p:nvPr/>
          </p:nvCxnSpPr>
          <p:spPr>
            <a:xfrm flipV="1">
              <a:off x="1667821" y="6205287"/>
              <a:ext cx="0" cy="263246"/>
            </a:xfrm>
            <a:prstGeom prst="line">
              <a:avLst/>
            </a:prstGeom>
            <a:ln w="28575">
              <a:solidFill>
                <a:schemeClr val="accent2"/>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64" name="直接连接符 163">
              <a:extLst>
                <a:ext uri="{FF2B5EF4-FFF2-40B4-BE49-F238E27FC236}">
                  <a16:creationId xmlns:a16="http://schemas.microsoft.com/office/drawing/2014/main" id="{5029BBCD-F22F-41F3-8DFC-1A00B6B8DD0D}"/>
                </a:ext>
              </a:extLst>
            </p:cNvPr>
            <p:cNvCxnSpPr/>
            <p:nvPr/>
          </p:nvCxnSpPr>
          <p:spPr>
            <a:xfrm>
              <a:off x="1667151" y="6458963"/>
              <a:ext cx="1084859"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65" name="直接连接符 164">
              <a:extLst>
                <a:ext uri="{FF2B5EF4-FFF2-40B4-BE49-F238E27FC236}">
                  <a16:creationId xmlns:a16="http://schemas.microsoft.com/office/drawing/2014/main" id="{84C62CAA-DF8C-48BB-BD11-8D783E3402DA}"/>
                </a:ext>
              </a:extLst>
            </p:cNvPr>
            <p:cNvCxnSpPr>
              <a:cxnSpLocks/>
            </p:cNvCxnSpPr>
            <p:nvPr/>
          </p:nvCxnSpPr>
          <p:spPr>
            <a:xfrm>
              <a:off x="2752010" y="6205286"/>
              <a:ext cx="0" cy="263247"/>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166" name="文本框 165">
            <a:extLst>
              <a:ext uri="{FF2B5EF4-FFF2-40B4-BE49-F238E27FC236}">
                <a16:creationId xmlns:a16="http://schemas.microsoft.com/office/drawing/2014/main" id="{9B0EE20C-C9A6-4407-BCE9-E7519F49299E}"/>
              </a:ext>
            </a:extLst>
          </p:cNvPr>
          <p:cNvSpPr txBox="1"/>
          <p:nvPr/>
        </p:nvSpPr>
        <p:spPr>
          <a:xfrm>
            <a:off x="3321604" y="5368479"/>
            <a:ext cx="402672" cy="359517"/>
          </a:xfrm>
          <a:prstGeom prst="rect">
            <a:avLst/>
          </a:prstGeom>
          <a:noFill/>
        </p:spPr>
        <p:txBody>
          <a:bodyPr wrap="square" lIns="0" tIns="36000" rIns="0" bIns="36000" rtlCol="0" anchor="ctr">
            <a:spAutoFit/>
          </a:bodyPr>
          <a:lstStyle/>
          <a:p>
            <a:pPr algn="ctr"/>
            <a:r>
              <a:rPr lang="zh-CN" altLang="en-US" b="1" dirty="0">
                <a:solidFill>
                  <a:srgbClr val="C00000"/>
                </a:solidFill>
              </a:rPr>
              <a:t>（</a:t>
            </a:r>
            <a:r>
              <a:rPr lang="en-US" altLang="zh-CN" b="1" dirty="0">
                <a:solidFill>
                  <a:srgbClr val="C00000"/>
                </a:solidFill>
              </a:rPr>
              <a:t>6</a:t>
            </a:r>
            <a:r>
              <a:rPr lang="zh-CN" altLang="en-US" b="1" dirty="0">
                <a:solidFill>
                  <a:srgbClr val="C00000"/>
                </a:solidFill>
              </a:rPr>
              <a:t>）</a:t>
            </a:r>
          </a:p>
        </p:txBody>
      </p:sp>
      <p:grpSp>
        <p:nvGrpSpPr>
          <p:cNvPr id="167" name="组合 166">
            <a:extLst>
              <a:ext uri="{FF2B5EF4-FFF2-40B4-BE49-F238E27FC236}">
                <a16:creationId xmlns:a16="http://schemas.microsoft.com/office/drawing/2014/main" id="{2D129C36-E647-4BD5-9027-30BDE7E6CEAA}"/>
              </a:ext>
            </a:extLst>
          </p:cNvPr>
          <p:cNvGrpSpPr/>
          <p:nvPr/>
        </p:nvGrpSpPr>
        <p:grpSpPr>
          <a:xfrm flipH="1">
            <a:off x="3592209" y="5719629"/>
            <a:ext cx="2502488" cy="447888"/>
            <a:chOff x="1667151" y="6205286"/>
            <a:chExt cx="1084859" cy="263247"/>
          </a:xfrm>
        </p:grpSpPr>
        <p:cxnSp>
          <p:nvCxnSpPr>
            <p:cNvPr id="168" name="直接连接符 167">
              <a:extLst>
                <a:ext uri="{FF2B5EF4-FFF2-40B4-BE49-F238E27FC236}">
                  <a16:creationId xmlns:a16="http://schemas.microsoft.com/office/drawing/2014/main" id="{17BDA9B1-625F-4516-9E59-0282644236EE}"/>
                </a:ext>
              </a:extLst>
            </p:cNvPr>
            <p:cNvCxnSpPr>
              <a:cxnSpLocks/>
            </p:cNvCxnSpPr>
            <p:nvPr/>
          </p:nvCxnSpPr>
          <p:spPr>
            <a:xfrm flipV="1">
              <a:off x="1667821" y="6205287"/>
              <a:ext cx="0" cy="263246"/>
            </a:xfrm>
            <a:prstGeom prst="line">
              <a:avLst/>
            </a:prstGeom>
            <a:ln w="28575">
              <a:solidFill>
                <a:srgbClr val="FF0000"/>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69" name="直接连接符 168">
              <a:extLst>
                <a:ext uri="{FF2B5EF4-FFF2-40B4-BE49-F238E27FC236}">
                  <a16:creationId xmlns:a16="http://schemas.microsoft.com/office/drawing/2014/main" id="{237EF5FB-1E77-4FBB-B021-037219B2B1E4}"/>
                </a:ext>
              </a:extLst>
            </p:cNvPr>
            <p:cNvCxnSpPr/>
            <p:nvPr/>
          </p:nvCxnSpPr>
          <p:spPr>
            <a:xfrm>
              <a:off x="1667151" y="6458963"/>
              <a:ext cx="1084859"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0" name="直接连接符 169">
              <a:extLst>
                <a:ext uri="{FF2B5EF4-FFF2-40B4-BE49-F238E27FC236}">
                  <a16:creationId xmlns:a16="http://schemas.microsoft.com/office/drawing/2014/main" id="{1A8ED18C-C2FA-4FFE-AEA7-896F0B0820CF}"/>
                </a:ext>
              </a:extLst>
            </p:cNvPr>
            <p:cNvCxnSpPr>
              <a:cxnSpLocks/>
            </p:cNvCxnSpPr>
            <p:nvPr/>
          </p:nvCxnSpPr>
          <p:spPr>
            <a:xfrm>
              <a:off x="2752010" y="6205286"/>
              <a:ext cx="0" cy="26324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71" name="文本框 170">
            <a:extLst>
              <a:ext uri="{FF2B5EF4-FFF2-40B4-BE49-F238E27FC236}">
                <a16:creationId xmlns:a16="http://schemas.microsoft.com/office/drawing/2014/main" id="{6B6F035B-8F33-4D9B-96F5-876B1F515E4E}"/>
              </a:ext>
            </a:extLst>
          </p:cNvPr>
          <p:cNvSpPr txBox="1"/>
          <p:nvPr/>
        </p:nvSpPr>
        <p:spPr>
          <a:xfrm>
            <a:off x="3981065" y="5370765"/>
            <a:ext cx="402672" cy="359517"/>
          </a:xfrm>
          <a:prstGeom prst="rect">
            <a:avLst/>
          </a:prstGeom>
          <a:noFill/>
        </p:spPr>
        <p:txBody>
          <a:bodyPr wrap="square" lIns="0" tIns="36000" rIns="0" bIns="36000" rtlCol="0" anchor="ctr">
            <a:spAutoFit/>
          </a:bodyPr>
          <a:lstStyle/>
          <a:p>
            <a:pPr algn="ctr"/>
            <a:r>
              <a:rPr lang="zh-CN" altLang="en-US" b="1" dirty="0">
                <a:solidFill>
                  <a:srgbClr val="C00000"/>
                </a:solidFill>
              </a:rPr>
              <a:t>（</a:t>
            </a:r>
            <a:r>
              <a:rPr lang="en-US" altLang="zh-CN" b="1" dirty="0">
                <a:solidFill>
                  <a:srgbClr val="C00000"/>
                </a:solidFill>
              </a:rPr>
              <a:t>8</a:t>
            </a:r>
            <a:r>
              <a:rPr lang="zh-CN" altLang="en-US" b="1" dirty="0">
                <a:solidFill>
                  <a:srgbClr val="C00000"/>
                </a:solidFill>
              </a:rPr>
              <a:t>）</a:t>
            </a:r>
          </a:p>
        </p:txBody>
      </p:sp>
      <p:grpSp>
        <p:nvGrpSpPr>
          <p:cNvPr id="172" name="组合 171">
            <a:extLst>
              <a:ext uri="{FF2B5EF4-FFF2-40B4-BE49-F238E27FC236}">
                <a16:creationId xmlns:a16="http://schemas.microsoft.com/office/drawing/2014/main" id="{3D0CB13D-295B-40B9-86A7-163D1C2657A0}"/>
              </a:ext>
            </a:extLst>
          </p:cNvPr>
          <p:cNvGrpSpPr/>
          <p:nvPr/>
        </p:nvGrpSpPr>
        <p:grpSpPr>
          <a:xfrm flipH="1">
            <a:off x="4190668" y="5701707"/>
            <a:ext cx="1287641" cy="269591"/>
            <a:chOff x="1667151" y="6205286"/>
            <a:chExt cx="1084859" cy="263247"/>
          </a:xfrm>
        </p:grpSpPr>
        <p:cxnSp>
          <p:nvCxnSpPr>
            <p:cNvPr id="173" name="直接连接符 172">
              <a:extLst>
                <a:ext uri="{FF2B5EF4-FFF2-40B4-BE49-F238E27FC236}">
                  <a16:creationId xmlns:a16="http://schemas.microsoft.com/office/drawing/2014/main" id="{387649FE-C71D-4241-A798-6510FB7A5E04}"/>
                </a:ext>
              </a:extLst>
            </p:cNvPr>
            <p:cNvCxnSpPr>
              <a:cxnSpLocks/>
            </p:cNvCxnSpPr>
            <p:nvPr/>
          </p:nvCxnSpPr>
          <p:spPr>
            <a:xfrm flipV="1">
              <a:off x="1667821" y="6205287"/>
              <a:ext cx="0" cy="263246"/>
            </a:xfrm>
            <a:prstGeom prst="line">
              <a:avLst/>
            </a:prstGeom>
            <a:ln w="28575">
              <a:solidFill>
                <a:srgbClr val="FF0000"/>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74" name="直接连接符 173">
              <a:extLst>
                <a:ext uri="{FF2B5EF4-FFF2-40B4-BE49-F238E27FC236}">
                  <a16:creationId xmlns:a16="http://schemas.microsoft.com/office/drawing/2014/main" id="{068FE67C-C54F-483D-969E-72132B5C6204}"/>
                </a:ext>
              </a:extLst>
            </p:cNvPr>
            <p:cNvCxnSpPr/>
            <p:nvPr/>
          </p:nvCxnSpPr>
          <p:spPr>
            <a:xfrm>
              <a:off x="1667151" y="6458963"/>
              <a:ext cx="1084859"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5" name="直接连接符 174">
              <a:extLst>
                <a:ext uri="{FF2B5EF4-FFF2-40B4-BE49-F238E27FC236}">
                  <a16:creationId xmlns:a16="http://schemas.microsoft.com/office/drawing/2014/main" id="{19F206D8-73BE-44F7-B76B-6CBA908B62FB}"/>
                </a:ext>
              </a:extLst>
            </p:cNvPr>
            <p:cNvCxnSpPr>
              <a:cxnSpLocks/>
            </p:cNvCxnSpPr>
            <p:nvPr/>
          </p:nvCxnSpPr>
          <p:spPr>
            <a:xfrm>
              <a:off x="2752010" y="6205286"/>
              <a:ext cx="0" cy="26324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77" name="文本框 176">
            <a:extLst>
              <a:ext uri="{FF2B5EF4-FFF2-40B4-BE49-F238E27FC236}">
                <a16:creationId xmlns:a16="http://schemas.microsoft.com/office/drawing/2014/main" id="{E2AD99F6-BA9D-453F-95C9-03C209695C9E}"/>
              </a:ext>
            </a:extLst>
          </p:cNvPr>
          <p:cNvSpPr txBox="1"/>
          <p:nvPr/>
        </p:nvSpPr>
        <p:spPr>
          <a:xfrm>
            <a:off x="3442321" y="4046680"/>
            <a:ext cx="402672" cy="359517"/>
          </a:xfrm>
          <a:prstGeom prst="rect">
            <a:avLst/>
          </a:prstGeom>
          <a:noFill/>
        </p:spPr>
        <p:txBody>
          <a:bodyPr wrap="square" lIns="0" tIns="36000" rIns="0" bIns="36000" rtlCol="0" anchor="ctr">
            <a:spAutoFit/>
          </a:bodyPr>
          <a:lstStyle/>
          <a:p>
            <a:pPr algn="ctr"/>
            <a:r>
              <a:rPr lang="en-US" altLang="zh-CN" b="1" dirty="0">
                <a:solidFill>
                  <a:srgbClr val="C00000"/>
                </a:solidFill>
              </a:rPr>
              <a:t>(7)</a:t>
            </a:r>
            <a:endParaRPr lang="zh-CN" altLang="en-US" b="1" dirty="0">
              <a:solidFill>
                <a:srgbClr val="C00000"/>
              </a:solidFill>
            </a:endParaRPr>
          </a:p>
        </p:txBody>
      </p:sp>
      <p:sp>
        <p:nvSpPr>
          <p:cNvPr id="178" name="文本框 177">
            <a:extLst>
              <a:ext uri="{FF2B5EF4-FFF2-40B4-BE49-F238E27FC236}">
                <a16:creationId xmlns:a16="http://schemas.microsoft.com/office/drawing/2014/main" id="{903D836E-5505-44CC-8107-B53350748DC7}"/>
              </a:ext>
            </a:extLst>
          </p:cNvPr>
          <p:cNvSpPr txBox="1"/>
          <p:nvPr/>
        </p:nvSpPr>
        <p:spPr>
          <a:xfrm>
            <a:off x="4623172" y="5369085"/>
            <a:ext cx="402672" cy="359517"/>
          </a:xfrm>
          <a:prstGeom prst="rect">
            <a:avLst/>
          </a:prstGeom>
          <a:noFill/>
        </p:spPr>
        <p:txBody>
          <a:bodyPr wrap="square" lIns="0" tIns="36000" rIns="0" bIns="36000" rtlCol="0" anchor="ctr">
            <a:spAutoFit/>
          </a:bodyPr>
          <a:lstStyle/>
          <a:p>
            <a:pPr algn="ctr"/>
            <a:r>
              <a:rPr lang="zh-CN" altLang="en-US" b="1" dirty="0">
                <a:solidFill>
                  <a:srgbClr val="C00000"/>
                </a:solidFill>
              </a:rPr>
              <a:t>（</a:t>
            </a:r>
            <a:r>
              <a:rPr lang="en-US" altLang="zh-CN" b="1" dirty="0">
                <a:solidFill>
                  <a:srgbClr val="C00000"/>
                </a:solidFill>
              </a:rPr>
              <a:t>7</a:t>
            </a:r>
            <a:r>
              <a:rPr lang="zh-CN" altLang="en-US" b="1" dirty="0">
                <a:solidFill>
                  <a:srgbClr val="C00000"/>
                </a:solidFill>
              </a:rPr>
              <a:t>）</a:t>
            </a:r>
          </a:p>
        </p:txBody>
      </p:sp>
      <p:grpSp>
        <p:nvGrpSpPr>
          <p:cNvPr id="179" name="组合 178">
            <a:extLst>
              <a:ext uri="{FF2B5EF4-FFF2-40B4-BE49-F238E27FC236}">
                <a16:creationId xmlns:a16="http://schemas.microsoft.com/office/drawing/2014/main" id="{928D9A07-201D-4FE4-9151-C2950C015A34}"/>
              </a:ext>
            </a:extLst>
          </p:cNvPr>
          <p:cNvGrpSpPr/>
          <p:nvPr/>
        </p:nvGrpSpPr>
        <p:grpSpPr>
          <a:xfrm flipH="1">
            <a:off x="4880423" y="5720052"/>
            <a:ext cx="477137" cy="176865"/>
            <a:chOff x="1667151" y="6205286"/>
            <a:chExt cx="1084859" cy="263247"/>
          </a:xfrm>
        </p:grpSpPr>
        <p:cxnSp>
          <p:nvCxnSpPr>
            <p:cNvPr id="180" name="直接连接符 179">
              <a:extLst>
                <a:ext uri="{FF2B5EF4-FFF2-40B4-BE49-F238E27FC236}">
                  <a16:creationId xmlns:a16="http://schemas.microsoft.com/office/drawing/2014/main" id="{FEAF7391-7C62-4F96-B466-C4A599F78A8E}"/>
                </a:ext>
              </a:extLst>
            </p:cNvPr>
            <p:cNvCxnSpPr>
              <a:cxnSpLocks/>
            </p:cNvCxnSpPr>
            <p:nvPr/>
          </p:nvCxnSpPr>
          <p:spPr>
            <a:xfrm flipV="1">
              <a:off x="1667821" y="6205287"/>
              <a:ext cx="0" cy="263246"/>
            </a:xfrm>
            <a:prstGeom prst="line">
              <a:avLst/>
            </a:prstGeom>
            <a:ln w="28575">
              <a:solidFill>
                <a:schemeClr val="accent2"/>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81" name="直接连接符 180">
              <a:extLst>
                <a:ext uri="{FF2B5EF4-FFF2-40B4-BE49-F238E27FC236}">
                  <a16:creationId xmlns:a16="http://schemas.microsoft.com/office/drawing/2014/main" id="{C29538DB-F7A0-4B64-8CDC-D8C9F25855D6}"/>
                </a:ext>
              </a:extLst>
            </p:cNvPr>
            <p:cNvCxnSpPr/>
            <p:nvPr/>
          </p:nvCxnSpPr>
          <p:spPr>
            <a:xfrm>
              <a:off x="1667151" y="6458963"/>
              <a:ext cx="1084859"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2" name="直接连接符 181">
              <a:extLst>
                <a:ext uri="{FF2B5EF4-FFF2-40B4-BE49-F238E27FC236}">
                  <a16:creationId xmlns:a16="http://schemas.microsoft.com/office/drawing/2014/main" id="{FCDC5577-0B18-44D8-A3B2-D7B167E096A2}"/>
                </a:ext>
              </a:extLst>
            </p:cNvPr>
            <p:cNvCxnSpPr>
              <a:cxnSpLocks/>
            </p:cNvCxnSpPr>
            <p:nvPr/>
          </p:nvCxnSpPr>
          <p:spPr>
            <a:xfrm>
              <a:off x="2752010" y="6205286"/>
              <a:ext cx="0" cy="263247"/>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183" name="文本框 182">
            <a:extLst>
              <a:ext uri="{FF2B5EF4-FFF2-40B4-BE49-F238E27FC236}">
                <a16:creationId xmlns:a16="http://schemas.microsoft.com/office/drawing/2014/main" id="{FFA8E4A1-FDB3-46F5-B96C-AE8870D7F426}"/>
              </a:ext>
            </a:extLst>
          </p:cNvPr>
          <p:cNvSpPr txBox="1"/>
          <p:nvPr/>
        </p:nvSpPr>
        <p:spPr>
          <a:xfrm>
            <a:off x="3840258" y="4041232"/>
            <a:ext cx="402672" cy="359517"/>
          </a:xfrm>
          <a:prstGeom prst="rect">
            <a:avLst/>
          </a:prstGeom>
          <a:noFill/>
        </p:spPr>
        <p:txBody>
          <a:bodyPr wrap="square" lIns="0" tIns="36000" rIns="0" bIns="36000" rtlCol="0" anchor="ctr">
            <a:spAutoFit/>
          </a:bodyPr>
          <a:lstStyle/>
          <a:p>
            <a:pPr algn="ctr"/>
            <a:r>
              <a:rPr lang="en-US" altLang="zh-CN" b="1" dirty="0">
                <a:solidFill>
                  <a:srgbClr val="C00000"/>
                </a:solidFill>
              </a:rPr>
              <a:t>(8)</a:t>
            </a:r>
            <a:endParaRPr lang="zh-CN" altLang="en-US" b="1" dirty="0">
              <a:solidFill>
                <a:srgbClr val="C00000"/>
              </a:solidFill>
            </a:endParaRPr>
          </a:p>
        </p:txBody>
      </p:sp>
      <p:sp>
        <p:nvSpPr>
          <p:cNvPr id="184" name="文本框 183">
            <a:extLst>
              <a:ext uri="{FF2B5EF4-FFF2-40B4-BE49-F238E27FC236}">
                <a16:creationId xmlns:a16="http://schemas.microsoft.com/office/drawing/2014/main" id="{5C301D60-DC56-4727-B5CD-5C01F7A9B79C}"/>
              </a:ext>
            </a:extLst>
          </p:cNvPr>
          <p:cNvSpPr txBox="1"/>
          <p:nvPr/>
        </p:nvSpPr>
        <p:spPr>
          <a:xfrm>
            <a:off x="5266860" y="5379724"/>
            <a:ext cx="402672" cy="359517"/>
          </a:xfrm>
          <a:prstGeom prst="rect">
            <a:avLst/>
          </a:prstGeom>
          <a:noFill/>
        </p:spPr>
        <p:txBody>
          <a:bodyPr wrap="square" lIns="0" tIns="36000" rIns="0" bIns="36000" rtlCol="0" anchor="ctr">
            <a:spAutoFit/>
          </a:bodyPr>
          <a:lstStyle/>
          <a:p>
            <a:pPr algn="ctr"/>
            <a:r>
              <a:rPr lang="zh-CN" altLang="en-US" b="1" dirty="0">
                <a:solidFill>
                  <a:srgbClr val="C00000"/>
                </a:solidFill>
              </a:rPr>
              <a:t>（</a:t>
            </a:r>
            <a:r>
              <a:rPr lang="en-US" altLang="zh-CN" b="1" dirty="0">
                <a:solidFill>
                  <a:srgbClr val="C00000"/>
                </a:solidFill>
              </a:rPr>
              <a:t>8</a:t>
            </a:r>
            <a:r>
              <a:rPr lang="zh-CN" altLang="en-US" b="1" dirty="0">
                <a:solidFill>
                  <a:srgbClr val="C00000"/>
                </a:solidFill>
              </a:rPr>
              <a:t>）</a:t>
            </a:r>
          </a:p>
        </p:txBody>
      </p:sp>
      <p:grpSp>
        <p:nvGrpSpPr>
          <p:cNvPr id="185" name="组合 184">
            <a:extLst>
              <a:ext uri="{FF2B5EF4-FFF2-40B4-BE49-F238E27FC236}">
                <a16:creationId xmlns:a16="http://schemas.microsoft.com/office/drawing/2014/main" id="{94CD9D72-7EAB-4B7B-8BD6-4351EC423068}"/>
              </a:ext>
            </a:extLst>
          </p:cNvPr>
          <p:cNvGrpSpPr/>
          <p:nvPr/>
        </p:nvGrpSpPr>
        <p:grpSpPr>
          <a:xfrm flipH="1">
            <a:off x="5562966" y="5722842"/>
            <a:ext cx="422042" cy="179982"/>
            <a:chOff x="1667151" y="6205286"/>
            <a:chExt cx="1084859" cy="263247"/>
          </a:xfrm>
        </p:grpSpPr>
        <p:cxnSp>
          <p:nvCxnSpPr>
            <p:cNvPr id="186" name="直接连接符 185">
              <a:extLst>
                <a:ext uri="{FF2B5EF4-FFF2-40B4-BE49-F238E27FC236}">
                  <a16:creationId xmlns:a16="http://schemas.microsoft.com/office/drawing/2014/main" id="{ECD4C18D-1D2C-4051-AD1A-CF223ACE0C92}"/>
                </a:ext>
              </a:extLst>
            </p:cNvPr>
            <p:cNvCxnSpPr>
              <a:cxnSpLocks/>
            </p:cNvCxnSpPr>
            <p:nvPr/>
          </p:nvCxnSpPr>
          <p:spPr>
            <a:xfrm flipV="1">
              <a:off x="1667821" y="6205287"/>
              <a:ext cx="0" cy="263246"/>
            </a:xfrm>
            <a:prstGeom prst="line">
              <a:avLst/>
            </a:prstGeom>
            <a:ln w="28575">
              <a:solidFill>
                <a:schemeClr val="accent2"/>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87" name="直接连接符 186">
              <a:extLst>
                <a:ext uri="{FF2B5EF4-FFF2-40B4-BE49-F238E27FC236}">
                  <a16:creationId xmlns:a16="http://schemas.microsoft.com/office/drawing/2014/main" id="{4CB5992F-7B22-43CA-90A0-8F707743746D}"/>
                </a:ext>
              </a:extLst>
            </p:cNvPr>
            <p:cNvCxnSpPr/>
            <p:nvPr/>
          </p:nvCxnSpPr>
          <p:spPr>
            <a:xfrm>
              <a:off x="1667151" y="6458963"/>
              <a:ext cx="1084859"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8" name="直接连接符 187">
              <a:extLst>
                <a:ext uri="{FF2B5EF4-FFF2-40B4-BE49-F238E27FC236}">
                  <a16:creationId xmlns:a16="http://schemas.microsoft.com/office/drawing/2014/main" id="{DEFD17C5-DD16-41CD-A4B7-AD1460034D8C}"/>
                </a:ext>
              </a:extLst>
            </p:cNvPr>
            <p:cNvCxnSpPr>
              <a:cxnSpLocks/>
            </p:cNvCxnSpPr>
            <p:nvPr/>
          </p:nvCxnSpPr>
          <p:spPr>
            <a:xfrm>
              <a:off x="2752010" y="6205286"/>
              <a:ext cx="0" cy="263247"/>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189" name="矩形: 圆角 188">
            <a:extLst>
              <a:ext uri="{FF2B5EF4-FFF2-40B4-BE49-F238E27FC236}">
                <a16:creationId xmlns:a16="http://schemas.microsoft.com/office/drawing/2014/main" id="{777A708F-9AA6-4B26-BF2A-495D422F37DB}"/>
              </a:ext>
            </a:extLst>
          </p:cNvPr>
          <p:cNvSpPr/>
          <p:nvPr/>
        </p:nvSpPr>
        <p:spPr>
          <a:xfrm>
            <a:off x="1319724" y="257747"/>
            <a:ext cx="5687131" cy="496189"/>
          </a:xfrm>
          <a:prstGeom prst="roundRect">
            <a:avLst/>
          </a:prstGeom>
          <a:solidFill>
            <a:schemeClr val="tx2">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rgbClr val="C00000"/>
                </a:solidFill>
                <a:effectLst>
                  <a:outerShdw blurRad="38100" dist="38100" dir="2700000" algn="tl">
                    <a:srgbClr val="000000">
                      <a:alpha val="43137"/>
                    </a:srgbClr>
                  </a:outerShdw>
                </a:effectLst>
              </a:rPr>
              <a:t>算法</a:t>
            </a:r>
            <a:r>
              <a:rPr lang="en-US" altLang="zh-CN" sz="2200" b="1" dirty="0">
                <a:solidFill>
                  <a:srgbClr val="C00000"/>
                </a:solidFill>
                <a:effectLst>
                  <a:outerShdw blurRad="38100" dist="38100" dir="2700000" algn="tl">
                    <a:srgbClr val="000000">
                      <a:alpha val="43137"/>
                    </a:srgbClr>
                  </a:outerShdw>
                </a:effectLst>
              </a:rPr>
              <a:t>10.3</a:t>
            </a:r>
            <a:r>
              <a:rPr lang="zh-CN" altLang="en-US" sz="2200" b="1" dirty="0">
                <a:solidFill>
                  <a:srgbClr val="002060"/>
                </a:solidFill>
                <a:effectLst>
                  <a:outerShdw blurRad="38100" dist="38100" dir="2700000" algn="tl">
                    <a:srgbClr val="000000">
                      <a:alpha val="43137"/>
                    </a:srgbClr>
                  </a:outerShdw>
                </a:effectLst>
              </a:rPr>
              <a:t>和</a:t>
            </a:r>
            <a:r>
              <a:rPr lang="zh-CN" altLang="en-US" sz="2200" b="1" dirty="0">
                <a:solidFill>
                  <a:srgbClr val="C00000"/>
                </a:solidFill>
                <a:effectLst>
                  <a:outerShdw blurRad="38100" dist="38100" dir="2700000" algn="tl">
                    <a:srgbClr val="000000">
                      <a:alpha val="43137"/>
                    </a:srgbClr>
                  </a:outerShdw>
                </a:effectLst>
              </a:rPr>
              <a:t>算法</a:t>
            </a:r>
            <a:r>
              <a:rPr lang="en-US" altLang="zh-CN" sz="2200" b="1" dirty="0">
                <a:solidFill>
                  <a:srgbClr val="C00000"/>
                </a:solidFill>
                <a:effectLst>
                  <a:outerShdw blurRad="38100" dist="38100" dir="2700000" algn="tl">
                    <a:srgbClr val="000000">
                      <a:alpha val="43137"/>
                    </a:srgbClr>
                  </a:outerShdw>
                </a:effectLst>
              </a:rPr>
              <a:t>10.4  </a:t>
            </a:r>
            <a:r>
              <a:rPr lang="zh-CN" altLang="en-US" sz="2200" b="1" dirty="0">
                <a:solidFill>
                  <a:srgbClr val="002060"/>
                </a:solidFill>
                <a:effectLst>
                  <a:outerShdw blurRad="38100" dist="38100" dir="2700000" algn="tl">
                    <a:srgbClr val="000000">
                      <a:alpha val="43137"/>
                    </a:srgbClr>
                  </a:outerShdw>
                </a:effectLst>
              </a:rPr>
              <a:t>表插入排序和记录重排</a:t>
            </a:r>
          </a:p>
        </p:txBody>
      </p:sp>
      <p:sp>
        <p:nvSpPr>
          <p:cNvPr id="176" name="文本框 175">
            <a:extLst>
              <a:ext uri="{FF2B5EF4-FFF2-40B4-BE49-F238E27FC236}">
                <a16:creationId xmlns:a16="http://schemas.microsoft.com/office/drawing/2014/main" id="{816AFD37-3F05-46ED-B9C4-1BC5B9743082}"/>
              </a:ext>
            </a:extLst>
          </p:cNvPr>
          <p:cNvSpPr txBox="1"/>
          <p:nvPr/>
        </p:nvSpPr>
        <p:spPr>
          <a:xfrm>
            <a:off x="563284" y="3311270"/>
            <a:ext cx="358737" cy="1200329"/>
          </a:xfrm>
          <a:prstGeom prst="rect">
            <a:avLst/>
          </a:prstGeom>
          <a:noFill/>
        </p:spPr>
        <p:txBody>
          <a:bodyPr wrap="square" rtlCol="0">
            <a:spAutoFit/>
          </a:bodyPr>
          <a:lstStyle/>
          <a:p>
            <a:r>
              <a:rPr lang="zh-CN" altLang="en-US" dirty="0"/>
              <a:t>静态链表</a:t>
            </a:r>
          </a:p>
        </p:txBody>
      </p:sp>
      <p:sp>
        <p:nvSpPr>
          <p:cNvPr id="190" name="文本框 189">
            <a:extLst>
              <a:ext uri="{FF2B5EF4-FFF2-40B4-BE49-F238E27FC236}">
                <a16:creationId xmlns:a16="http://schemas.microsoft.com/office/drawing/2014/main" id="{D4903956-9E13-4852-A8F0-39ADF02CA79F}"/>
              </a:ext>
            </a:extLst>
          </p:cNvPr>
          <p:cNvSpPr txBox="1"/>
          <p:nvPr/>
        </p:nvSpPr>
        <p:spPr>
          <a:xfrm>
            <a:off x="291951" y="4879140"/>
            <a:ext cx="358737" cy="1200329"/>
          </a:xfrm>
          <a:prstGeom prst="rect">
            <a:avLst/>
          </a:prstGeom>
          <a:noFill/>
        </p:spPr>
        <p:txBody>
          <a:bodyPr wrap="square" rtlCol="0">
            <a:spAutoFit/>
          </a:bodyPr>
          <a:lstStyle/>
          <a:p>
            <a:r>
              <a:rPr lang="zh-CN" altLang="en-US" dirty="0"/>
              <a:t>逻辑结构</a:t>
            </a:r>
          </a:p>
        </p:txBody>
      </p:sp>
      <p:cxnSp>
        <p:nvCxnSpPr>
          <p:cNvPr id="191" name="直接连接符 190">
            <a:extLst>
              <a:ext uri="{FF2B5EF4-FFF2-40B4-BE49-F238E27FC236}">
                <a16:creationId xmlns:a16="http://schemas.microsoft.com/office/drawing/2014/main" id="{02EDCF7B-117B-430E-A0C9-377F17821A2A}"/>
              </a:ext>
            </a:extLst>
          </p:cNvPr>
          <p:cNvCxnSpPr>
            <a:cxnSpLocks/>
          </p:cNvCxnSpPr>
          <p:nvPr/>
        </p:nvCxnSpPr>
        <p:spPr>
          <a:xfrm>
            <a:off x="5185541" y="1530536"/>
            <a:ext cx="2677236"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92" name="直接连接符 191">
            <a:extLst>
              <a:ext uri="{FF2B5EF4-FFF2-40B4-BE49-F238E27FC236}">
                <a16:creationId xmlns:a16="http://schemas.microsoft.com/office/drawing/2014/main" id="{C1743301-C426-4A63-89A2-8109A2C12DB7}"/>
              </a:ext>
            </a:extLst>
          </p:cNvPr>
          <p:cNvCxnSpPr>
            <a:cxnSpLocks/>
          </p:cNvCxnSpPr>
          <p:nvPr/>
        </p:nvCxnSpPr>
        <p:spPr>
          <a:xfrm>
            <a:off x="5185541" y="1799550"/>
            <a:ext cx="3644799"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93" name="直接连接符 192">
            <a:extLst>
              <a:ext uri="{FF2B5EF4-FFF2-40B4-BE49-F238E27FC236}">
                <a16:creationId xmlns:a16="http://schemas.microsoft.com/office/drawing/2014/main" id="{4D08A013-62DF-471B-B7F7-F5107884D7FF}"/>
              </a:ext>
            </a:extLst>
          </p:cNvPr>
          <p:cNvCxnSpPr>
            <a:cxnSpLocks/>
          </p:cNvCxnSpPr>
          <p:nvPr/>
        </p:nvCxnSpPr>
        <p:spPr>
          <a:xfrm>
            <a:off x="5453462" y="2078156"/>
            <a:ext cx="3381619"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94" name="直接连接符 193">
            <a:extLst>
              <a:ext uri="{FF2B5EF4-FFF2-40B4-BE49-F238E27FC236}">
                <a16:creationId xmlns:a16="http://schemas.microsoft.com/office/drawing/2014/main" id="{60ABBB3F-8D5A-435B-9B10-A9D6C0A7CBE5}"/>
              </a:ext>
            </a:extLst>
          </p:cNvPr>
          <p:cNvCxnSpPr>
            <a:cxnSpLocks/>
          </p:cNvCxnSpPr>
          <p:nvPr/>
        </p:nvCxnSpPr>
        <p:spPr>
          <a:xfrm>
            <a:off x="5453462" y="2365785"/>
            <a:ext cx="2680445"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95" name="直接连接符 194">
            <a:extLst>
              <a:ext uri="{FF2B5EF4-FFF2-40B4-BE49-F238E27FC236}">
                <a16:creationId xmlns:a16="http://schemas.microsoft.com/office/drawing/2014/main" id="{9B4EC4C0-2348-477F-B8F4-48728B77E01A}"/>
              </a:ext>
            </a:extLst>
          </p:cNvPr>
          <p:cNvCxnSpPr>
            <a:cxnSpLocks/>
          </p:cNvCxnSpPr>
          <p:nvPr/>
        </p:nvCxnSpPr>
        <p:spPr>
          <a:xfrm flipV="1">
            <a:off x="5405782" y="2653310"/>
            <a:ext cx="1121868" cy="1"/>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96" name="直接连接符 195">
            <a:extLst>
              <a:ext uri="{FF2B5EF4-FFF2-40B4-BE49-F238E27FC236}">
                <a16:creationId xmlns:a16="http://schemas.microsoft.com/office/drawing/2014/main" id="{EDAB0489-C4F4-4BD0-B863-390CC9D1BF7E}"/>
              </a:ext>
            </a:extLst>
          </p:cNvPr>
          <p:cNvCxnSpPr>
            <a:cxnSpLocks/>
          </p:cNvCxnSpPr>
          <p:nvPr/>
        </p:nvCxnSpPr>
        <p:spPr>
          <a:xfrm>
            <a:off x="5692774" y="2922121"/>
            <a:ext cx="2839854"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97" name="直接连接符 196">
            <a:extLst>
              <a:ext uri="{FF2B5EF4-FFF2-40B4-BE49-F238E27FC236}">
                <a16:creationId xmlns:a16="http://schemas.microsoft.com/office/drawing/2014/main" id="{31F14C32-C1C6-4ED5-BF1B-6085870B6E2F}"/>
              </a:ext>
            </a:extLst>
          </p:cNvPr>
          <p:cNvCxnSpPr>
            <a:cxnSpLocks/>
          </p:cNvCxnSpPr>
          <p:nvPr/>
        </p:nvCxnSpPr>
        <p:spPr>
          <a:xfrm>
            <a:off x="5685630" y="3209265"/>
            <a:ext cx="2219677"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98" name="直接连接符 197">
            <a:extLst>
              <a:ext uri="{FF2B5EF4-FFF2-40B4-BE49-F238E27FC236}">
                <a16:creationId xmlns:a16="http://schemas.microsoft.com/office/drawing/2014/main" id="{8CADFF52-4CBA-45DE-A4A7-EA9E175CF2F3}"/>
              </a:ext>
            </a:extLst>
          </p:cNvPr>
          <p:cNvCxnSpPr>
            <a:cxnSpLocks/>
          </p:cNvCxnSpPr>
          <p:nvPr/>
        </p:nvCxnSpPr>
        <p:spPr>
          <a:xfrm>
            <a:off x="5405782" y="3761197"/>
            <a:ext cx="757537"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sp>
        <p:nvSpPr>
          <p:cNvPr id="199" name="文本框 198">
            <a:extLst>
              <a:ext uri="{FF2B5EF4-FFF2-40B4-BE49-F238E27FC236}">
                <a16:creationId xmlns:a16="http://schemas.microsoft.com/office/drawing/2014/main" id="{C8144F00-A0F1-4EFE-B12B-95C0DEC0F27B}"/>
              </a:ext>
            </a:extLst>
          </p:cNvPr>
          <p:cNvSpPr txBox="1"/>
          <p:nvPr/>
        </p:nvSpPr>
        <p:spPr>
          <a:xfrm>
            <a:off x="237375" y="3467473"/>
            <a:ext cx="358737" cy="923330"/>
          </a:xfrm>
          <a:prstGeom prst="rect">
            <a:avLst/>
          </a:prstGeom>
          <a:noFill/>
        </p:spPr>
        <p:txBody>
          <a:bodyPr wrap="square" rtlCol="0">
            <a:spAutoFit/>
          </a:bodyPr>
          <a:lstStyle/>
          <a:p>
            <a:r>
              <a:rPr lang="zh-CN" altLang="en-US" dirty="0"/>
              <a:t>顺序表</a:t>
            </a:r>
          </a:p>
        </p:txBody>
      </p:sp>
    </p:spTree>
    <p:extLst>
      <p:ext uri="{BB962C8B-B14F-4D97-AF65-F5344CB8AC3E}">
        <p14:creationId xmlns:p14="http://schemas.microsoft.com/office/powerpoint/2010/main" val="1612981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155"/>
                                        </p:tgtEl>
                                        <p:attrNameLst>
                                          <p:attrName>style.visibility</p:attrName>
                                        </p:attrNameLst>
                                      </p:cBhvr>
                                      <p:to>
                                        <p:strVal val="visible"/>
                                      </p:to>
                                    </p:set>
                                    <p:animEffect transition="in" filter="fade">
                                      <p:cBhvr>
                                        <p:cTn id="12" dur="1000"/>
                                        <p:tgtEl>
                                          <p:spTgt spid="155"/>
                                        </p:tgtEl>
                                      </p:cBhvr>
                                    </p:animEffect>
                                    <p:anim calcmode="lin" valueType="num">
                                      <p:cBhvr>
                                        <p:cTn id="13" dur="1000" fill="hold"/>
                                        <p:tgtEl>
                                          <p:spTgt spid="155"/>
                                        </p:tgtEl>
                                        <p:attrNameLst>
                                          <p:attrName>ppt_x</p:attrName>
                                        </p:attrNameLst>
                                      </p:cBhvr>
                                      <p:tavLst>
                                        <p:tav tm="0">
                                          <p:val>
                                            <p:strVal val="#ppt_x"/>
                                          </p:val>
                                        </p:tav>
                                        <p:tav tm="100000">
                                          <p:val>
                                            <p:strVal val="#ppt_x"/>
                                          </p:val>
                                        </p:tav>
                                      </p:tavLst>
                                    </p:anim>
                                    <p:anim calcmode="lin" valueType="num">
                                      <p:cBhvr>
                                        <p:cTn id="14" dur="1000" fill="hold"/>
                                        <p:tgtEl>
                                          <p:spTgt spid="155"/>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22" presetClass="entr" presetSubtype="8" fill="hold" nodeType="afterEffect">
                                  <p:stCondLst>
                                    <p:cond delay="0"/>
                                  </p:stCondLst>
                                  <p:childTnLst>
                                    <p:set>
                                      <p:cBhvr>
                                        <p:cTn id="17" dur="1" fill="hold">
                                          <p:stCondLst>
                                            <p:cond delay="0"/>
                                          </p:stCondLst>
                                        </p:cTn>
                                        <p:tgtEl>
                                          <p:spTgt spid="191"/>
                                        </p:tgtEl>
                                        <p:attrNameLst>
                                          <p:attrName>style.visibility</p:attrName>
                                        </p:attrNameLst>
                                      </p:cBhvr>
                                      <p:to>
                                        <p:strVal val="visible"/>
                                      </p:to>
                                    </p:set>
                                    <p:animEffect transition="in" filter="wipe(left)">
                                      <p:cBhvr>
                                        <p:cTn id="18" dur="1000"/>
                                        <p:tgtEl>
                                          <p:spTgt spid="191"/>
                                        </p:tgtEl>
                                      </p:cBhvr>
                                    </p:animEffect>
                                  </p:childTnLst>
                                </p:cTn>
                              </p:par>
                            </p:childTnLst>
                          </p:cTn>
                        </p:par>
                        <p:par>
                          <p:cTn id="19" fill="hold">
                            <p:stCondLst>
                              <p:cond delay="2000"/>
                            </p:stCondLst>
                            <p:childTnLst>
                              <p:par>
                                <p:cTn id="20" presetID="22" presetClass="entr" presetSubtype="1" fill="hold" nodeType="afterEffect">
                                  <p:stCondLst>
                                    <p:cond delay="0"/>
                                  </p:stCondLst>
                                  <p:childTnLst>
                                    <p:set>
                                      <p:cBhvr>
                                        <p:cTn id="21" dur="1" fill="hold">
                                          <p:stCondLst>
                                            <p:cond delay="0"/>
                                          </p:stCondLst>
                                        </p:cTn>
                                        <p:tgtEl>
                                          <p:spTgt spid="552"/>
                                        </p:tgtEl>
                                        <p:attrNameLst>
                                          <p:attrName>style.visibility</p:attrName>
                                        </p:attrNameLst>
                                      </p:cBhvr>
                                      <p:to>
                                        <p:strVal val="visible"/>
                                      </p:to>
                                    </p:set>
                                    <p:animEffect transition="in" filter="wipe(up)">
                                      <p:cBhvr>
                                        <p:cTn id="22" dur="500"/>
                                        <p:tgtEl>
                                          <p:spTgt spid="55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xit" presetSubtype="1" fill="hold" nodeType="clickEffect">
                                  <p:stCondLst>
                                    <p:cond delay="0"/>
                                  </p:stCondLst>
                                  <p:childTnLst>
                                    <p:animEffect transition="out" filter="wipe(up)">
                                      <p:cBhvr>
                                        <p:cTn id="26" dur="500"/>
                                        <p:tgtEl>
                                          <p:spTgt spid="191"/>
                                        </p:tgtEl>
                                      </p:cBhvr>
                                    </p:animEffect>
                                    <p:set>
                                      <p:cBhvr>
                                        <p:cTn id="27" dur="1" fill="hold">
                                          <p:stCondLst>
                                            <p:cond delay="499"/>
                                          </p:stCondLst>
                                        </p:cTn>
                                        <p:tgtEl>
                                          <p:spTgt spid="191"/>
                                        </p:tgtEl>
                                        <p:attrNameLst>
                                          <p:attrName>style.visibility</p:attrName>
                                        </p:attrNameLst>
                                      </p:cBhvr>
                                      <p:to>
                                        <p:strVal val="hidden"/>
                                      </p:to>
                                    </p:set>
                                  </p:childTnLst>
                                </p:cTn>
                              </p:par>
                              <p:par>
                                <p:cTn id="28" presetID="22" presetClass="entr" presetSubtype="8" fill="hold" nodeType="withEffect">
                                  <p:stCondLst>
                                    <p:cond delay="0"/>
                                  </p:stCondLst>
                                  <p:childTnLst>
                                    <p:set>
                                      <p:cBhvr>
                                        <p:cTn id="29" dur="1" fill="hold">
                                          <p:stCondLst>
                                            <p:cond delay="0"/>
                                          </p:stCondLst>
                                        </p:cTn>
                                        <p:tgtEl>
                                          <p:spTgt spid="192"/>
                                        </p:tgtEl>
                                        <p:attrNameLst>
                                          <p:attrName>style.visibility</p:attrName>
                                        </p:attrNameLst>
                                      </p:cBhvr>
                                      <p:to>
                                        <p:strVal val="visible"/>
                                      </p:to>
                                    </p:set>
                                    <p:animEffect transition="in" filter="wipe(left)">
                                      <p:cBhvr>
                                        <p:cTn id="30" dur="1000"/>
                                        <p:tgtEl>
                                          <p:spTgt spid="192"/>
                                        </p:tgtEl>
                                      </p:cBhvr>
                                    </p:animEffect>
                                  </p:childTnLst>
                                </p:cTn>
                              </p:par>
                            </p:childTnLst>
                          </p:cTn>
                        </p:par>
                        <p:par>
                          <p:cTn id="31" fill="hold">
                            <p:stCondLst>
                              <p:cond delay="1000"/>
                            </p:stCondLst>
                            <p:childTnLst>
                              <p:par>
                                <p:cTn id="32" presetID="22" presetClass="entr" presetSubtype="1" fill="hold" nodeType="afterEffect">
                                  <p:stCondLst>
                                    <p:cond delay="0"/>
                                  </p:stCondLst>
                                  <p:childTnLst>
                                    <p:set>
                                      <p:cBhvr>
                                        <p:cTn id="33" dur="1" fill="hold">
                                          <p:stCondLst>
                                            <p:cond delay="0"/>
                                          </p:stCondLst>
                                        </p:cTn>
                                        <p:tgtEl>
                                          <p:spTgt spid="556"/>
                                        </p:tgtEl>
                                        <p:attrNameLst>
                                          <p:attrName>style.visibility</p:attrName>
                                        </p:attrNameLst>
                                      </p:cBhvr>
                                      <p:to>
                                        <p:strVal val="visible"/>
                                      </p:to>
                                    </p:set>
                                    <p:animEffect transition="in" filter="wipe(up)">
                                      <p:cBhvr>
                                        <p:cTn id="34" dur="500"/>
                                        <p:tgtEl>
                                          <p:spTgt spid="556"/>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xit" presetSubtype="1" fill="hold" nodeType="clickEffect">
                                  <p:stCondLst>
                                    <p:cond delay="0"/>
                                  </p:stCondLst>
                                  <p:childTnLst>
                                    <p:animEffect transition="out" filter="wipe(up)">
                                      <p:cBhvr>
                                        <p:cTn id="38" dur="500"/>
                                        <p:tgtEl>
                                          <p:spTgt spid="192"/>
                                        </p:tgtEl>
                                      </p:cBhvr>
                                    </p:animEffect>
                                    <p:set>
                                      <p:cBhvr>
                                        <p:cTn id="39" dur="1" fill="hold">
                                          <p:stCondLst>
                                            <p:cond delay="499"/>
                                          </p:stCondLst>
                                        </p:cTn>
                                        <p:tgtEl>
                                          <p:spTgt spid="192"/>
                                        </p:tgtEl>
                                        <p:attrNameLst>
                                          <p:attrName>style.visibility</p:attrName>
                                        </p:attrNameLst>
                                      </p:cBhvr>
                                      <p:to>
                                        <p:strVal val="hidden"/>
                                      </p:to>
                                    </p:set>
                                  </p:childTnLst>
                                </p:cTn>
                              </p:par>
                              <p:par>
                                <p:cTn id="40" presetID="45" presetClass="entr" presetSubtype="0" fill="hold" nodeType="withEffect">
                                  <p:stCondLst>
                                    <p:cond delay="0"/>
                                  </p:stCondLst>
                                  <p:childTnLst>
                                    <p:set>
                                      <p:cBhvr>
                                        <p:cTn id="41" dur="1" fill="hold">
                                          <p:stCondLst>
                                            <p:cond delay="0"/>
                                          </p:stCondLst>
                                        </p:cTn>
                                        <p:tgtEl>
                                          <p:spTgt spid="193"/>
                                        </p:tgtEl>
                                        <p:attrNameLst>
                                          <p:attrName>style.visibility</p:attrName>
                                        </p:attrNameLst>
                                      </p:cBhvr>
                                      <p:to>
                                        <p:strVal val="visible"/>
                                      </p:to>
                                    </p:set>
                                    <p:animEffect transition="in" filter="fade">
                                      <p:cBhvr>
                                        <p:cTn id="42" dur="2000"/>
                                        <p:tgtEl>
                                          <p:spTgt spid="193"/>
                                        </p:tgtEl>
                                      </p:cBhvr>
                                    </p:animEffect>
                                    <p:anim calcmode="lin" valueType="num">
                                      <p:cBhvr>
                                        <p:cTn id="43" dur="2000" fill="hold"/>
                                        <p:tgtEl>
                                          <p:spTgt spid="193"/>
                                        </p:tgtEl>
                                        <p:attrNameLst>
                                          <p:attrName>ppt_w</p:attrName>
                                        </p:attrNameLst>
                                      </p:cBhvr>
                                      <p:tavLst>
                                        <p:tav tm="0" fmla="#ppt_w*sin(2.5*pi*$)">
                                          <p:val>
                                            <p:fltVal val="0"/>
                                          </p:val>
                                        </p:tav>
                                        <p:tav tm="100000">
                                          <p:val>
                                            <p:fltVal val="1"/>
                                          </p:val>
                                        </p:tav>
                                      </p:tavLst>
                                    </p:anim>
                                    <p:anim calcmode="lin" valueType="num">
                                      <p:cBhvr>
                                        <p:cTn id="44" dur="2000" fill="hold"/>
                                        <p:tgtEl>
                                          <p:spTgt spid="193"/>
                                        </p:tgtEl>
                                        <p:attrNameLst>
                                          <p:attrName>ppt_h</p:attrName>
                                        </p:attrNameLst>
                                      </p:cBhvr>
                                      <p:tavLst>
                                        <p:tav tm="0">
                                          <p:val>
                                            <p:strVal val="#ppt_h"/>
                                          </p:val>
                                        </p:tav>
                                        <p:tav tm="100000">
                                          <p:val>
                                            <p:strVal val="#ppt_h"/>
                                          </p:val>
                                        </p:tav>
                                      </p:tavLst>
                                    </p:anim>
                                  </p:childTnLst>
                                </p:cTn>
                              </p:par>
                            </p:childTnLst>
                          </p:cTn>
                        </p:par>
                      </p:childTnLst>
                    </p:cTn>
                  </p:par>
                  <p:par>
                    <p:cTn id="45" fill="hold">
                      <p:stCondLst>
                        <p:cond delay="indefinite"/>
                      </p:stCondLst>
                      <p:childTnLst>
                        <p:par>
                          <p:cTn id="46" fill="hold">
                            <p:stCondLst>
                              <p:cond delay="0"/>
                            </p:stCondLst>
                            <p:childTnLst>
                              <p:par>
                                <p:cTn id="47" presetID="22" presetClass="exit" presetSubtype="1" fill="hold" nodeType="clickEffect">
                                  <p:stCondLst>
                                    <p:cond delay="0"/>
                                  </p:stCondLst>
                                  <p:childTnLst>
                                    <p:animEffect transition="out" filter="wipe(up)">
                                      <p:cBhvr>
                                        <p:cTn id="48" dur="500"/>
                                        <p:tgtEl>
                                          <p:spTgt spid="193"/>
                                        </p:tgtEl>
                                      </p:cBhvr>
                                    </p:animEffect>
                                    <p:set>
                                      <p:cBhvr>
                                        <p:cTn id="49" dur="1" fill="hold">
                                          <p:stCondLst>
                                            <p:cond delay="499"/>
                                          </p:stCondLst>
                                        </p:cTn>
                                        <p:tgtEl>
                                          <p:spTgt spid="193"/>
                                        </p:tgtEl>
                                        <p:attrNameLst>
                                          <p:attrName>style.visibility</p:attrName>
                                        </p:attrNameLst>
                                      </p:cBhvr>
                                      <p:to>
                                        <p:strVal val="hidden"/>
                                      </p:to>
                                    </p:set>
                                  </p:childTnLst>
                                </p:cTn>
                              </p:par>
                              <p:par>
                                <p:cTn id="50" presetID="22" presetClass="entr" presetSubtype="8" fill="hold" nodeType="withEffect">
                                  <p:stCondLst>
                                    <p:cond delay="0"/>
                                  </p:stCondLst>
                                  <p:childTnLst>
                                    <p:set>
                                      <p:cBhvr>
                                        <p:cTn id="51" dur="1" fill="hold">
                                          <p:stCondLst>
                                            <p:cond delay="0"/>
                                          </p:stCondLst>
                                        </p:cTn>
                                        <p:tgtEl>
                                          <p:spTgt spid="194"/>
                                        </p:tgtEl>
                                        <p:attrNameLst>
                                          <p:attrName>style.visibility</p:attrName>
                                        </p:attrNameLst>
                                      </p:cBhvr>
                                      <p:to>
                                        <p:strVal val="visible"/>
                                      </p:to>
                                    </p:set>
                                    <p:animEffect transition="in" filter="wipe(left)">
                                      <p:cBhvr>
                                        <p:cTn id="52" dur="1000"/>
                                        <p:tgtEl>
                                          <p:spTgt spid="194"/>
                                        </p:tgtEl>
                                      </p:cBhvr>
                                    </p:animEffect>
                                  </p:childTnLst>
                                </p:cTn>
                              </p:par>
                            </p:childTnLst>
                          </p:cTn>
                        </p:par>
                        <p:par>
                          <p:cTn id="53" fill="hold">
                            <p:stCondLst>
                              <p:cond delay="1000"/>
                            </p:stCondLst>
                            <p:childTnLst>
                              <p:par>
                                <p:cTn id="54" presetID="22" presetClass="entr" presetSubtype="1" fill="hold" nodeType="afterEffect">
                                  <p:stCondLst>
                                    <p:cond delay="0"/>
                                  </p:stCondLst>
                                  <p:childTnLst>
                                    <p:set>
                                      <p:cBhvr>
                                        <p:cTn id="55" dur="1" fill="hold">
                                          <p:stCondLst>
                                            <p:cond delay="0"/>
                                          </p:stCondLst>
                                        </p:cTn>
                                        <p:tgtEl>
                                          <p:spTgt spid="553"/>
                                        </p:tgtEl>
                                        <p:attrNameLst>
                                          <p:attrName>style.visibility</p:attrName>
                                        </p:attrNameLst>
                                      </p:cBhvr>
                                      <p:to>
                                        <p:strVal val="visible"/>
                                      </p:to>
                                    </p:set>
                                    <p:animEffect transition="in" filter="wipe(up)">
                                      <p:cBhvr>
                                        <p:cTn id="56" dur="500"/>
                                        <p:tgtEl>
                                          <p:spTgt spid="553"/>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xit" presetSubtype="1" fill="hold" nodeType="clickEffect">
                                  <p:stCondLst>
                                    <p:cond delay="0"/>
                                  </p:stCondLst>
                                  <p:childTnLst>
                                    <p:animEffect transition="out" filter="wipe(up)">
                                      <p:cBhvr>
                                        <p:cTn id="60" dur="500"/>
                                        <p:tgtEl>
                                          <p:spTgt spid="194"/>
                                        </p:tgtEl>
                                      </p:cBhvr>
                                    </p:animEffect>
                                    <p:set>
                                      <p:cBhvr>
                                        <p:cTn id="61" dur="1" fill="hold">
                                          <p:stCondLst>
                                            <p:cond delay="499"/>
                                          </p:stCondLst>
                                        </p:cTn>
                                        <p:tgtEl>
                                          <p:spTgt spid="194"/>
                                        </p:tgtEl>
                                        <p:attrNameLst>
                                          <p:attrName>style.visibility</p:attrName>
                                        </p:attrNameLst>
                                      </p:cBhvr>
                                      <p:to>
                                        <p:strVal val="hidden"/>
                                      </p:to>
                                    </p:set>
                                  </p:childTnLst>
                                </p:cTn>
                              </p:par>
                              <p:par>
                                <p:cTn id="62" presetID="22" presetClass="entr" presetSubtype="8" fill="hold" nodeType="withEffect">
                                  <p:stCondLst>
                                    <p:cond delay="0"/>
                                  </p:stCondLst>
                                  <p:childTnLst>
                                    <p:set>
                                      <p:cBhvr>
                                        <p:cTn id="63" dur="1" fill="hold">
                                          <p:stCondLst>
                                            <p:cond delay="0"/>
                                          </p:stCondLst>
                                        </p:cTn>
                                        <p:tgtEl>
                                          <p:spTgt spid="195"/>
                                        </p:tgtEl>
                                        <p:attrNameLst>
                                          <p:attrName>style.visibility</p:attrName>
                                        </p:attrNameLst>
                                      </p:cBhvr>
                                      <p:to>
                                        <p:strVal val="visible"/>
                                      </p:to>
                                    </p:set>
                                    <p:animEffect transition="in" filter="wipe(left)">
                                      <p:cBhvr>
                                        <p:cTn id="64" dur="1000"/>
                                        <p:tgtEl>
                                          <p:spTgt spid="195"/>
                                        </p:tgtEl>
                                      </p:cBhvr>
                                    </p:animEffect>
                                  </p:childTnLst>
                                </p:cTn>
                              </p:par>
                            </p:childTnLst>
                          </p:cTn>
                        </p:par>
                        <p:par>
                          <p:cTn id="65" fill="hold">
                            <p:stCondLst>
                              <p:cond delay="1000"/>
                            </p:stCondLst>
                            <p:childTnLst>
                              <p:par>
                                <p:cTn id="66" presetID="22" presetClass="exit" presetSubtype="1" fill="hold" nodeType="afterEffect">
                                  <p:stCondLst>
                                    <p:cond delay="0"/>
                                  </p:stCondLst>
                                  <p:childTnLst>
                                    <p:animEffect transition="out" filter="wipe(up)">
                                      <p:cBhvr>
                                        <p:cTn id="67" dur="500"/>
                                        <p:tgtEl>
                                          <p:spTgt spid="195"/>
                                        </p:tgtEl>
                                      </p:cBhvr>
                                    </p:animEffect>
                                    <p:set>
                                      <p:cBhvr>
                                        <p:cTn id="68" dur="1" fill="hold">
                                          <p:stCondLst>
                                            <p:cond delay="499"/>
                                          </p:stCondLst>
                                        </p:cTn>
                                        <p:tgtEl>
                                          <p:spTgt spid="195"/>
                                        </p:tgtEl>
                                        <p:attrNameLst>
                                          <p:attrName>style.visibility</p:attrName>
                                        </p:attrNameLst>
                                      </p:cBhvr>
                                      <p:to>
                                        <p:strVal val="hidden"/>
                                      </p:to>
                                    </p:set>
                                  </p:childTnLst>
                                </p:cTn>
                              </p:par>
                              <p:par>
                                <p:cTn id="69" presetID="22" presetClass="entr" presetSubtype="8" fill="hold" nodeType="withEffect">
                                  <p:stCondLst>
                                    <p:cond delay="0"/>
                                  </p:stCondLst>
                                  <p:childTnLst>
                                    <p:set>
                                      <p:cBhvr>
                                        <p:cTn id="70" dur="1" fill="hold">
                                          <p:stCondLst>
                                            <p:cond delay="0"/>
                                          </p:stCondLst>
                                        </p:cTn>
                                        <p:tgtEl>
                                          <p:spTgt spid="196"/>
                                        </p:tgtEl>
                                        <p:attrNameLst>
                                          <p:attrName>style.visibility</p:attrName>
                                        </p:attrNameLst>
                                      </p:cBhvr>
                                      <p:to>
                                        <p:strVal val="visible"/>
                                      </p:to>
                                    </p:set>
                                    <p:animEffect transition="in" filter="wipe(left)">
                                      <p:cBhvr>
                                        <p:cTn id="71" dur="1000"/>
                                        <p:tgtEl>
                                          <p:spTgt spid="196"/>
                                        </p:tgtEl>
                                      </p:cBhvr>
                                    </p:animEffect>
                                  </p:childTnLst>
                                </p:cTn>
                              </p:par>
                            </p:childTnLst>
                          </p:cTn>
                        </p:par>
                        <p:par>
                          <p:cTn id="72" fill="hold">
                            <p:stCondLst>
                              <p:cond delay="2000"/>
                            </p:stCondLst>
                            <p:childTnLst>
                              <p:par>
                                <p:cTn id="73" presetID="35" presetClass="path" presetSubtype="0" accel="50000" decel="50000" fill="hold" grpId="0" nodeType="afterEffect">
                                  <p:stCondLst>
                                    <p:cond delay="0"/>
                                  </p:stCondLst>
                                  <p:childTnLst>
                                    <p:animMotion origin="layout" path="M -4.375E-6 -2.96296E-6 L -0.03307 -0.00046 " pathEditMode="relative" rAng="0" ptsTypes="AA">
                                      <p:cBhvr>
                                        <p:cTn id="74" dur="1000" fill="hold"/>
                                        <p:tgtEl>
                                          <p:spTgt spid="100"/>
                                        </p:tgtEl>
                                        <p:attrNameLst>
                                          <p:attrName>ppt_x</p:attrName>
                                          <p:attrName>ppt_y</p:attrName>
                                        </p:attrNameLst>
                                      </p:cBhvr>
                                      <p:rCtr x="-1654" y="-23"/>
                                    </p:animMotion>
                                  </p:childTnLst>
                                </p:cTn>
                              </p:par>
                              <p:par>
                                <p:cTn id="75" presetID="35" presetClass="path" presetSubtype="0" accel="50000" decel="50000" fill="hold" grpId="2" nodeType="withEffect">
                                  <p:stCondLst>
                                    <p:cond delay="0"/>
                                  </p:stCondLst>
                                  <p:childTnLst>
                                    <p:animMotion origin="layout" path="M -4.375E-6 -1.11111E-6 L -0.03307 0.00023 " pathEditMode="relative" rAng="0" ptsTypes="AA">
                                      <p:cBhvr>
                                        <p:cTn id="76" dur="1000" fill="hold"/>
                                        <p:tgtEl>
                                          <p:spTgt spid="154"/>
                                        </p:tgtEl>
                                        <p:attrNameLst>
                                          <p:attrName>ppt_x</p:attrName>
                                          <p:attrName>ppt_y</p:attrName>
                                        </p:attrNameLst>
                                      </p:cBhvr>
                                      <p:rCtr x="-1654" y="0"/>
                                    </p:animMotion>
                                  </p:childTnLst>
                                </p:cTn>
                              </p:par>
                              <p:par>
                                <p:cTn id="77" presetID="10" presetClass="exit" presetSubtype="0" fill="hold" grpId="0" nodeType="withEffect">
                                  <p:stCondLst>
                                    <p:cond delay="500"/>
                                  </p:stCondLst>
                                  <p:childTnLst>
                                    <p:animEffect transition="out" filter="fade">
                                      <p:cBhvr>
                                        <p:cTn id="78" dur="500"/>
                                        <p:tgtEl>
                                          <p:spTgt spid="140"/>
                                        </p:tgtEl>
                                      </p:cBhvr>
                                    </p:animEffect>
                                    <p:set>
                                      <p:cBhvr>
                                        <p:cTn id="79" dur="1" fill="hold">
                                          <p:stCondLst>
                                            <p:cond delay="499"/>
                                          </p:stCondLst>
                                        </p:cTn>
                                        <p:tgtEl>
                                          <p:spTgt spid="140"/>
                                        </p:tgtEl>
                                        <p:attrNameLst>
                                          <p:attrName>style.visibility</p:attrName>
                                        </p:attrNameLst>
                                      </p:cBhvr>
                                      <p:to>
                                        <p:strVal val="hidden"/>
                                      </p:to>
                                    </p:set>
                                  </p:childTnLst>
                                </p:cTn>
                              </p:par>
                              <p:par>
                                <p:cTn id="80" presetID="35" presetClass="path" presetSubtype="0" accel="50000" decel="50000" fill="hold" grpId="0" nodeType="withEffect">
                                  <p:stCondLst>
                                    <p:cond delay="0"/>
                                  </p:stCondLst>
                                  <p:childTnLst>
                                    <p:animMotion origin="layout" path="M 1.875E-6 -2.96296E-6 L -0.16498 -0.00023 " pathEditMode="relative" rAng="0" ptsTypes="AA">
                                      <p:cBhvr>
                                        <p:cTn id="81" dur="2000" fill="hold"/>
                                        <p:tgtEl>
                                          <p:spTgt spid="20"/>
                                        </p:tgtEl>
                                        <p:attrNameLst>
                                          <p:attrName>ppt_x</p:attrName>
                                          <p:attrName>ppt_y</p:attrName>
                                        </p:attrNameLst>
                                      </p:cBhvr>
                                      <p:rCtr x="-8255" y="-23"/>
                                    </p:animMotion>
                                  </p:childTnLst>
                                </p:cTn>
                              </p:par>
                              <p:par>
                                <p:cTn id="82" presetID="35" presetClass="path" presetSubtype="0" accel="50000" decel="50000" fill="hold" grpId="1" nodeType="withEffect">
                                  <p:stCondLst>
                                    <p:cond delay="0"/>
                                  </p:stCondLst>
                                  <p:childTnLst>
                                    <p:animMotion origin="layout" path="M 2.08333E-6 1.85185E-6 L -0.16472 0.00069 " pathEditMode="relative" rAng="0" ptsTypes="AA">
                                      <p:cBhvr>
                                        <p:cTn id="83" dur="2000" fill="hold"/>
                                        <p:tgtEl>
                                          <p:spTgt spid="32"/>
                                        </p:tgtEl>
                                        <p:attrNameLst>
                                          <p:attrName>ppt_x</p:attrName>
                                          <p:attrName>ppt_y</p:attrName>
                                        </p:attrNameLst>
                                      </p:cBhvr>
                                      <p:rCtr x="-8242" y="23"/>
                                    </p:animMotion>
                                  </p:childTnLst>
                                </p:cTn>
                              </p:par>
                              <p:par>
                                <p:cTn id="84" presetID="63" presetClass="path" presetSubtype="0" accel="50000" decel="50000" fill="hold" grpId="1" nodeType="withEffect">
                                  <p:stCondLst>
                                    <p:cond delay="1500"/>
                                  </p:stCondLst>
                                  <p:childTnLst>
                                    <p:animMotion origin="layout" path="M -0.03307 -0.00046 L 0.16485 0.00116 " pathEditMode="relative" rAng="0" ptsTypes="AA">
                                      <p:cBhvr>
                                        <p:cTn id="85" dur="2000" fill="hold"/>
                                        <p:tgtEl>
                                          <p:spTgt spid="100"/>
                                        </p:tgtEl>
                                        <p:attrNameLst>
                                          <p:attrName>ppt_x</p:attrName>
                                          <p:attrName>ppt_y</p:attrName>
                                        </p:attrNameLst>
                                      </p:cBhvr>
                                      <p:rCtr x="9896" y="69"/>
                                    </p:animMotion>
                                  </p:childTnLst>
                                </p:cTn>
                              </p:par>
                              <p:par>
                                <p:cTn id="86" presetID="63" presetClass="path" presetSubtype="0" accel="50000" decel="50000" fill="hold" grpId="0" nodeType="withEffect">
                                  <p:stCondLst>
                                    <p:cond delay="1500"/>
                                  </p:stCondLst>
                                  <p:childTnLst>
                                    <p:animMotion origin="layout" path="M -0.03307 0.00023 L 0.16459 0.00093 " pathEditMode="relative" rAng="0" ptsTypes="AA">
                                      <p:cBhvr>
                                        <p:cTn id="87" dur="2000" fill="hold"/>
                                        <p:tgtEl>
                                          <p:spTgt spid="154"/>
                                        </p:tgtEl>
                                        <p:attrNameLst>
                                          <p:attrName>ppt_x</p:attrName>
                                          <p:attrName>ppt_y</p:attrName>
                                        </p:attrNameLst>
                                      </p:cBhvr>
                                      <p:rCtr x="9883" y="23"/>
                                    </p:animMotion>
                                  </p:childTnLst>
                                </p:cTn>
                              </p:par>
                              <p:par>
                                <p:cTn id="88" presetID="3" presetClass="emph" presetSubtype="2" fill="hold" grpId="0" nodeType="withEffect">
                                  <p:stCondLst>
                                    <p:cond delay="1500"/>
                                  </p:stCondLst>
                                  <p:childTnLst>
                                    <p:animClr clrSpc="rgb" dir="cw">
                                      <p:cBhvr override="childStyle">
                                        <p:cTn id="89" dur="500" fill="hold"/>
                                        <p:tgtEl>
                                          <p:spTgt spid="38"/>
                                        </p:tgtEl>
                                        <p:attrNameLst>
                                          <p:attrName>style.color</p:attrName>
                                        </p:attrNameLst>
                                      </p:cBhvr>
                                      <p:to>
                                        <a:srgbClr val="DF291B"/>
                                      </p:to>
                                    </p:animClr>
                                  </p:childTnLst>
                                  <p:subTnLst>
                                    <p:animClr clrSpc="rgb" dir="cw">
                                      <p:cBhvr override="childStyle">
                                        <p:cTn dur="1" fill="hold" display="0" masterRel="nextClick" afterEffect="1"/>
                                        <p:tgtEl>
                                          <p:spTgt spid="38"/>
                                        </p:tgtEl>
                                        <p:attrNameLst>
                                          <p:attrName>ppt_c</p:attrName>
                                        </p:attrNameLst>
                                      </p:cBhvr>
                                      <p:to>
                                        <a:srgbClr val="DF291B"/>
                                      </p:to>
                                    </p:animClr>
                                  </p:subTnLst>
                                </p:cTn>
                              </p:par>
                              <p:par>
                                <p:cTn id="90" presetID="3" presetClass="emph" presetSubtype="2" fill="hold" grpId="1" nodeType="withEffect">
                                  <p:stCondLst>
                                    <p:cond delay="1500"/>
                                  </p:stCondLst>
                                  <p:childTnLst>
                                    <p:animClr clrSpc="rgb" dir="cw">
                                      <p:cBhvr override="childStyle">
                                        <p:cTn id="91" dur="500" fill="hold"/>
                                        <p:tgtEl>
                                          <p:spTgt spid="20"/>
                                        </p:tgtEl>
                                        <p:attrNameLst>
                                          <p:attrName>style.color</p:attrName>
                                        </p:attrNameLst>
                                      </p:cBhvr>
                                      <p:to>
                                        <a:srgbClr val="DF291B"/>
                                      </p:to>
                                    </p:animClr>
                                  </p:childTnLst>
                                  <p:subTnLst>
                                    <p:animClr clrSpc="rgb" dir="cw">
                                      <p:cBhvr override="childStyle">
                                        <p:cTn dur="1" fill="hold" display="0" masterRel="nextClick" afterEffect="1"/>
                                        <p:tgtEl>
                                          <p:spTgt spid="20"/>
                                        </p:tgtEl>
                                        <p:attrNameLst>
                                          <p:attrName>ppt_c</p:attrName>
                                        </p:attrNameLst>
                                      </p:cBhvr>
                                      <p:to>
                                        <a:srgbClr val="DF291B"/>
                                      </p:to>
                                    </p:animClr>
                                  </p:subTnLst>
                                </p:cTn>
                              </p:par>
                            </p:childTnLst>
                          </p:cTn>
                        </p:par>
                      </p:childTnLst>
                    </p:cTn>
                  </p:par>
                  <p:par>
                    <p:cTn id="92" fill="hold">
                      <p:stCondLst>
                        <p:cond delay="indefinite"/>
                      </p:stCondLst>
                      <p:childTnLst>
                        <p:par>
                          <p:cTn id="93" fill="hold">
                            <p:stCondLst>
                              <p:cond delay="0"/>
                            </p:stCondLst>
                            <p:childTnLst>
                              <p:par>
                                <p:cTn id="94" presetID="35" presetClass="path" presetSubtype="0" accel="50000" decel="50000" fill="hold" grpId="0" nodeType="clickEffect">
                                  <p:stCondLst>
                                    <p:cond delay="0"/>
                                  </p:stCondLst>
                                  <p:childTnLst>
                                    <p:animMotion origin="layout" path="M -4.375E-6 -3.33333E-6 L -0.15911 0.00047 " pathEditMode="relative" rAng="0" ptsTypes="AA">
                                      <p:cBhvr>
                                        <p:cTn id="95" dur="2000" fill="hold"/>
                                        <p:tgtEl>
                                          <p:spTgt spid="80"/>
                                        </p:tgtEl>
                                        <p:attrNameLst>
                                          <p:attrName>ppt_x</p:attrName>
                                          <p:attrName>ppt_y</p:attrName>
                                        </p:attrNameLst>
                                      </p:cBhvr>
                                      <p:rCtr x="-7956" y="23"/>
                                    </p:animMotion>
                                  </p:childTnLst>
                                </p:cTn>
                              </p:par>
                              <p:par>
                                <p:cTn id="96" presetID="63" presetClass="path" presetSubtype="0" accel="50000" decel="50000" fill="hold" grpId="0" nodeType="withEffect">
                                  <p:stCondLst>
                                    <p:cond delay="0"/>
                                  </p:stCondLst>
                                  <p:childTnLst>
                                    <p:animMotion origin="layout" path="M 4.16667E-7 3.7037E-6 L 0.15911 -0.00047 " pathEditMode="relative" rAng="0" ptsTypes="AA">
                                      <p:cBhvr>
                                        <p:cTn id="97" dur="2000" fill="hold"/>
                                        <p:tgtEl>
                                          <p:spTgt spid="60"/>
                                        </p:tgtEl>
                                        <p:attrNameLst>
                                          <p:attrName>ppt_x</p:attrName>
                                          <p:attrName>ppt_y</p:attrName>
                                        </p:attrNameLst>
                                      </p:cBhvr>
                                      <p:rCtr x="7956" y="-23"/>
                                    </p:animMotion>
                                  </p:childTnLst>
                                </p:cTn>
                              </p:par>
                            </p:childTnLst>
                          </p:cTn>
                        </p:par>
                        <p:par>
                          <p:cTn id="98" fill="hold">
                            <p:stCondLst>
                              <p:cond delay="2000"/>
                            </p:stCondLst>
                            <p:childTnLst>
                              <p:par>
                                <p:cTn id="99" presetID="3" presetClass="emph" presetSubtype="2" fill="hold" grpId="1" nodeType="afterEffect">
                                  <p:stCondLst>
                                    <p:cond delay="0"/>
                                  </p:stCondLst>
                                  <p:childTnLst>
                                    <p:animClr clrSpc="rgb" dir="cw">
                                      <p:cBhvr override="childStyle">
                                        <p:cTn id="100" dur="500" fill="hold"/>
                                        <p:tgtEl>
                                          <p:spTgt spid="80"/>
                                        </p:tgtEl>
                                        <p:attrNameLst>
                                          <p:attrName>style.color</p:attrName>
                                        </p:attrNameLst>
                                      </p:cBhvr>
                                      <p:to>
                                        <a:srgbClr val="DF291B"/>
                                      </p:to>
                                    </p:animClr>
                                  </p:childTnLst>
                                  <p:subTnLst>
                                    <p:animClr clrSpc="rgb" dir="cw">
                                      <p:cBhvr override="childStyle">
                                        <p:cTn dur="1" fill="hold" display="0" masterRel="nextClick" afterEffect="1"/>
                                        <p:tgtEl>
                                          <p:spTgt spid="80"/>
                                        </p:tgtEl>
                                        <p:attrNameLst>
                                          <p:attrName>ppt_c</p:attrName>
                                        </p:attrNameLst>
                                      </p:cBhvr>
                                      <p:to>
                                        <a:srgbClr val="DF291B"/>
                                      </p:to>
                                    </p:animClr>
                                  </p:subTnLst>
                                </p:cTn>
                              </p:par>
                              <p:par>
                                <p:cTn id="101" presetID="3" presetClass="emph" presetSubtype="2" fill="hold" grpId="0" nodeType="withEffect">
                                  <p:stCondLst>
                                    <p:cond delay="0"/>
                                  </p:stCondLst>
                                  <p:childTnLst>
                                    <p:animClr clrSpc="rgb" dir="cw">
                                      <p:cBhvr override="childStyle">
                                        <p:cTn id="102" dur="500" fill="hold"/>
                                        <p:tgtEl>
                                          <p:spTgt spid="62"/>
                                        </p:tgtEl>
                                        <p:attrNameLst>
                                          <p:attrName>style.color</p:attrName>
                                        </p:attrNameLst>
                                      </p:cBhvr>
                                      <p:to>
                                        <a:srgbClr val="DF291B"/>
                                      </p:to>
                                    </p:animClr>
                                  </p:childTnLst>
                                  <p:subTnLst>
                                    <p:animClr clrSpc="rgb" dir="cw">
                                      <p:cBhvr override="childStyle">
                                        <p:cTn dur="1" fill="hold" display="0" masterRel="nextClick" afterEffect="1"/>
                                        <p:tgtEl>
                                          <p:spTgt spid="62"/>
                                        </p:tgtEl>
                                        <p:attrNameLst>
                                          <p:attrName>ppt_c</p:attrName>
                                        </p:attrNameLst>
                                      </p:cBhvr>
                                      <p:to>
                                        <a:srgbClr val="DF291B"/>
                                      </p:to>
                                    </p:animClr>
                                  </p:subTnLst>
                                </p:cTn>
                              </p:par>
                            </p:childTnLst>
                          </p:cTn>
                        </p:par>
                        <p:par>
                          <p:cTn id="103" fill="hold">
                            <p:stCondLst>
                              <p:cond delay="2500"/>
                            </p:stCondLst>
                            <p:childTnLst>
                              <p:par>
                                <p:cTn id="104" presetID="10" presetClass="exit" presetSubtype="0" fill="hold" grpId="0" nodeType="afterEffect">
                                  <p:stCondLst>
                                    <p:cond delay="0"/>
                                  </p:stCondLst>
                                  <p:childTnLst>
                                    <p:animEffect transition="out" filter="fade">
                                      <p:cBhvr>
                                        <p:cTn id="105" dur="500"/>
                                        <p:tgtEl>
                                          <p:spTgt spid="139"/>
                                        </p:tgtEl>
                                      </p:cBhvr>
                                    </p:animEffect>
                                    <p:set>
                                      <p:cBhvr>
                                        <p:cTn id="106" dur="1" fill="hold">
                                          <p:stCondLst>
                                            <p:cond delay="499"/>
                                          </p:stCondLst>
                                        </p:cTn>
                                        <p:tgtEl>
                                          <p:spTgt spid="139"/>
                                        </p:tgtEl>
                                        <p:attrNameLst>
                                          <p:attrName>style.visibility</p:attrName>
                                        </p:attrNameLst>
                                      </p:cBhvr>
                                      <p:to>
                                        <p:strVal val="hidden"/>
                                      </p:to>
                                    </p:set>
                                  </p:childTnLst>
                                </p:cTn>
                              </p:par>
                            </p:childTnLst>
                          </p:cTn>
                        </p:par>
                      </p:childTnLst>
                    </p:cTn>
                  </p:par>
                  <p:par>
                    <p:cTn id="107" fill="hold">
                      <p:stCondLst>
                        <p:cond delay="indefinite"/>
                      </p:stCondLst>
                      <p:childTnLst>
                        <p:par>
                          <p:cTn id="108" fill="hold">
                            <p:stCondLst>
                              <p:cond delay="0"/>
                            </p:stCondLst>
                            <p:childTnLst>
                              <p:par>
                                <p:cTn id="109" presetID="22" presetClass="exit" presetSubtype="1" fill="hold" nodeType="clickEffect">
                                  <p:stCondLst>
                                    <p:cond delay="0"/>
                                  </p:stCondLst>
                                  <p:childTnLst>
                                    <p:animEffect transition="out" filter="wipe(up)">
                                      <p:cBhvr>
                                        <p:cTn id="110" dur="500"/>
                                        <p:tgtEl>
                                          <p:spTgt spid="196"/>
                                        </p:tgtEl>
                                      </p:cBhvr>
                                    </p:animEffect>
                                    <p:set>
                                      <p:cBhvr>
                                        <p:cTn id="111" dur="1" fill="hold">
                                          <p:stCondLst>
                                            <p:cond delay="499"/>
                                          </p:stCondLst>
                                        </p:cTn>
                                        <p:tgtEl>
                                          <p:spTgt spid="196"/>
                                        </p:tgtEl>
                                        <p:attrNameLst>
                                          <p:attrName>style.visibility</p:attrName>
                                        </p:attrNameLst>
                                      </p:cBhvr>
                                      <p:to>
                                        <p:strVal val="hidden"/>
                                      </p:to>
                                    </p:set>
                                  </p:childTnLst>
                                </p:cTn>
                              </p:par>
                              <p:par>
                                <p:cTn id="112" presetID="22" presetClass="entr" presetSubtype="8" fill="hold" nodeType="withEffect">
                                  <p:stCondLst>
                                    <p:cond delay="0"/>
                                  </p:stCondLst>
                                  <p:childTnLst>
                                    <p:set>
                                      <p:cBhvr>
                                        <p:cTn id="113" dur="1" fill="hold">
                                          <p:stCondLst>
                                            <p:cond delay="0"/>
                                          </p:stCondLst>
                                        </p:cTn>
                                        <p:tgtEl>
                                          <p:spTgt spid="197"/>
                                        </p:tgtEl>
                                        <p:attrNameLst>
                                          <p:attrName>style.visibility</p:attrName>
                                        </p:attrNameLst>
                                      </p:cBhvr>
                                      <p:to>
                                        <p:strVal val="visible"/>
                                      </p:to>
                                    </p:set>
                                    <p:animEffect transition="in" filter="wipe(left)">
                                      <p:cBhvr>
                                        <p:cTn id="114" dur="1000"/>
                                        <p:tgtEl>
                                          <p:spTgt spid="197"/>
                                        </p:tgtEl>
                                      </p:cBhvr>
                                    </p:animEffect>
                                  </p:childTnLst>
                                </p:cTn>
                              </p:par>
                            </p:childTnLst>
                          </p:cTn>
                        </p:par>
                        <p:par>
                          <p:cTn id="115" fill="hold">
                            <p:stCondLst>
                              <p:cond delay="1000"/>
                            </p:stCondLst>
                            <p:childTnLst>
                              <p:par>
                                <p:cTn id="116" presetID="10" presetClass="exit" presetSubtype="0" fill="hold" grpId="0" nodeType="afterEffect">
                                  <p:stCondLst>
                                    <p:cond delay="0"/>
                                  </p:stCondLst>
                                  <p:childTnLst>
                                    <p:animEffect transition="out" filter="fade">
                                      <p:cBhvr>
                                        <p:cTn id="117" dur="500"/>
                                        <p:tgtEl>
                                          <p:spTgt spid="32"/>
                                        </p:tgtEl>
                                      </p:cBhvr>
                                    </p:animEffect>
                                    <p:set>
                                      <p:cBhvr>
                                        <p:cTn id="118" dur="1" fill="hold">
                                          <p:stCondLst>
                                            <p:cond delay="499"/>
                                          </p:stCondLst>
                                        </p:cTn>
                                        <p:tgtEl>
                                          <p:spTgt spid="32"/>
                                        </p:tgtEl>
                                        <p:attrNameLst>
                                          <p:attrName>style.visibility</p:attrName>
                                        </p:attrNameLst>
                                      </p:cBhvr>
                                      <p:to>
                                        <p:strVal val="hidden"/>
                                      </p:to>
                                    </p:set>
                                  </p:childTnLst>
                                </p:cTn>
                              </p:par>
                              <p:par>
                                <p:cTn id="119" presetID="10" presetClass="exit" presetSubtype="0" fill="hold" grpId="0" nodeType="withEffect">
                                  <p:stCondLst>
                                    <p:cond delay="0"/>
                                  </p:stCondLst>
                                  <p:childTnLst>
                                    <p:animEffect transition="out" filter="fade">
                                      <p:cBhvr>
                                        <p:cTn id="120" dur="500"/>
                                        <p:tgtEl>
                                          <p:spTgt spid="146"/>
                                        </p:tgtEl>
                                      </p:cBhvr>
                                    </p:animEffect>
                                    <p:set>
                                      <p:cBhvr>
                                        <p:cTn id="121" dur="1" fill="hold">
                                          <p:stCondLst>
                                            <p:cond delay="499"/>
                                          </p:stCondLst>
                                        </p:cTn>
                                        <p:tgtEl>
                                          <p:spTgt spid="146"/>
                                        </p:tgtEl>
                                        <p:attrNameLst>
                                          <p:attrName>style.visibility</p:attrName>
                                        </p:attrNameLst>
                                      </p:cBhvr>
                                      <p:to>
                                        <p:strVal val="hidden"/>
                                      </p:to>
                                    </p:set>
                                  </p:childTnLst>
                                </p:cTn>
                              </p:par>
                            </p:childTnLst>
                          </p:cTn>
                        </p:par>
                        <p:par>
                          <p:cTn id="122" fill="hold">
                            <p:stCondLst>
                              <p:cond delay="1500"/>
                            </p:stCondLst>
                            <p:childTnLst>
                              <p:par>
                                <p:cTn id="123" presetID="22" presetClass="entr" presetSubtype="4" fill="hold" grpId="0" nodeType="afterEffect">
                                  <p:stCondLst>
                                    <p:cond delay="0"/>
                                  </p:stCondLst>
                                  <p:childTnLst>
                                    <p:set>
                                      <p:cBhvr>
                                        <p:cTn id="124" dur="1" fill="hold">
                                          <p:stCondLst>
                                            <p:cond delay="0"/>
                                          </p:stCondLst>
                                        </p:cTn>
                                        <p:tgtEl>
                                          <p:spTgt spid="559"/>
                                        </p:tgtEl>
                                        <p:attrNameLst>
                                          <p:attrName>style.visibility</p:attrName>
                                        </p:attrNameLst>
                                      </p:cBhvr>
                                      <p:to>
                                        <p:strVal val="visible"/>
                                      </p:to>
                                    </p:set>
                                    <p:animEffect transition="in" filter="wipe(down)">
                                      <p:cBhvr>
                                        <p:cTn id="125" dur="500"/>
                                        <p:tgtEl>
                                          <p:spTgt spid="559"/>
                                        </p:tgtEl>
                                      </p:cBhvr>
                                    </p:animEffect>
                                  </p:childTnLst>
                                </p:cTn>
                              </p:par>
                              <p:par>
                                <p:cTn id="126" presetID="22" presetClass="entr" presetSubtype="1" fill="hold" grpId="0" nodeType="withEffect">
                                  <p:stCondLst>
                                    <p:cond delay="0"/>
                                  </p:stCondLst>
                                  <p:childTnLst>
                                    <p:set>
                                      <p:cBhvr>
                                        <p:cTn id="127" dur="1" fill="hold">
                                          <p:stCondLst>
                                            <p:cond delay="0"/>
                                          </p:stCondLst>
                                        </p:cTn>
                                        <p:tgtEl>
                                          <p:spTgt spid="142"/>
                                        </p:tgtEl>
                                        <p:attrNameLst>
                                          <p:attrName>style.visibility</p:attrName>
                                        </p:attrNameLst>
                                      </p:cBhvr>
                                      <p:to>
                                        <p:strVal val="visible"/>
                                      </p:to>
                                    </p:set>
                                    <p:animEffect transition="in" filter="wipe(up)">
                                      <p:cBhvr>
                                        <p:cTn id="128" dur="500"/>
                                        <p:tgtEl>
                                          <p:spTgt spid="142"/>
                                        </p:tgtEl>
                                      </p:cBhvr>
                                    </p:animEffect>
                                  </p:childTnLst>
                                </p:cTn>
                              </p:par>
                            </p:childTnLst>
                          </p:cTn>
                        </p:par>
                        <p:par>
                          <p:cTn id="129" fill="hold">
                            <p:stCondLst>
                              <p:cond delay="2000"/>
                            </p:stCondLst>
                            <p:childTnLst>
                              <p:par>
                                <p:cTn id="130" presetID="22" presetClass="exit" presetSubtype="2" fill="hold" nodeType="afterEffect">
                                  <p:stCondLst>
                                    <p:cond delay="0"/>
                                  </p:stCondLst>
                                  <p:childTnLst>
                                    <p:animEffect transition="out" filter="wipe(right)">
                                      <p:cBhvr>
                                        <p:cTn id="131" dur="500"/>
                                        <p:tgtEl>
                                          <p:spTgt spid="93"/>
                                        </p:tgtEl>
                                      </p:cBhvr>
                                    </p:animEffect>
                                    <p:set>
                                      <p:cBhvr>
                                        <p:cTn id="132" dur="1" fill="hold">
                                          <p:stCondLst>
                                            <p:cond delay="499"/>
                                          </p:stCondLst>
                                        </p:cTn>
                                        <p:tgtEl>
                                          <p:spTgt spid="93"/>
                                        </p:tgtEl>
                                        <p:attrNameLst>
                                          <p:attrName>style.visibility</p:attrName>
                                        </p:attrNameLst>
                                      </p:cBhvr>
                                      <p:to>
                                        <p:strVal val="hidden"/>
                                      </p:to>
                                    </p:set>
                                  </p:childTnLst>
                                </p:cTn>
                              </p:par>
                            </p:childTnLst>
                          </p:cTn>
                        </p:par>
                        <p:par>
                          <p:cTn id="133" fill="hold">
                            <p:stCondLst>
                              <p:cond delay="2500"/>
                            </p:stCondLst>
                            <p:childTnLst>
                              <p:par>
                                <p:cTn id="134" presetID="22" presetClass="entr" presetSubtype="8" fill="hold" nodeType="afterEffect">
                                  <p:stCondLst>
                                    <p:cond delay="0"/>
                                  </p:stCondLst>
                                  <p:childTnLst>
                                    <p:set>
                                      <p:cBhvr>
                                        <p:cTn id="135" dur="1" fill="hold">
                                          <p:stCondLst>
                                            <p:cond delay="0"/>
                                          </p:stCondLst>
                                        </p:cTn>
                                        <p:tgtEl>
                                          <p:spTgt spid="143"/>
                                        </p:tgtEl>
                                        <p:attrNameLst>
                                          <p:attrName>style.visibility</p:attrName>
                                        </p:attrNameLst>
                                      </p:cBhvr>
                                      <p:to>
                                        <p:strVal val="visible"/>
                                      </p:to>
                                    </p:set>
                                    <p:animEffect transition="in" filter="wipe(left)">
                                      <p:cBhvr>
                                        <p:cTn id="136" dur="500"/>
                                        <p:tgtEl>
                                          <p:spTgt spid="143"/>
                                        </p:tgtEl>
                                      </p:cBhvr>
                                    </p:animEffect>
                                  </p:childTnLst>
                                </p:cTn>
                              </p:par>
                            </p:childTnLst>
                          </p:cTn>
                        </p:par>
                      </p:childTnLst>
                    </p:cTn>
                  </p:par>
                  <p:par>
                    <p:cTn id="137" fill="hold">
                      <p:stCondLst>
                        <p:cond delay="indefinite"/>
                      </p:stCondLst>
                      <p:childTnLst>
                        <p:par>
                          <p:cTn id="138" fill="hold">
                            <p:stCondLst>
                              <p:cond delay="0"/>
                            </p:stCondLst>
                            <p:childTnLst>
                              <p:par>
                                <p:cTn id="139" presetID="22" presetClass="exit" presetSubtype="1" fill="hold" nodeType="clickEffect">
                                  <p:stCondLst>
                                    <p:cond delay="0"/>
                                  </p:stCondLst>
                                  <p:childTnLst>
                                    <p:animEffect transition="out" filter="wipe(up)">
                                      <p:cBhvr>
                                        <p:cTn id="140" dur="500"/>
                                        <p:tgtEl>
                                          <p:spTgt spid="197"/>
                                        </p:tgtEl>
                                      </p:cBhvr>
                                    </p:animEffect>
                                    <p:set>
                                      <p:cBhvr>
                                        <p:cTn id="141" dur="1" fill="hold">
                                          <p:stCondLst>
                                            <p:cond delay="499"/>
                                          </p:stCondLst>
                                        </p:cTn>
                                        <p:tgtEl>
                                          <p:spTgt spid="197"/>
                                        </p:tgtEl>
                                        <p:attrNameLst>
                                          <p:attrName>style.visibility</p:attrName>
                                        </p:attrNameLst>
                                      </p:cBhvr>
                                      <p:to>
                                        <p:strVal val="hidden"/>
                                      </p:to>
                                    </p:set>
                                  </p:childTnLst>
                                </p:cTn>
                              </p:par>
                              <p:par>
                                <p:cTn id="142" presetID="22" presetClass="entr" presetSubtype="8" fill="hold" nodeType="withEffect">
                                  <p:stCondLst>
                                    <p:cond delay="0"/>
                                  </p:stCondLst>
                                  <p:childTnLst>
                                    <p:set>
                                      <p:cBhvr>
                                        <p:cTn id="143" dur="1" fill="hold">
                                          <p:stCondLst>
                                            <p:cond delay="0"/>
                                          </p:stCondLst>
                                        </p:cTn>
                                        <p:tgtEl>
                                          <p:spTgt spid="198"/>
                                        </p:tgtEl>
                                        <p:attrNameLst>
                                          <p:attrName>style.visibility</p:attrName>
                                        </p:attrNameLst>
                                      </p:cBhvr>
                                      <p:to>
                                        <p:strVal val="visible"/>
                                      </p:to>
                                    </p:set>
                                    <p:animEffect transition="in" filter="wipe(left)">
                                      <p:cBhvr>
                                        <p:cTn id="144" dur="1000"/>
                                        <p:tgtEl>
                                          <p:spTgt spid="198"/>
                                        </p:tgtEl>
                                      </p:cBhvr>
                                    </p:animEffect>
                                  </p:childTnLst>
                                </p:cTn>
                              </p:par>
                            </p:childTnLst>
                          </p:cTn>
                        </p:par>
                        <p:par>
                          <p:cTn id="145" fill="hold">
                            <p:stCondLst>
                              <p:cond delay="1000"/>
                            </p:stCondLst>
                            <p:childTnLst>
                              <p:par>
                                <p:cTn id="146" presetID="63" presetClass="path" presetSubtype="0" accel="50000" decel="50000" fill="hold" nodeType="afterEffect">
                                  <p:stCondLst>
                                    <p:cond delay="0"/>
                                  </p:stCondLst>
                                  <p:childTnLst>
                                    <p:animMotion origin="layout" path="M 2.29167E-6 -3.7037E-7 L 0.02591 0.00093 " pathEditMode="relative" rAng="0" ptsTypes="AA">
                                      <p:cBhvr>
                                        <p:cTn id="147" dur="2000" fill="hold"/>
                                        <p:tgtEl>
                                          <p:spTgt spid="552"/>
                                        </p:tgtEl>
                                        <p:attrNameLst>
                                          <p:attrName>ppt_x</p:attrName>
                                          <p:attrName>ppt_y</p:attrName>
                                        </p:attrNameLst>
                                      </p:cBhvr>
                                      <p:rCtr x="1289" y="46"/>
                                    </p:animMotion>
                                  </p:childTnLst>
                                </p:cTn>
                              </p:par>
                            </p:childTnLst>
                          </p:cTn>
                        </p:par>
                      </p:childTnLst>
                    </p:cTn>
                  </p:par>
                  <p:par>
                    <p:cTn id="148" fill="hold">
                      <p:stCondLst>
                        <p:cond delay="indefinite"/>
                      </p:stCondLst>
                      <p:childTnLst>
                        <p:par>
                          <p:cTn id="149" fill="hold">
                            <p:stCondLst>
                              <p:cond delay="0"/>
                            </p:stCondLst>
                            <p:childTnLst>
                              <p:par>
                                <p:cTn id="150" presetID="22" presetClass="exit" presetSubtype="1" fill="hold" nodeType="clickEffect">
                                  <p:stCondLst>
                                    <p:cond delay="0"/>
                                  </p:stCondLst>
                                  <p:childTnLst>
                                    <p:animEffect transition="out" filter="wipe(up)">
                                      <p:cBhvr>
                                        <p:cTn id="151" dur="500"/>
                                        <p:tgtEl>
                                          <p:spTgt spid="198"/>
                                        </p:tgtEl>
                                      </p:cBhvr>
                                    </p:animEffect>
                                    <p:set>
                                      <p:cBhvr>
                                        <p:cTn id="152" dur="1" fill="hold">
                                          <p:stCondLst>
                                            <p:cond delay="499"/>
                                          </p:stCondLst>
                                        </p:cTn>
                                        <p:tgtEl>
                                          <p:spTgt spid="198"/>
                                        </p:tgtEl>
                                        <p:attrNameLst>
                                          <p:attrName>style.visibility</p:attrName>
                                        </p:attrNameLst>
                                      </p:cBhvr>
                                      <p:to>
                                        <p:strVal val="hidden"/>
                                      </p:to>
                                    </p:set>
                                  </p:childTnLst>
                                </p:cTn>
                              </p:par>
                              <p:par>
                                <p:cTn id="153" presetID="22" presetClass="entr" presetSubtype="8" fill="hold" nodeType="withEffect">
                                  <p:stCondLst>
                                    <p:cond delay="0"/>
                                  </p:stCondLst>
                                  <p:childTnLst>
                                    <p:set>
                                      <p:cBhvr>
                                        <p:cTn id="154" dur="1" fill="hold">
                                          <p:stCondLst>
                                            <p:cond delay="0"/>
                                          </p:stCondLst>
                                        </p:cTn>
                                        <p:tgtEl>
                                          <p:spTgt spid="192"/>
                                        </p:tgtEl>
                                        <p:attrNameLst>
                                          <p:attrName>style.visibility</p:attrName>
                                        </p:attrNameLst>
                                      </p:cBhvr>
                                      <p:to>
                                        <p:strVal val="visible"/>
                                      </p:to>
                                    </p:set>
                                    <p:animEffect transition="in" filter="wipe(left)">
                                      <p:cBhvr>
                                        <p:cTn id="155" dur="1000"/>
                                        <p:tgtEl>
                                          <p:spTgt spid="192"/>
                                        </p:tgtEl>
                                      </p:cBhvr>
                                    </p:animEffect>
                                  </p:childTnLst>
                                </p:cTn>
                              </p:par>
                            </p:childTnLst>
                          </p:cTn>
                        </p:par>
                        <p:par>
                          <p:cTn id="156" fill="hold">
                            <p:stCondLst>
                              <p:cond delay="1000"/>
                            </p:stCondLst>
                            <p:childTnLst>
                              <p:par>
                                <p:cTn id="157" presetID="63" presetClass="path" presetSubtype="0" accel="50000" decel="50000" fill="hold" nodeType="afterEffect">
                                  <p:stCondLst>
                                    <p:cond delay="0"/>
                                  </p:stCondLst>
                                  <p:childTnLst>
                                    <p:animMotion origin="layout" path="M 3.125E-6 3.7037E-6 L 0.03268 0.00069 " pathEditMode="relative" rAng="0" ptsTypes="AA">
                                      <p:cBhvr>
                                        <p:cTn id="158" dur="2000" fill="hold"/>
                                        <p:tgtEl>
                                          <p:spTgt spid="556"/>
                                        </p:tgtEl>
                                        <p:attrNameLst>
                                          <p:attrName>ppt_x</p:attrName>
                                          <p:attrName>ppt_y</p:attrName>
                                        </p:attrNameLst>
                                      </p:cBhvr>
                                      <p:rCtr x="1628" y="23"/>
                                    </p:animMotion>
                                  </p:childTnLst>
                                </p:cTn>
                              </p:par>
                            </p:childTnLst>
                          </p:cTn>
                        </p:par>
                      </p:childTnLst>
                    </p:cTn>
                  </p:par>
                  <p:par>
                    <p:cTn id="159" fill="hold">
                      <p:stCondLst>
                        <p:cond delay="indefinite"/>
                      </p:stCondLst>
                      <p:childTnLst>
                        <p:par>
                          <p:cTn id="160" fill="hold">
                            <p:stCondLst>
                              <p:cond delay="0"/>
                            </p:stCondLst>
                            <p:childTnLst>
                              <p:par>
                                <p:cTn id="161" presetID="22" presetClass="exit" presetSubtype="1" fill="hold" nodeType="clickEffect">
                                  <p:stCondLst>
                                    <p:cond delay="0"/>
                                  </p:stCondLst>
                                  <p:childTnLst>
                                    <p:animEffect transition="out" filter="wipe(up)">
                                      <p:cBhvr>
                                        <p:cTn id="162" dur="500"/>
                                        <p:tgtEl>
                                          <p:spTgt spid="192"/>
                                        </p:tgtEl>
                                      </p:cBhvr>
                                    </p:animEffect>
                                    <p:set>
                                      <p:cBhvr>
                                        <p:cTn id="163" dur="1" fill="hold">
                                          <p:stCondLst>
                                            <p:cond delay="499"/>
                                          </p:stCondLst>
                                        </p:cTn>
                                        <p:tgtEl>
                                          <p:spTgt spid="192"/>
                                        </p:tgtEl>
                                        <p:attrNameLst>
                                          <p:attrName>style.visibility</p:attrName>
                                        </p:attrNameLst>
                                      </p:cBhvr>
                                      <p:to>
                                        <p:strVal val="hidden"/>
                                      </p:to>
                                    </p:set>
                                  </p:childTnLst>
                                </p:cTn>
                              </p:par>
                              <p:par>
                                <p:cTn id="164" presetID="22" presetClass="entr" presetSubtype="8" fill="hold" nodeType="withEffect">
                                  <p:stCondLst>
                                    <p:cond delay="0"/>
                                  </p:stCondLst>
                                  <p:childTnLst>
                                    <p:set>
                                      <p:cBhvr>
                                        <p:cTn id="165" dur="1" fill="hold">
                                          <p:stCondLst>
                                            <p:cond delay="0"/>
                                          </p:stCondLst>
                                        </p:cTn>
                                        <p:tgtEl>
                                          <p:spTgt spid="193"/>
                                        </p:tgtEl>
                                        <p:attrNameLst>
                                          <p:attrName>style.visibility</p:attrName>
                                        </p:attrNameLst>
                                      </p:cBhvr>
                                      <p:to>
                                        <p:strVal val="visible"/>
                                      </p:to>
                                    </p:set>
                                    <p:animEffect transition="in" filter="wipe(left)">
                                      <p:cBhvr>
                                        <p:cTn id="166" dur="1000"/>
                                        <p:tgtEl>
                                          <p:spTgt spid="193"/>
                                        </p:tgtEl>
                                      </p:cBhvr>
                                    </p:animEffect>
                                  </p:childTnLst>
                                </p:cTn>
                              </p:par>
                            </p:childTnLst>
                          </p:cTn>
                        </p:par>
                      </p:childTnLst>
                    </p:cTn>
                  </p:par>
                  <p:par>
                    <p:cTn id="167" fill="hold">
                      <p:stCondLst>
                        <p:cond delay="indefinite"/>
                      </p:stCondLst>
                      <p:childTnLst>
                        <p:par>
                          <p:cTn id="168" fill="hold">
                            <p:stCondLst>
                              <p:cond delay="0"/>
                            </p:stCondLst>
                            <p:childTnLst>
                              <p:par>
                                <p:cTn id="169" presetID="22" presetClass="exit" presetSubtype="1" fill="hold" nodeType="clickEffect">
                                  <p:stCondLst>
                                    <p:cond delay="0"/>
                                  </p:stCondLst>
                                  <p:childTnLst>
                                    <p:animEffect transition="out" filter="wipe(up)">
                                      <p:cBhvr>
                                        <p:cTn id="170" dur="500"/>
                                        <p:tgtEl>
                                          <p:spTgt spid="193"/>
                                        </p:tgtEl>
                                      </p:cBhvr>
                                    </p:animEffect>
                                    <p:set>
                                      <p:cBhvr>
                                        <p:cTn id="171" dur="1" fill="hold">
                                          <p:stCondLst>
                                            <p:cond delay="499"/>
                                          </p:stCondLst>
                                        </p:cTn>
                                        <p:tgtEl>
                                          <p:spTgt spid="193"/>
                                        </p:tgtEl>
                                        <p:attrNameLst>
                                          <p:attrName>style.visibility</p:attrName>
                                        </p:attrNameLst>
                                      </p:cBhvr>
                                      <p:to>
                                        <p:strVal val="hidden"/>
                                      </p:to>
                                    </p:set>
                                  </p:childTnLst>
                                </p:cTn>
                              </p:par>
                              <p:par>
                                <p:cTn id="172" presetID="22" presetClass="entr" presetSubtype="8" fill="hold" nodeType="withEffect">
                                  <p:stCondLst>
                                    <p:cond delay="0"/>
                                  </p:stCondLst>
                                  <p:childTnLst>
                                    <p:set>
                                      <p:cBhvr>
                                        <p:cTn id="173" dur="1" fill="hold">
                                          <p:stCondLst>
                                            <p:cond delay="0"/>
                                          </p:stCondLst>
                                        </p:cTn>
                                        <p:tgtEl>
                                          <p:spTgt spid="194"/>
                                        </p:tgtEl>
                                        <p:attrNameLst>
                                          <p:attrName>style.visibility</p:attrName>
                                        </p:attrNameLst>
                                      </p:cBhvr>
                                      <p:to>
                                        <p:strVal val="visible"/>
                                      </p:to>
                                    </p:set>
                                    <p:animEffect transition="in" filter="wipe(left)">
                                      <p:cBhvr>
                                        <p:cTn id="174" dur="1000"/>
                                        <p:tgtEl>
                                          <p:spTgt spid="194"/>
                                        </p:tgtEl>
                                      </p:cBhvr>
                                    </p:animEffect>
                                  </p:childTnLst>
                                </p:cTn>
                              </p:par>
                            </p:childTnLst>
                          </p:cTn>
                        </p:par>
                        <p:par>
                          <p:cTn id="175" fill="hold">
                            <p:stCondLst>
                              <p:cond delay="1000"/>
                            </p:stCondLst>
                            <p:childTnLst>
                              <p:par>
                                <p:cTn id="176" presetID="63" presetClass="path" presetSubtype="0" accel="50000" decel="50000" fill="hold" nodeType="afterEffect">
                                  <p:stCondLst>
                                    <p:cond delay="0"/>
                                  </p:stCondLst>
                                  <p:childTnLst>
                                    <p:animMotion origin="layout" path="M -1.25E-6 4.07407E-6 L -0.16172 0.00092 " pathEditMode="relative" rAng="0" ptsTypes="AA">
                                      <p:cBhvr>
                                        <p:cTn id="177" dur="2000" fill="hold"/>
                                        <p:tgtEl>
                                          <p:spTgt spid="553"/>
                                        </p:tgtEl>
                                        <p:attrNameLst>
                                          <p:attrName>ppt_x</p:attrName>
                                          <p:attrName>ppt_y</p:attrName>
                                        </p:attrNameLst>
                                      </p:cBhvr>
                                      <p:rCtr x="-8086" y="46"/>
                                    </p:animMotion>
                                  </p:childTnLst>
                                </p:cTn>
                              </p:par>
                            </p:childTnLst>
                          </p:cTn>
                        </p:par>
                      </p:childTnLst>
                    </p:cTn>
                  </p:par>
                  <p:par>
                    <p:cTn id="178" fill="hold">
                      <p:stCondLst>
                        <p:cond delay="indefinite"/>
                      </p:stCondLst>
                      <p:childTnLst>
                        <p:par>
                          <p:cTn id="179" fill="hold">
                            <p:stCondLst>
                              <p:cond delay="0"/>
                            </p:stCondLst>
                            <p:childTnLst>
                              <p:par>
                                <p:cTn id="180" presetID="22" presetClass="exit" presetSubtype="1" fill="hold" nodeType="clickEffect">
                                  <p:stCondLst>
                                    <p:cond delay="0"/>
                                  </p:stCondLst>
                                  <p:childTnLst>
                                    <p:animEffect transition="out" filter="wipe(up)">
                                      <p:cBhvr>
                                        <p:cTn id="181" dur="500"/>
                                        <p:tgtEl>
                                          <p:spTgt spid="194"/>
                                        </p:tgtEl>
                                      </p:cBhvr>
                                    </p:animEffect>
                                    <p:set>
                                      <p:cBhvr>
                                        <p:cTn id="182" dur="1" fill="hold">
                                          <p:stCondLst>
                                            <p:cond delay="499"/>
                                          </p:stCondLst>
                                        </p:cTn>
                                        <p:tgtEl>
                                          <p:spTgt spid="194"/>
                                        </p:tgtEl>
                                        <p:attrNameLst>
                                          <p:attrName>style.visibility</p:attrName>
                                        </p:attrNameLst>
                                      </p:cBhvr>
                                      <p:to>
                                        <p:strVal val="hidden"/>
                                      </p:to>
                                    </p:set>
                                  </p:childTnLst>
                                </p:cTn>
                              </p:par>
                              <p:par>
                                <p:cTn id="183" presetID="22" presetClass="entr" presetSubtype="8" fill="hold" nodeType="withEffect">
                                  <p:stCondLst>
                                    <p:cond delay="0"/>
                                  </p:stCondLst>
                                  <p:childTnLst>
                                    <p:set>
                                      <p:cBhvr>
                                        <p:cTn id="184" dur="1" fill="hold">
                                          <p:stCondLst>
                                            <p:cond delay="0"/>
                                          </p:stCondLst>
                                        </p:cTn>
                                        <p:tgtEl>
                                          <p:spTgt spid="195"/>
                                        </p:tgtEl>
                                        <p:attrNameLst>
                                          <p:attrName>style.visibility</p:attrName>
                                        </p:attrNameLst>
                                      </p:cBhvr>
                                      <p:to>
                                        <p:strVal val="visible"/>
                                      </p:to>
                                    </p:set>
                                    <p:animEffect transition="in" filter="wipe(left)">
                                      <p:cBhvr>
                                        <p:cTn id="185" dur="1000"/>
                                        <p:tgtEl>
                                          <p:spTgt spid="195"/>
                                        </p:tgtEl>
                                      </p:cBhvr>
                                    </p:animEffect>
                                  </p:childTnLst>
                                </p:cTn>
                              </p:par>
                            </p:childTnLst>
                          </p:cTn>
                        </p:par>
                      </p:childTnLst>
                    </p:cTn>
                  </p:par>
                  <p:par>
                    <p:cTn id="186" fill="hold">
                      <p:stCondLst>
                        <p:cond delay="indefinite"/>
                      </p:stCondLst>
                      <p:childTnLst>
                        <p:par>
                          <p:cTn id="187" fill="hold">
                            <p:stCondLst>
                              <p:cond delay="0"/>
                            </p:stCondLst>
                            <p:childTnLst>
                              <p:par>
                                <p:cTn id="188" presetID="22" presetClass="exit" presetSubtype="1" fill="hold" nodeType="clickEffect">
                                  <p:stCondLst>
                                    <p:cond delay="0"/>
                                  </p:stCondLst>
                                  <p:childTnLst>
                                    <p:animEffect transition="out" filter="wipe(up)">
                                      <p:cBhvr>
                                        <p:cTn id="189" dur="1500"/>
                                        <p:tgtEl>
                                          <p:spTgt spid="195"/>
                                        </p:tgtEl>
                                      </p:cBhvr>
                                    </p:animEffect>
                                    <p:set>
                                      <p:cBhvr>
                                        <p:cTn id="190" dur="1" fill="hold">
                                          <p:stCondLst>
                                            <p:cond delay="1499"/>
                                          </p:stCondLst>
                                        </p:cTn>
                                        <p:tgtEl>
                                          <p:spTgt spid="195"/>
                                        </p:tgtEl>
                                        <p:attrNameLst>
                                          <p:attrName>style.visibility</p:attrName>
                                        </p:attrNameLst>
                                      </p:cBhvr>
                                      <p:to>
                                        <p:strVal val="hidden"/>
                                      </p:to>
                                    </p:set>
                                  </p:childTnLst>
                                </p:cTn>
                              </p:par>
                              <p:par>
                                <p:cTn id="191" presetID="22" presetClass="entr" presetSubtype="8" fill="hold" nodeType="withEffect">
                                  <p:stCondLst>
                                    <p:cond delay="0"/>
                                  </p:stCondLst>
                                  <p:childTnLst>
                                    <p:set>
                                      <p:cBhvr>
                                        <p:cTn id="192" dur="1" fill="hold">
                                          <p:stCondLst>
                                            <p:cond delay="0"/>
                                          </p:stCondLst>
                                        </p:cTn>
                                        <p:tgtEl>
                                          <p:spTgt spid="196"/>
                                        </p:tgtEl>
                                        <p:attrNameLst>
                                          <p:attrName>style.visibility</p:attrName>
                                        </p:attrNameLst>
                                      </p:cBhvr>
                                      <p:to>
                                        <p:strVal val="visible"/>
                                      </p:to>
                                    </p:set>
                                    <p:animEffect transition="in" filter="wipe(left)">
                                      <p:cBhvr>
                                        <p:cTn id="193" dur="1000"/>
                                        <p:tgtEl>
                                          <p:spTgt spid="196"/>
                                        </p:tgtEl>
                                      </p:cBhvr>
                                    </p:animEffect>
                                  </p:childTnLst>
                                </p:cTn>
                              </p:par>
                            </p:childTnLst>
                          </p:cTn>
                        </p:par>
                        <p:par>
                          <p:cTn id="194" fill="hold">
                            <p:stCondLst>
                              <p:cond delay="1500"/>
                            </p:stCondLst>
                            <p:childTnLst>
                              <p:par>
                                <p:cTn id="195" presetID="63" presetClass="path" presetSubtype="0" accel="50000" decel="50000" fill="hold" grpId="0" nodeType="afterEffect">
                                  <p:stCondLst>
                                    <p:cond delay="0"/>
                                  </p:stCondLst>
                                  <p:childTnLst>
                                    <p:animMotion origin="layout" path="M -0.06511 -0.00139 L 1.04167E-6 1.11111E-6 " pathEditMode="relative" rAng="0" ptsTypes="AA">
                                      <p:cBhvr>
                                        <p:cTn id="196" dur="1000" spd="-100000" fill="hold"/>
                                        <p:tgtEl>
                                          <p:spTgt spid="102"/>
                                        </p:tgtEl>
                                        <p:attrNameLst>
                                          <p:attrName>ppt_x</p:attrName>
                                          <p:attrName>ppt_y</p:attrName>
                                        </p:attrNameLst>
                                      </p:cBhvr>
                                      <p:rCtr x="3255" y="69"/>
                                    </p:animMotion>
                                  </p:childTnLst>
                                </p:cTn>
                              </p:par>
                              <p:par>
                                <p:cTn id="197" presetID="35" presetClass="path" presetSubtype="0" accel="50000" decel="50000" fill="hold" grpId="2" nodeType="withEffect">
                                  <p:stCondLst>
                                    <p:cond delay="0"/>
                                  </p:stCondLst>
                                  <p:childTnLst>
                                    <p:animMotion origin="layout" path="M 2.91667E-6 3.7037E-7 L -0.06472 0.00046 " pathEditMode="relative" rAng="0" ptsTypes="AA">
                                      <p:cBhvr>
                                        <p:cTn id="198" dur="1000" fill="hold"/>
                                        <p:tgtEl>
                                          <p:spTgt spid="109"/>
                                        </p:tgtEl>
                                        <p:attrNameLst>
                                          <p:attrName>ppt_x</p:attrName>
                                          <p:attrName>ppt_y</p:attrName>
                                        </p:attrNameLst>
                                      </p:cBhvr>
                                      <p:rCtr x="-3242" y="23"/>
                                    </p:animMotion>
                                  </p:childTnLst>
                                </p:cTn>
                              </p:par>
                              <p:par>
                                <p:cTn id="199" presetID="35" presetClass="path" presetSubtype="0" accel="50000" decel="50000" fill="hold" grpId="0" nodeType="withEffect">
                                  <p:stCondLst>
                                    <p:cond delay="500"/>
                                  </p:stCondLst>
                                  <p:childTnLst>
                                    <p:animMotion origin="layout" path="M -2.70833E-6 0 L -0.16432 0.0037 " pathEditMode="relative" rAng="0" ptsTypes="AA">
                                      <p:cBhvr>
                                        <p:cTn id="200" dur="2000" fill="hold"/>
                                        <p:tgtEl>
                                          <p:spTgt spid="22"/>
                                        </p:tgtEl>
                                        <p:attrNameLst>
                                          <p:attrName>ppt_x</p:attrName>
                                          <p:attrName>ppt_y</p:attrName>
                                        </p:attrNameLst>
                                      </p:cBhvr>
                                      <p:rCtr x="-8216" y="185"/>
                                    </p:animMotion>
                                  </p:childTnLst>
                                </p:cTn>
                              </p:par>
                              <p:par>
                                <p:cTn id="201" presetID="35" presetClass="path" presetSubtype="0" accel="50000" decel="50000" fill="hold" grpId="1" nodeType="withEffect">
                                  <p:stCondLst>
                                    <p:cond delay="500"/>
                                  </p:stCondLst>
                                  <p:childTnLst>
                                    <p:animMotion origin="layout" path="M -6.25E-7 1.85185E-6 L -0.16471 0.00046 " pathEditMode="relative" rAng="0" ptsTypes="AA">
                                      <p:cBhvr>
                                        <p:cTn id="202" dur="2000" fill="hold"/>
                                        <p:tgtEl>
                                          <p:spTgt spid="34"/>
                                        </p:tgtEl>
                                        <p:attrNameLst>
                                          <p:attrName>ppt_x</p:attrName>
                                          <p:attrName>ppt_y</p:attrName>
                                        </p:attrNameLst>
                                      </p:cBhvr>
                                      <p:rCtr x="-8242" y="23"/>
                                    </p:animMotion>
                                  </p:childTnLst>
                                </p:cTn>
                              </p:par>
                              <p:par>
                                <p:cTn id="203" presetID="63" presetClass="path" presetSubtype="0" accel="50000" decel="50000" fill="hold" grpId="2" nodeType="withEffect">
                                  <p:stCondLst>
                                    <p:cond delay="1500"/>
                                  </p:stCondLst>
                                  <p:childTnLst>
                                    <p:animMotion origin="layout" path="M -0.06511 -0.00139 L 0.16706 -0.0044 " pathEditMode="relative" rAng="0" ptsTypes="AA">
                                      <p:cBhvr>
                                        <p:cTn id="204" dur="2000" fill="hold"/>
                                        <p:tgtEl>
                                          <p:spTgt spid="102"/>
                                        </p:tgtEl>
                                        <p:attrNameLst>
                                          <p:attrName>ppt_x</p:attrName>
                                          <p:attrName>ppt_y</p:attrName>
                                        </p:attrNameLst>
                                      </p:cBhvr>
                                      <p:rCtr x="11602" y="-162"/>
                                    </p:animMotion>
                                  </p:childTnLst>
                                </p:cTn>
                              </p:par>
                              <p:par>
                                <p:cTn id="205" presetID="63" presetClass="path" presetSubtype="0" accel="50000" decel="50000" fill="hold" grpId="0" nodeType="withEffect">
                                  <p:stCondLst>
                                    <p:cond delay="1500"/>
                                  </p:stCondLst>
                                  <p:childTnLst>
                                    <p:animMotion origin="layout" path="M -0.06602 0.00046 L 0.16432 -0.00023 " pathEditMode="relative" rAng="0" ptsTypes="AA">
                                      <p:cBhvr>
                                        <p:cTn id="206" dur="2000" fill="hold"/>
                                        <p:tgtEl>
                                          <p:spTgt spid="109"/>
                                        </p:tgtEl>
                                        <p:attrNameLst>
                                          <p:attrName>ppt_x</p:attrName>
                                          <p:attrName>ppt_y</p:attrName>
                                        </p:attrNameLst>
                                      </p:cBhvr>
                                      <p:rCtr x="11510" y="-46"/>
                                    </p:animMotion>
                                  </p:childTnLst>
                                </p:cTn>
                              </p:par>
                            </p:childTnLst>
                          </p:cTn>
                        </p:par>
                        <p:par>
                          <p:cTn id="207" fill="hold">
                            <p:stCondLst>
                              <p:cond delay="5000"/>
                            </p:stCondLst>
                            <p:childTnLst>
                              <p:par>
                                <p:cTn id="208" presetID="3" presetClass="emph" presetSubtype="2" fill="hold" grpId="0" nodeType="afterEffect">
                                  <p:stCondLst>
                                    <p:cond delay="0"/>
                                  </p:stCondLst>
                                  <p:childTnLst>
                                    <p:animClr clrSpc="rgb" dir="cw">
                                      <p:cBhvr override="childStyle">
                                        <p:cTn id="209" dur="500" fill="hold"/>
                                        <p:tgtEl>
                                          <p:spTgt spid="39"/>
                                        </p:tgtEl>
                                        <p:attrNameLst>
                                          <p:attrName>style.color</p:attrName>
                                        </p:attrNameLst>
                                      </p:cBhvr>
                                      <p:to>
                                        <a:srgbClr val="DF291B"/>
                                      </p:to>
                                    </p:animClr>
                                  </p:childTnLst>
                                  <p:subTnLst>
                                    <p:animClr clrSpc="rgb" dir="cw">
                                      <p:cBhvr override="childStyle">
                                        <p:cTn dur="1" fill="hold" display="0" masterRel="nextClick" afterEffect="1"/>
                                        <p:tgtEl>
                                          <p:spTgt spid="39"/>
                                        </p:tgtEl>
                                        <p:attrNameLst>
                                          <p:attrName>ppt_c</p:attrName>
                                        </p:attrNameLst>
                                      </p:cBhvr>
                                      <p:to>
                                        <a:srgbClr val="DF291B"/>
                                      </p:to>
                                    </p:animClr>
                                  </p:subTnLst>
                                </p:cTn>
                              </p:par>
                              <p:par>
                                <p:cTn id="210" presetID="3" presetClass="emph" presetSubtype="2" fill="hold" grpId="1" nodeType="withEffect">
                                  <p:stCondLst>
                                    <p:cond delay="0"/>
                                  </p:stCondLst>
                                  <p:childTnLst>
                                    <p:animClr clrSpc="rgb" dir="cw">
                                      <p:cBhvr override="childStyle">
                                        <p:cTn id="211" dur="500" fill="hold"/>
                                        <p:tgtEl>
                                          <p:spTgt spid="22"/>
                                        </p:tgtEl>
                                        <p:attrNameLst>
                                          <p:attrName>style.color</p:attrName>
                                        </p:attrNameLst>
                                      </p:cBhvr>
                                      <p:to>
                                        <a:srgbClr val="DF291B"/>
                                      </p:to>
                                    </p:animClr>
                                  </p:childTnLst>
                                  <p:subTnLst>
                                    <p:animClr clrSpc="rgb" dir="cw">
                                      <p:cBhvr override="childStyle">
                                        <p:cTn dur="1" fill="hold" display="0" masterRel="nextClick" afterEffect="1"/>
                                        <p:tgtEl>
                                          <p:spTgt spid="22"/>
                                        </p:tgtEl>
                                        <p:attrNameLst>
                                          <p:attrName>ppt_c</p:attrName>
                                        </p:attrNameLst>
                                      </p:cBhvr>
                                      <p:to>
                                        <a:srgbClr val="DF291B"/>
                                      </p:to>
                                    </p:animClr>
                                  </p:subTnLst>
                                </p:cTn>
                              </p:par>
                            </p:childTnLst>
                          </p:cTn>
                        </p:par>
                        <p:par>
                          <p:cTn id="212" fill="hold">
                            <p:stCondLst>
                              <p:cond delay="5500"/>
                            </p:stCondLst>
                            <p:childTnLst>
                              <p:par>
                                <p:cTn id="213" presetID="63" presetClass="path" presetSubtype="0" accel="50000" decel="50000" fill="hold" grpId="0" nodeType="afterEffect">
                                  <p:stCondLst>
                                    <p:cond delay="0"/>
                                  </p:stCondLst>
                                  <p:childTnLst>
                                    <p:animMotion origin="layout" path="M -2.29167E-6 -4.81481E-6 L 0.05248 0.00024 " pathEditMode="relative" rAng="0" ptsTypes="AA">
                                      <p:cBhvr>
                                        <p:cTn id="214" dur="2000" fill="hold"/>
                                        <p:tgtEl>
                                          <p:spTgt spid="55"/>
                                        </p:tgtEl>
                                        <p:attrNameLst>
                                          <p:attrName>ppt_x</p:attrName>
                                          <p:attrName>ppt_y</p:attrName>
                                        </p:attrNameLst>
                                      </p:cBhvr>
                                      <p:rCtr x="2617" y="0"/>
                                    </p:animMotion>
                                  </p:childTnLst>
                                </p:cTn>
                              </p:par>
                              <p:par>
                                <p:cTn id="215" presetID="35" presetClass="path" presetSubtype="0" accel="50000" decel="50000" fill="hold" grpId="0" nodeType="withEffect">
                                  <p:stCondLst>
                                    <p:cond delay="0"/>
                                  </p:stCondLst>
                                  <p:childTnLst>
                                    <p:animMotion origin="layout" path="M 1.04167E-6 2.59259E-6 L -0.05417 0.00115 " pathEditMode="relative" rAng="0" ptsTypes="AA">
                                      <p:cBhvr>
                                        <p:cTn id="216" dur="2000" fill="hold"/>
                                        <p:tgtEl>
                                          <p:spTgt spid="75"/>
                                        </p:tgtEl>
                                        <p:attrNameLst>
                                          <p:attrName>ppt_x</p:attrName>
                                          <p:attrName>ppt_y</p:attrName>
                                        </p:attrNameLst>
                                      </p:cBhvr>
                                      <p:rCtr x="-2708" y="46"/>
                                    </p:animMotion>
                                  </p:childTnLst>
                                </p:cTn>
                              </p:par>
                            </p:childTnLst>
                          </p:cTn>
                        </p:par>
                        <p:par>
                          <p:cTn id="217" fill="hold">
                            <p:stCondLst>
                              <p:cond delay="7500"/>
                            </p:stCondLst>
                            <p:childTnLst>
                              <p:par>
                                <p:cTn id="218" presetID="3" presetClass="emph" presetSubtype="2" fill="hold" grpId="1" nodeType="afterEffect">
                                  <p:stCondLst>
                                    <p:cond delay="0"/>
                                  </p:stCondLst>
                                  <p:childTnLst>
                                    <p:animClr clrSpc="rgb" dir="cw">
                                      <p:cBhvr override="childStyle">
                                        <p:cTn id="219" dur="500" fill="hold"/>
                                        <p:tgtEl>
                                          <p:spTgt spid="75"/>
                                        </p:tgtEl>
                                        <p:attrNameLst>
                                          <p:attrName>style.color</p:attrName>
                                        </p:attrNameLst>
                                      </p:cBhvr>
                                      <p:to>
                                        <a:srgbClr val="DF291B"/>
                                      </p:to>
                                    </p:animClr>
                                  </p:childTnLst>
                                  <p:subTnLst>
                                    <p:animClr clrSpc="rgb" dir="cw">
                                      <p:cBhvr override="childStyle">
                                        <p:cTn dur="1" fill="hold" display="0" masterRel="nextClick" afterEffect="1"/>
                                        <p:tgtEl>
                                          <p:spTgt spid="75"/>
                                        </p:tgtEl>
                                        <p:attrNameLst>
                                          <p:attrName>ppt_c</p:attrName>
                                        </p:attrNameLst>
                                      </p:cBhvr>
                                      <p:to>
                                        <a:srgbClr val="DF291B"/>
                                      </p:to>
                                    </p:animClr>
                                  </p:subTnLst>
                                </p:cTn>
                              </p:par>
                              <p:par>
                                <p:cTn id="220" presetID="3" presetClass="emph" presetSubtype="2" fill="hold" grpId="0" nodeType="withEffect">
                                  <p:stCondLst>
                                    <p:cond delay="0"/>
                                  </p:stCondLst>
                                  <p:childTnLst>
                                    <p:animClr clrSpc="rgb" dir="cw">
                                      <p:cBhvr override="childStyle">
                                        <p:cTn id="221" dur="500" fill="hold"/>
                                        <p:tgtEl>
                                          <p:spTgt spid="57"/>
                                        </p:tgtEl>
                                        <p:attrNameLst>
                                          <p:attrName>style.color</p:attrName>
                                        </p:attrNameLst>
                                      </p:cBhvr>
                                      <p:to>
                                        <a:srgbClr val="DF291B"/>
                                      </p:to>
                                    </p:animClr>
                                  </p:childTnLst>
                                  <p:subTnLst>
                                    <p:animClr clrSpc="rgb" dir="cw">
                                      <p:cBhvr override="childStyle">
                                        <p:cTn dur="1" fill="hold" display="0" masterRel="nextClick" afterEffect="1"/>
                                        <p:tgtEl>
                                          <p:spTgt spid="57"/>
                                        </p:tgtEl>
                                        <p:attrNameLst>
                                          <p:attrName>ppt_c</p:attrName>
                                        </p:attrNameLst>
                                      </p:cBhvr>
                                      <p:to>
                                        <a:srgbClr val="DF291B"/>
                                      </p:to>
                                    </p:animClr>
                                  </p:subTnLst>
                                </p:cTn>
                              </p:par>
                            </p:childTnLst>
                          </p:cTn>
                        </p:par>
                      </p:childTnLst>
                    </p:cTn>
                  </p:par>
                  <p:par>
                    <p:cTn id="222" fill="hold">
                      <p:stCondLst>
                        <p:cond delay="indefinite"/>
                      </p:stCondLst>
                      <p:childTnLst>
                        <p:par>
                          <p:cTn id="223" fill="hold">
                            <p:stCondLst>
                              <p:cond delay="0"/>
                            </p:stCondLst>
                            <p:childTnLst>
                              <p:par>
                                <p:cTn id="224" presetID="22" presetClass="exit" presetSubtype="1" fill="hold" nodeType="clickEffect">
                                  <p:stCondLst>
                                    <p:cond delay="0"/>
                                  </p:stCondLst>
                                  <p:childTnLst>
                                    <p:animEffect transition="out" filter="wipe(up)">
                                      <p:cBhvr>
                                        <p:cTn id="225" dur="500"/>
                                        <p:tgtEl>
                                          <p:spTgt spid="196"/>
                                        </p:tgtEl>
                                      </p:cBhvr>
                                    </p:animEffect>
                                    <p:set>
                                      <p:cBhvr>
                                        <p:cTn id="226" dur="1" fill="hold">
                                          <p:stCondLst>
                                            <p:cond delay="499"/>
                                          </p:stCondLst>
                                        </p:cTn>
                                        <p:tgtEl>
                                          <p:spTgt spid="196"/>
                                        </p:tgtEl>
                                        <p:attrNameLst>
                                          <p:attrName>style.visibility</p:attrName>
                                        </p:attrNameLst>
                                      </p:cBhvr>
                                      <p:to>
                                        <p:strVal val="hidden"/>
                                      </p:to>
                                    </p:set>
                                  </p:childTnLst>
                                </p:cTn>
                              </p:par>
                              <p:par>
                                <p:cTn id="227" presetID="22" presetClass="entr" presetSubtype="8" fill="hold" nodeType="withEffect">
                                  <p:stCondLst>
                                    <p:cond delay="0"/>
                                  </p:stCondLst>
                                  <p:childTnLst>
                                    <p:set>
                                      <p:cBhvr>
                                        <p:cTn id="228" dur="1" fill="hold">
                                          <p:stCondLst>
                                            <p:cond delay="0"/>
                                          </p:stCondLst>
                                        </p:cTn>
                                        <p:tgtEl>
                                          <p:spTgt spid="197"/>
                                        </p:tgtEl>
                                        <p:attrNameLst>
                                          <p:attrName>style.visibility</p:attrName>
                                        </p:attrNameLst>
                                      </p:cBhvr>
                                      <p:to>
                                        <p:strVal val="visible"/>
                                      </p:to>
                                    </p:set>
                                    <p:animEffect transition="in" filter="wipe(left)">
                                      <p:cBhvr>
                                        <p:cTn id="229" dur="1000"/>
                                        <p:tgtEl>
                                          <p:spTgt spid="197"/>
                                        </p:tgtEl>
                                      </p:cBhvr>
                                    </p:animEffect>
                                  </p:childTnLst>
                                </p:cTn>
                              </p:par>
                            </p:childTnLst>
                          </p:cTn>
                        </p:par>
                        <p:par>
                          <p:cTn id="230" fill="hold">
                            <p:stCondLst>
                              <p:cond delay="1000"/>
                            </p:stCondLst>
                            <p:childTnLst>
                              <p:par>
                                <p:cTn id="231" presetID="10" presetClass="exit" presetSubtype="0" fill="hold" grpId="0" nodeType="afterEffect">
                                  <p:stCondLst>
                                    <p:cond delay="0"/>
                                  </p:stCondLst>
                                  <p:childTnLst>
                                    <p:animEffect transition="out" filter="fade">
                                      <p:cBhvr>
                                        <p:cTn id="232" dur="500"/>
                                        <p:tgtEl>
                                          <p:spTgt spid="34"/>
                                        </p:tgtEl>
                                      </p:cBhvr>
                                    </p:animEffect>
                                    <p:set>
                                      <p:cBhvr>
                                        <p:cTn id="233" dur="1" fill="hold">
                                          <p:stCondLst>
                                            <p:cond delay="499"/>
                                          </p:stCondLst>
                                        </p:cTn>
                                        <p:tgtEl>
                                          <p:spTgt spid="34"/>
                                        </p:tgtEl>
                                        <p:attrNameLst>
                                          <p:attrName>style.visibility</p:attrName>
                                        </p:attrNameLst>
                                      </p:cBhvr>
                                      <p:to>
                                        <p:strVal val="hidden"/>
                                      </p:to>
                                    </p:set>
                                  </p:childTnLst>
                                </p:cTn>
                              </p:par>
                              <p:par>
                                <p:cTn id="234" presetID="10" presetClass="exit" presetSubtype="0" fill="hold" grpId="0" nodeType="withEffect">
                                  <p:stCondLst>
                                    <p:cond delay="0"/>
                                  </p:stCondLst>
                                  <p:childTnLst>
                                    <p:animEffect transition="out" filter="fade">
                                      <p:cBhvr>
                                        <p:cTn id="235" dur="500"/>
                                        <p:tgtEl>
                                          <p:spTgt spid="111"/>
                                        </p:tgtEl>
                                      </p:cBhvr>
                                    </p:animEffect>
                                    <p:set>
                                      <p:cBhvr>
                                        <p:cTn id="236" dur="1" fill="hold">
                                          <p:stCondLst>
                                            <p:cond delay="499"/>
                                          </p:stCondLst>
                                        </p:cTn>
                                        <p:tgtEl>
                                          <p:spTgt spid="111"/>
                                        </p:tgtEl>
                                        <p:attrNameLst>
                                          <p:attrName>style.visibility</p:attrName>
                                        </p:attrNameLst>
                                      </p:cBhvr>
                                      <p:to>
                                        <p:strVal val="hidden"/>
                                      </p:to>
                                    </p:set>
                                  </p:childTnLst>
                                </p:cTn>
                              </p:par>
                            </p:childTnLst>
                          </p:cTn>
                        </p:par>
                        <p:par>
                          <p:cTn id="237" fill="hold">
                            <p:stCondLst>
                              <p:cond delay="1500"/>
                            </p:stCondLst>
                            <p:childTnLst>
                              <p:par>
                                <p:cTn id="238" presetID="22" presetClass="entr" presetSubtype="4" fill="hold" grpId="0" nodeType="afterEffect">
                                  <p:stCondLst>
                                    <p:cond delay="0"/>
                                  </p:stCondLst>
                                  <p:childTnLst>
                                    <p:set>
                                      <p:cBhvr>
                                        <p:cTn id="239" dur="1" fill="hold">
                                          <p:stCondLst>
                                            <p:cond delay="0"/>
                                          </p:stCondLst>
                                        </p:cTn>
                                        <p:tgtEl>
                                          <p:spTgt spid="560"/>
                                        </p:tgtEl>
                                        <p:attrNameLst>
                                          <p:attrName>style.visibility</p:attrName>
                                        </p:attrNameLst>
                                      </p:cBhvr>
                                      <p:to>
                                        <p:strVal val="visible"/>
                                      </p:to>
                                    </p:set>
                                    <p:animEffect transition="in" filter="wipe(down)">
                                      <p:cBhvr>
                                        <p:cTn id="240" dur="500"/>
                                        <p:tgtEl>
                                          <p:spTgt spid="560"/>
                                        </p:tgtEl>
                                      </p:cBhvr>
                                    </p:animEffect>
                                  </p:childTnLst>
                                </p:cTn>
                              </p:par>
                              <p:par>
                                <p:cTn id="241" presetID="22" presetClass="entr" presetSubtype="1" fill="hold" grpId="0" nodeType="withEffect">
                                  <p:stCondLst>
                                    <p:cond delay="0"/>
                                  </p:stCondLst>
                                  <p:childTnLst>
                                    <p:set>
                                      <p:cBhvr>
                                        <p:cTn id="242" dur="1" fill="hold">
                                          <p:stCondLst>
                                            <p:cond delay="0"/>
                                          </p:stCondLst>
                                        </p:cTn>
                                        <p:tgtEl>
                                          <p:spTgt spid="156"/>
                                        </p:tgtEl>
                                        <p:attrNameLst>
                                          <p:attrName>style.visibility</p:attrName>
                                        </p:attrNameLst>
                                      </p:cBhvr>
                                      <p:to>
                                        <p:strVal val="visible"/>
                                      </p:to>
                                    </p:set>
                                    <p:animEffect transition="in" filter="wipe(up)">
                                      <p:cBhvr>
                                        <p:cTn id="243" dur="500"/>
                                        <p:tgtEl>
                                          <p:spTgt spid="156"/>
                                        </p:tgtEl>
                                      </p:cBhvr>
                                    </p:animEffect>
                                  </p:childTnLst>
                                </p:cTn>
                              </p:par>
                            </p:childTnLst>
                          </p:cTn>
                        </p:par>
                        <p:par>
                          <p:cTn id="244" fill="hold">
                            <p:stCondLst>
                              <p:cond delay="2000"/>
                            </p:stCondLst>
                            <p:childTnLst>
                              <p:par>
                                <p:cTn id="245" presetID="22" presetClass="exit" presetSubtype="2" fill="hold" nodeType="afterEffect">
                                  <p:stCondLst>
                                    <p:cond delay="0"/>
                                  </p:stCondLst>
                                  <p:childTnLst>
                                    <p:animEffect transition="out" filter="wipe(right)">
                                      <p:cBhvr>
                                        <p:cTn id="246" dur="500"/>
                                        <p:tgtEl>
                                          <p:spTgt spid="112"/>
                                        </p:tgtEl>
                                      </p:cBhvr>
                                    </p:animEffect>
                                    <p:set>
                                      <p:cBhvr>
                                        <p:cTn id="247" dur="1" fill="hold">
                                          <p:stCondLst>
                                            <p:cond delay="499"/>
                                          </p:stCondLst>
                                        </p:cTn>
                                        <p:tgtEl>
                                          <p:spTgt spid="112"/>
                                        </p:tgtEl>
                                        <p:attrNameLst>
                                          <p:attrName>style.visibility</p:attrName>
                                        </p:attrNameLst>
                                      </p:cBhvr>
                                      <p:to>
                                        <p:strVal val="hidden"/>
                                      </p:to>
                                    </p:set>
                                  </p:childTnLst>
                                </p:cTn>
                              </p:par>
                            </p:childTnLst>
                          </p:cTn>
                        </p:par>
                        <p:par>
                          <p:cTn id="248" fill="hold">
                            <p:stCondLst>
                              <p:cond delay="2500"/>
                            </p:stCondLst>
                            <p:childTnLst>
                              <p:par>
                                <p:cTn id="249" presetID="22" presetClass="entr" presetSubtype="8" fill="hold" nodeType="afterEffect">
                                  <p:stCondLst>
                                    <p:cond delay="0"/>
                                  </p:stCondLst>
                                  <p:childTnLst>
                                    <p:set>
                                      <p:cBhvr>
                                        <p:cTn id="250" dur="1" fill="hold">
                                          <p:stCondLst>
                                            <p:cond delay="0"/>
                                          </p:stCondLst>
                                        </p:cTn>
                                        <p:tgtEl>
                                          <p:spTgt spid="157"/>
                                        </p:tgtEl>
                                        <p:attrNameLst>
                                          <p:attrName>style.visibility</p:attrName>
                                        </p:attrNameLst>
                                      </p:cBhvr>
                                      <p:to>
                                        <p:strVal val="visible"/>
                                      </p:to>
                                    </p:set>
                                    <p:animEffect transition="in" filter="wipe(left)">
                                      <p:cBhvr>
                                        <p:cTn id="251" dur="500"/>
                                        <p:tgtEl>
                                          <p:spTgt spid="157"/>
                                        </p:tgtEl>
                                      </p:cBhvr>
                                    </p:animEffect>
                                  </p:childTnLst>
                                </p:cTn>
                              </p:par>
                            </p:childTnLst>
                          </p:cTn>
                        </p:par>
                      </p:childTnLst>
                    </p:cTn>
                  </p:par>
                  <p:par>
                    <p:cTn id="252" fill="hold">
                      <p:stCondLst>
                        <p:cond delay="indefinite"/>
                      </p:stCondLst>
                      <p:childTnLst>
                        <p:par>
                          <p:cTn id="253" fill="hold">
                            <p:stCondLst>
                              <p:cond delay="0"/>
                            </p:stCondLst>
                            <p:childTnLst>
                              <p:par>
                                <p:cTn id="254" presetID="22" presetClass="exit" presetSubtype="1" fill="hold" nodeType="clickEffect">
                                  <p:stCondLst>
                                    <p:cond delay="0"/>
                                  </p:stCondLst>
                                  <p:childTnLst>
                                    <p:animEffect transition="out" filter="wipe(up)">
                                      <p:cBhvr>
                                        <p:cTn id="255" dur="500"/>
                                        <p:tgtEl>
                                          <p:spTgt spid="197"/>
                                        </p:tgtEl>
                                      </p:cBhvr>
                                    </p:animEffect>
                                    <p:set>
                                      <p:cBhvr>
                                        <p:cTn id="256" dur="1" fill="hold">
                                          <p:stCondLst>
                                            <p:cond delay="499"/>
                                          </p:stCondLst>
                                        </p:cTn>
                                        <p:tgtEl>
                                          <p:spTgt spid="197"/>
                                        </p:tgtEl>
                                        <p:attrNameLst>
                                          <p:attrName>style.visibility</p:attrName>
                                        </p:attrNameLst>
                                      </p:cBhvr>
                                      <p:to>
                                        <p:strVal val="hidden"/>
                                      </p:to>
                                    </p:set>
                                  </p:childTnLst>
                                </p:cTn>
                              </p:par>
                              <p:par>
                                <p:cTn id="257" presetID="22" presetClass="entr" presetSubtype="8" fill="hold" nodeType="withEffect">
                                  <p:stCondLst>
                                    <p:cond delay="0"/>
                                  </p:stCondLst>
                                  <p:childTnLst>
                                    <p:set>
                                      <p:cBhvr>
                                        <p:cTn id="258" dur="1" fill="hold">
                                          <p:stCondLst>
                                            <p:cond delay="0"/>
                                          </p:stCondLst>
                                        </p:cTn>
                                        <p:tgtEl>
                                          <p:spTgt spid="198"/>
                                        </p:tgtEl>
                                        <p:attrNameLst>
                                          <p:attrName>style.visibility</p:attrName>
                                        </p:attrNameLst>
                                      </p:cBhvr>
                                      <p:to>
                                        <p:strVal val="visible"/>
                                      </p:to>
                                    </p:set>
                                    <p:animEffect transition="in" filter="wipe(left)">
                                      <p:cBhvr>
                                        <p:cTn id="259" dur="1000"/>
                                        <p:tgtEl>
                                          <p:spTgt spid="198"/>
                                        </p:tgtEl>
                                      </p:cBhvr>
                                    </p:animEffect>
                                  </p:childTnLst>
                                </p:cTn>
                              </p:par>
                            </p:childTnLst>
                          </p:cTn>
                        </p:par>
                        <p:par>
                          <p:cTn id="260" fill="hold">
                            <p:stCondLst>
                              <p:cond delay="1000"/>
                            </p:stCondLst>
                            <p:childTnLst>
                              <p:par>
                                <p:cTn id="261" presetID="35" presetClass="path" presetSubtype="0" accel="50000" decel="50000" fill="hold" nodeType="afterEffect">
                                  <p:stCondLst>
                                    <p:cond delay="0"/>
                                  </p:stCondLst>
                                  <p:childTnLst>
                                    <p:animMotion origin="layout" path="M 2.29167E-6 -3.7037E-7 L -0.13412 0.00093 " pathEditMode="relative" rAng="0" ptsTypes="AA">
                                      <p:cBhvr>
                                        <p:cTn id="262" dur="2000" fill="hold"/>
                                        <p:tgtEl>
                                          <p:spTgt spid="552"/>
                                        </p:tgtEl>
                                        <p:attrNameLst>
                                          <p:attrName>ppt_x</p:attrName>
                                          <p:attrName>ppt_y</p:attrName>
                                        </p:attrNameLst>
                                      </p:cBhvr>
                                      <p:rCtr x="-6706" y="46"/>
                                    </p:animMotion>
                                  </p:childTnLst>
                                </p:cTn>
                              </p:par>
                            </p:childTnLst>
                          </p:cTn>
                        </p:par>
                      </p:childTnLst>
                    </p:cTn>
                  </p:par>
                  <p:par>
                    <p:cTn id="263" fill="hold">
                      <p:stCondLst>
                        <p:cond delay="indefinite"/>
                      </p:stCondLst>
                      <p:childTnLst>
                        <p:par>
                          <p:cTn id="264" fill="hold">
                            <p:stCondLst>
                              <p:cond delay="0"/>
                            </p:stCondLst>
                            <p:childTnLst>
                              <p:par>
                                <p:cTn id="265" presetID="22" presetClass="exit" presetSubtype="1" fill="hold" nodeType="clickEffect">
                                  <p:stCondLst>
                                    <p:cond delay="0"/>
                                  </p:stCondLst>
                                  <p:childTnLst>
                                    <p:animEffect transition="out" filter="wipe(up)">
                                      <p:cBhvr>
                                        <p:cTn id="266" dur="500"/>
                                        <p:tgtEl>
                                          <p:spTgt spid="198"/>
                                        </p:tgtEl>
                                      </p:cBhvr>
                                    </p:animEffect>
                                    <p:set>
                                      <p:cBhvr>
                                        <p:cTn id="267" dur="1" fill="hold">
                                          <p:stCondLst>
                                            <p:cond delay="499"/>
                                          </p:stCondLst>
                                        </p:cTn>
                                        <p:tgtEl>
                                          <p:spTgt spid="198"/>
                                        </p:tgtEl>
                                        <p:attrNameLst>
                                          <p:attrName>style.visibility</p:attrName>
                                        </p:attrNameLst>
                                      </p:cBhvr>
                                      <p:to>
                                        <p:strVal val="hidden"/>
                                      </p:to>
                                    </p:set>
                                  </p:childTnLst>
                                </p:cTn>
                              </p:par>
                              <p:par>
                                <p:cTn id="268" presetID="22" presetClass="entr" presetSubtype="8" fill="hold" nodeType="withEffect">
                                  <p:stCondLst>
                                    <p:cond delay="0"/>
                                  </p:stCondLst>
                                  <p:childTnLst>
                                    <p:set>
                                      <p:cBhvr>
                                        <p:cTn id="269" dur="1" fill="hold">
                                          <p:stCondLst>
                                            <p:cond delay="0"/>
                                          </p:stCondLst>
                                        </p:cTn>
                                        <p:tgtEl>
                                          <p:spTgt spid="192"/>
                                        </p:tgtEl>
                                        <p:attrNameLst>
                                          <p:attrName>style.visibility</p:attrName>
                                        </p:attrNameLst>
                                      </p:cBhvr>
                                      <p:to>
                                        <p:strVal val="visible"/>
                                      </p:to>
                                    </p:set>
                                    <p:animEffect transition="in" filter="wipe(left)">
                                      <p:cBhvr>
                                        <p:cTn id="270" dur="1000"/>
                                        <p:tgtEl>
                                          <p:spTgt spid="192"/>
                                        </p:tgtEl>
                                      </p:cBhvr>
                                    </p:animEffect>
                                  </p:childTnLst>
                                </p:cTn>
                              </p:par>
                            </p:childTnLst>
                          </p:cTn>
                        </p:par>
                        <p:par>
                          <p:cTn id="271" fill="hold">
                            <p:stCondLst>
                              <p:cond delay="1000"/>
                            </p:stCondLst>
                            <p:childTnLst>
                              <p:par>
                                <p:cTn id="272" presetID="63" presetClass="path" presetSubtype="0" accel="50000" decel="50000" fill="hold" nodeType="afterEffect">
                                  <p:stCondLst>
                                    <p:cond delay="0"/>
                                  </p:stCondLst>
                                  <p:childTnLst>
                                    <p:animMotion origin="layout" path="M 0.03268 0.00069 L 0.06575 0.00139 " pathEditMode="relative" rAng="0" ptsTypes="AA">
                                      <p:cBhvr>
                                        <p:cTn id="273" dur="2000" fill="hold"/>
                                        <p:tgtEl>
                                          <p:spTgt spid="556"/>
                                        </p:tgtEl>
                                        <p:attrNameLst>
                                          <p:attrName>ppt_x</p:attrName>
                                          <p:attrName>ppt_y</p:attrName>
                                        </p:attrNameLst>
                                      </p:cBhvr>
                                      <p:rCtr x="1654" y="23"/>
                                    </p:animMotion>
                                  </p:childTnLst>
                                </p:cTn>
                              </p:par>
                            </p:childTnLst>
                          </p:cTn>
                        </p:par>
                      </p:childTnLst>
                    </p:cTn>
                  </p:par>
                  <p:par>
                    <p:cTn id="274" fill="hold">
                      <p:stCondLst>
                        <p:cond delay="indefinite"/>
                      </p:stCondLst>
                      <p:childTnLst>
                        <p:par>
                          <p:cTn id="275" fill="hold">
                            <p:stCondLst>
                              <p:cond delay="0"/>
                            </p:stCondLst>
                            <p:childTnLst>
                              <p:par>
                                <p:cTn id="276" presetID="22" presetClass="exit" presetSubtype="1" fill="hold" nodeType="clickEffect">
                                  <p:stCondLst>
                                    <p:cond delay="0"/>
                                  </p:stCondLst>
                                  <p:childTnLst>
                                    <p:animEffect transition="out" filter="wipe(up)">
                                      <p:cBhvr>
                                        <p:cTn id="277" dur="500"/>
                                        <p:tgtEl>
                                          <p:spTgt spid="192"/>
                                        </p:tgtEl>
                                      </p:cBhvr>
                                    </p:animEffect>
                                    <p:set>
                                      <p:cBhvr>
                                        <p:cTn id="278" dur="1" fill="hold">
                                          <p:stCondLst>
                                            <p:cond delay="499"/>
                                          </p:stCondLst>
                                        </p:cTn>
                                        <p:tgtEl>
                                          <p:spTgt spid="192"/>
                                        </p:tgtEl>
                                        <p:attrNameLst>
                                          <p:attrName>style.visibility</p:attrName>
                                        </p:attrNameLst>
                                      </p:cBhvr>
                                      <p:to>
                                        <p:strVal val="hidden"/>
                                      </p:to>
                                    </p:set>
                                  </p:childTnLst>
                                </p:cTn>
                              </p:par>
                              <p:par>
                                <p:cTn id="279" presetID="22" presetClass="entr" presetSubtype="8" fill="hold" nodeType="withEffect">
                                  <p:stCondLst>
                                    <p:cond delay="0"/>
                                  </p:stCondLst>
                                  <p:childTnLst>
                                    <p:set>
                                      <p:cBhvr>
                                        <p:cTn id="280" dur="1" fill="hold">
                                          <p:stCondLst>
                                            <p:cond delay="0"/>
                                          </p:stCondLst>
                                        </p:cTn>
                                        <p:tgtEl>
                                          <p:spTgt spid="193"/>
                                        </p:tgtEl>
                                        <p:attrNameLst>
                                          <p:attrName>style.visibility</p:attrName>
                                        </p:attrNameLst>
                                      </p:cBhvr>
                                      <p:to>
                                        <p:strVal val="visible"/>
                                      </p:to>
                                    </p:set>
                                    <p:animEffect transition="in" filter="wipe(left)">
                                      <p:cBhvr>
                                        <p:cTn id="281" dur="1000"/>
                                        <p:tgtEl>
                                          <p:spTgt spid="193"/>
                                        </p:tgtEl>
                                      </p:cBhvr>
                                    </p:animEffect>
                                  </p:childTnLst>
                                </p:cTn>
                              </p:par>
                            </p:childTnLst>
                          </p:cTn>
                        </p:par>
                        <p:par>
                          <p:cTn id="282" fill="hold">
                            <p:stCondLst>
                              <p:cond delay="1000"/>
                            </p:stCondLst>
                            <p:childTnLst>
                              <p:par>
                                <p:cTn id="283" presetID="63" presetClass="path" presetSubtype="0" accel="50000" decel="50000" fill="hold" nodeType="afterEffect">
                                  <p:stCondLst>
                                    <p:cond delay="0"/>
                                  </p:stCondLst>
                                  <p:childTnLst>
                                    <p:animMotion origin="layout" path="M -0.12344 0.00093 L 0.03828 -3.7037E-7 " pathEditMode="relative" rAng="0" ptsTypes="AA">
                                      <p:cBhvr>
                                        <p:cTn id="284" dur="2000" fill="hold"/>
                                        <p:tgtEl>
                                          <p:spTgt spid="552"/>
                                        </p:tgtEl>
                                        <p:attrNameLst>
                                          <p:attrName>ppt_x</p:attrName>
                                          <p:attrName>ppt_y</p:attrName>
                                        </p:attrNameLst>
                                      </p:cBhvr>
                                      <p:rCtr x="8086" y="-46"/>
                                    </p:animMotion>
                                  </p:childTnLst>
                                </p:cTn>
                              </p:par>
                            </p:childTnLst>
                          </p:cTn>
                        </p:par>
                        <p:par>
                          <p:cTn id="285" fill="hold">
                            <p:stCondLst>
                              <p:cond delay="3000"/>
                            </p:stCondLst>
                            <p:childTnLst>
                              <p:par>
                                <p:cTn id="286" presetID="32" presetClass="emph" presetSubtype="0" fill="hold" nodeType="afterEffect">
                                  <p:stCondLst>
                                    <p:cond delay="0"/>
                                  </p:stCondLst>
                                  <p:childTnLst>
                                    <p:animRot by="120000">
                                      <p:cBhvr>
                                        <p:cTn id="287" dur="100" fill="hold">
                                          <p:stCondLst>
                                            <p:cond delay="0"/>
                                          </p:stCondLst>
                                        </p:cTn>
                                        <p:tgtEl>
                                          <p:spTgt spid="193"/>
                                        </p:tgtEl>
                                        <p:attrNameLst>
                                          <p:attrName>r</p:attrName>
                                        </p:attrNameLst>
                                      </p:cBhvr>
                                    </p:animRot>
                                    <p:animRot by="-240000">
                                      <p:cBhvr>
                                        <p:cTn id="288" dur="200" fill="hold">
                                          <p:stCondLst>
                                            <p:cond delay="200"/>
                                          </p:stCondLst>
                                        </p:cTn>
                                        <p:tgtEl>
                                          <p:spTgt spid="193"/>
                                        </p:tgtEl>
                                        <p:attrNameLst>
                                          <p:attrName>r</p:attrName>
                                        </p:attrNameLst>
                                      </p:cBhvr>
                                    </p:animRot>
                                    <p:animRot by="240000">
                                      <p:cBhvr>
                                        <p:cTn id="289" dur="200" fill="hold">
                                          <p:stCondLst>
                                            <p:cond delay="400"/>
                                          </p:stCondLst>
                                        </p:cTn>
                                        <p:tgtEl>
                                          <p:spTgt spid="193"/>
                                        </p:tgtEl>
                                        <p:attrNameLst>
                                          <p:attrName>r</p:attrName>
                                        </p:attrNameLst>
                                      </p:cBhvr>
                                    </p:animRot>
                                    <p:animRot by="-240000">
                                      <p:cBhvr>
                                        <p:cTn id="290" dur="200" fill="hold">
                                          <p:stCondLst>
                                            <p:cond delay="600"/>
                                          </p:stCondLst>
                                        </p:cTn>
                                        <p:tgtEl>
                                          <p:spTgt spid="193"/>
                                        </p:tgtEl>
                                        <p:attrNameLst>
                                          <p:attrName>r</p:attrName>
                                        </p:attrNameLst>
                                      </p:cBhvr>
                                    </p:animRot>
                                    <p:animRot by="120000">
                                      <p:cBhvr>
                                        <p:cTn id="291" dur="200" fill="hold">
                                          <p:stCondLst>
                                            <p:cond delay="800"/>
                                          </p:stCondLst>
                                        </p:cTn>
                                        <p:tgtEl>
                                          <p:spTgt spid="193"/>
                                        </p:tgtEl>
                                        <p:attrNameLst>
                                          <p:attrName>r</p:attrName>
                                        </p:attrNameLst>
                                      </p:cBhvr>
                                    </p:animRot>
                                  </p:childTnLst>
                                </p:cTn>
                              </p:par>
                            </p:childTnLst>
                          </p:cTn>
                        </p:par>
                      </p:childTnLst>
                    </p:cTn>
                  </p:par>
                  <p:par>
                    <p:cTn id="292" fill="hold">
                      <p:stCondLst>
                        <p:cond delay="indefinite"/>
                      </p:stCondLst>
                      <p:childTnLst>
                        <p:par>
                          <p:cTn id="293" fill="hold">
                            <p:stCondLst>
                              <p:cond delay="0"/>
                            </p:stCondLst>
                            <p:childTnLst>
                              <p:par>
                                <p:cTn id="294" presetID="22" presetClass="exit" presetSubtype="1" fill="hold" nodeType="clickEffect">
                                  <p:stCondLst>
                                    <p:cond delay="0"/>
                                  </p:stCondLst>
                                  <p:childTnLst>
                                    <p:animEffect transition="out" filter="wipe(up)">
                                      <p:cBhvr>
                                        <p:cTn id="295" dur="500"/>
                                        <p:tgtEl>
                                          <p:spTgt spid="193"/>
                                        </p:tgtEl>
                                      </p:cBhvr>
                                    </p:animEffect>
                                    <p:set>
                                      <p:cBhvr>
                                        <p:cTn id="296" dur="1" fill="hold">
                                          <p:stCondLst>
                                            <p:cond delay="499"/>
                                          </p:stCondLst>
                                        </p:cTn>
                                        <p:tgtEl>
                                          <p:spTgt spid="193"/>
                                        </p:tgtEl>
                                        <p:attrNameLst>
                                          <p:attrName>style.visibility</p:attrName>
                                        </p:attrNameLst>
                                      </p:cBhvr>
                                      <p:to>
                                        <p:strVal val="hidden"/>
                                      </p:to>
                                    </p:set>
                                  </p:childTnLst>
                                </p:cTn>
                              </p:par>
                              <p:par>
                                <p:cTn id="297" presetID="22" presetClass="entr" presetSubtype="8" fill="hold" nodeType="withEffect">
                                  <p:stCondLst>
                                    <p:cond delay="0"/>
                                  </p:stCondLst>
                                  <p:childTnLst>
                                    <p:set>
                                      <p:cBhvr>
                                        <p:cTn id="298" dur="1" fill="hold">
                                          <p:stCondLst>
                                            <p:cond delay="0"/>
                                          </p:stCondLst>
                                        </p:cTn>
                                        <p:tgtEl>
                                          <p:spTgt spid="194"/>
                                        </p:tgtEl>
                                        <p:attrNameLst>
                                          <p:attrName>style.visibility</p:attrName>
                                        </p:attrNameLst>
                                      </p:cBhvr>
                                      <p:to>
                                        <p:strVal val="visible"/>
                                      </p:to>
                                    </p:set>
                                    <p:animEffect transition="in" filter="wipe(left)">
                                      <p:cBhvr>
                                        <p:cTn id="299" dur="1000"/>
                                        <p:tgtEl>
                                          <p:spTgt spid="194"/>
                                        </p:tgtEl>
                                      </p:cBhvr>
                                    </p:animEffect>
                                  </p:childTnLst>
                                </p:cTn>
                              </p:par>
                            </p:childTnLst>
                          </p:cTn>
                        </p:par>
                        <p:par>
                          <p:cTn id="300" fill="hold">
                            <p:stCondLst>
                              <p:cond delay="1000"/>
                            </p:stCondLst>
                            <p:childTnLst>
                              <p:par>
                                <p:cTn id="301" presetID="35" presetClass="path" presetSubtype="0" accel="50000" decel="50000" fill="hold" nodeType="afterEffect">
                                  <p:stCondLst>
                                    <p:cond delay="0"/>
                                  </p:stCondLst>
                                  <p:childTnLst>
                                    <p:animMotion origin="layout" path="M -0.16172 0.00092 L -0.19479 4.07407E-6 " pathEditMode="relative" rAng="0" ptsTypes="AA">
                                      <p:cBhvr>
                                        <p:cTn id="302" dur="2000" fill="hold"/>
                                        <p:tgtEl>
                                          <p:spTgt spid="553"/>
                                        </p:tgtEl>
                                        <p:attrNameLst>
                                          <p:attrName>ppt_x</p:attrName>
                                          <p:attrName>ppt_y</p:attrName>
                                        </p:attrNameLst>
                                      </p:cBhvr>
                                      <p:rCtr x="-1654" y="-46"/>
                                    </p:animMotion>
                                  </p:childTnLst>
                                </p:cTn>
                              </p:par>
                            </p:childTnLst>
                          </p:cTn>
                        </p:par>
                      </p:childTnLst>
                    </p:cTn>
                  </p:par>
                  <p:par>
                    <p:cTn id="303" fill="hold">
                      <p:stCondLst>
                        <p:cond delay="indefinite"/>
                      </p:stCondLst>
                      <p:childTnLst>
                        <p:par>
                          <p:cTn id="304" fill="hold">
                            <p:stCondLst>
                              <p:cond delay="0"/>
                            </p:stCondLst>
                            <p:childTnLst>
                              <p:par>
                                <p:cTn id="305" presetID="22" presetClass="exit" presetSubtype="1" fill="hold" nodeType="clickEffect">
                                  <p:stCondLst>
                                    <p:cond delay="0"/>
                                  </p:stCondLst>
                                  <p:childTnLst>
                                    <p:animEffect transition="out" filter="wipe(up)">
                                      <p:cBhvr>
                                        <p:cTn id="306" dur="500"/>
                                        <p:tgtEl>
                                          <p:spTgt spid="194"/>
                                        </p:tgtEl>
                                      </p:cBhvr>
                                    </p:animEffect>
                                    <p:set>
                                      <p:cBhvr>
                                        <p:cTn id="307" dur="1" fill="hold">
                                          <p:stCondLst>
                                            <p:cond delay="499"/>
                                          </p:stCondLst>
                                        </p:cTn>
                                        <p:tgtEl>
                                          <p:spTgt spid="194"/>
                                        </p:tgtEl>
                                        <p:attrNameLst>
                                          <p:attrName>style.visibility</p:attrName>
                                        </p:attrNameLst>
                                      </p:cBhvr>
                                      <p:to>
                                        <p:strVal val="hidden"/>
                                      </p:to>
                                    </p:set>
                                  </p:childTnLst>
                                </p:cTn>
                              </p:par>
                              <p:par>
                                <p:cTn id="308" presetID="22" presetClass="entr" presetSubtype="8" fill="hold" nodeType="withEffect">
                                  <p:stCondLst>
                                    <p:cond delay="0"/>
                                  </p:stCondLst>
                                  <p:childTnLst>
                                    <p:set>
                                      <p:cBhvr>
                                        <p:cTn id="309" dur="1" fill="hold">
                                          <p:stCondLst>
                                            <p:cond delay="0"/>
                                          </p:stCondLst>
                                        </p:cTn>
                                        <p:tgtEl>
                                          <p:spTgt spid="195"/>
                                        </p:tgtEl>
                                        <p:attrNameLst>
                                          <p:attrName>style.visibility</p:attrName>
                                        </p:attrNameLst>
                                      </p:cBhvr>
                                      <p:to>
                                        <p:strVal val="visible"/>
                                      </p:to>
                                    </p:set>
                                    <p:animEffect transition="in" filter="wipe(left)">
                                      <p:cBhvr>
                                        <p:cTn id="310" dur="1000"/>
                                        <p:tgtEl>
                                          <p:spTgt spid="195"/>
                                        </p:tgtEl>
                                      </p:cBhvr>
                                    </p:animEffect>
                                  </p:childTnLst>
                                </p:cTn>
                              </p:par>
                            </p:childTnLst>
                          </p:cTn>
                        </p:par>
                        <p:par>
                          <p:cTn id="311" fill="hold">
                            <p:stCondLst>
                              <p:cond delay="1000"/>
                            </p:stCondLst>
                            <p:childTnLst>
                              <p:par>
                                <p:cTn id="312" presetID="22" presetClass="exit" presetSubtype="1" fill="hold" nodeType="afterEffect">
                                  <p:stCondLst>
                                    <p:cond delay="0"/>
                                  </p:stCondLst>
                                  <p:childTnLst>
                                    <p:animEffect transition="out" filter="wipe(up)">
                                      <p:cBhvr>
                                        <p:cTn id="313" dur="500"/>
                                        <p:tgtEl>
                                          <p:spTgt spid="195"/>
                                        </p:tgtEl>
                                      </p:cBhvr>
                                    </p:animEffect>
                                    <p:set>
                                      <p:cBhvr>
                                        <p:cTn id="314" dur="1" fill="hold">
                                          <p:stCondLst>
                                            <p:cond delay="499"/>
                                          </p:stCondLst>
                                        </p:cTn>
                                        <p:tgtEl>
                                          <p:spTgt spid="195"/>
                                        </p:tgtEl>
                                        <p:attrNameLst>
                                          <p:attrName>style.visibility</p:attrName>
                                        </p:attrNameLst>
                                      </p:cBhvr>
                                      <p:to>
                                        <p:strVal val="hidden"/>
                                      </p:to>
                                    </p:set>
                                  </p:childTnLst>
                                </p:cTn>
                              </p:par>
                              <p:par>
                                <p:cTn id="315" presetID="22" presetClass="entr" presetSubtype="8" fill="hold" nodeType="withEffect">
                                  <p:stCondLst>
                                    <p:cond delay="0"/>
                                  </p:stCondLst>
                                  <p:childTnLst>
                                    <p:set>
                                      <p:cBhvr>
                                        <p:cTn id="316" dur="1" fill="hold">
                                          <p:stCondLst>
                                            <p:cond delay="0"/>
                                          </p:stCondLst>
                                        </p:cTn>
                                        <p:tgtEl>
                                          <p:spTgt spid="196"/>
                                        </p:tgtEl>
                                        <p:attrNameLst>
                                          <p:attrName>style.visibility</p:attrName>
                                        </p:attrNameLst>
                                      </p:cBhvr>
                                      <p:to>
                                        <p:strVal val="visible"/>
                                      </p:to>
                                    </p:set>
                                    <p:animEffect transition="in" filter="wipe(left)">
                                      <p:cBhvr>
                                        <p:cTn id="317" dur="1000"/>
                                        <p:tgtEl>
                                          <p:spTgt spid="196"/>
                                        </p:tgtEl>
                                      </p:cBhvr>
                                    </p:animEffect>
                                  </p:childTnLst>
                                </p:cTn>
                              </p:par>
                            </p:childTnLst>
                          </p:cTn>
                        </p:par>
                        <p:par>
                          <p:cTn id="318" fill="hold">
                            <p:stCondLst>
                              <p:cond delay="2000"/>
                            </p:stCondLst>
                            <p:childTnLst>
                              <p:par>
                                <p:cTn id="319" presetID="35" presetClass="path" presetSubtype="0" accel="50000" decel="50000" fill="hold" grpId="0" nodeType="afterEffect">
                                  <p:stCondLst>
                                    <p:cond delay="0"/>
                                  </p:stCondLst>
                                  <p:childTnLst>
                                    <p:animMotion origin="layout" path="M 6.25E-7 0 L -0.09935 -0.00069 " pathEditMode="relative" rAng="0" ptsTypes="AA">
                                      <p:cBhvr>
                                        <p:cTn id="320" dur="2000" fill="hold"/>
                                        <p:tgtEl>
                                          <p:spTgt spid="14"/>
                                        </p:tgtEl>
                                        <p:attrNameLst>
                                          <p:attrName>ppt_x</p:attrName>
                                          <p:attrName>ppt_y</p:attrName>
                                        </p:attrNameLst>
                                      </p:cBhvr>
                                      <p:rCtr x="-4974" y="-46"/>
                                    </p:animMotion>
                                  </p:childTnLst>
                                </p:cTn>
                              </p:par>
                              <p:par>
                                <p:cTn id="321" presetID="35" presetClass="path" presetSubtype="0" accel="50000" decel="50000" fill="hold" grpId="1" nodeType="withEffect">
                                  <p:stCondLst>
                                    <p:cond delay="0"/>
                                  </p:stCondLst>
                                  <p:childTnLst>
                                    <p:animMotion origin="layout" path="M 2.08333E-7 -1.11111E-6 L -0.09987 -0.00023 " pathEditMode="relative" rAng="0" ptsTypes="AA">
                                      <p:cBhvr>
                                        <p:cTn id="322" dur="2000" fill="hold"/>
                                        <p:tgtEl>
                                          <p:spTgt spid="53"/>
                                        </p:tgtEl>
                                        <p:attrNameLst>
                                          <p:attrName>ppt_x</p:attrName>
                                          <p:attrName>ppt_y</p:attrName>
                                        </p:attrNameLst>
                                      </p:cBhvr>
                                      <p:rCtr x="-5000" y="-23"/>
                                    </p:animMotion>
                                  </p:childTnLst>
                                </p:cTn>
                              </p:par>
                              <p:par>
                                <p:cTn id="323" presetID="35" presetClass="path" presetSubtype="0" accel="50000" decel="50000" fill="hold" grpId="1" nodeType="withEffect">
                                  <p:stCondLst>
                                    <p:cond delay="1500"/>
                                  </p:stCondLst>
                                  <p:childTnLst>
                                    <p:animMotion origin="layout" path="M 0.16588 -0.0007 L 0.03372 0.00139 " pathEditMode="relative" rAng="0" ptsTypes="AA">
                                      <p:cBhvr>
                                        <p:cTn id="324" dur="2000" fill="hold"/>
                                        <p:tgtEl>
                                          <p:spTgt spid="102"/>
                                        </p:tgtEl>
                                        <p:attrNameLst>
                                          <p:attrName>ppt_x</p:attrName>
                                          <p:attrName>ppt_y</p:attrName>
                                        </p:attrNameLst>
                                      </p:cBhvr>
                                      <p:rCtr x="-6615" y="93"/>
                                    </p:animMotion>
                                  </p:childTnLst>
                                </p:cTn>
                              </p:par>
                              <p:par>
                                <p:cTn id="325" presetID="35" presetClass="path" presetSubtype="0" accel="50000" decel="50000" fill="hold" grpId="3" nodeType="withEffect">
                                  <p:stCondLst>
                                    <p:cond delay="1500"/>
                                  </p:stCondLst>
                                  <p:childTnLst>
                                    <p:animMotion origin="layout" path="M 0.16432 -0.00023 L 0.03385 0.00069 " pathEditMode="relative" rAng="0" ptsTypes="AA">
                                      <p:cBhvr>
                                        <p:cTn id="326" dur="2000" fill="hold"/>
                                        <p:tgtEl>
                                          <p:spTgt spid="109"/>
                                        </p:tgtEl>
                                        <p:attrNameLst>
                                          <p:attrName>ppt_x</p:attrName>
                                          <p:attrName>ppt_y</p:attrName>
                                        </p:attrNameLst>
                                      </p:cBhvr>
                                      <p:rCtr x="-6523" y="46"/>
                                    </p:animMotion>
                                  </p:childTnLst>
                                </p:cTn>
                              </p:par>
                            </p:childTnLst>
                          </p:cTn>
                        </p:par>
                        <p:par>
                          <p:cTn id="327" fill="hold">
                            <p:stCondLst>
                              <p:cond delay="5500"/>
                            </p:stCondLst>
                            <p:childTnLst>
                              <p:par>
                                <p:cTn id="328" presetID="3" presetClass="emph" presetSubtype="2" fill="hold" grpId="0" nodeType="afterEffect">
                                  <p:stCondLst>
                                    <p:cond delay="0"/>
                                  </p:stCondLst>
                                  <p:childTnLst>
                                    <p:animClr clrSpc="rgb" dir="cw">
                                      <p:cBhvr override="childStyle">
                                        <p:cTn id="329" dur="500" fill="hold"/>
                                        <p:tgtEl>
                                          <p:spTgt spid="40"/>
                                        </p:tgtEl>
                                        <p:attrNameLst>
                                          <p:attrName>style.color</p:attrName>
                                        </p:attrNameLst>
                                      </p:cBhvr>
                                      <p:to>
                                        <a:srgbClr val="DF291B"/>
                                      </p:to>
                                    </p:animClr>
                                  </p:childTnLst>
                                  <p:subTnLst>
                                    <p:animClr clrSpc="rgb" dir="cw">
                                      <p:cBhvr override="childStyle">
                                        <p:cTn dur="1" fill="hold" display="0" masterRel="nextClick" afterEffect="1"/>
                                        <p:tgtEl>
                                          <p:spTgt spid="40"/>
                                        </p:tgtEl>
                                        <p:attrNameLst>
                                          <p:attrName>ppt_c</p:attrName>
                                        </p:attrNameLst>
                                      </p:cBhvr>
                                      <p:to>
                                        <a:srgbClr val="DF291B"/>
                                      </p:to>
                                    </p:animClr>
                                  </p:subTnLst>
                                </p:cTn>
                              </p:par>
                              <p:par>
                                <p:cTn id="330" presetID="3" presetClass="emph" presetSubtype="2" fill="hold" grpId="3" nodeType="withEffect">
                                  <p:stCondLst>
                                    <p:cond delay="0"/>
                                  </p:stCondLst>
                                  <p:childTnLst>
                                    <p:animClr clrSpc="rgb" dir="cw">
                                      <p:cBhvr override="childStyle">
                                        <p:cTn id="331" dur="500" fill="hold"/>
                                        <p:tgtEl>
                                          <p:spTgt spid="102"/>
                                        </p:tgtEl>
                                        <p:attrNameLst>
                                          <p:attrName>style.color</p:attrName>
                                        </p:attrNameLst>
                                      </p:cBhvr>
                                      <p:to>
                                        <a:srgbClr val="DF291B"/>
                                      </p:to>
                                    </p:animClr>
                                  </p:childTnLst>
                                  <p:subTnLst>
                                    <p:animClr clrSpc="rgb" dir="cw">
                                      <p:cBhvr override="childStyle">
                                        <p:cTn dur="1" fill="hold" display="0" masterRel="nextClick" afterEffect="1"/>
                                        <p:tgtEl>
                                          <p:spTgt spid="102"/>
                                        </p:tgtEl>
                                        <p:attrNameLst>
                                          <p:attrName>ppt_c</p:attrName>
                                        </p:attrNameLst>
                                      </p:cBhvr>
                                      <p:to>
                                        <a:srgbClr val="DF291B"/>
                                      </p:to>
                                    </p:animClr>
                                  </p:subTnLst>
                                </p:cTn>
                              </p:par>
                              <p:par>
                                <p:cTn id="332" presetID="63" presetClass="path" presetSubtype="0" accel="50000" decel="50000" fill="hold" grpId="1" nodeType="withEffect">
                                  <p:stCondLst>
                                    <p:cond delay="0"/>
                                  </p:stCondLst>
                                  <p:childTnLst>
                                    <p:animMotion origin="layout" path="M -0.09935 -0.00069 L 0.13333 0.00023 " pathEditMode="relative" rAng="0" ptsTypes="AA">
                                      <p:cBhvr>
                                        <p:cTn id="333" dur="2000" fill="hold"/>
                                        <p:tgtEl>
                                          <p:spTgt spid="14"/>
                                        </p:tgtEl>
                                        <p:attrNameLst>
                                          <p:attrName>ppt_x</p:attrName>
                                          <p:attrName>ppt_y</p:attrName>
                                        </p:attrNameLst>
                                      </p:cBhvr>
                                      <p:rCtr x="11628" y="46"/>
                                    </p:animMotion>
                                  </p:childTnLst>
                                </p:cTn>
                              </p:par>
                              <p:par>
                                <p:cTn id="334" presetID="63" presetClass="path" presetSubtype="0" accel="50000" decel="50000" fill="hold" grpId="0" nodeType="withEffect">
                                  <p:stCondLst>
                                    <p:cond delay="0"/>
                                  </p:stCondLst>
                                  <p:childTnLst>
                                    <p:animMotion origin="layout" path="M -0.09987 -0.00023 L 0.13047 -0.00185 " pathEditMode="relative" rAng="0" ptsTypes="AA">
                                      <p:cBhvr>
                                        <p:cTn id="335" dur="2000" fill="hold"/>
                                        <p:tgtEl>
                                          <p:spTgt spid="53"/>
                                        </p:tgtEl>
                                        <p:attrNameLst>
                                          <p:attrName>ppt_x</p:attrName>
                                          <p:attrName>ppt_y</p:attrName>
                                        </p:attrNameLst>
                                      </p:cBhvr>
                                      <p:rCtr x="11510" y="-93"/>
                                    </p:animMotion>
                                  </p:childTnLst>
                                </p:cTn>
                              </p:par>
                            </p:childTnLst>
                          </p:cTn>
                        </p:par>
                        <p:par>
                          <p:cTn id="336" fill="hold">
                            <p:stCondLst>
                              <p:cond delay="7500"/>
                            </p:stCondLst>
                            <p:childTnLst>
                              <p:par>
                                <p:cTn id="337" presetID="63" presetClass="path" presetSubtype="0" accel="50000" decel="50000" fill="hold" grpId="1" nodeType="afterEffect">
                                  <p:stCondLst>
                                    <p:cond delay="0"/>
                                  </p:stCondLst>
                                  <p:childTnLst>
                                    <p:animMotion origin="layout" path="M 0.05248 0.00024 L 0.2142 -0.00046 " pathEditMode="relative" rAng="0" ptsTypes="AA">
                                      <p:cBhvr>
                                        <p:cTn id="338" dur="2000" fill="hold"/>
                                        <p:tgtEl>
                                          <p:spTgt spid="55"/>
                                        </p:tgtEl>
                                        <p:attrNameLst>
                                          <p:attrName>ppt_x</p:attrName>
                                          <p:attrName>ppt_y</p:attrName>
                                        </p:attrNameLst>
                                      </p:cBhvr>
                                      <p:rCtr x="8086" y="-46"/>
                                    </p:animMotion>
                                  </p:childTnLst>
                                </p:cTn>
                              </p:par>
                              <p:par>
                                <p:cTn id="339" presetID="35" presetClass="path" presetSubtype="0" accel="50000" decel="50000" fill="hold" grpId="0" nodeType="withEffect">
                                  <p:stCondLst>
                                    <p:cond delay="0"/>
                                  </p:stCondLst>
                                  <p:childTnLst>
                                    <p:animMotion origin="layout" path="M 4.58333E-6 2.59259E-6 L -0.16029 0.00069 " pathEditMode="relative" rAng="0" ptsTypes="AA">
                                      <p:cBhvr>
                                        <p:cTn id="340" dur="2000" fill="hold"/>
                                        <p:tgtEl>
                                          <p:spTgt spid="5"/>
                                        </p:tgtEl>
                                        <p:attrNameLst>
                                          <p:attrName>ppt_x</p:attrName>
                                          <p:attrName>ppt_y</p:attrName>
                                        </p:attrNameLst>
                                      </p:cBhvr>
                                      <p:rCtr x="-8021" y="23"/>
                                    </p:animMotion>
                                  </p:childTnLst>
                                </p:cTn>
                              </p:par>
                            </p:childTnLst>
                          </p:cTn>
                        </p:par>
                        <p:par>
                          <p:cTn id="341" fill="hold">
                            <p:stCondLst>
                              <p:cond delay="9500"/>
                            </p:stCondLst>
                            <p:childTnLst>
                              <p:par>
                                <p:cTn id="342" presetID="3" presetClass="emph" presetSubtype="2" fill="hold" grpId="1" nodeType="afterEffect">
                                  <p:stCondLst>
                                    <p:cond delay="0"/>
                                  </p:stCondLst>
                                  <p:childTnLst>
                                    <p:animClr clrSpc="rgb" dir="cw">
                                      <p:cBhvr override="childStyle">
                                        <p:cTn id="343" dur="500" fill="hold"/>
                                        <p:tgtEl>
                                          <p:spTgt spid="5"/>
                                        </p:tgtEl>
                                        <p:attrNameLst>
                                          <p:attrName>style.color</p:attrName>
                                        </p:attrNameLst>
                                      </p:cBhvr>
                                      <p:to>
                                        <a:srgbClr val="DF291B"/>
                                      </p:to>
                                    </p:animClr>
                                  </p:childTnLst>
                                  <p:subTnLst>
                                    <p:animClr clrSpc="rgb" dir="cw">
                                      <p:cBhvr override="childStyle">
                                        <p:cTn dur="1" fill="hold" display="0" masterRel="nextClick" afterEffect="1"/>
                                        <p:tgtEl>
                                          <p:spTgt spid="5"/>
                                        </p:tgtEl>
                                        <p:attrNameLst>
                                          <p:attrName>ppt_c</p:attrName>
                                        </p:attrNameLst>
                                      </p:cBhvr>
                                      <p:to>
                                        <a:srgbClr val="DF291B"/>
                                      </p:to>
                                    </p:animClr>
                                  </p:subTnLst>
                                </p:cTn>
                              </p:par>
                              <p:par>
                                <p:cTn id="344" presetID="3" presetClass="emph" presetSubtype="2" fill="hold" grpId="0" nodeType="withEffect">
                                  <p:stCondLst>
                                    <p:cond delay="0"/>
                                  </p:stCondLst>
                                  <p:childTnLst>
                                    <p:animClr clrSpc="rgb" dir="cw">
                                      <p:cBhvr override="childStyle">
                                        <p:cTn id="345" dur="500" fill="hold"/>
                                        <p:tgtEl>
                                          <p:spTgt spid="77"/>
                                        </p:tgtEl>
                                        <p:attrNameLst>
                                          <p:attrName>style.color</p:attrName>
                                        </p:attrNameLst>
                                      </p:cBhvr>
                                      <p:to>
                                        <a:srgbClr val="DF291B"/>
                                      </p:to>
                                    </p:animClr>
                                  </p:childTnLst>
                                  <p:subTnLst>
                                    <p:animClr clrSpc="rgb" dir="cw">
                                      <p:cBhvr override="childStyle">
                                        <p:cTn dur="1" fill="hold" display="0" masterRel="nextClick" afterEffect="1"/>
                                        <p:tgtEl>
                                          <p:spTgt spid="77"/>
                                        </p:tgtEl>
                                        <p:attrNameLst>
                                          <p:attrName>ppt_c</p:attrName>
                                        </p:attrNameLst>
                                      </p:cBhvr>
                                      <p:to>
                                        <a:srgbClr val="DF291B"/>
                                      </p:to>
                                    </p:animClr>
                                  </p:subTnLst>
                                </p:cTn>
                              </p:par>
                            </p:childTnLst>
                          </p:cTn>
                        </p:par>
                        <p:par>
                          <p:cTn id="346" fill="hold">
                            <p:stCondLst>
                              <p:cond delay="10000"/>
                            </p:stCondLst>
                            <p:childTnLst>
                              <p:par>
                                <p:cTn id="347" presetID="22" presetClass="exit" presetSubtype="1" fill="hold" nodeType="afterEffect">
                                  <p:stCondLst>
                                    <p:cond delay="0"/>
                                  </p:stCondLst>
                                  <p:childTnLst>
                                    <p:animEffect transition="out" filter="wipe(up)">
                                      <p:cBhvr>
                                        <p:cTn id="348" dur="500"/>
                                        <p:tgtEl>
                                          <p:spTgt spid="196"/>
                                        </p:tgtEl>
                                      </p:cBhvr>
                                    </p:animEffect>
                                    <p:set>
                                      <p:cBhvr>
                                        <p:cTn id="349" dur="1" fill="hold">
                                          <p:stCondLst>
                                            <p:cond delay="499"/>
                                          </p:stCondLst>
                                        </p:cTn>
                                        <p:tgtEl>
                                          <p:spTgt spid="196"/>
                                        </p:tgtEl>
                                        <p:attrNameLst>
                                          <p:attrName>style.visibility</p:attrName>
                                        </p:attrNameLst>
                                      </p:cBhvr>
                                      <p:to>
                                        <p:strVal val="hidden"/>
                                      </p:to>
                                    </p:set>
                                  </p:childTnLst>
                                </p:cTn>
                              </p:par>
                              <p:par>
                                <p:cTn id="350" presetID="22" presetClass="entr" presetSubtype="8" fill="hold" nodeType="withEffect">
                                  <p:stCondLst>
                                    <p:cond delay="0"/>
                                  </p:stCondLst>
                                  <p:childTnLst>
                                    <p:set>
                                      <p:cBhvr>
                                        <p:cTn id="351" dur="1" fill="hold">
                                          <p:stCondLst>
                                            <p:cond delay="0"/>
                                          </p:stCondLst>
                                        </p:cTn>
                                        <p:tgtEl>
                                          <p:spTgt spid="197"/>
                                        </p:tgtEl>
                                        <p:attrNameLst>
                                          <p:attrName>style.visibility</p:attrName>
                                        </p:attrNameLst>
                                      </p:cBhvr>
                                      <p:to>
                                        <p:strVal val="visible"/>
                                      </p:to>
                                    </p:set>
                                    <p:animEffect transition="in" filter="wipe(left)">
                                      <p:cBhvr>
                                        <p:cTn id="352" dur="1000"/>
                                        <p:tgtEl>
                                          <p:spTgt spid="197"/>
                                        </p:tgtEl>
                                      </p:cBhvr>
                                    </p:animEffect>
                                  </p:childTnLst>
                                </p:cTn>
                              </p:par>
                            </p:childTnLst>
                          </p:cTn>
                        </p:par>
                        <p:par>
                          <p:cTn id="353" fill="hold">
                            <p:stCondLst>
                              <p:cond delay="11000"/>
                            </p:stCondLst>
                            <p:childTnLst>
                              <p:par>
                                <p:cTn id="354" presetID="10" presetClass="exit" presetSubtype="0" fill="hold" grpId="1" nodeType="afterEffect">
                                  <p:stCondLst>
                                    <p:cond delay="0"/>
                                  </p:stCondLst>
                                  <p:childTnLst>
                                    <p:animEffect transition="out" filter="fade">
                                      <p:cBhvr>
                                        <p:cTn id="355" dur="500"/>
                                        <p:tgtEl>
                                          <p:spTgt spid="109"/>
                                        </p:tgtEl>
                                      </p:cBhvr>
                                    </p:animEffect>
                                    <p:set>
                                      <p:cBhvr>
                                        <p:cTn id="356" dur="1" fill="hold">
                                          <p:stCondLst>
                                            <p:cond delay="499"/>
                                          </p:stCondLst>
                                        </p:cTn>
                                        <p:tgtEl>
                                          <p:spTgt spid="109"/>
                                        </p:tgtEl>
                                        <p:attrNameLst>
                                          <p:attrName>style.visibility</p:attrName>
                                        </p:attrNameLst>
                                      </p:cBhvr>
                                      <p:to>
                                        <p:strVal val="hidden"/>
                                      </p:to>
                                    </p:set>
                                  </p:childTnLst>
                                </p:cTn>
                              </p:par>
                              <p:par>
                                <p:cTn id="357" presetID="10" presetClass="exit" presetSubtype="0" fill="hold" grpId="0" nodeType="withEffect">
                                  <p:stCondLst>
                                    <p:cond delay="0"/>
                                  </p:stCondLst>
                                  <p:childTnLst>
                                    <p:animEffect transition="out" filter="fade">
                                      <p:cBhvr>
                                        <p:cTn id="358" dur="500"/>
                                        <p:tgtEl>
                                          <p:spTgt spid="110"/>
                                        </p:tgtEl>
                                      </p:cBhvr>
                                    </p:animEffect>
                                    <p:set>
                                      <p:cBhvr>
                                        <p:cTn id="359" dur="1" fill="hold">
                                          <p:stCondLst>
                                            <p:cond delay="499"/>
                                          </p:stCondLst>
                                        </p:cTn>
                                        <p:tgtEl>
                                          <p:spTgt spid="110"/>
                                        </p:tgtEl>
                                        <p:attrNameLst>
                                          <p:attrName>style.visibility</p:attrName>
                                        </p:attrNameLst>
                                      </p:cBhvr>
                                      <p:to>
                                        <p:strVal val="hidden"/>
                                      </p:to>
                                    </p:set>
                                  </p:childTnLst>
                                </p:cTn>
                              </p:par>
                            </p:childTnLst>
                          </p:cTn>
                        </p:par>
                        <p:par>
                          <p:cTn id="360" fill="hold">
                            <p:stCondLst>
                              <p:cond delay="11500"/>
                            </p:stCondLst>
                            <p:childTnLst>
                              <p:par>
                                <p:cTn id="361" presetID="22" presetClass="entr" presetSubtype="4" fill="hold" grpId="0" nodeType="afterEffect">
                                  <p:stCondLst>
                                    <p:cond delay="0"/>
                                  </p:stCondLst>
                                  <p:childTnLst>
                                    <p:set>
                                      <p:cBhvr>
                                        <p:cTn id="362" dur="1" fill="hold">
                                          <p:stCondLst>
                                            <p:cond delay="0"/>
                                          </p:stCondLst>
                                        </p:cTn>
                                        <p:tgtEl>
                                          <p:spTgt spid="131"/>
                                        </p:tgtEl>
                                        <p:attrNameLst>
                                          <p:attrName>style.visibility</p:attrName>
                                        </p:attrNameLst>
                                      </p:cBhvr>
                                      <p:to>
                                        <p:strVal val="visible"/>
                                      </p:to>
                                    </p:set>
                                    <p:animEffect transition="in" filter="wipe(down)">
                                      <p:cBhvr>
                                        <p:cTn id="363" dur="500"/>
                                        <p:tgtEl>
                                          <p:spTgt spid="131"/>
                                        </p:tgtEl>
                                      </p:cBhvr>
                                    </p:animEffect>
                                  </p:childTnLst>
                                </p:cTn>
                              </p:par>
                              <p:par>
                                <p:cTn id="364" presetID="22" presetClass="entr" presetSubtype="1" fill="hold" grpId="0" nodeType="withEffect">
                                  <p:stCondLst>
                                    <p:cond delay="0"/>
                                  </p:stCondLst>
                                  <p:childTnLst>
                                    <p:set>
                                      <p:cBhvr>
                                        <p:cTn id="365" dur="1" fill="hold">
                                          <p:stCondLst>
                                            <p:cond delay="0"/>
                                          </p:stCondLst>
                                        </p:cTn>
                                        <p:tgtEl>
                                          <p:spTgt spid="161"/>
                                        </p:tgtEl>
                                        <p:attrNameLst>
                                          <p:attrName>style.visibility</p:attrName>
                                        </p:attrNameLst>
                                      </p:cBhvr>
                                      <p:to>
                                        <p:strVal val="visible"/>
                                      </p:to>
                                    </p:set>
                                    <p:animEffect transition="in" filter="wipe(up)">
                                      <p:cBhvr>
                                        <p:cTn id="366" dur="500"/>
                                        <p:tgtEl>
                                          <p:spTgt spid="161"/>
                                        </p:tgtEl>
                                      </p:cBhvr>
                                    </p:animEffect>
                                  </p:childTnLst>
                                </p:cTn>
                              </p:par>
                            </p:childTnLst>
                          </p:cTn>
                        </p:par>
                        <p:par>
                          <p:cTn id="367" fill="hold">
                            <p:stCondLst>
                              <p:cond delay="12000"/>
                            </p:stCondLst>
                            <p:childTnLst>
                              <p:par>
                                <p:cTn id="368" presetID="22" presetClass="exit" presetSubtype="2" fill="hold" nodeType="afterEffect">
                                  <p:stCondLst>
                                    <p:cond delay="0"/>
                                  </p:stCondLst>
                                  <p:childTnLst>
                                    <p:animEffect transition="out" filter="wipe(right)">
                                      <p:cBhvr>
                                        <p:cTn id="369" dur="500"/>
                                        <p:tgtEl>
                                          <p:spTgt spid="120"/>
                                        </p:tgtEl>
                                      </p:cBhvr>
                                    </p:animEffect>
                                    <p:set>
                                      <p:cBhvr>
                                        <p:cTn id="370" dur="1" fill="hold">
                                          <p:stCondLst>
                                            <p:cond delay="499"/>
                                          </p:stCondLst>
                                        </p:cTn>
                                        <p:tgtEl>
                                          <p:spTgt spid="120"/>
                                        </p:tgtEl>
                                        <p:attrNameLst>
                                          <p:attrName>style.visibility</p:attrName>
                                        </p:attrNameLst>
                                      </p:cBhvr>
                                      <p:to>
                                        <p:strVal val="hidden"/>
                                      </p:to>
                                    </p:set>
                                  </p:childTnLst>
                                </p:cTn>
                              </p:par>
                            </p:childTnLst>
                          </p:cTn>
                        </p:par>
                        <p:par>
                          <p:cTn id="371" fill="hold">
                            <p:stCondLst>
                              <p:cond delay="12500"/>
                            </p:stCondLst>
                            <p:childTnLst>
                              <p:par>
                                <p:cTn id="372" presetID="22" presetClass="entr" presetSubtype="8" fill="hold" nodeType="afterEffect">
                                  <p:stCondLst>
                                    <p:cond delay="0"/>
                                  </p:stCondLst>
                                  <p:childTnLst>
                                    <p:set>
                                      <p:cBhvr>
                                        <p:cTn id="373" dur="1" fill="hold">
                                          <p:stCondLst>
                                            <p:cond delay="0"/>
                                          </p:stCondLst>
                                        </p:cTn>
                                        <p:tgtEl>
                                          <p:spTgt spid="162"/>
                                        </p:tgtEl>
                                        <p:attrNameLst>
                                          <p:attrName>style.visibility</p:attrName>
                                        </p:attrNameLst>
                                      </p:cBhvr>
                                      <p:to>
                                        <p:strVal val="visible"/>
                                      </p:to>
                                    </p:set>
                                    <p:animEffect transition="in" filter="wipe(left)">
                                      <p:cBhvr>
                                        <p:cTn id="374" dur="500"/>
                                        <p:tgtEl>
                                          <p:spTgt spid="162"/>
                                        </p:tgtEl>
                                      </p:cBhvr>
                                    </p:animEffect>
                                  </p:childTnLst>
                                </p:cTn>
                              </p:par>
                            </p:childTnLst>
                          </p:cTn>
                        </p:par>
                      </p:childTnLst>
                    </p:cTn>
                  </p:par>
                  <p:par>
                    <p:cTn id="375" fill="hold">
                      <p:stCondLst>
                        <p:cond delay="indefinite"/>
                      </p:stCondLst>
                      <p:childTnLst>
                        <p:par>
                          <p:cTn id="376" fill="hold">
                            <p:stCondLst>
                              <p:cond delay="0"/>
                            </p:stCondLst>
                            <p:childTnLst>
                              <p:par>
                                <p:cTn id="377" presetID="22" presetClass="exit" presetSubtype="1" fill="hold" nodeType="clickEffect">
                                  <p:stCondLst>
                                    <p:cond delay="0"/>
                                  </p:stCondLst>
                                  <p:childTnLst>
                                    <p:animEffect transition="out" filter="wipe(up)">
                                      <p:cBhvr>
                                        <p:cTn id="378" dur="500"/>
                                        <p:tgtEl>
                                          <p:spTgt spid="197"/>
                                        </p:tgtEl>
                                      </p:cBhvr>
                                    </p:animEffect>
                                    <p:set>
                                      <p:cBhvr>
                                        <p:cTn id="379" dur="1" fill="hold">
                                          <p:stCondLst>
                                            <p:cond delay="499"/>
                                          </p:stCondLst>
                                        </p:cTn>
                                        <p:tgtEl>
                                          <p:spTgt spid="197"/>
                                        </p:tgtEl>
                                        <p:attrNameLst>
                                          <p:attrName>style.visibility</p:attrName>
                                        </p:attrNameLst>
                                      </p:cBhvr>
                                      <p:to>
                                        <p:strVal val="hidden"/>
                                      </p:to>
                                    </p:set>
                                  </p:childTnLst>
                                </p:cTn>
                              </p:par>
                              <p:par>
                                <p:cTn id="380" presetID="22" presetClass="entr" presetSubtype="8" fill="hold" nodeType="withEffect">
                                  <p:stCondLst>
                                    <p:cond delay="0"/>
                                  </p:stCondLst>
                                  <p:childTnLst>
                                    <p:set>
                                      <p:cBhvr>
                                        <p:cTn id="381" dur="1" fill="hold">
                                          <p:stCondLst>
                                            <p:cond delay="0"/>
                                          </p:stCondLst>
                                        </p:cTn>
                                        <p:tgtEl>
                                          <p:spTgt spid="198"/>
                                        </p:tgtEl>
                                        <p:attrNameLst>
                                          <p:attrName>style.visibility</p:attrName>
                                        </p:attrNameLst>
                                      </p:cBhvr>
                                      <p:to>
                                        <p:strVal val="visible"/>
                                      </p:to>
                                    </p:set>
                                    <p:animEffect transition="in" filter="wipe(left)">
                                      <p:cBhvr>
                                        <p:cTn id="382" dur="1000"/>
                                        <p:tgtEl>
                                          <p:spTgt spid="198"/>
                                        </p:tgtEl>
                                      </p:cBhvr>
                                    </p:animEffect>
                                  </p:childTnLst>
                                </p:cTn>
                              </p:par>
                            </p:childTnLst>
                          </p:cTn>
                        </p:par>
                        <p:par>
                          <p:cTn id="383" fill="hold">
                            <p:stCondLst>
                              <p:cond delay="1000"/>
                            </p:stCondLst>
                            <p:childTnLst>
                              <p:par>
                                <p:cTn id="384" presetID="35" presetClass="path" presetSubtype="0" accel="50000" decel="50000" fill="hold" nodeType="afterEffect">
                                  <p:stCondLst>
                                    <p:cond delay="0"/>
                                  </p:stCondLst>
                                  <p:childTnLst>
                                    <p:animMotion origin="layout" path="M 0.02591 0.00093 L -0.16563 -0.00023 " pathEditMode="relative" rAng="0" ptsTypes="AA">
                                      <p:cBhvr>
                                        <p:cTn id="385" dur="2000" fill="hold"/>
                                        <p:tgtEl>
                                          <p:spTgt spid="552"/>
                                        </p:tgtEl>
                                        <p:attrNameLst>
                                          <p:attrName>ppt_x</p:attrName>
                                          <p:attrName>ppt_y</p:attrName>
                                        </p:attrNameLst>
                                      </p:cBhvr>
                                      <p:rCtr x="-9583" y="-69"/>
                                    </p:animMotion>
                                  </p:childTnLst>
                                </p:cTn>
                              </p:par>
                            </p:childTnLst>
                          </p:cTn>
                        </p:par>
                      </p:childTnLst>
                    </p:cTn>
                  </p:par>
                  <p:par>
                    <p:cTn id="386" fill="hold">
                      <p:stCondLst>
                        <p:cond delay="indefinite"/>
                      </p:stCondLst>
                      <p:childTnLst>
                        <p:par>
                          <p:cTn id="387" fill="hold">
                            <p:stCondLst>
                              <p:cond delay="0"/>
                            </p:stCondLst>
                            <p:childTnLst>
                              <p:par>
                                <p:cTn id="388" presetID="22" presetClass="exit" presetSubtype="1" fill="hold" nodeType="clickEffect">
                                  <p:stCondLst>
                                    <p:cond delay="0"/>
                                  </p:stCondLst>
                                  <p:childTnLst>
                                    <p:animEffect transition="out" filter="wipe(up)">
                                      <p:cBhvr>
                                        <p:cTn id="389" dur="1500"/>
                                        <p:tgtEl>
                                          <p:spTgt spid="198"/>
                                        </p:tgtEl>
                                      </p:cBhvr>
                                    </p:animEffect>
                                    <p:set>
                                      <p:cBhvr>
                                        <p:cTn id="390" dur="1" fill="hold">
                                          <p:stCondLst>
                                            <p:cond delay="1499"/>
                                          </p:stCondLst>
                                        </p:cTn>
                                        <p:tgtEl>
                                          <p:spTgt spid="198"/>
                                        </p:tgtEl>
                                        <p:attrNameLst>
                                          <p:attrName>style.visibility</p:attrName>
                                        </p:attrNameLst>
                                      </p:cBhvr>
                                      <p:to>
                                        <p:strVal val="hidden"/>
                                      </p:to>
                                    </p:set>
                                  </p:childTnLst>
                                </p:cTn>
                              </p:par>
                              <p:par>
                                <p:cTn id="391" presetID="22" presetClass="entr" presetSubtype="8" fill="hold" nodeType="withEffect">
                                  <p:stCondLst>
                                    <p:cond delay="0"/>
                                  </p:stCondLst>
                                  <p:childTnLst>
                                    <p:set>
                                      <p:cBhvr>
                                        <p:cTn id="392" dur="1" fill="hold">
                                          <p:stCondLst>
                                            <p:cond delay="0"/>
                                          </p:stCondLst>
                                        </p:cTn>
                                        <p:tgtEl>
                                          <p:spTgt spid="192"/>
                                        </p:tgtEl>
                                        <p:attrNameLst>
                                          <p:attrName>style.visibility</p:attrName>
                                        </p:attrNameLst>
                                      </p:cBhvr>
                                      <p:to>
                                        <p:strVal val="visible"/>
                                      </p:to>
                                    </p:set>
                                    <p:animEffect transition="in" filter="wipe(left)">
                                      <p:cBhvr>
                                        <p:cTn id="393" dur="1000"/>
                                        <p:tgtEl>
                                          <p:spTgt spid="192"/>
                                        </p:tgtEl>
                                      </p:cBhvr>
                                    </p:animEffect>
                                  </p:childTnLst>
                                </p:cTn>
                              </p:par>
                            </p:childTnLst>
                          </p:cTn>
                        </p:par>
                        <p:par>
                          <p:cTn id="394" fill="hold">
                            <p:stCondLst>
                              <p:cond delay="1500"/>
                            </p:stCondLst>
                            <p:childTnLst>
                              <p:par>
                                <p:cTn id="395" presetID="63" presetClass="path" presetSubtype="0" accel="50000" decel="50000" fill="hold" nodeType="afterEffect">
                                  <p:stCondLst>
                                    <p:cond delay="0"/>
                                  </p:stCondLst>
                                  <p:childTnLst>
                                    <p:animMotion origin="layout" path="M 0.06575 0.00139 L 0.09883 0.00139 " pathEditMode="relative" rAng="0" ptsTypes="AA">
                                      <p:cBhvr>
                                        <p:cTn id="396" dur="2000" fill="hold"/>
                                        <p:tgtEl>
                                          <p:spTgt spid="556"/>
                                        </p:tgtEl>
                                        <p:attrNameLst>
                                          <p:attrName>ppt_x</p:attrName>
                                          <p:attrName>ppt_y</p:attrName>
                                        </p:attrNameLst>
                                      </p:cBhvr>
                                      <p:rCtr x="1654" y="0"/>
                                    </p:animMotion>
                                  </p:childTnLst>
                                </p:cTn>
                              </p:par>
                            </p:childTnLst>
                          </p:cTn>
                        </p:par>
                      </p:childTnLst>
                    </p:cTn>
                  </p:par>
                  <p:par>
                    <p:cTn id="397" fill="hold">
                      <p:stCondLst>
                        <p:cond delay="indefinite"/>
                      </p:stCondLst>
                      <p:childTnLst>
                        <p:par>
                          <p:cTn id="398" fill="hold">
                            <p:stCondLst>
                              <p:cond delay="0"/>
                            </p:stCondLst>
                            <p:childTnLst>
                              <p:par>
                                <p:cTn id="399" presetID="22" presetClass="exit" presetSubtype="1" fill="hold" nodeType="clickEffect">
                                  <p:stCondLst>
                                    <p:cond delay="0"/>
                                  </p:stCondLst>
                                  <p:childTnLst>
                                    <p:animEffect transition="out" filter="wipe(up)">
                                      <p:cBhvr>
                                        <p:cTn id="400" dur="500"/>
                                        <p:tgtEl>
                                          <p:spTgt spid="192"/>
                                        </p:tgtEl>
                                      </p:cBhvr>
                                    </p:animEffect>
                                    <p:set>
                                      <p:cBhvr>
                                        <p:cTn id="401" dur="1" fill="hold">
                                          <p:stCondLst>
                                            <p:cond delay="499"/>
                                          </p:stCondLst>
                                        </p:cTn>
                                        <p:tgtEl>
                                          <p:spTgt spid="192"/>
                                        </p:tgtEl>
                                        <p:attrNameLst>
                                          <p:attrName>style.visibility</p:attrName>
                                        </p:attrNameLst>
                                      </p:cBhvr>
                                      <p:to>
                                        <p:strVal val="hidden"/>
                                      </p:to>
                                    </p:set>
                                  </p:childTnLst>
                                </p:cTn>
                              </p:par>
                              <p:par>
                                <p:cTn id="402" presetID="22" presetClass="entr" presetSubtype="8" fill="hold" nodeType="withEffect">
                                  <p:stCondLst>
                                    <p:cond delay="0"/>
                                  </p:stCondLst>
                                  <p:childTnLst>
                                    <p:set>
                                      <p:cBhvr>
                                        <p:cTn id="403" dur="1" fill="hold">
                                          <p:stCondLst>
                                            <p:cond delay="0"/>
                                          </p:stCondLst>
                                        </p:cTn>
                                        <p:tgtEl>
                                          <p:spTgt spid="193"/>
                                        </p:tgtEl>
                                        <p:attrNameLst>
                                          <p:attrName>style.visibility</p:attrName>
                                        </p:attrNameLst>
                                      </p:cBhvr>
                                      <p:to>
                                        <p:strVal val="visible"/>
                                      </p:to>
                                    </p:set>
                                    <p:animEffect transition="in" filter="wipe(left)">
                                      <p:cBhvr>
                                        <p:cTn id="404" dur="1000"/>
                                        <p:tgtEl>
                                          <p:spTgt spid="193"/>
                                        </p:tgtEl>
                                      </p:cBhvr>
                                    </p:animEffect>
                                  </p:childTnLst>
                                </p:cTn>
                              </p:par>
                            </p:childTnLst>
                          </p:cTn>
                        </p:par>
                        <p:par>
                          <p:cTn id="405" fill="hold">
                            <p:stCondLst>
                              <p:cond delay="1000"/>
                            </p:stCondLst>
                            <p:childTnLst>
                              <p:par>
                                <p:cTn id="406" presetID="63" presetClass="path" presetSubtype="0" accel="50000" decel="50000" fill="hold" nodeType="afterEffect">
                                  <p:stCondLst>
                                    <p:cond delay="0"/>
                                  </p:stCondLst>
                                  <p:childTnLst>
                                    <p:animMotion origin="layout" path="M -0.15651 0.00023 L 2.29167E-6 -3.7037E-7 " pathEditMode="relative" rAng="0" ptsTypes="AA">
                                      <p:cBhvr>
                                        <p:cTn id="407" dur="2000" fill="hold"/>
                                        <p:tgtEl>
                                          <p:spTgt spid="552"/>
                                        </p:tgtEl>
                                        <p:attrNameLst>
                                          <p:attrName>ppt_x</p:attrName>
                                          <p:attrName>ppt_y</p:attrName>
                                        </p:attrNameLst>
                                      </p:cBhvr>
                                      <p:rCtr x="7826" y="-23"/>
                                    </p:animMotion>
                                  </p:childTnLst>
                                </p:cTn>
                              </p:par>
                            </p:childTnLst>
                          </p:cTn>
                        </p:par>
                        <p:par>
                          <p:cTn id="408" fill="hold">
                            <p:stCondLst>
                              <p:cond delay="3000"/>
                            </p:stCondLst>
                            <p:childTnLst>
                              <p:par>
                                <p:cTn id="409" presetID="32" presetClass="emph" presetSubtype="0" fill="hold" nodeType="afterEffect">
                                  <p:stCondLst>
                                    <p:cond delay="0"/>
                                  </p:stCondLst>
                                  <p:childTnLst>
                                    <p:animRot by="120000">
                                      <p:cBhvr>
                                        <p:cTn id="410" dur="100" fill="hold">
                                          <p:stCondLst>
                                            <p:cond delay="0"/>
                                          </p:stCondLst>
                                        </p:cTn>
                                        <p:tgtEl>
                                          <p:spTgt spid="193"/>
                                        </p:tgtEl>
                                        <p:attrNameLst>
                                          <p:attrName>r</p:attrName>
                                        </p:attrNameLst>
                                      </p:cBhvr>
                                    </p:animRot>
                                    <p:animRot by="-240000">
                                      <p:cBhvr>
                                        <p:cTn id="411" dur="200" fill="hold">
                                          <p:stCondLst>
                                            <p:cond delay="200"/>
                                          </p:stCondLst>
                                        </p:cTn>
                                        <p:tgtEl>
                                          <p:spTgt spid="193"/>
                                        </p:tgtEl>
                                        <p:attrNameLst>
                                          <p:attrName>r</p:attrName>
                                        </p:attrNameLst>
                                      </p:cBhvr>
                                    </p:animRot>
                                    <p:animRot by="240000">
                                      <p:cBhvr>
                                        <p:cTn id="412" dur="200" fill="hold">
                                          <p:stCondLst>
                                            <p:cond delay="400"/>
                                          </p:stCondLst>
                                        </p:cTn>
                                        <p:tgtEl>
                                          <p:spTgt spid="193"/>
                                        </p:tgtEl>
                                        <p:attrNameLst>
                                          <p:attrName>r</p:attrName>
                                        </p:attrNameLst>
                                      </p:cBhvr>
                                    </p:animRot>
                                    <p:animRot by="-240000">
                                      <p:cBhvr>
                                        <p:cTn id="413" dur="200" fill="hold">
                                          <p:stCondLst>
                                            <p:cond delay="600"/>
                                          </p:stCondLst>
                                        </p:cTn>
                                        <p:tgtEl>
                                          <p:spTgt spid="193"/>
                                        </p:tgtEl>
                                        <p:attrNameLst>
                                          <p:attrName>r</p:attrName>
                                        </p:attrNameLst>
                                      </p:cBhvr>
                                    </p:animRot>
                                    <p:animRot by="120000">
                                      <p:cBhvr>
                                        <p:cTn id="414" dur="200" fill="hold">
                                          <p:stCondLst>
                                            <p:cond delay="800"/>
                                          </p:stCondLst>
                                        </p:cTn>
                                        <p:tgtEl>
                                          <p:spTgt spid="193"/>
                                        </p:tgtEl>
                                        <p:attrNameLst>
                                          <p:attrName>r</p:attrName>
                                        </p:attrNameLst>
                                      </p:cBhvr>
                                    </p:animRot>
                                  </p:childTnLst>
                                </p:cTn>
                              </p:par>
                            </p:childTnLst>
                          </p:cTn>
                        </p:par>
                      </p:childTnLst>
                    </p:cTn>
                  </p:par>
                  <p:par>
                    <p:cTn id="415" fill="hold">
                      <p:stCondLst>
                        <p:cond delay="indefinite"/>
                      </p:stCondLst>
                      <p:childTnLst>
                        <p:par>
                          <p:cTn id="416" fill="hold">
                            <p:stCondLst>
                              <p:cond delay="0"/>
                            </p:stCondLst>
                            <p:childTnLst>
                              <p:par>
                                <p:cTn id="417" presetID="22" presetClass="exit" presetSubtype="1" fill="hold" nodeType="clickEffect">
                                  <p:stCondLst>
                                    <p:cond delay="0"/>
                                  </p:stCondLst>
                                  <p:childTnLst>
                                    <p:animEffect transition="out" filter="wipe(up)">
                                      <p:cBhvr>
                                        <p:cTn id="418" dur="500"/>
                                        <p:tgtEl>
                                          <p:spTgt spid="193"/>
                                        </p:tgtEl>
                                      </p:cBhvr>
                                    </p:animEffect>
                                    <p:set>
                                      <p:cBhvr>
                                        <p:cTn id="419" dur="1" fill="hold">
                                          <p:stCondLst>
                                            <p:cond delay="499"/>
                                          </p:stCondLst>
                                        </p:cTn>
                                        <p:tgtEl>
                                          <p:spTgt spid="193"/>
                                        </p:tgtEl>
                                        <p:attrNameLst>
                                          <p:attrName>style.visibility</p:attrName>
                                        </p:attrNameLst>
                                      </p:cBhvr>
                                      <p:to>
                                        <p:strVal val="hidden"/>
                                      </p:to>
                                    </p:set>
                                  </p:childTnLst>
                                </p:cTn>
                              </p:par>
                              <p:par>
                                <p:cTn id="420" presetID="22" presetClass="entr" presetSubtype="8" fill="hold" nodeType="withEffect">
                                  <p:stCondLst>
                                    <p:cond delay="0"/>
                                  </p:stCondLst>
                                  <p:childTnLst>
                                    <p:set>
                                      <p:cBhvr>
                                        <p:cTn id="421" dur="1" fill="hold">
                                          <p:stCondLst>
                                            <p:cond delay="0"/>
                                          </p:stCondLst>
                                        </p:cTn>
                                        <p:tgtEl>
                                          <p:spTgt spid="194"/>
                                        </p:tgtEl>
                                        <p:attrNameLst>
                                          <p:attrName>style.visibility</p:attrName>
                                        </p:attrNameLst>
                                      </p:cBhvr>
                                      <p:to>
                                        <p:strVal val="visible"/>
                                      </p:to>
                                    </p:set>
                                    <p:animEffect transition="in" filter="wipe(left)">
                                      <p:cBhvr>
                                        <p:cTn id="422" dur="1000"/>
                                        <p:tgtEl>
                                          <p:spTgt spid="194"/>
                                        </p:tgtEl>
                                      </p:cBhvr>
                                    </p:animEffect>
                                  </p:childTnLst>
                                </p:cTn>
                              </p:par>
                            </p:childTnLst>
                          </p:cTn>
                        </p:par>
                        <p:par>
                          <p:cTn id="423" fill="hold">
                            <p:stCondLst>
                              <p:cond delay="1000"/>
                            </p:stCondLst>
                            <p:childTnLst>
                              <p:par>
                                <p:cTn id="424" presetID="63" presetClass="path" presetSubtype="0" accel="50000" decel="50000" fill="hold" nodeType="afterEffect">
                                  <p:stCondLst>
                                    <p:cond delay="0"/>
                                  </p:stCondLst>
                                  <p:childTnLst>
                                    <p:animMotion origin="layout" path="M -0.17239 0.00069 L 0.0349 0.00162 " pathEditMode="relative" rAng="0" ptsTypes="AA">
                                      <p:cBhvr>
                                        <p:cTn id="425" dur="2000" fill="hold"/>
                                        <p:tgtEl>
                                          <p:spTgt spid="553"/>
                                        </p:tgtEl>
                                        <p:attrNameLst>
                                          <p:attrName>ppt_x</p:attrName>
                                          <p:attrName>ppt_y</p:attrName>
                                        </p:attrNameLst>
                                      </p:cBhvr>
                                      <p:rCtr x="10365" y="46"/>
                                    </p:animMotion>
                                  </p:childTnLst>
                                </p:cTn>
                              </p:par>
                            </p:childTnLst>
                          </p:cTn>
                        </p:par>
                      </p:childTnLst>
                    </p:cTn>
                  </p:par>
                  <p:par>
                    <p:cTn id="426" fill="hold">
                      <p:stCondLst>
                        <p:cond delay="indefinite"/>
                      </p:stCondLst>
                      <p:childTnLst>
                        <p:par>
                          <p:cTn id="427" fill="hold">
                            <p:stCondLst>
                              <p:cond delay="0"/>
                            </p:stCondLst>
                            <p:childTnLst>
                              <p:par>
                                <p:cTn id="428" presetID="22" presetClass="exit" presetSubtype="1" fill="hold" nodeType="clickEffect">
                                  <p:stCondLst>
                                    <p:cond delay="0"/>
                                  </p:stCondLst>
                                  <p:childTnLst>
                                    <p:animEffect transition="out" filter="wipe(up)">
                                      <p:cBhvr>
                                        <p:cTn id="429" dur="500"/>
                                        <p:tgtEl>
                                          <p:spTgt spid="194"/>
                                        </p:tgtEl>
                                      </p:cBhvr>
                                    </p:animEffect>
                                    <p:set>
                                      <p:cBhvr>
                                        <p:cTn id="430" dur="1" fill="hold">
                                          <p:stCondLst>
                                            <p:cond delay="499"/>
                                          </p:stCondLst>
                                        </p:cTn>
                                        <p:tgtEl>
                                          <p:spTgt spid="194"/>
                                        </p:tgtEl>
                                        <p:attrNameLst>
                                          <p:attrName>style.visibility</p:attrName>
                                        </p:attrNameLst>
                                      </p:cBhvr>
                                      <p:to>
                                        <p:strVal val="hidden"/>
                                      </p:to>
                                    </p:set>
                                  </p:childTnLst>
                                </p:cTn>
                              </p:par>
                              <p:par>
                                <p:cTn id="431" presetID="22" presetClass="entr" presetSubtype="8" fill="hold" nodeType="withEffect">
                                  <p:stCondLst>
                                    <p:cond delay="0"/>
                                  </p:stCondLst>
                                  <p:childTnLst>
                                    <p:set>
                                      <p:cBhvr>
                                        <p:cTn id="432" dur="1" fill="hold">
                                          <p:stCondLst>
                                            <p:cond delay="0"/>
                                          </p:stCondLst>
                                        </p:cTn>
                                        <p:tgtEl>
                                          <p:spTgt spid="195"/>
                                        </p:tgtEl>
                                        <p:attrNameLst>
                                          <p:attrName>style.visibility</p:attrName>
                                        </p:attrNameLst>
                                      </p:cBhvr>
                                      <p:to>
                                        <p:strVal val="visible"/>
                                      </p:to>
                                    </p:set>
                                    <p:animEffect transition="in" filter="wipe(left)">
                                      <p:cBhvr>
                                        <p:cTn id="433" dur="1000"/>
                                        <p:tgtEl>
                                          <p:spTgt spid="195"/>
                                        </p:tgtEl>
                                      </p:cBhvr>
                                    </p:animEffect>
                                  </p:childTnLst>
                                </p:cTn>
                              </p:par>
                            </p:childTnLst>
                          </p:cTn>
                        </p:par>
                        <p:par>
                          <p:cTn id="434" fill="hold">
                            <p:stCondLst>
                              <p:cond delay="1000"/>
                            </p:stCondLst>
                            <p:childTnLst>
                              <p:par>
                                <p:cTn id="435" presetID="22" presetClass="exit" presetSubtype="1" fill="hold" nodeType="afterEffect">
                                  <p:stCondLst>
                                    <p:cond delay="0"/>
                                  </p:stCondLst>
                                  <p:childTnLst>
                                    <p:animEffect transition="out" filter="wipe(up)">
                                      <p:cBhvr>
                                        <p:cTn id="436" dur="500"/>
                                        <p:tgtEl>
                                          <p:spTgt spid="195"/>
                                        </p:tgtEl>
                                      </p:cBhvr>
                                    </p:animEffect>
                                    <p:set>
                                      <p:cBhvr>
                                        <p:cTn id="437" dur="1" fill="hold">
                                          <p:stCondLst>
                                            <p:cond delay="499"/>
                                          </p:stCondLst>
                                        </p:cTn>
                                        <p:tgtEl>
                                          <p:spTgt spid="195"/>
                                        </p:tgtEl>
                                        <p:attrNameLst>
                                          <p:attrName>style.visibility</p:attrName>
                                        </p:attrNameLst>
                                      </p:cBhvr>
                                      <p:to>
                                        <p:strVal val="hidden"/>
                                      </p:to>
                                    </p:set>
                                  </p:childTnLst>
                                </p:cTn>
                              </p:par>
                              <p:par>
                                <p:cTn id="438" presetID="22" presetClass="entr" presetSubtype="8" fill="hold" nodeType="withEffect">
                                  <p:stCondLst>
                                    <p:cond delay="0"/>
                                  </p:stCondLst>
                                  <p:childTnLst>
                                    <p:set>
                                      <p:cBhvr>
                                        <p:cTn id="439" dur="1" fill="hold">
                                          <p:stCondLst>
                                            <p:cond delay="0"/>
                                          </p:stCondLst>
                                        </p:cTn>
                                        <p:tgtEl>
                                          <p:spTgt spid="196"/>
                                        </p:tgtEl>
                                        <p:attrNameLst>
                                          <p:attrName>style.visibility</p:attrName>
                                        </p:attrNameLst>
                                      </p:cBhvr>
                                      <p:to>
                                        <p:strVal val="visible"/>
                                      </p:to>
                                    </p:set>
                                    <p:animEffect transition="in" filter="wipe(left)">
                                      <p:cBhvr>
                                        <p:cTn id="440" dur="1000"/>
                                        <p:tgtEl>
                                          <p:spTgt spid="196"/>
                                        </p:tgtEl>
                                      </p:cBhvr>
                                    </p:animEffect>
                                  </p:childTnLst>
                                </p:cTn>
                              </p:par>
                            </p:childTnLst>
                          </p:cTn>
                        </p:par>
                        <p:par>
                          <p:cTn id="441" fill="hold">
                            <p:stCondLst>
                              <p:cond delay="2000"/>
                            </p:stCondLst>
                            <p:childTnLst>
                              <p:par>
                                <p:cTn id="442" presetID="35" presetClass="path" presetSubtype="0" accel="50000" decel="50000" fill="hold" grpId="0" nodeType="afterEffect">
                                  <p:stCondLst>
                                    <p:cond delay="0"/>
                                  </p:stCondLst>
                                  <p:childTnLst>
                                    <p:animMotion origin="layout" path="M -2.29167E-6 -4.44444E-6 L -0.13229 -0.00162 " pathEditMode="relative" rAng="0" ptsTypes="AA">
                                      <p:cBhvr>
                                        <p:cTn id="443" dur="2000" fill="hold"/>
                                        <p:tgtEl>
                                          <p:spTgt spid="16"/>
                                        </p:tgtEl>
                                        <p:attrNameLst>
                                          <p:attrName>ppt_x</p:attrName>
                                          <p:attrName>ppt_y</p:attrName>
                                        </p:attrNameLst>
                                      </p:cBhvr>
                                      <p:rCtr x="-6615" y="-93"/>
                                    </p:animMotion>
                                  </p:childTnLst>
                                </p:cTn>
                              </p:par>
                              <p:par>
                                <p:cTn id="444" presetID="35" presetClass="path" presetSubtype="0" accel="50000" decel="50000" fill="hold" grpId="1" nodeType="withEffect">
                                  <p:stCondLst>
                                    <p:cond delay="0"/>
                                  </p:stCondLst>
                                  <p:childTnLst>
                                    <p:animMotion origin="layout" path="M -3.95833E-6 3.7037E-7 L -0.13281 0.00069 " pathEditMode="relative" rAng="0" ptsTypes="AA">
                                      <p:cBhvr>
                                        <p:cTn id="445" dur="2000" fill="hold"/>
                                        <p:tgtEl>
                                          <p:spTgt spid="125"/>
                                        </p:tgtEl>
                                        <p:attrNameLst>
                                          <p:attrName>ppt_x</p:attrName>
                                          <p:attrName>ppt_y</p:attrName>
                                        </p:attrNameLst>
                                      </p:cBhvr>
                                      <p:rCtr x="-6641" y="23"/>
                                    </p:animMotion>
                                  </p:childTnLst>
                                </p:cTn>
                              </p:par>
                              <p:par>
                                <p:cTn id="446" presetID="35" presetClass="path" presetSubtype="0" accel="50000" decel="50000" fill="hold" grpId="2" nodeType="withEffect">
                                  <p:stCondLst>
                                    <p:cond delay="1500"/>
                                  </p:stCondLst>
                                  <p:childTnLst>
                                    <p:animMotion origin="layout" path="M 0.16485 0.00116 L 0.09922 0.00116 " pathEditMode="relative" rAng="0" ptsTypes="AA">
                                      <p:cBhvr>
                                        <p:cTn id="447" dur="2000" fill="hold"/>
                                        <p:tgtEl>
                                          <p:spTgt spid="100"/>
                                        </p:tgtEl>
                                        <p:attrNameLst>
                                          <p:attrName>ppt_x</p:attrName>
                                          <p:attrName>ppt_y</p:attrName>
                                        </p:attrNameLst>
                                      </p:cBhvr>
                                      <p:rCtr x="-3281" y="0"/>
                                    </p:animMotion>
                                  </p:childTnLst>
                                </p:cTn>
                              </p:par>
                              <p:par>
                                <p:cTn id="448" presetID="35" presetClass="path" presetSubtype="0" accel="50000" decel="50000" fill="hold" grpId="3" nodeType="withEffect">
                                  <p:stCondLst>
                                    <p:cond delay="1500"/>
                                  </p:stCondLst>
                                  <p:childTnLst>
                                    <p:animMotion origin="layout" path="M 0.16459 0.00093 L 0.09974 -0.00046 " pathEditMode="relative" rAng="0" ptsTypes="AA">
                                      <p:cBhvr>
                                        <p:cTn id="449" dur="2000" fill="hold"/>
                                        <p:tgtEl>
                                          <p:spTgt spid="154"/>
                                        </p:tgtEl>
                                        <p:attrNameLst>
                                          <p:attrName>ppt_x</p:attrName>
                                          <p:attrName>ppt_y</p:attrName>
                                        </p:attrNameLst>
                                      </p:cBhvr>
                                      <p:rCtr x="-3242" y="-69"/>
                                    </p:animMotion>
                                  </p:childTnLst>
                                </p:cTn>
                              </p:par>
                            </p:childTnLst>
                          </p:cTn>
                        </p:par>
                        <p:par>
                          <p:cTn id="450" fill="hold">
                            <p:stCondLst>
                              <p:cond delay="5500"/>
                            </p:stCondLst>
                            <p:childTnLst>
                              <p:par>
                                <p:cTn id="451" presetID="3" presetClass="emph" presetSubtype="2" fill="hold" grpId="0" nodeType="afterEffect">
                                  <p:stCondLst>
                                    <p:cond delay="0"/>
                                  </p:stCondLst>
                                  <p:childTnLst>
                                    <p:animClr clrSpc="rgb" dir="cw">
                                      <p:cBhvr override="childStyle">
                                        <p:cTn id="452" dur="500" fill="hold"/>
                                        <p:tgtEl>
                                          <p:spTgt spid="41"/>
                                        </p:tgtEl>
                                        <p:attrNameLst>
                                          <p:attrName>style.color</p:attrName>
                                        </p:attrNameLst>
                                      </p:cBhvr>
                                      <p:to>
                                        <a:srgbClr val="DF291B"/>
                                      </p:to>
                                    </p:animClr>
                                  </p:childTnLst>
                                  <p:subTnLst>
                                    <p:animClr clrSpc="rgb" dir="cw">
                                      <p:cBhvr override="childStyle">
                                        <p:cTn dur="1" fill="hold" display="0" masterRel="nextClick" afterEffect="1"/>
                                        <p:tgtEl>
                                          <p:spTgt spid="41"/>
                                        </p:tgtEl>
                                        <p:attrNameLst>
                                          <p:attrName>ppt_c</p:attrName>
                                        </p:attrNameLst>
                                      </p:cBhvr>
                                      <p:to>
                                        <a:srgbClr val="DF291B"/>
                                      </p:to>
                                    </p:animClr>
                                  </p:subTnLst>
                                </p:cTn>
                              </p:par>
                              <p:par>
                                <p:cTn id="453" presetID="3" presetClass="emph" presetSubtype="2" fill="hold" grpId="3" nodeType="withEffect">
                                  <p:stCondLst>
                                    <p:cond delay="0"/>
                                  </p:stCondLst>
                                  <p:childTnLst>
                                    <p:animClr clrSpc="rgb" dir="cw">
                                      <p:cBhvr override="childStyle">
                                        <p:cTn id="454" dur="500" fill="hold"/>
                                        <p:tgtEl>
                                          <p:spTgt spid="100"/>
                                        </p:tgtEl>
                                        <p:attrNameLst>
                                          <p:attrName>style.color</p:attrName>
                                        </p:attrNameLst>
                                      </p:cBhvr>
                                      <p:to>
                                        <a:srgbClr val="DF291B"/>
                                      </p:to>
                                    </p:animClr>
                                  </p:childTnLst>
                                  <p:subTnLst>
                                    <p:animClr clrSpc="rgb" dir="cw">
                                      <p:cBhvr override="childStyle">
                                        <p:cTn dur="1" fill="hold" display="0" masterRel="nextClick" afterEffect="1"/>
                                        <p:tgtEl>
                                          <p:spTgt spid="100"/>
                                        </p:tgtEl>
                                        <p:attrNameLst>
                                          <p:attrName>ppt_c</p:attrName>
                                        </p:attrNameLst>
                                      </p:cBhvr>
                                      <p:to>
                                        <a:srgbClr val="DF291B"/>
                                      </p:to>
                                    </p:animClr>
                                  </p:subTnLst>
                                </p:cTn>
                              </p:par>
                              <p:par>
                                <p:cTn id="455" presetID="63" presetClass="path" presetSubtype="0" accel="50000" decel="50000" fill="hold" grpId="1" nodeType="withEffect">
                                  <p:stCondLst>
                                    <p:cond delay="0"/>
                                  </p:stCondLst>
                                  <p:childTnLst>
                                    <p:animMotion origin="layout" path="M -0.13229 -0.00162 L 0.06628 -0.00023 " pathEditMode="relative" rAng="0" ptsTypes="AA">
                                      <p:cBhvr>
                                        <p:cTn id="456" dur="2000" fill="hold"/>
                                        <p:tgtEl>
                                          <p:spTgt spid="16"/>
                                        </p:tgtEl>
                                        <p:attrNameLst>
                                          <p:attrName>ppt_x</p:attrName>
                                          <p:attrName>ppt_y</p:attrName>
                                        </p:attrNameLst>
                                      </p:cBhvr>
                                      <p:rCtr x="9922" y="69"/>
                                    </p:animMotion>
                                  </p:childTnLst>
                                </p:cTn>
                              </p:par>
                              <p:par>
                                <p:cTn id="457" presetID="63" presetClass="path" presetSubtype="0" accel="50000" decel="50000" fill="hold" grpId="0" nodeType="withEffect">
                                  <p:stCondLst>
                                    <p:cond delay="0"/>
                                  </p:stCondLst>
                                  <p:childTnLst>
                                    <p:animMotion origin="layout" path="M -0.13281 0.00069 L 0.06485 -0.00023 " pathEditMode="relative" rAng="0" ptsTypes="AA">
                                      <p:cBhvr>
                                        <p:cTn id="458" dur="2000" fill="hold"/>
                                        <p:tgtEl>
                                          <p:spTgt spid="125"/>
                                        </p:tgtEl>
                                        <p:attrNameLst>
                                          <p:attrName>ppt_x</p:attrName>
                                          <p:attrName>ppt_y</p:attrName>
                                        </p:attrNameLst>
                                      </p:cBhvr>
                                      <p:rCtr x="9883" y="-46"/>
                                    </p:animMotion>
                                  </p:childTnLst>
                                </p:cTn>
                              </p:par>
                            </p:childTnLst>
                          </p:cTn>
                        </p:par>
                        <p:par>
                          <p:cTn id="459" fill="hold">
                            <p:stCondLst>
                              <p:cond delay="7500"/>
                            </p:stCondLst>
                            <p:childTnLst>
                              <p:par>
                                <p:cTn id="460" presetID="63" presetClass="path" presetSubtype="0" accel="50000" decel="50000" fill="hold" grpId="1" nodeType="afterEffect">
                                  <p:stCondLst>
                                    <p:cond delay="0"/>
                                  </p:stCondLst>
                                  <p:childTnLst>
                                    <p:animMotion origin="layout" path="M 0.15911 -0.00047 L 0.3681 0.00139 " pathEditMode="relative" rAng="0" ptsTypes="AA">
                                      <p:cBhvr>
                                        <p:cTn id="461" dur="2000" fill="hold"/>
                                        <p:tgtEl>
                                          <p:spTgt spid="60"/>
                                        </p:tgtEl>
                                        <p:attrNameLst>
                                          <p:attrName>ppt_x</p:attrName>
                                          <p:attrName>ppt_y</p:attrName>
                                        </p:attrNameLst>
                                      </p:cBhvr>
                                      <p:rCtr x="10443" y="93"/>
                                    </p:animMotion>
                                  </p:childTnLst>
                                </p:cTn>
                              </p:par>
                              <p:par>
                                <p:cTn id="462" presetID="35" presetClass="path" presetSubtype="0" accel="50000" decel="50000" fill="hold" grpId="0" nodeType="withEffect">
                                  <p:stCondLst>
                                    <p:cond delay="0"/>
                                  </p:stCondLst>
                                  <p:childTnLst>
                                    <p:animMotion origin="layout" path="M -1.04167E-6 3.33333E-6 L -0.21055 -0.00209 " pathEditMode="relative" rAng="0" ptsTypes="AA">
                                      <p:cBhvr>
                                        <p:cTn id="463" dur="2000" fill="hold"/>
                                        <p:tgtEl>
                                          <p:spTgt spid="70"/>
                                        </p:tgtEl>
                                        <p:attrNameLst>
                                          <p:attrName>ppt_x</p:attrName>
                                          <p:attrName>ppt_y</p:attrName>
                                        </p:attrNameLst>
                                      </p:cBhvr>
                                      <p:rCtr x="-10534" y="-116"/>
                                    </p:animMotion>
                                  </p:childTnLst>
                                </p:cTn>
                              </p:par>
                            </p:childTnLst>
                          </p:cTn>
                        </p:par>
                        <p:par>
                          <p:cTn id="464" fill="hold">
                            <p:stCondLst>
                              <p:cond delay="9500"/>
                            </p:stCondLst>
                            <p:childTnLst>
                              <p:par>
                                <p:cTn id="465" presetID="3" presetClass="emph" presetSubtype="2" fill="hold" grpId="1" nodeType="afterEffect">
                                  <p:stCondLst>
                                    <p:cond delay="0"/>
                                  </p:stCondLst>
                                  <p:childTnLst>
                                    <p:animClr clrSpc="rgb" dir="cw">
                                      <p:cBhvr override="childStyle">
                                        <p:cTn id="466" dur="500" fill="hold"/>
                                        <p:tgtEl>
                                          <p:spTgt spid="70"/>
                                        </p:tgtEl>
                                        <p:attrNameLst>
                                          <p:attrName>style.color</p:attrName>
                                        </p:attrNameLst>
                                      </p:cBhvr>
                                      <p:to>
                                        <a:srgbClr val="DF291B"/>
                                      </p:to>
                                    </p:animClr>
                                  </p:childTnLst>
                                  <p:subTnLst>
                                    <p:animClr clrSpc="rgb" dir="cw">
                                      <p:cBhvr override="childStyle">
                                        <p:cTn dur="1" fill="hold" display="0" masterRel="nextClick" afterEffect="1"/>
                                        <p:tgtEl>
                                          <p:spTgt spid="70"/>
                                        </p:tgtEl>
                                        <p:attrNameLst>
                                          <p:attrName>ppt_c</p:attrName>
                                        </p:attrNameLst>
                                      </p:cBhvr>
                                      <p:to>
                                        <a:srgbClr val="DF291B"/>
                                      </p:to>
                                    </p:animClr>
                                  </p:subTnLst>
                                </p:cTn>
                              </p:par>
                              <p:par>
                                <p:cTn id="467" presetID="3" presetClass="emph" presetSubtype="2" fill="hold" grpId="0" nodeType="withEffect">
                                  <p:stCondLst>
                                    <p:cond delay="0"/>
                                  </p:stCondLst>
                                  <p:childTnLst>
                                    <p:animClr clrSpc="rgb" dir="cw">
                                      <p:cBhvr override="childStyle">
                                        <p:cTn id="468" dur="500" fill="hold"/>
                                        <p:tgtEl>
                                          <p:spTgt spid="82"/>
                                        </p:tgtEl>
                                        <p:attrNameLst>
                                          <p:attrName>style.color</p:attrName>
                                        </p:attrNameLst>
                                      </p:cBhvr>
                                      <p:to>
                                        <a:srgbClr val="DF291B"/>
                                      </p:to>
                                    </p:animClr>
                                  </p:childTnLst>
                                  <p:subTnLst>
                                    <p:animClr clrSpc="rgb" dir="cw">
                                      <p:cBhvr override="childStyle">
                                        <p:cTn dur="1" fill="hold" display="0" masterRel="nextClick" afterEffect="1"/>
                                        <p:tgtEl>
                                          <p:spTgt spid="82"/>
                                        </p:tgtEl>
                                        <p:attrNameLst>
                                          <p:attrName>ppt_c</p:attrName>
                                        </p:attrNameLst>
                                      </p:cBhvr>
                                      <p:to>
                                        <a:srgbClr val="DF291B"/>
                                      </p:to>
                                    </p:animClr>
                                  </p:subTnLst>
                                </p:cTn>
                              </p:par>
                            </p:childTnLst>
                          </p:cTn>
                        </p:par>
                        <p:par>
                          <p:cTn id="469" fill="hold">
                            <p:stCondLst>
                              <p:cond delay="10000"/>
                            </p:stCondLst>
                            <p:childTnLst>
                              <p:par>
                                <p:cTn id="470" presetID="22" presetClass="exit" presetSubtype="1" fill="hold" nodeType="afterEffect">
                                  <p:stCondLst>
                                    <p:cond delay="0"/>
                                  </p:stCondLst>
                                  <p:childTnLst>
                                    <p:animEffect transition="out" filter="wipe(up)">
                                      <p:cBhvr>
                                        <p:cTn id="471" dur="500"/>
                                        <p:tgtEl>
                                          <p:spTgt spid="196"/>
                                        </p:tgtEl>
                                      </p:cBhvr>
                                    </p:animEffect>
                                    <p:set>
                                      <p:cBhvr>
                                        <p:cTn id="472" dur="1" fill="hold">
                                          <p:stCondLst>
                                            <p:cond delay="499"/>
                                          </p:stCondLst>
                                        </p:cTn>
                                        <p:tgtEl>
                                          <p:spTgt spid="196"/>
                                        </p:tgtEl>
                                        <p:attrNameLst>
                                          <p:attrName>style.visibility</p:attrName>
                                        </p:attrNameLst>
                                      </p:cBhvr>
                                      <p:to>
                                        <p:strVal val="hidden"/>
                                      </p:to>
                                    </p:set>
                                  </p:childTnLst>
                                </p:cTn>
                              </p:par>
                              <p:par>
                                <p:cTn id="473" presetID="22" presetClass="entr" presetSubtype="8" fill="hold" nodeType="withEffect">
                                  <p:stCondLst>
                                    <p:cond delay="0"/>
                                  </p:stCondLst>
                                  <p:childTnLst>
                                    <p:set>
                                      <p:cBhvr>
                                        <p:cTn id="474" dur="1" fill="hold">
                                          <p:stCondLst>
                                            <p:cond delay="0"/>
                                          </p:stCondLst>
                                        </p:cTn>
                                        <p:tgtEl>
                                          <p:spTgt spid="197"/>
                                        </p:tgtEl>
                                        <p:attrNameLst>
                                          <p:attrName>style.visibility</p:attrName>
                                        </p:attrNameLst>
                                      </p:cBhvr>
                                      <p:to>
                                        <p:strVal val="visible"/>
                                      </p:to>
                                    </p:set>
                                    <p:animEffect transition="in" filter="wipe(left)">
                                      <p:cBhvr>
                                        <p:cTn id="475" dur="1000"/>
                                        <p:tgtEl>
                                          <p:spTgt spid="197"/>
                                        </p:tgtEl>
                                      </p:cBhvr>
                                    </p:animEffect>
                                  </p:childTnLst>
                                </p:cTn>
                              </p:par>
                            </p:childTnLst>
                          </p:cTn>
                        </p:par>
                        <p:par>
                          <p:cTn id="476" fill="hold">
                            <p:stCondLst>
                              <p:cond delay="11000"/>
                            </p:stCondLst>
                            <p:childTnLst>
                              <p:par>
                                <p:cTn id="477" presetID="10" presetClass="exit" presetSubtype="0" fill="hold" grpId="1" nodeType="afterEffect">
                                  <p:stCondLst>
                                    <p:cond delay="0"/>
                                  </p:stCondLst>
                                  <p:childTnLst>
                                    <p:animEffect transition="out" filter="fade">
                                      <p:cBhvr>
                                        <p:cTn id="478" dur="500"/>
                                        <p:tgtEl>
                                          <p:spTgt spid="154"/>
                                        </p:tgtEl>
                                      </p:cBhvr>
                                    </p:animEffect>
                                    <p:set>
                                      <p:cBhvr>
                                        <p:cTn id="479" dur="1" fill="hold">
                                          <p:stCondLst>
                                            <p:cond delay="499"/>
                                          </p:stCondLst>
                                        </p:cTn>
                                        <p:tgtEl>
                                          <p:spTgt spid="154"/>
                                        </p:tgtEl>
                                        <p:attrNameLst>
                                          <p:attrName>style.visibility</p:attrName>
                                        </p:attrNameLst>
                                      </p:cBhvr>
                                      <p:to>
                                        <p:strVal val="hidden"/>
                                      </p:to>
                                    </p:set>
                                  </p:childTnLst>
                                </p:cTn>
                              </p:par>
                              <p:par>
                                <p:cTn id="480" presetID="10" presetClass="exit" presetSubtype="0" fill="hold" grpId="0" nodeType="withEffect">
                                  <p:stCondLst>
                                    <p:cond delay="0"/>
                                  </p:stCondLst>
                                  <p:childTnLst>
                                    <p:animEffect transition="out" filter="fade">
                                      <p:cBhvr>
                                        <p:cTn id="481" dur="500"/>
                                        <p:tgtEl>
                                          <p:spTgt spid="153"/>
                                        </p:tgtEl>
                                      </p:cBhvr>
                                    </p:animEffect>
                                    <p:set>
                                      <p:cBhvr>
                                        <p:cTn id="482" dur="1" fill="hold">
                                          <p:stCondLst>
                                            <p:cond delay="499"/>
                                          </p:stCondLst>
                                        </p:cTn>
                                        <p:tgtEl>
                                          <p:spTgt spid="153"/>
                                        </p:tgtEl>
                                        <p:attrNameLst>
                                          <p:attrName>style.visibility</p:attrName>
                                        </p:attrNameLst>
                                      </p:cBhvr>
                                      <p:to>
                                        <p:strVal val="hidden"/>
                                      </p:to>
                                    </p:set>
                                  </p:childTnLst>
                                </p:cTn>
                              </p:par>
                            </p:childTnLst>
                          </p:cTn>
                        </p:par>
                        <p:par>
                          <p:cTn id="483" fill="hold">
                            <p:stCondLst>
                              <p:cond delay="11500"/>
                            </p:stCondLst>
                            <p:childTnLst>
                              <p:par>
                                <p:cTn id="484" presetID="22" presetClass="entr" presetSubtype="4" fill="hold" grpId="0" nodeType="afterEffect">
                                  <p:stCondLst>
                                    <p:cond delay="0"/>
                                  </p:stCondLst>
                                  <p:childTnLst>
                                    <p:set>
                                      <p:cBhvr>
                                        <p:cTn id="485" dur="1" fill="hold">
                                          <p:stCondLst>
                                            <p:cond delay="0"/>
                                          </p:stCondLst>
                                        </p:cTn>
                                        <p:tgtEl>
                                          <p:spTgt spid="134"/>
                                        </p:tgtEl>
                                        <p:attrNameLst>
                                          <p:attrName>style.visibility</p:attrName>
                                        </p:attrNameLst>
                                      </p:cBhvr>
                                      <p:to>
                                        <p:strVal val="visible"/>
                                      </p:to>
                                    </p:set>
                                    <p:animEffect transition="in" filter="wipe(down)">
                                      <p:cBhvr>
                                        <p:cTn id="486" dur="500"/>
                                        <p:tgtEl>
                                          <p:spTgt spid="134"/>
                                        </p:tgtEl>
                                      </p:cBhvr>
                                    </p:animEffect>
                                  </p:childTnLst>
                                </p:cTn>
                              </p:par>
                              <p:par>
                                <p:cTn id="487" presetID="22" presetClass="entr" presetSubtype="1" fill="hold" grpId="0" nodeType="withEffect">
                                  <p:stCondLst>
                                    <p:cond delay="0"/>
                                  </p:stCondLst>
                                  <p:childTnLst>
                                    <p:set>
                                      <p:cBhvr>
                                        <p:cTn id="488" dur="1" fill="hold">
                                          <p:stCondLst>
                                            <p:cond delay="0"/>
                                          </p:stCondLst>
                                        </p:cTn>
                                        <p:tgtEl>
                                          <p:spTgt spid="166"/>
                                        </p:tgtEl>
                                        <p:attrNameLst>
                                          <p:attrName>style.visibility</p:attrName>
                                        </p:attrNameLst>
                                      </p:cBhvr>
                                      <p:to>
                                        <p:strVal val="visible"/>
                                      </p:to>
                                    </p:set>
                                    <p:animEffect transition="in" filter="wipe(up)">
                                      <p:cBhvr>
                                        <p:cTn id="489" dur="500"/>
                                        <p:tgtEl>
                                          <p:spTgt spid="166"/>
                                        </p:tgtEl>
                                      </p:cBhvr>
                                    </p:animEffect>
                                  </p:childTnLst>
                                </p:cTn>
                              </p:par>
                            </p:childTnLst>
                          </p:cTn>
                        </p:par>
                        <p:par>
                          <p:cTn id="490" fill="hold">
                            <p:stCondLst>
                              <p:cond delay="12000"/>
                            </p:stCondLst>
                            <p:childTnLst>
                              <p:par>
                                <p:cTn id="491" presetID="22" presetClass="exit" presetSubtype="2" fill="hold" nodeType="afterEffect">
                                  <p:stCondLst>
                                    <p:cond delay="0"/>
                                  </p:stCondLst>
                                  <p:childTnLst>
                                    <p:animEffect transition="out" filter="wipe(right)">
                                      <p:cBhvr>
                                        <p:cTn id="492" dur="500"/>
                                        <p:tgtEl>
                                          <p:spTgt spid="127"/>
                                        </p:tgtEl>
                                      </p:cBhvr>
                                    </p:animEffect>
                                    <p:set>
                                      <p:cBhvr>
                                        <p:cTn id="493" dur="1" fill="hold">
                                          <p:stCondLst>
                                            <p:cond delay="499"/>
                                          </p:stCondLst>
                                        </p:cTn>
                                        <p:tgtEl>
                                          <p:spTgt spid="127"/>
                                        </p:tgtEl>
                                        <p:attrNameLst>
                                          <p:attrName>style.visibility</p:attrName>
                                        </p:attrNameLst>
                                      </p:cBhvr>
                                      <p:to>
                                        <p:strVal val="hidden"/>
                                      </p:to>
                                    </p:set>
                                  </p:childTnLst>
                                </p:cTn>
                              </p:par>
                            </p:childTnLst>
                          </p:cTn>
                        </p:par>
                        <p:par>
                          <p:cTn id="494" fill="hold">
                            <p:stCondLst>
                              <p:cond delay="12500"/>
                            </p:stCondLst>
                            <p:childTnLst>
                              <p:par>
                                <p:cTn id="495" presetID="22" presetClass="entr" presetSubtype="8" fill="hold" nodeType="afterEffect">
                                  <p:stCondLst>
                                    <p:cond delay="0"/>
                                  </p:stCondLst>
                                  <p:childTnLst>
                                    <p:set>
                                      <p:cBhvr>
                                        <p:cTn id="496" dur="1" fill="hold">
                                          <p:stCondLst>
                                            <p:cond delay="0"/>
                                          </p:stCondLst>
                                        </p:cTn>
                                        <p:tgtEl>
                                          <p:spTgt spid="167"/>
                                        </p:tgtEl>
                                        <p:attrNameLst>
                                          <p:attrName>style.visibility</p:attrName>
                                        </p:attrNameLst>
                                      </p:cBhvr>
                                      <p:to>
                                        <p:strVal val="visible"/>
                                      </p:to>
                                    </p:set>
                                    <p:animEffect transition="in" filter="wipe(left)">
                                      <p:cBhvr>
                                        <p:cTn id="497" dur="500"/>
                                        <p:tgtEl>
                                          <p:spTgt spid="167"/>
                                        </p:tgtEl>
                                      </p:cBhvr>
                                    </p:animEffect>
                                  </p:childTnLst>
                                </p:cTn>
                              </p:par>
                            </p:childTnLst>
                          </p:cTn>
                        </p:par>
                      </p:childTnLst>
                    </p:cTn>
                  </p:par>
                  <p:par>
                    <p:cTn id="498" fill="hold">
                      <p:stCondLst>
                        <p:cond delay="indefinite"/>
                      </p:stCondLst>
                      <p:childTnLst>
                        <p:par>
                          <p:cTn id="499" fill="hold">
                            <p:stCondLst>
                              <p:cond delay="0"/>
                            </p:stCondLst>
                            <p:childTnLst>
                              <p:par>
                                <p:cTn id="500" presetID="22" presetClass="exit" presetSubtype="1" fill="hold" nodeType="clickEffect">
                                  <p:stCondLst>
                                    <p:cond delay="0"/>
                                  </p:stCondLst>
                                  <p:childTnLst>
                                    <p:animEffect transition="out" filter="wipe(up)">
                                      <p:cBhvr>
                                        <p:cTn id="501" dur="500"/>
                                        <p:tgtEl>
                                          <p:spTgt spid="197"/>
                                        </p:tgtEl>
                                      </p:cBhvr>
                                    </p:animEffect>
                                    <p:set>
                                      <p:cBhvr>
                                        <p:cTn id="502" dur="1" fill="hold">
                                          <p:stCondLst>
                                            <p:cond delay="499"/>
                                          </p:stCondLst>
                                        </p:cTn>
                                        <p:tgtEl>
                                          <p:spTgt spid="197"/>
                                        </p:tgtEl>
                                        <p:attrNameLst>
                                          <p:attrName>style.visibility</p:attrName>
                                        </p:attrNameLst>
                                      </p:cBhvr>
                                      <p:to>
                                        <p:strVal val="hidden"/>
                                      </p:to>
                                    </p:set>
                                  </p:childTnLst>
                                </p:cTn>
                              </p:par>
                              <p:par>
                                <p:cTn id="503" presetID="22" presetClass="entr" presetSubtype="8" fill="hold" nodeType="withEffect">
                                  <p:stCondLst>
                                    <p:cond delay="0"/>
                                  </p:stCondLst>
                                  <p:childTnLst>
                                    <p:set>
                                      <p:cBhvr>
                                        <p:cTn id="504" dur="1" fill="hold">
                                          <p:stCondLst>
                                            <p:cond delay="0"/>
                                          </p:stCondLst>
                                        </p:cTn>
                                        <p:tgtEl>
                                          <p:spTgt spid="198"/>
                                        </p:tgtEl>
                                        <p:attrNameLst>
                                          <p:attrName>style.visibility</p:attrName>
                                        </p:attrNameLst>
                                      </p:cBhvr>
                                      <p:to>
                                        <p:strVal val="visible"/>
                                      </p:to>
                                    </p:set>
                                    <p:animEffect transition="in" filter="wipe(left)">
                                      <p:cBhvr>
                                        <p:cTn id="505" dur="1000"/>
                                        <p:tgtEl>
                                          <p:spTgt spid="198"/>
                                        </p:tgtEl>
                                      </p:cBhvr>
                                    </p:animEffect>
                                  </p:childTnLst>
                                </p:cTn>
                              </p:par>
                            </p:childTnLst>
                          </p:cTn>
                        </p:par>
                        <p:par>
                          <p:cTn id="506" fill="hold">
                            <p:stCondLst>
                              <p:cond delay="1000"/>
                            </p:stCondLst>
                            <p:childTnLst>
                              <p:par>
                                <p:cTn id="507" presetID="63" presetClass="path" presetSubtype="0" accel="50000" decel="50000" fill="hold" nodeType="afterEffect">
                                  <p:stCondLst>
                                    <p:cond delay="0"/>
                                  </p:stCondLst>
                                  <p:childTnLst>
                                    <p:animMotion origin="layout" path="M 2.29167E-6 -3.7037E-7 L 0.05885 0.00208 " pathEditMode="relative" rAng="0" ptsTypes="AA">
                                      <p:cBhvr>
                                        <p:cTn id="508" dur="1000" fill="hold"/>
                                        <p:tgtEl>
                                          <p:spTgt spid="552"/>
                                        </p:tgtEl>
                                        <p:attrNameLst>
                                          <p:attrName>ppt_x</p:attrName>
                                          <p:attrName>ppt_y</p:attrName>
                                        </p:attrNameLst>
                                      </p:cBhvr>
                                      <p:rCtr x="2943" y="93"/>
                                    </p:animMotion>
                                  </p:childTnLst>
                                </p:cTn>
                              </p:par>
                            </p:childTnLst>
                          </p:cTn>
                        </p:par>
                      </p:childTnLst>
                    </p:cTn>
                  </p:par>
                  <p:par>
                    <p:cTn id="509" fill="hold">
                      <p:stCondLst>
                        <p:cond delay="indefinite"/>
                      </p:stCondLst>
                      <p:childTnLst>
                        <p:par>
                          <p:cTn id="510" fill="hold">
                            <p:stCondLst>
                              <p:cond delay="0"/>
                            </p:stCondLst>
                            <p:childTnLst>
                              <p:par>
                                <p:cTn id="511" presetID="22" presetClass="exit" presetSubtype="1" fill="hold" nodeType="clickEffect">
                                  <p:stCondLst>
                                    <p:cond delay="0"/>
                                  </p:stCondLst>
                                  <p:childTnLst>
                                    <p:animEffect transition="out" filter="wipe(up)">
                                      <p:cBhvr>
                                        <p:cTn id="512" dur="500"/>
                                        <p:tgtEl>
                                          <p:spTgt spid="198"/>
                                        </p:tgtEl>
                                      </p:cBhvr>
                                    </p:animEffect>
                                    <p:set>
                                      <p:cBhvr>
                                        <p:cTn id="513" dur="1" fill="hold">
                                          <p:stCondLst>
                                            <p:cond delay="499"/>
                                          </p:stCondLst>
                                        </p:cTn>
                                        <p:tgtEl>
                                          <p:spTgt spid="198"/>
                                        </p:tgtEl>
                                        <p:attrNameLst>
                                          <p:attrName>style.visibility</p:attrName>
                                        </p:attrNameLst>
                                      </p:cBhvr>
                                      <p:to>
                                        <p:strVal val="hidden"/>
                                      </p:to>
                                    </p:set>
                                  </p:childTnLst>
                                </p:cTn>
                              </p:par>
                              <p:par>
                                <p:cTn id="514" presetID="22" presetClass="entr" presetSubtype="8" fill="hold" nodeType="withEffect">
                                  <p:stCondLst>
                                    <p:cond delay="0"/>
                                  </p:stCondLst>
                                  <p:childTnLst>
                                    <p:set>
                                      <p:cBhvr>
                                        <p:cTn id="515" dur="1" fill="hold">
                                          <p:stCondLst>
                                            <p:cond delay="0"/>
                                          </p:stCondLst>
                                        </p:cTn>
                                        <p:tgtEl>
                                          <p:spTgt spid="192"/>
                                        </p:tgtEl>
                                        <p:attrNameLst>
                                          <p:attrName>style.visibility</p:attrName>
                                        </p:attrNameLst>
                                      </p:cBhvr>
                                      <p:to>
                                        <p:strVal val="visible"/>
                                      </p:to>
                                    </p:set>
                                    <p:animEffect transition="in" filter="wipe(left)">
                                      <p:cBhvr>
                                        <p:cTn id="516" dur="1000"/>
                                        <p:tgtEl>
                                          <p:spTgt spid="192"/>
                                        </p:tgtEl>
                                      </p:cBhvr>
                                    </p:animEffect>
                                  </p:childTnLst>
                                </p:cTn>
                              </p:par>
                            </p:childTnLst>
                          </p:cTn>
                        </p:par>
                        <p:par>
                          <p:cTn id="517" fill="hold">
                            <p:stCondLst>
                              <p:cond delay="1000"/>
                            </p:stCondLst>
                            <p:childTnLst>
                              <p:par>
                                <p:cTn id="518" presetID="63" presetClass="path" presetSubtype="0" accel="50000" decel="50000" fill="hold" nodeType="afterEffect">
                                  <p:stCondLst>
                                    <p:cond delay="0"/>
                                  </p:stCondLst>
                                  <p:childTnLst>
                                    <p:animMotion origin="layout" path="M 0.09883 0.00139 L 0.13268 0.00277 " pathEditMode="relative" rAng="0" ptsTypes="AA">
                                      <p:cBhvr>
                                        <p:cTn id="519" dur="1000" fill="hold"/>
                                        <p:tgtEl>
                                          <p:spTgt spid="556"/>
                                        </p:tgtEl>
                                        <p:attrNameLst>
                                          <p:attrName>ppt_x</p:attrName>
                                          <p:attrName>ppt_y</p:attrName>
                                        </p:attrNameLst>
                                      </p:cBhvr>
                                      <p:rCtr x="1693" y="69"/>
                                    </p:animMotion>
                                  </p:childTnLst>
                                </p:cTn>
                              </p:par>
                            </p:childTnLst>
                          </p:cTn>
                        </p:par>
                      </p:childTnLst>
                    </p:cTn>
                  </p:par>
                  <p:par>
                    <p:cTn id="520" fill="hold">
                      <p:stCondLst>
                        <p:cond delay="indefinite"/>
                      </p:stCondLst>
                      <p:childTnLst>
                        <p:par>
                          <p:cTn id="521" fill="hold">
                            <p:stCondLst>
                              <p:cond delay="0"/>
                            </p:stCondLst>
                            <p:childTnLst>
                              <p:par>
                                <p:cTn id="522" presetID="22" presetClass="exit" presetSubtype="1" fill="hold" nodeType="clickEffect">
                                  <p:stCondLst>
                                    <p:cond delay="0"/>
                                  </p:stCondLst>
                                  <p:childTnLst>
                                    <p:animEffect transition="out" filter="wipe(up)">
                                      <p:cBhvr>
                                        <p:cTn id="523" dur="500"/>
                                        <p:tgtEl>
                                          <p:spTgt spid="192"/>
                                        </p:tgtEl>
                                      </p:cBhvr>
                                    </p:animEffect>
                                    <p:set>
                                      <p:cBhvr>
                                        <p:cTn id="524" dur="1" fill="hold">
                                          <p:stCondLst>
                                            <p:cond delay="499"/>
                                          </p:stCondLst>
                                        </p:cTn>
                                        <p:tgtEl>
                                          <p:spTgt spid="192"/>
                                        </p:tgtEl>
                                        <p:attrNameLst>
                                          <p:attrName>style.visibility</p:attrName>
                                        </p:attrNameLst>
                                      </p:cBhvr>
                                      <p:to>
                                        <p:strVal val="hidden"/>
                                      </p:to>
                                    </p:set>
                                  </p:childTnLst>
                                </p:cTn>
                              </p:par>
                              <p:par>
                                <p:cTn id="525" presetID="22" presetClass="entr" presetSubtype="8" fill="hold" nodeType="withEffect">
                                  <p:stCondLst>
                                    <p:cond delay="0"/>
                                  </p:stCondLst>
                                  <p:childTnLst>
                                    <p:set>
                                      <p:cBhvr>
                                        <p:cTn id="526" dur="1" fill="hold">
                                          <p:stCondLst>
                                            <p:cond delay="0"/>
                                          </p:stCondLst>
                                        </p:cTn>
                                        <p:tgtEl>
                                          <p:spTgt spid="193"/>
                                        </p:tgtEl>
                                        <p:attrNameLst>
                                          <p:attrName>style.visibility</p:attrName>
                                        </p:attrNameLst>
                                      </p:cBhvr>
                                      <p:to>
                                        <p:strVal val="visible"/>
                                      </p:to>
                                    </p:set>
                                    <p:animEffect transition="in" filter="wipe(left)">
                                      <p:cBhvr>
                                        <p:cTn id="527" dur="1000"/>
                                        <p:tgtEl>
                                          <p:spTgt spid="193"/>
                                        </p:tgtEl>
                                      </p:cBhvr>
                                    </p:animEffect>
                                  </p:childTnLst>
                                </p:cTn>
                              </p:par>
                            </p:childTnLst>
                          </p:cTn>
                        </p:par>
                        <p:par>
                          <p:cTn id="528" fill="hold">
                            <p:stCondLst>
                              <p:cond delay="1000"/>
                            </p:stCondLst>
                            <p:childTnLst>
                              <p:par>
                                <p:cTn id="529" presetID="22" presetClass="exit" presetSubtype="1" fill="hold" nodeType="afterEffect">
                                  <p:stCondLst>
                                    <p:cond delay="0"/>
                                  </p:stCondLst>
                                  <p:childTnLst>
                                    <p:animEffect transition="out" filter="wipe(up)">
                                      <p:cBhvr>
                                        <p:cTn id="530" dur="500"/>
                                        <p:tgtEl>
                                          <p:spTgt spid="193"/>
                                        </p:tgtEl>
                                      </p:cBhvr>
                                    </p:animEffect>
                                    <p:set>
                                      <p:cBhvr>
                                        <p:cTn id="531" dur="1" fill="hold">
                                          <p:stCondLst>
                                            <p:cond delay="499"/>
                                          </p:stCondLst>
                                        </p:cTn>
                                        <p:tgtEl>
                                          <p:spTgt spid="193"/>
                                        </p:tgtEl>
                                        <p:attrNameLst>
                                          <p:attrName>style.visibility</p:attrName>
                                        </p:attrNameLst>
                                      </p:cBhvr>
                                      <p:to>
                                        <p:strVal val="hidden"/>
                                      </p:to>
                                    </p:set>
                                  </p:childTnLst>
                                </p:cTn>
                              </p:par>
                              <p:par>
                                <p:cTn id="532" presetID="22" presetClass="entr" presetSubtype="8" fill="hold" nodeType="withEffect">
                                  <p:stCondLst>
                                    <p:cond delay="0"/>
                                  </p:stCondLst>
                                  <p:childTnLst>
                                    <p:set>
                                      <p:cBhvr>
                                        <p:cTn id="533" dur="1" fill="hold">
                                          <p:stCondLst>
                                            <p:cond delay="0"/>
                                          </p:stCondLst>
                                        </p:cTn>
                                        <p:tgtEl>
                                          <p:spTgt spid="194"/>
                                        </p:tgtEl>
                                        <p:attrNameLst>
                                          <p:attrName>style.visibility</p:attrName>
                                        </p:attrNameLst>
                                      </p:cBhvr>
                                      <p:to>
                                        <p:strVal val="visible"/>
                                      </p:to>
                                    </p:set>
                                    <p:animEffect transition="in" filter="wipe(left)">
                                      <p:cBhvr>
                                        <p:cTn id="534" dur="1000"/>
                                        <p:tgtEl>
                                          <p:spTgt spid="194"/>
                                        </p:tgtEl>
                                      </p:cBhvr>
                                    </p:animEffect>
                                  </p:childTnLst>
                                </p:cTn>
                              </p:par>
                            </p:childTnLst>
                          </p:cTn>
                        </p:par>
                        <p:par>
                          <p:cTn id="535" fill="hold">
                            <p:stCondLst>
                              <p:cond delay="2000"/>
                            </p:stCondLst>
                            <p:childTnLst>
                              <p:par>
                                <p:cTn id="536" presetID="35" presetClass="path" presetSubtype="0" accel="50000" decel="50000" fill="hold" nodeType="afterEffect">
                                  <p:stCondLst>
                                    <p:cond delay="0"/>
                                  </p:stCondLst>
                                  <p:childTnLst>
                                    <p:animMotion origin="layout" path="M 0.0349 0.00162 L -0.13594 0.00138 " pathEditMode="relative" rAng="0" ptsTypes="AA">
                                      <p:cBhvr>
                                        <p:cTn id="537" dur="1000" fill="hold"/>
                                        <p:tgtEl>
                                          <p:spTgt spid="553"/>
                                        </p:tgtEl>
                                        <p:attrNameLst>
                                          <p:attrName>ppt_x</p:attrName>
                                          <p:attrName>ppt_y</p:attrName>
                                        </p:attrNameLst>
                                      </p:cBhvr>
                                      <p:rCtr x="-8542" y="-23"/>
                                    </p:animMotion>
                                  </p:childTnLst>
                                </p:cTn>
                              </p:par>
                            </p:childTnLst>
                          </p:cTn>
                        </p:par>
                        <p:par>
                          <p:cTn id="538" fill="hold">
                            <p:stCondLst>
                              <p:cond delay="3000"/>
                            </p:stCondLst>
                            <p:childTnLst>
                              <p:par>
                                <p:cTn id="539" presetID="22" presetClass="exit" presetSubtype="1" fill="hold" nodeType="afterEffect">
                                  <p:stCondLst>
                                    <p:cond delay="0"/>
                                  </p:stCondLst>
                                  <p:childTnLst>
                                    <p:animEffect transition="out" filter="wipe(up)">
                                      <p:cBhvr>
                                        <p:cTn id="540" dur="500"/>
                                        <p:tgtEl>
                                          <p:spTgt spid="194"/>
                                        </p:tgtEl>
                                      </p:cBhvr>
                                    </p:animEffect>
                                    <p:set>
                                      <p:cBhvr>
                                        <p:cTn id="541" dur="1" fill="hold">
                                          <p:stCondLst>
                                            <p:cond delay="499"/>
                                          </p:stCondLst>
                                        </p:cTn>
                                        <p:tgtEl>
                                          <p:spTgt spid="194"/>
                                        </p:tgtEl>
                                        <p:attrNameLst>
                                          <p:attrName>style.visibility</p:attrName>
                                        </p:attrNameLst>
                                      </p:cBhvr>
                                      <p:to>
                                        <p:strVal val="hidden"/>
                                      </p:to>
                                    </p:set>
                                  </p:childTnLst>
                                </p:cTn>
                              </p:par>
                              <p:par>
                                <p:cTn id="542" presetID="22" presetClass="entr" presetSubtype="8" fill="hold" nodeType="withEffect">
                                  <p:stCondLst>
                                    <p:cond delay="0"/>
                                  </p:stCondLst>
                                  <p:childTnLst>
                                    <p:set>
                                      <p:cBhvr>
                                        <p:cTn id="543" dur="1" fill="hold">
                                          <p:stCondLst>
                                            <p:cond delay="0"/>
                                          </p:stCondLst>
                                        </p:cTn>
                                        <p:tgtEl>
                                          <p:spTgt spid="195"/>
                                        </p:tgtEl>
                                        <p:attrNameLst>
                                          <p:attrName>style.visibility</p:attrName>
                                        </p:attrNameLst>
                                      </p:cBhvr>
                                      <p:to>
                                        <p:strVal val="visible"/>
                                      </p:to>
                                    </p:set>
                                    <p:animEffect transition="in" filter="wipe(left)">
                                      <p:cBhvr>
                                        <p:cTn id="544" dur="1000"/>
                                        <p:tgtEl>
                                          <p:spTgt spid="195"/>
                                        </p:tgtEl>
                                      </p:cBhvr>
                                    </p:animEffect>
                                  </p:childTnLst>
                                </p:cTn>
                              </p:par>
                            </p:childTnLst>
                          </p:cTn>
                        </p:par>
                        <p:par>
                          <p:cTn id="545" fill="hold">
                            <p:stCondLst>
                              <p:cond delay="4000"/>
                            </p:stCondLst>
                            <p:childTnLst>
                              <p:par>
                                <p:cTn id="546" presetID="22" presetClass="exit" presetSubtype="1" fill="hold" nodeType="afterEffect">
                                  <p:stCondLst>
                                    <p:cond delay="0"/>
                                  </p:stCondLst>
                                  <p:childTnLst>
                                    <p:animEffect transition="out" filter="wipe(up)">
                                      <p:cBhvr>
                                        <p:cTn id="547" dur="500"/>
                                        <p:tgtEl>
                                          <p:spTgt spid="195"/>
                                        </p:tgtEl>
                                      </p:cBhvr>
                                    </p:animEffect>
                                    <p:set>
                                      <p:cBhvr>
                                        <p:cTn id="548" dur="1" fill="hold">
                                          <p:stCondLst>
                                            <p:cond delay="499"/>
                                          </p:stCondLst>
                                        </p:cTn>
                                        <p:tgtEl>
                                          <p:spTgt spid="195"/>
                                        </p:tgtEl>
                                        <p:attrNameLst>
                                          <p:attrName>style.visibility</p:attrName>
                                        </p:attrNameLst>
                                      </p:cBhvr>
                                      <p:to>
                                        <p:strVal val="hidden"/>
                                      </p:to>
                                    </p:set>
                                  </p:childTnLst>
                                </p:cTn>
                              </p:par>
                              <p:par>
                                <p:cTn id="549" presetID="22" presetClass="entr" presetSubtype="8" fill="hold" nodeType="withEffect">
                                  <p:stCondLst>
                                    <p:cond delay="0"/>
                                  </p:stCondLst>
                                  <p:childTnLst>
                                    <p:set>
                                      <p:cBhvr>
                                        <p:cTn id="550" dur="1" fill="hold">
                                          <p:stCondLst>
                                            <p:cond delay="0"/>
                                          </p:stCondLst>
                                        </p:cTn>
                                        <p:tgtEl>
                                          <p:spTgt spid="196"/>
                                        </p:tgtEl>
                                        <p:attrNameLst>
                                          <p:attrName>style.visibility</p:attrName>
                                        </p:attrNameLst>
                                      </p:cBhvr>
                                      <p:to>
                                        <p:strVal val="visible"/>
                                      </p:to>
                                    </p:set>
                                    <p:animEffect transition="in" filter="wipe(left)">
                                      <p:cBhvr>
                                        <p:cTn id="551" dur="1000"/>
                                        <p:tgtEl>
                                          <p:spTgt spid="196"/>
                                        </p:tgtEl>
                                      </p:cBhvr>
                                    </p:animEffect>
                                  </p:childTnLst>
                                </p:cTn>
                              </p:par>
                            </p:childTnLst>
                          </p:cTn>
                        </p:par>
                        <p:par>
                          <p:cTn id="552" fill="hold">
                            <p:stCondLst>
                              <p:cond delay="5000"/>
                            </p:stCondLst>
                            <p:childTnLst>
                              <p:par>
                                <p:cTn id="553" presetID="35" presetClass="path" presetSubtype="0" accel="50000" decel="50000" fill="hold" grpId="0" nodeType="afterEffect">
                                  <p:stCondLst>
                                    <p:cond delay="0"/>
                                  </p:stCondLst>
                                  <p:childTnLst>
                                    <p:animMotion origin="layout" path="M 5E-6 -4.44444E-6 L -0.16485 -0.00092 " pathEditMode="relative" rAng="0" ptsTypes="AA">
                                      <p:cBhvr>
                                        <p:cTn id="554" dur="1000" fill="hold"/>
                                        <p:tgtEl>
                                          <p:spTgt spid="18"/>
                                        </p:tgtEl>
                                        <p:attrNameLst>
                                          <p:attrName>ppt_x</p:attrName>
                                          <p:attrName>ppt_y</p:attrName>
                                        </p:attrNameLst>
                                      </p:cBhvr>
                                      <p:rCtr x="-8242" y="-46"/>
                                    </p:animMotion>
                                  </p:childTnLst>
                                </p:cTn>
                              </p:par>
                              <p:par>
                                <p:cTn id="555" presetID="35" presetClass="path" presetSubtype="0" accel="50000" decel="50000" fill="hold" grpId="1" nodeType="withEffect">
                                  <p:stCondLst>
                                    <p:cond delay="0"/>
                                  </p:stCondLst>
                                  <p:childTnLst>
                                    <p:animMotion origin="layout" path="M -3.95833E-6 -2.59259E-6 L -0.16471 0.00093 " pathEditMode="relative" rAng="0" ptsTypes="AA">
                                      <p:cBhvr>
                                        <p:cTn id="556" dur="1000" fill="hold"/>
                                        <p:tgtEl>
                                          <p:spTgt spid="30"/>
                                        </p:tgtEl>
                                        <p:attrNameLst>
                                          <p:attrName>ppt_x</p:attrName>
                                          <p:attrName>ppt_y</p:attrName>
                                        </p:attrNameLst>
                                      </p:cBhvr>
                                      <p:rCtr x="-8242" y="46"/>
                                    </p:animMotion>
                                  </p:childTnLst>
                                </p:cTn>
                              </p:par>
                            </p:childTnLst>
                          </p:cTn>
                        </p:par>
                        <p:par>
                          <p:cTn id="557" fill="hold">
                            <p:stCondLst>
                              <p:cond delay="6000"/>
                            </p:stCondLst>
                            <p:childTnLst>
                              <p:par>
                                <p:cTn id="558" presetID="35" presetClass="path" presetSubtype="0" accel="50000" decel="50000" fill="hold" grpId="0" nodeType="afterEffect">
                                  <p:stCondLst>
                                    <p:cond delay="0"/>
                                  </p:stCondLst>
                                  <p:childTnLst>
                                    <p:animMotion origin="layout" path="M -3.54167E-6 -4.07407E-6 L -0.09908 0.00186 " pathEditMode="relative" rAng="0" ptsTypes="AA">
                                      <p:cBhvr>
                                        <p:cTn id="559" dur="1000" fill="hold"/>
                                        <p:tgtEl>
                                          <p:spTgt spid="24"/>
                                        </p:tgtEl>
                                        <p:attrNameLst>
                                          <p:attrName>ppt_x</p:attrName>
                                          <p:attrName>ppt_y</p:attrName>
                                        </p:attrNameLst>
                                      </p:cBhvr>
                                      <p:rCtr x="-4961" y="93"/>
                                    </p:animMotion>
                                  </p:childTnLst>
                                </p:cTn>
                              </p:par>
                              <p:par>
                                <p:cTn id="560" presetID="35" presetClass="path" presetSubtype="0" accel="50000" decel="50000" fill="hold" grpId="1" nodeType="withEffect">
                                  <p:stCondLst>
                                    <p:cond delay="0"/>
                                  </p:stCondLst>
                                  <p:childTnLst>
                                    <p:animMotion origin="layout" path="M -3.54167E-6 3.33333E-6 L -0.09908 3.33333E-6 " pathEditMode="relative" rAng="0" ptsTypes="AA">
                                      <p:cBhvr>
                                        <p:cTn id="561" dur="1000" fill="hold"/>
                                        <p:tgtEl>
                                          <p:spTgt spid="36"/>
                                        </p:tgtEl>
                                        <p:attrNameLst>
                                          <p:attrName>ppt_x</p:attrName>
                                          <p:attrName>ppt_y</p:attrName>
                                        </p:attrNameLst>
                                      </p:cBhvr>
                                      <p:rCtr x="-4961" y="0"/>
                                    </p:animMotion>
                                  </p:childTnLst>
                                </p:cTn>
                              </p:par>
                            </p:childTnLst>
                          </p:cTn>
                        </p:par>
                        <p:par>
                          <p:cTn id="562" fill="hold">
                            <p:stCondLst>
                              <p:cond delay="7000"/>
                            </p:stCondLst>
                            <p:childTnLst>
                              <p:par>
                                <p:cTn id="563" presetID="3" presetClass="emph" presetSubtype="2" fill="hold" grpId="0" nodeType="afterEffect">
                                  <p:stCondLst>
                                    <p:cond delay="0"/>
                                  </p:stCondLst>
                                  <p:childTnLst>
                                    <p:animClr clrSpc="rgb" dir="cw">
                                      <p:cBhvr override="childStyle">
                                        <p:cTn id="564" dur="500" fill="hold"/>
                                        <p:tgtEl>
                                          <p:spTgt spid="42"/>
                                        </p:tgtEl>
                                        <p:attrNameLst>
                                          <p:attrName>style.color</p:attrName>
                                        </p:attrNameLst>
                                      </p:cBhvr>
                                      <p:to>
                                        <a:srgbClr val="DF291B"/>
                                      </p:to>
                                    </p:animClr>
                                  </p:childTnLst>
                                  <p:subTnLst>
                                    <p:animClr clrSpc="rgb" dir="cw">
                                      <p:cBhvr override="childStyle">
                                        <p:cTn dur="1" fill="hold" display="0" masterRel="nextClick" afterEffect="1"/>
                                        <p:tgtEl>
                                          <p:spTgt spid="42"/>
                                        </p:tgtEl>
                                        <p:attrNameLst>
                                          <p:attrName>ppt_c</p:attrName>
                                        </p:attrNameLst>
                                      </p:cBhvr>
                                      <p:to>
                                        <a:srgbClr val="DF291B"/>
                                      </p:to>
                                    </p:animClr>
                                  </p:subTnLst>
                                </p:cTn>
                              </p:par>
                              <p:par>
                                <p:cTn id="565" presetID="3" presetClass="emph" presetSubtype="2" fill="hold" grpId="1" nodeType="withEffect">
                                  <p:stCondLst>
                                    <p:cond delay="0"/>
                                  </p:stCondLst>
                                  <p:childTnLst>
                                    <p:animClr clrSpc="rgb" dir="cw">
                                      <p:cBhvr override="childStyle">
                                        <p:cTn id="566" dur="500" fill="hold"/>
                                        <p:tgtEl>
                                          <p:spTgt spid="24"/>
                                        </p:tgtEl>
                                        <p:attrNameLst>
                                          <p:attrName>style.color</p:attrName>
                                        </p:attrNameLst>
                                      </p:cBhvr>
                                      <p:to>
                                        <a:srgbClr val="DF291B"/>
                                      </p:to>
                                    </p:animClr>
                                  </p:childTnLst>
                                  <p:subTnLst>
                                    <p:animClr clrSpc="rgb" dir="cw">
                                      <p:cBhvr override="childStyle">
                                        <p:cTn dur="1" fill="hold" display="0" masterRel="nextClick" afterEffect="1"/>
                                        <p:tgtEl>
                                          <p:spTgt spid="24"/>
                                        </p:tgtEl>
                                        <p:attrNameLst>
                                          <p:attrName>ppt_c</p:attrName>
                                        </p:attrNameLst>
                                      </p:cBhvr>
                                      <p:to>
                                        <a:srgbClr val="DF291B"/>
                                      </p:to>
                                    </p:animClr>
                                  </p:subTnLst>
                                </p:cTn>
                              </p:par>
                            </p:childTnLst>
                          </p:cTn>
                        </p:par>
                        <p:par>
                          <p:cTn id="567" fill="hold">
                            <p:stCondLst>
                              <p:cond delay="7500"/>
                            </p:stCondLst>
                            <p:childTnLst>
                              <p:par>
                                <p:cTn id="568" presetID="63" presetClass="path" presetSubtype="0" accel="50000" decel="50000" fill="hold" grpId="1" nodeType="afterEffect">
                                  <p:stCondLst>
                                    <p:cond delay="0"/>
                                  </p:stCondLst>
                                  <p:childTnLst>
                                    <p:animMotion origin="layout" path="M -0.16485 -0.00092 L 0.09909 -0.00185 " pathEditMode="relative" rAng="0" ptsTypes="AA">
                                      <p:cBhvr>
                                        <p:cTn id="569" dur="1000" fill="hold"/>
                                        <p:tgtEl>
                                          <p:spTgt spid="18"/>
                                        </p:tgtEl>
                                        <p:attrNameLst>
                                          <p:attrName>ppt_x</p:attrName>
                                          <p:attrName>ppt_y</p:attrName>
                                        </p:attrNameLst>
                                      </p:cBhvr>
                                      <p:rCtr x="13190" y="-46"/>
                                    </p:animMotion>
                                  </p:childTnLst>
                                </p:cTn>
                              </p:par>
                              <p:par>
                                <p:cTn id="570" presetID="63" presetClass="path" presetSubtype="0" accel="50000" decel="50000" fill="hold" grpId="0" nodeType="withEffect">
                                  <p:stCondLst>
                                    <p:cond delay="0"/>
                                  </p:stCondLst>
                                  <p:childTnLst>
                                    <p:animMotion origin="layout" path="M -0.16471 0.00093 L 0.09701 -0.00023 " pathEditMode="relative" rAng="0" ptsTypes="AA">
                                      <p:cBhvr>
                                        <p:cTn id="571" dur="1000" fill="hold"/>
                                        <p:tgtEl>
                                          <p:spTgt spid="30"/>
                                        </p:tgtEl>
                                        <p:attrNameLst>
                                          <p:attrName>ppt_x</p:attrName>
                                          <p:attrName>ppt_y</p:attrName>
                                        </p:attrNameLst>
                                      </p:cBhvr>
                                      <p:rCtr x="13086" y="-69"/>
                                    </p:animMotion>
                                  </p:childTnLst>
                                </p:cTn>
                              </p:par>
                            </p:childTnLst>
                          </p:cTn>
                        </p:par>
                        <p:par>
                          <p:cTn id="572" fill="hold">
                            <p:stCondLst>
                              <p:cond delay="8500"/>
                            </p:stCondLst>
                            <p:childTnLst>
                              <p:par>
                                <p:cTn id="573" presetID="63" presetClass="path" presetSubtype="0" accel="50000" decel="50000" fill="hold" grpId="0" nodeType="afterEffect">
                                  <p:stCondLst>
                                    <p:cond delay="0"/>
                                  </p:stCondLst>
                                  <p:childTnLst>
                                    <p:animMotion origin="layout" path="M 5.55112E-17 -1.85185E-6 L 0.10547 -0.00069 " pathEditMode="relative" rAng="0" ptsTypes="AA">
                                      <p:cBhvr>
                                        <p:cTn id="574" dur="1000" fill="hold"/>
                                        <p:tgtEl>
                                          <p:spTgt spid="52"/>
                                        </p:tgtEl>
                                        <p:attrNameLst>
                                          <p:attrName>ppt_x</p:attrName>
                                          <p:attrName>ppt_y</p:attrName>
                                        </p:attrNameLst>
                                      </p:cBhvr>
                                      <p:rCtr x="5273" y="-46"/>
                                    </p:animMotion>
                                  </p:childTnLst>
                                </p:cTn>
                              </p:par>
                              <p:par>
                                <p:cTn id="575" presetID="35" presetClass="path" presetSubtype="0" accel="50000" decel="50000" fill="hold" grpId="0" nodeType="withEffect">
                                  <p:stCondLst>
                                    <p:cond delay="0"/>
                                  </p:stCondLst>
                                  <p:childTnLst>
                                    <p:animMotion origin="layout" path="M -1.25E-6 7.40741E-7 L -0.10703 -0.00139 " pathEditMode="relative" rAng="0" ptsTypes="AA">
                                      <p:cBhvr>
                                        <p:cTn id="576" dur="1000" fill="hold"/>
                                        <p:tgtEl>
                                          <p:spTgt spid="65"/>
                                        </p:tgtEl>
                                        <p:attrNameLst>
                                          <p:attrName>ppt_x</p:attrName>
                                          <p:attrName>ppt_y</p:attrName>
                                        </p:attrNameLst>
                                      </p:cBhvr>
                                      <p:rCtr x="-5352" y="-69"/>
                                    </p:animMotion>
                                  </p:childTnLst>
                                </p:cTn>
                              </p:par>
                            </p:childTnLst>
                          </p:cTn>
                        </p:par>
                        <p:par>
                          <p:cTn id="577" fill="hold">
                            <p:stCondLst>
                              <p:cond delay="9500"/>
                            </p:stCondLst>
                            <p:childTnLst>
                              <p:par>
                                <p:cTn id="578" presetID="3" presetClass="emph" presetSubtype="2" fill="hold" grpId="1" nodeType="afterEffect">
                                  <p:stCondLst>
                                    <p:cond delay="0"/>
                                  </p:stCondLst>
                                  <p:childTnLst>
                                    <p:animClr clrSpc="rgb" dir="cw">
                                      <p:cBhvr override="childStyle">
                                        <p:cTn id="579" dur="500" fill="hold"/>
                                        <p:tgtEl>
                                          <p:spTgt spid="65"/>
                                        </p:tgtEl>
                                        <p:attrNameLst>
                                          <p:attrName>style.color</p:attrName>
                                        </p:attrNameLst>
                                      </p:cBhvr>
                                      <p:to>
                                        <a:srgbClr val="DF291B"/>
                                      </p:to>
                                    </p:animClr>
                                  </p:childTnLst>
                                  <p:subTnLst>
                                    <p:animClr clrSpc="rgb" dir="cw">
                                      <p:cBhvr override="childStyle">
                                        <p:cTn dur="1" fill="hold" display="0" masterRel="nextClick" afterEffect="1"/>
                                        <p:tgtEl>
                                          <p:spTgt spid="65"/>
                                        </p:tgtEl>
                                        <p:attrNameLst>
                                          <p:attrName>ppt_c</p:attrName>
                                        </p:attrNameLst>
                                      </p:cBhvr>
                                      <p:to>
                                        <a:srgbClr val="DF291B"/>
                                      </p:to>
                                    </p:animClr>
                                  </p:subTnLst>
                                </p:cTn>
                              </p:par>
                              <p:par>
                                <p:cTn id="580" presetID="3" presetClass="emph" presetSubtype="2" fill="hold" grpId="0" nodeType="withEffect">
                                  <p:stCondLst>
                                    <p:cond delay="0"/>
                                  </p:stCondLst>
                                  <p:childTnLst>
                                    <p:animClr clrSpc="rgb" dir="cw">
                                      <p:cBhvr override="childStyle">
                                        <p:cTn id="581" dur="500" fill="hold"/>
                                        <p:tgtEl>
                                          <p:spTgt spid="50"/>
                                        </p:tgtEl>
                                        <p:attrNameLst>
                                          <p:attrName>style.color</p:attrName>
                                        </p:attrNameLst>
                                      </p:cBhvr>
                                      <p:to>
                                        <a:srgbClr val="DF291B"/>
                                      </p:to>
                                    </p:animClr>
                                  </p:childTnLst>
                                  <p:subTnLst>
                                    <p:animClr clrSpc="rgb" dir="cw">
                                      <p:cBhvr override="childStyle">
                                        <p:cTn dur="1" fill="hold" display="0" masterRel="nextClick" afterEffect="1"/>
                                        <p:tgtEl>
                                          <p:spTgt spid="50"/>
                                        </p:tgtEl>
                                        <p:attrNameLst>
                                          <p:attrName>ppt_c</p:attrName>
                                        </p:attrNameLst>
                                      </p:cBhvr>
                                      <p:to>
                                        <a:srgbClr val="DF291B"/>
                                      </p:to>
                                    </p:animClr>
                                  </p:subTnLst>
                                </p:cTn>
                              </p:par>
                            </p:childTnLst>
                          </p:cTn>
                        </p:par>
                        <p:par>
                          <p:cTn id="582" fill="hold">
                            <p:stCondLst>
                              <p:cond delay="10000"/>
                            </p:stCondLst>
                            <p:childTnLst>
                              <p:par>
                                <p:cTn id="583" presetID="22" presetClass="exit" presetSubtype="1" fill="hold" nodeType="afterEffect">
                                  <p:stCondLst>
                                    <p:cond delay="0"/>
                                  </p:stCondLst>
                                  <p:childTnLst>
                                    <p:animEffect transition="out" filter="wipe(up)">
                                      <p:cBhvr>
                                        <p:cTn id="584" dur="500"/>
                                        <p:tgtEl>
                                          <p:spTgt spid="196"/>
                                        </p:tgtEl>
                                      </p:cBhvr>
                                    </p:animEffect>
                                    <p:set>
                                      <p:cBhvr>
                                        <p:cTn id="585" dur="1" fill="hold">
                                          <p:stCondLst>
                                            <p:cond delay="499"/>
                                          </p:stCondLst>
                                        </p:cTn>
                                        <p:tgtEl>
                                          <p:spTgt spid="196"/>
                                        </p:tgtEl>
                                        <p:attrNameLst>
                                          <p:attrName>style.visibility</p:attrName>
                                        </p:attrNameLst>
                                      </p:cBhvr>
                                      <p:to>
                                        <p:strVal val="hidden"/>
                                      </p:to>
                                    </p:set>
                                  </p:childTnLst>
                                </p:cTn>
                              </p:par>
                              <p:par>
                                <p:cTn id="586" presetID="22" presetClass="entr" presetSubtype="8" fill="hold" nodeType="withEffect">
                                  <p:stCondLst>
                                    <p:cond delay="0"/>
                                  </p:stCondLst>
                                  <p:childTnLst>
                                    <p:set>
                                      <p:cBhvr>
                                        <p:cTn id="587" dur="1" fill="hold">
                                          <p:stCondLst>
                                            <p:cond delay="0"/>
                                          </p:stCondLst>
                                        </p:cTn>
                                        <p:tgtEl>
                                          <p:spTgt spid="197"/>
                                        </p:tgtEl>
                                        <p:attrNameLst>
                                          <p:attrName>style.visibility</p:attrName>
                                        </p:attrNameLst>
                                      </p:cBhvr>
                                      <p:to>
                                        <p:strVal val="visible"/>
                                      </p:to>
                                    </p:set>
                                    <p:animEffect transition="in" filter="wipe(left)">
                                      <p:cBhvr>
                                        <p:cTn id="588" dur="1000"/>
                                        <p:tgtEl>
                                          <p:spTgt spid="197"/>
                                        </p:tgtEl>
                                      </p:cBhvr>
                                    </p:animEffect>
                                  </p:childTnLst>
                                </p:cTn>
                              </p:par>
                            </p:childTnLst>
                          </p:cTn>
                        </p:par>
                        <p:par>
                          <p:cTn id="589" fill="hold">
                            <p:stCondLst>
                              <p:cond delay="11000"/>
                            </p:stCondLst>
                            <p:childTnLst>
                              <p:par>
                                <p:cTn id="590" presetID="10" presetClass="exit" presetSubtype="0" fill="hold" grpId="0" nodeType="afterEffect">
                                  <p:stCondLst>
                                    <p:cond delay="0"/>
                                  </p:stCondLst>
                                  <p:childTnLst>
                                    <p:animEffect transition="out" filter="fade">
                                      <p:cBhvr>
                                        <p:cTn id="591" dur="500"/>
                                        <p:tgtEl>
                                          <p:spTgt spid="36"/>
                                        </p:tgtEl>
                                      </p:cBhvr>
                                    </p:animEffect>
                                    <p:set>
                                      <p:cBhvr>
                                        <p:cTn id="592" dur="1" fill="hold">
                                          <p:stCondLst>
                                            <p:cond delay="499"/>
                                          </p:stCondLst>
                                        </p:cTn>
                                        <p:tgtEl>
                                          <p:spTgt spid="36"/>
                                        </p:tgtEl>
                                        <p:attrNameLst>
                                          <p:attrName>style.visibility</p:attrName>
                                        </p:attrNameLst>
                                      </p:cBhvr>
                                      <p:to>
                                        <p:strVal val="hidden"/>
                                      </p:to>
                                    </p:set>
                                  </p:childTnLst>
                                </p:cTn>
                              </p:par>
                              <p:par>
                                <p:cTn id="593" presetID="10" presetClass="exit" presetSubtype="0" fill="hold" grpId="0" nodeType="withEffect">
                                  <p:stCondLst>
                                    <p:cond delay="0"/>
                                  </p:stCondLst>
                                  <p:childTnLst>
                                    <p:animEffect transition="out" filter="fade">
                                      <p:cBhvr>
                                        <p:cTn id="594" dur="500"/>
                                        <p:tgtEl>
                                          <p:spTgt spid="117"/>
                                        </p:tgtEl>
                                      </p:cBhvr>
                                    </p:animEffect>
                                    <p:set>
                                      <p:cBhvr>
                                        <p:cTn id="595" dur="1" fill="hold">
                                          <p:stCondLst>
                                            <p:cond delay="499"/>
                                          </p:stCondLst>
                                        </p:cTn>
                                        <p:tgtEl>
                                          <p:spTgt spid="117"/>
                                        </p:tgtEl>
                                        <p:attrNameLst>
                                          <p:attrName>style.visibility</p:attrName>
                                        </p:attrNameLst>
                                      </p:cBhvr>
                                      <p:to>
                                        <p:strVal val="hidden"/>
                                      </p:to>
                                    </p:set>
                                  </p:childTnLst>
                                </p:cTn>
                              </p:par>
                            </p:childTnLst>
                          </p:cTn>
                        </p:par>
                        <p:par>
                          <p:cTn id="596" fill="hold">
                            <p:stCondLst>
                              <p:cond delay="11500"/>
                            </p:stCondLst>
                            <p:childTnLst>
                              <p:par>
                                <p:cTn id="597" presetID="22" presetClass="entr" presetSubtype="4" fill="hold" grpId="0" nodeType="afterEffect">
                                  <p:stCondLst>
                                    <p:cond delay="0"/>
                                  </p:stCondLst>
                                  <p:childTnLst>
                                    <p:set>
                                      <p:cBhvr>
                                        <p:cTn id="598" dur="1" fill="hold">
                                          <p:stCondLst>
                                            <p:cond delay="0"/>
                                          </p:stCondLst>
                                        </p:cTn>
                                        <p:tgtEl>
                                          <p:spTgt spid="135"/>
                                        </p:tgtEl>
                                        <p:attrNameLst>
                                          <p:attrName>style.visibility</p:attrName>
                                        </p:attrNameLst>
                                      </p:cBhvr>
                                      <p:to>
                                        <p:strVal val="visible"/>
                                      </p:to>
                                    </p:set>
                                    <p:animEffect transition="in" filter="wipe(down)">
                                      <p:cBhvr>
                                        <p:cTn id="599" dur="500"/>
                                        <p:tgtEl>
                                          <p:spTgt spid="135"/>
                                        </p:tgtEl>
                                      </p:cBhvr>
                                    </p:animEffect>
                                  </p:childTnLst>
                                </p:cTn>
                              </p:par>
                              <p:par>
                                <p:cTn id="600" presetID="22" presetClass="entr" presetSubtype="1" fill="hold" grpId="0" nodeType="withEffect">
                                  <p:stCondLst>
                                    <p:cond delay="0"/>
                                  </p:stCondLst>
                                  <p:childTnLst>
                                    <p:set>
                                      <p:cBhvr>
                                        <p:cTn id="601" dur="1" fill="hold">
                                          <p:stCondLst>
                                            <p:cond delay="0"/>
                                          </p:stCondLst>
                                        </p:cTn>
                                        <p:tgtEl>
                                          <p:spTgt spid="171"/>
                                        </p:tgtEl>
                                        <p:attrNameLst>
                                          <p:attrName>style.visibility</p:attrName>
                                        </p:attrNameLst>
                                      </p:cBhvr>
                                      <p:to>
                                        <p:strVal val="visible"/>
                                      </p:to>
                                    </p:set>
                                    <p:animEffect transition="in" filter="wipe(up)">
                                      <p:cBhvr>
                                        <p:cTn id="602" dur="500"/>
                                        <p:tgtEl>
                                          <p:spTgt spid="171"/>
                                        </p:tgtEl>
                                      </p:cBhvr>
                                    </p:animEffect>
                                  </p:childTnLst>
                                </p:cTn>
                              </p:par>
                            </p:childTnLst>
                          </p:cTn>
                        </p:par>
                        <p:par>
                          <p:cTn id="603" fill="hold">
                            <p:stCondLst>
                              <p:cond delay="12000"/>
                            </p:stCondLst>
                            <p:childTnLst>
                              <p:par>
                                <p:cTn id="604" presetID="22" presetClass="exit" presetSubtype="2" fill="hold" nodeType="afterEffect">
                                  <p:stCondLst>
                                    <p:cond delay="0"/>
                                  </p:stCondLst>
                                  <p:childTnLst>
                                    <p:animEffect transition="out" filter="wipe(right)">
                                      <p:cBhvr>
                                        <p:cTn id="605" dur="500"/>
                                        <p:tgtEl>
                                          <p:spTgt spid="138"/>
                                        </p:tgtEl>
                                      </p:cBhvr>
                                    </p:animEffect>
                                    <p:set>
                                      <p:cBhvr>
                                        <p:cTn id="606" dur="1" fill="hold">
                                          <p:stCondLst>
                                            <p:cond delay="499"/>
                                          </p:stCondLst>
                                        </p:cTn>
                                        <p:tgtEl>
                                          <p:spTgt spid="138"/>
                                        </p:tgtEl>
                                        <p:attrNameLst>
                                          <p:attrName>style.visibility</p:attrName>
                                        </p:attrNameLst>
                                      </p:cBhvr>
                                      <p:to>
                                        <p:strVal val="hidden"/>
                                      </p:to>
                                    </p:set>
                                  </p:childTnLst>
                                </p:cTn>
                              </p:par>
                            </p:childTnLst>
                          </p:cTn>
                        </p:par>
                        <p:par>
                          <p:cTn id="607" fill="hold">
                            <p:stCondLst>
                              <p:cond delay="12500"/>
                            </p:stCondLst>
                            <p:childTnLst>
                              <p:par>
                                <p:cTn id="608" presetID="22" presetClass="entr" presetSubtype="8" fill="hold" nodeType="afterEffect">
                                  <p:stCondLst>
                                    <p:cond delay="0"/>
                                  </p:stCondLst>
                                  <p:childTnLst>
                                    <p:set>
                                      <p:cBhvr>
                                        <p:cTn id="609" dur="1" fill="hold">
                                          <p:stCondLst>
                                            <p:cond delay="0"/>
                                          </p:stCondLst>
                                        </p:cTn>
                                        <p:tgtEl>
                                          <p:spTgt spid="172"/>
                                        </p:tgtEl>
                                        <p:attrNameLst>
                                          <p:attrName>style.visibility</p:attrName>
                                        </p:attrNameLst>
                                      </p:cBhvr>
                                      <p:to>
                                        <p:strVal val="visible"/>
                                      </p:to>
                                    </p:set>
                                    <p:animEffect transition="in" filter="wipe(left)">
                                      <p:cBhvr>
                                        <p:cTn id="610" dur="500"/>
                                        <p:tgtEl>
                                          <p:spTgt spid="172"/>
                                        </p:tgtEl>
                                      </p:cBhvr>
                                    </p:animEffect>
                                  </p:childTnLst>
                                </p:cTn>
                              </p:par>
                            </p:childTnLst>
                          </p:cTn>
                        </p:par>
                      </p:childTnLst>
                    </p:cTn>
                  </p:par>
                  <p:par>
                    <p:cTn id="611" fill="hold">
                      <p:stCondLst>
                        <p:cond delay="indefinite"/>
                      </p:stCondLst>
                      <p:childTnLst>
                        <p:par>
                          <p:cTn id="612" fill="hold">
                            <p:stCondLst>
                              <p:cond delay="0"/>
                            </p:stCondLst>
                            <p:childTnLst>
                              <p:par>
                                <p:cTn id="613" presetID="22" presetClass="exit" presetSubtype="1" fill="hold" nodeType="clickEffect">
                                  <p:stCondLst>
                                    <p:cond delay="0"/>
                                  </p:stCondLst>
                                  <p:childTnLst>
                                    <p:animEffect transition="out" filter="wipe(up)">
                                      <p:cBhvr>
                                        <p:cTn id="614" dur="500"/>
                                        <p:tgtEl>
                                          <p:spTgt spid="197"/>
                                        </p:tgtEl>
                                      </p:cBhvr>
                                    </p:animEffect>
                                    <p:set>
                                      <p:cBhvr>
                                        <p:cTn id="615" dur="1" fill="hold">
                                          <p:stCondLst>
                                            <p:cond delay="499"/>
                                          </p:stCondLst>
                                        </p:cTn>
                                        <p:tgtEl>
                                          <p:spTgt spid="197"/>
                                        </p:tgtEl>
                                        <p:attrNameLst>
                                          <p:attrName>style.visibility</p:attrName>
                                        </p:attrNameLst>
                                      </p:cBhvr>
                                      <p:to>
                                        <p:strVal val="hidden"/>
                                      </p:to>
                                    </p:set>
                                  </p:childTnLst>
                                </p:cTn>
                              </p:par>
                              <p:par>
                                <p:cTn id="616" presetID="22" presetClass="entr" presetSubtype="8" fill="hold" nodeType="withEffect">
                                  <p:stCondLst>
                                    <p:cond delay="0"/>
                                  </p:stCondLst>
                                  <p:childTnLst>
                                    <p:set>
                                      <p:cBhvr>
                                        <p:cTn id="617" dur="1" fill="hold">
                                          <p:stCondLst>
                                            <p:cond delay="0"/>
                                          </p:stCondLst>
                                        </p:cTn>
                                        <p:tgtEl>
                                          <p:spTgt spid="198"/>
                                        </p:tgtEl>
                                        <p:attrNameLst>
                                          <p:attrName>style.visibility</p:attrName>
                                        </p:attrNameLst>
                                      </p:cBhvr>
                                      <p:to>
                                        <p:strVal val="visible"/>
                                      </p:to>
                                    </p:set>
                                    <p:animEffect transition="in" filter="wipe(left)">
                                      <p:cBhvr>
                                        <p:cTn id="618" dur="1000"/>
                                        <p:tgtEl>
                                          <p:spTgt spid="198"/>
                                        </p:tgtEl>
                                      </p:cBhvr>
                                    </p:animEffect>
                                  </p:childTnLst>
                                </p:cTn>
                              </p:par>
                            </p:childTnLst>
                          </p:cTn>
                        </p:par>
                        <p:par>
                          <p:cTn id="619" fill="hold">
                            <p:stCondLst>
                              <p:cond delay="1000"/>
                            </p:stCondLst>
                            <p:childTnLst>
                              <p:par>
                                <p:cTn id="620" presetID="35" presetClass="path" presetSubtype="0" accel="50000" decel="50000" fill="hold" nodeType="afterEffect">
                                  <p:stCondLst>
                                    <p:cond delay="0"/>
                                  </p:stCondLst>
                                  <p:childTnLst>
                                    <p:animMotion origin="layout" path="M 0.07474 0.00093 L -0.10677 0.00046 " pathEditMode="relative" rAng="0" ptsTypes="AA">
                                      <p:cBhvr>
                                        <p:cTn id="621" dur="1000" fill="hold"/>
                                        <p:tgtEl>
                                          <p:spTgt spid="552"/>
                                        </p:tgtEl>
                                        <p:attrNameLst>
                                          <p:attrName>ppt_x</p:attrName>
                                          <p:attrName>ppt_y</p:attrName>
                                        </p:attrNameLst>
                                      </p:cBhvr>
                                      <p:rCtr x="-9076" y="-23"/>
                                    </p:animMotion>
                                  </p:childTnLst>
                                </p:cTn>
                              </p:par>
                            </p:childTnLst>
                          </p:cTn>
                        </p:par>
                      </p:childTnLst>
                    </p:cTn>
                  </p:par>
                  <p:par>
                    <p:cTn id="622" fill="hold">
                      <p:stCondLst>
                        <p:cond delay="indefinite"/>
                      </p:stCondLst>
                      <p:childTnLst>
                        <p:par>
                          <p:cTn id="623" fill="hold">
                            <p:stCondLst>
                              <p:cond delay="0"/>
                            </p:stCondLst>
                            <p:childTnLst>
                              <p:par>
                                <p:cTn id="624" presetID="22" presetClass="exit" presetSubtype="1" fill="hold" nodeType="clickEffect">
                                  <p:stCondLst>
                                    <p:cond delay="0"/>
                                  </p:stCondLst>
                                  <p:childTnLst>
                                    <p:animEffect transition="out" filter="wipe(up)">
                                      <p:cBhvr>
                                        <p:cTn id="625" dur="500"/>
                                        <p:tgtEl>
                                          <p:spTgt spid="198"/>
                                        </p:tgtEl>
                                      </p:cBhvr>
                                    </p:animEffect>
                                    <p:set>
                                      <p:cBhvr>
                                        <p:cTn id="626" dur="1" fill="hold">
                                          <p:stCondLst>
                                            <p:cond delay="499"/>
                                          </p:stCondLst>
                                        </p:cTn>
                                        <p:tgtEl>
                                          <p:spTgt spid="198"/>
                                        </p:tgtEl>
                                        <p:attrNameLst>
                                          <p:attrName>style.visibility</p:attrName>
                                        </p:attrNameLst>
                                      </p:cBhvr>
                                      <p:to>
                                        <p:strVal val="hidden"/>
                                      </p:to>
                                    </p:set>
                                  </p:childTnLst>
                                </p:cTn>
                              </p:par>
                              <p:par>
                                <p:cTn id="627" presetID="22" presetClass="entr" presetSubtype="8" fill="hold" nodeType="withEffect">
                                  <p:stCondLst>
                                    <p:cond delay="0"/>
                                  </p:stCondLst>
                                  <p:childTnLst>
                                    <p:set>
                                      <p:cBhvr>
                                        <p:cTn id="628" dur="1" fill="hold">
                                          <p:stCondLst>
                                            <p:cond delay="0"/>
                                          </p:stCondLst>
                                        </p:cTn>
                                        <p:tgtEl>
                                          <p:spTgt spid="192"/>
                                        </p:tgtEl>
                                        <p:attrNameLst>
                                          <p:attrName>style.visibility</p:attrName>
                                        </p:attrNameLst>
                                      </p:cBhvr>
                                      <p:to>
                                        <p:strVal val="visible"/>
                                      </p:to>
                                    </p:set>
                                    <p:animEffect transition="in" filter="wipe(left)">
                                      <p:cBhvr>
                                        <p:cTn id="629" dur="1000"/>
                                        <p:tgtEl>
                                          <p:spTgt spid="192"/>
                                        </p:tgtEl>
                                      </p:cBhvr>
                                    </p:animEffect>
                                  </p:childTnLst>
                                </p:cTn>
                              </p:par>
                            </p:childTnLst>
                          </p:cTn>
                        </p:par>
                        <p:par>
                          <p:cTn id="630" fill="hold">
                            <p:stCondLst>
                              <p:cond delay="1000"/>
                            </p:stCondLst>
                            <p:childTnLst>
                              <p:par>
                                <p:cTn id="631" presetID="63" presetClass="path" presetSubtype="0" accel="50000" decel="50000" fill="hold" nodeType="afterEffect">
                                  <p:stCondLst>
                                    <p:cond delay="0"/>
                                  </p:stCondLst>
                                  <p:childTnLst>
                                    <p:animMotion origin="layout" path="M 0.13268 0.00277 L 0.16601 0.00277 " pathEditMode="relative" rAng="0" ptsTypes="AA">
                                      <p:cBhvr>
                                        <p:cTn id="632" dur="1000" fill="hold"/>
                                        <p:tgtEl>
                                          <p:spTgt spid="556"/>
                                        </p:tgtEl>
                                        <p:attrNameLst>
                                          <p:attrName>ppt_x</p:attrName>
                                          <p:attrName>ppt_y</p:attrName>
                                        </p:attrNameLst>
                                      </p:cBhvr>
                                      <p:rCtr x="1667" y="0"/>
                                    </p:animMotion>
                                  </p:childTnLst>
                                </p:cTn>
                              </p:par>
                            </p:childTnLst>
                          </p:cTn>
                        </p:par>
                      </p:childTnLst>
                    </p:cTn>
                  </p:par>
                  <p:par>
                    <p:cTn id="633" fill="hold">
                      <p:stCondLst>
                        <p:cond delay="indefinite"/>
                      </p:stCondLst>
                      <p:childTnLst>
                        <p:par>
                          <p:cTn id="634" fill="hold">
                            <p:stCondLst>
                              <p:cond delay="0"/>
                            </p:stCondLst>
                            <p:childTnLst>
                              <p:par>
                                <p:cTn id="635" presetID="22" presetClass="exit" presetSubtype="1" fill="hold" nodeType="clickEffect">
                                  <p:stCondLst>
                                    <p:cond delay="0"/>
                                  </p:stCondLst>
                                  <p:childTnLst>
                                    <p:animEffect transition="out" filter="wipe(up)">
                                      <p:cBhvr>
                                        <p:cTn id="636" dur="500"/>
                                        <p:tgtEl>
                                          <p:spTgt spid="192"/>
                                        </p:tgtEl>
                                      </p:cBhvr>
                                    </p:animEffect>
                                    <p:set>
                                      <p:cBhvr>
                                        <p:cTn id="637" dur="1" fill="hold">
                                          <p:stCondLst>
                                            <p:cond delay="499"/>
                                          </p:stCondLst>
                                        </p:cTn>
                                        <p:tgtEl>
                                          <p:spTgt spid="192"/>
                                        </p:tgtEl>
                                        <p:attrNameLst>
                                          <p:attrName>style.visibility</p:attrName>
                                        </p:attrNameLst>
                                      </p:cBhvr>
                                      <p:to>
                                        <p:strVal val="hidden"/>
                                      </p:to>
                                    </p:set>
                                  </p:childTnLst>
                                </p:cTn>
                              </p:par>
                              <p:par>
                                <p:cTn id="638" presetID="22" presetClass="entr" presetSubtype="8" fill="hold" nodeType="withEffect">
                                  <p:stCondLst>
                                    <p:cond delay="0"/>
                                  </p:stCondLst>
                                  <p:childTnLst>
                                    <p:set>
                                      <p:cBhvr>
                                        <p:cTn id="639" dur="1" fill="hold">
                                          <p:stCondLst>
                                            <p:cond delay="0"/>
                                          </p:stCondLst>
                                        </p:cTn>
                                        <p:tgtEl>
                                          <p:spTgt spid="193"/>
                                        </p:tgtEl>
                                        <p:attrNameLst>
                                          <p:attrName>style.visibility</p:attrName>
                                        </p:attrNameLst>
                                      </p:cBhvr>
                                      <p:to>
                                        <p:strVal val="visible"/>
                                      </p:to>
                                    </p:set>
                                    <p:animEffect transition="in" filter="wipe(left)">
                                      <p:cBhvr>
                                        <p:cTn id="640" dur="1000"/>
                                        <p:tgtEl>
                                          <p:spTgt spid="193"/>
                                        </p:tgtEl>
                                      </p:cBhvr>
                                    </p:animEffect>
                                  </p:childTnLst>
                                </p:cTn>
                              </p:par>
                            </p:childTnLst>
                          </p:cTn>
                        </p:par>
                        <p:par>
                          <p:cTn id="641" fill="hold">
                            <p:stCondLst>
                              <p:cond delay="1000"/>
                            </p:stCondLst>
                            <p:childTnLst>
                              <p:par>
                                <p:cTn id="642" presetID="63" presetClass="path" presetSubtype="0" accel="50000" decel="50000" fill="hold" nodeType="afterEffect">
                                  <p:stCondLst>
                                    <p:cond delay="0"/>
                                  </p:stCondLst>
                                  <p:childTnLst>
                                    <p:animMotion origin="layout" path="M -0.09623 0.00069 L 0.03971 -0.00069 " pathEditMode="relative" rAng="0" ptsTypes="AA">
                                      <p:cBhvr>
                                        <p:cTn id="643" dur="1000" fill="hold"/>
                                        <p:tgtEl>
                                          <p:spTgt spid="552"/>
                                        </p:tgtEl>
                                        <p:attrNameLst>
                                          <p:attrName>ppt_x</p:attrName>
                                          <p:attrName>ppt_y</p:attrName>
                                        </p:attrNameLst>
                                      </p:cBhvr>
                                      <p:rCtr x="6797" y="-69"/>
                                    </p:animMotion>
                                  </p:childTnLst>
                                </p:cTn>
                              </p:par>
                            </p:childTnLst>
                          </p:cTn>
                        </p:par>
                        <p:par>
                          <p:cTn id="644" fill="hold">
                            <p:stCondLst>
                              <p:cond delay="2000"/>
                            </p:stCondLst>
                            <p:childTnLst>
                              <p:par>
                                <p:cTn id="645" presetID="32" presetClass="emph" presetSubtype="0" fill="hold" nodeType="afterEffect">
                                  <p:stCondLst>
                                    <p:cond delay="0"/>
                                  </p:stCondLst>
                                  <p:childTnLst>
                                    <p:animRot by="120000">
                                      <p:cBhvr>
                                        <p:cTn id="646" dur="100" fill="hold">
                                          <p:stCondLst>
                                            <p:cond delay="0"/>
                                          </p:stCondLst>
                                        </p:cTn>
                                        <p:tgtEl>
                                          <p:spTgt spid="193"/>
                                        </p:tgtEl>
                                        <p:attrNameLst>
                                          <p:attrName>r</p:attrName>
                                        </p:attrNameLst>
                                      </p:cBhvr>
                                    </p:animRot>
                                    <p:animRot by="-240000">
                                      <p:cBhvr>
                                        <p:cTn id="647" dur="200" fill="hold">
                                          <p:stCondLst>
                                            <p:cond delay="200"/>
                                          </p:stCondLst>
                                        </p:cTn>
                                        <p:tgtEl>
                                          <p:spTgt spid="193"/>
                                        </p:tgtEl>
                                        <p:attrNameLst>
                                          <p:attrName>r</p:attrName>
                                        </p:attrNameLst>
                                      </p:cBhvr>
                                    </p:animRot>
                                    <p:animRot by="240000">
                                      <p:cBhvr>
                                        <p:cTn id="648" dur="200" fill="hold">
                                          <p:stCondLst>
                                            <p:cond delay="400"/>
                                          </p:stCondLst>
                                        </p:cTn>
                                        <p:tgtEl>
                                          <p:spTgt spid="193"/>
                                        </p:tgtEl>
                                        <p:attrNameLst>
                                          <p:attrName>r</p:attrName>
                                        </p:attrNameLst>
                                      </p:cBhvr>
                                    </p:animRot>
                                    <p:animRot by="-240000">
                                      <p:cBhvr>
                                        <p:cTn id="649" dur="200" fill="hold">
                                          <p:stCondLst>
                                            <p:cond delay="600"/>
                                          </p:stCondLst>
                                        </p:cTn>
                                        <p:tgtEl>
                                          <p:spTgt spid="193"/>
                                        </p:tgtEl>
                                        <p:attrNameLst>
                                          <p:attrName>r</p:attrName>
                                        </p:attrNameLst>
                                      </p:cBhvr>
                                    </p:animRot>
                                    <p:animRot by="120000">
                                      <p:cBhvr>
                                        <p:cTn id="650" dur="200" fill="hold">
                                          <p:stCondLst>
                                            <p:cond delay="800"/>
                                          </p:stCondLst>
                                        </p:cTn>
                                        <p:tgtEl>
                                          <p:spTgt spid="193"/>
                                        </p:tgtEl>
                                        <p:attrNameLst>
                                          <p:attrName>r</p:attrName>
                                        </p:attrNameLst>
                                      </p:cBhvr>
                                    </p:animRot>
                                  </p:childTnLst>
                                </p:cTn>
                              </p:par>
                            </p:childTnLst>
                          </p:cTn>
                        </p:par>
                      </p:childTnLst>
                    </p:cTn>
                  </p:par>
                  <p:par>
                    <p:cTn id="651" fill="hold">
                      <p:stCondLst>
                        <p:cond delay="indefinite"/>
                      </p:stCondLst>
                      <p:childTnLst>
                        <p:par>
                          <p:cTn id="652" fill="hold">
                            <p:stCondLst>
                              <p:cond delay="0"/>
                            </p:stCondLst>
                            <p:childTnLst>
                              <p:par>
                                <p:cTn id="653" presetID="22" presetClass="exit" presetSubtype="1" fill="hold" nodeType="clickEffect">
                                  <p:stCondLst>
                                    <p:cond delay="0"/>
                                  </p:stCondLst>
                                  <p:childTnLst>
                                    <p:animEffect transition="out" filter="wipe(up)">
                                      <p:cBhvr>
                                        <p:cTn id="654" dur="500"/>
                                        <p:tgtEl>
                                          <p:spTgt spid="193"/>
                                        </p:tgtEl>
                                      </p:cBhvr>
                                    </p:animEffect>
                                    <p:set>
                                      <p:cBhvr>
                                        <p:cTn id="655" dur="1" fill="hold">
                                          <p:stCondLst>
                                            <p:cond delay="499"/>
                                          </p:stCondLst>
                                        </p:cTn>
                                        <p:tgtEl>
                                          <p:spTgt spid="193"/>
                                        </p:tgtEl>
                                        <p:attrNameLst>
                                          <p:attrName>style.visibility</p:attrName>
                                        </p:attrNameLst>
                                      </p:cBhvr>
                                      <p:to>
                                        <p:strVal val="hidden"/>
                                      </p:to>
                                    </p:set>
                                  </p:childTnLst>
                                </p:cTn>
                              </p:par>
                              <p:par>
                                <p:cTn id="656" presetID="22" presetClass="entr" presetSubtype="8" fill="hold" nodeType="withEffect">
                                  <p:stCondLst>
                                    <p:cond delay="0"/>
                                  </p:stCondLst>
                                  <p:childTnLst>
                                    <p:set>
                                      <p:cBhvr>
                                        <p:cTn id="657" dur="1" fill="hold">
                                          <p:stCondLst>
                                            <p:cond delay="0"/>
                                          </p:stCondLst>
                                        </p:cTn>
                                        <p:tgtEl>
                                          <p:spTgt spid="194"/>
                                        </p:tgtEl>
                                        <p:attrNameLst>
                                          <p:attrName>style.visibility</p:attrName>
                                        </p:attrNameLst>
                                      </p:cBhvr>
                                      <p:to>
                                        <p:strVal val="visible"/>
                                      </p:to>
                                    </p:set>
                                    <p:animEffect transition="in" filter="wipe(left)">
                                      <p:cBhvr>
                                        <p:cTn id="658" dur="1000"/>
                                        <p:tgtEl>
                                          <p:spTgt spid="194"/>
                                        </p:tgtEl>
                                      </p:cBhvr>
                                    </p:animEffect>
                                  </p:childTnLst>
                                </p:cTn>
                              </p:par>
                            </p:childTnLst>
                          </p:cTn>
                        </p:par>
                        <p:par>
                          <p:cTn id="659" fill="hold">
                            <p:stCondLst>
                              <p:cond delay="1000"/>
                            </p:stCondLst>
                            <p:childTnLst>
                              <p:par>
                                <p:cTn id="660" presetID="63" presetClass="path" presetSubtype="0" accel="50000" decel="50000" fill="hold" nodeType="afterEffect">
                                  <p:stCondLst>
                                    <p:cond delay="0"/>
                                  </p:stCondLst>
                                  <p:childTnLst>
                                    <p:animMotion origin="layout" path="M -0.13594 0.00138 L -0.06575 0.00277 " pathEditMode="relative" rAng="0" ptsTypes="AA">
                                      <p:cBhvr>
                                        <p:cTn id="661" dur="1000" fill="hold"/>
                                        <p:tgtEl>
                                          <p:spTgt spid="553"/>
                                        </p:tgtEl>
                                        <p:attrNameLst>
                                          <p:attrName>ppt_x</p:attrName>
                                          <p:attrName>ppt_y</p:attrName>
                                        </p:attrNameLst>
                                      </p:cBhvr>
                                      <p:rCtr x="3503" y="69"/>
                                    </p:animMotion>
                                  </p:childTnLst>
                                </p:cTn>
                              </p:par>
                            </p:childTnLst>
                          </p:cTn>
                        </p:par>
                        <p:par>
                          <p:cTn id="662" fill="hold">
                            <p:stCondLst>
                              <p:cond delay="2000"/>
                            </p:stCondLst>
                            <p:childTnLst>
                              <p:par>
                                <p:cTn id="663" presetID="22" presetClass="exit" presetSubtype="1" fill="hold" nodeType="afterEffect">
                                  <p:stCondLst>
                                    <p:cond delay="0"/>
                                  </p:stCondLst>
                                  <p:childTnLst>
                                    <p:animEffect transition="out" filter="wipe(up)">
                                      <p:cBhvr>
                                        <p:cTn id="664" dur="500"/>
                                        <p:tgtEl>
                                          <p:spTgt spid="194"/>
                                        </p:tgtEl>
                                      </p:cBhvr>
                                    </p:animEffect>
                                    <p:set>
                                      <p:cBhvr>
                                        <p:cTn id="665" dur="1" fill="hold">
                                          <p:stCondLst>
                                            <p:cond delay="499"/>
                                          </p:stCondLst>
                                        </p:cTn>
                                        <p:tgtEl>
                                          <p:spTgt spid="194"/>
                                        </p:tgtEl>
                                        <p:attrNameLst>
                                          <p:attrName>style.visibility</p:attrName>
                                        </p:attrNameLst>
                                      </p:cBhvr>
                                      <p:to>
                                        <p:strVal val="hidden"/>
                                      </p:to>
                                    </p:set>
                                  </p:childTnLst>
                                </p:cTn>
                              </p:par>
                              <p:par>
                                <p:cTn id="666" presetID="22" presetClass="entr" presetSubtype="8" fill="hold" nodeType="withEffect">
                                  <p:stCondLst>
                                    <p:cond delay="0"/>
                                  </p:stCondLst>
                                  <p:childTnLst>
                                    <p:set>
                                      <p:cBhvr>
                                        <p:cTn id="667" dur="1" fill="hold">
                                          <p:stCondLst>
                                            <p:cond delay="0"/>
                                          </p:stCondLst>
                                        </p:cTn>
                                        <p:tgtEl>
                                          <p:spTgt spid="195"/>
                                        </p:tgtEl>
                                        <p:attrNameLst>
                                          <p:attrName>style.visibility</p:attrName>
                                        </p:attrNameLst>
                                      </p:cBhvr>
                                      <p:to>
                                        <p:strVal val="visible"/>
                                      </p:to>
                                    </p:set>
                                    <p:animEffect transition="in" filter="wipe(left)">
                                      <p:cBhvr>
                                        <p:cTn id="668" dur="1000"/>
                                        <p:tgtEl>
                                          <p:spTgt spid="195"/>
                                        </p:tgtEl>
                                      </p:cBhvr>
                                    </p:animEffect>
                                  </p:childTnLst>
                                </p:cTn>
                              </p:par>
                            </p:childTnLst>
                          </p:cTn>
                        </p:par>
                        <p:par>
                          <p:cTn id="669" fill="hold">
                            <p:stCondLst>
                              <p:cond delay="3000"/>
                            </p:stCondLst>
                            <p:childTnLst>
                              <p:par>
                                <p:cTn id="670" presetID="22" presetClass="exit" presetSubtype="1" fill="hold" nodeType="afterEffect">
                                  <p:stCondLst>
                                    <p:cond delay="0"/>
                                  </p:stCondLst>
                                  <p:childTnLst>
                                    <p:animEffect transition="out" filter="wipe(up)">
                                      <p:cBhvr>
                                        <p:cTn id="671" dur="500"/>
                                        <p:tgtEl>
                                          <p:spTgt spid="195"/>
                                        </p:tgtEl>
                                      </p:cBhvr>
                                    </p:animEffect>
                                    <p:set>
                                      <p:cBhvr>
                                        <p:cTn id="672" dur="1" fill="hold">
                                          <p:stCondLst>
                                            <p:cond delay="499"/>
                                          </p:stCondLst>
                                        </p:cTn>
                                        <p:tgtEl>
                                          <p:spTgt spid="195"/>
                                        </p:tgtEl>
                                        <p:attrNameLst>
                                          <p:attrName>style.visibility</p:attrName>
                                        </p:attrNameLst>
                                      </p:cBhvr>
                                      <p:to>
                                        <p:strVal val="hidden"/>
                                      </p:to>
                                    </p:set>
                                  </p:childTnLst>
                                </p:cTn>
                              </p:par>
                              <p:par>
                                <p:cTn id="673" presetID="22" presetClass="entr" presetSubtype="8" fill="hold" nodeType="withEffect">
                                  <p:stCondLst>
                                    <p:cond delay="0"/>
                                  </p:stCondLst>
                                  <p:childTnLst>
                                    <p:set>
                                      <p:cBhvr>
                                        <p:cTn id="674" dur="1" fill="hold">
                                          <p:stCondLst>
                                            <p:cond delay="0"/>
                                          </p:stCondLst>
                                        </p:cTn>
                                        <p:tgtEl>
                                          <p:spTgt spid="196"/>
                                        </p:tgtEl>
                                        <p:attrNameLst>
                                          <p:attrName>style.visibility</p:attrName>
                                        </p:attrNameLst>
                                      </p:cBhvr>
                                      <p:to>
                                        <p:strVal val="visible"/>
                                      </p:to>
                                    </p:set>
                                    <p:animEffect transition="in" filter="wipe(left)">
                                      <p:cBhvr>
                                        <p:cTn id="675" dur="1000"/>
                                        <p:tgtEl>
                                          <p:spTgt spid="196"/>
                                        </p:tgtEl>
                                      </p:cBhvr>
                                    </p:animEffect>
                                  </p:childTnLst>
                                </p:cTn>
                              </p:par>
                            </p:childTnLst>
                          </p:cTn>
                        </p:par>
                        <p:par>
                          <p:cTn id="676" fill="hold">
                            <p:stCondLst>
                              <p:cond delay="4000"/>
                            </p:stCondLst>
                            <p:childTnLst>
                              <p:par>
                                <p:cTn id="677" presetID="35" presetClass="path" presetSubtype="0" accel="50000" decel="50000" fill="hold" grpId="2" nodeType="afterEffect">
                                  <p:stCondLst>
                                    <p:cond delay="0"/>
                                  </p:stCondLst>
                                  <p:childTnLst>
                                    <p:animMotion origin="layout" path="M 0.06615 0.00093 L -0.13177 -0.00069 " pathEditMode="relative" rAng="0" ptsTypes="AA">
                                      <p:cBhvr>
                                        <p:cTn id="678" dur="1000" fill="hold"/>
                                        <p:tgtEl>
                                          <p:spTgt spid="16"/>
                                        </p:tgtEl>
                                        <p:attrNameLst>
                                          <p:attrName>ppt_x</p:attrName>
                                          <p:attrName>ppt_y</p:attrName>
                                        </p:attrNameLst>
                                      </p:cBhvr>
                                      <p:rCtr x="-9896" y="-93"/>
                                    </p:animMotion>
                                  </p:childTnLst>
                                </p:cTn>
                              </p:par>
                              <p:par>
                                <p:cTn id="679" presetID="35" presetClass="path" presetSubtype="0" accel="50000" decel="50000" fill="hold" grpId="2" nodeType="withEffect">
                                  <p:stCondLst>
                                    <p:cond delay="0"/>
                                  </p:stCondLst>
                                  <p:childTnLst>
                                    <p:animMotion origin="layout" path="M 0.06485 0.00139 L -0.13281 0.00069 " pathEditMode="relative" rAng="0" ptsTypes="AA">
                                      <p:cBhvr>
                                        <p:cTn id="680" dur="1000" fill="hold"/>
                                        <p:tgtEl>
                                          <p:spTgt spid="125"/>
                                        </p:tgtEl>
                                        <p:attrNameLst>
                                          <p:attrName>ppt_x</p:attrName>
                                          <p:attrName>ppt_y</p:attrName>
                                        </p:attrNameLst>
                                      </p:cBhvr>
                                      <p:rCtr x="-9883" y="-46"/>
                                    </p:animMotion>
                                  </p:childTnLst>
                                </p:cTn>
                              </p:par>
                            </p:childTnLst>
                          </p:cTn>
                        </p:par>
                        <p:par>
                          <p:cTn id="681" fill="hold">
                            <p:stCondLst>
                              <p:cond delay="5000"/>
                            </p:stCondLst>
                            <p:childTnLst>
                              <p:par>
                                <p:cTn id="682" presetID="35" presetClass="path" presetSubtype="0" accel="50000" decel="50000" fill="hold" grpId="2" nodeType="afterEffect">
                                  <p:stCondLst>
                                    <p:cond delay="0"/>
                                  </p:stCondLst>
                                  <p:childTnLst>
                                    <p:animMotion origin="layout" path="M 0.13568 -0.00301 L 0.09922 0.00069 " pathEditMode="relative" rAng="0" ptsTypes="AA">
                                      <p:cBhvr>
                                        <p:cTn id="683" dur="1000" fill="hold"/>
                                        <p:tgtEl>
                                          <p:spTgt spid="14"/>
                                        </p:tgtEl>
                                        <p:attrNameLst>
                                          <p:attrName>ppt_x</p:attrName>
                                          <p:attrName>ppt_y</p:attrName>
                                        </p:attrNameLst>
                                      </p:cBhvr>
                                      <p:rCtr x="-1823" y="185"/>
                                    </p:animMotion>
                                  </p:childTnLst>
                                </p:cTn>
                              </p:par>
                              <p:par>
                                <p:cTn id="684" presetID="35" presetClass="path" presetSubtype="0" accel="50000" decel="50000" fill="hold" grpId="2" nodeType="withEffect">
                                  <p:stCondLst>
                                    <p:cond delay="0"/>
                                  </p:stCondLst>
                                  <p:childTnLst>
                                    <p:animMotion origin="layout" path="M 0.13177 -1.11111E-6 L 0.09909 -0.00023 " pathEditMode="relative" rAng="0" ptsTypes="AA">
                                      <p:cBhvr>
                                        <p:cTn id="685" dur="1000" fill="hold"/>
                                        <p:tgtEl>
                                          <p:spTgt spid="53"/>
                                        </p:tgtEl>
                                        <p:attrNameLst>
                                          <p:attrName>ppt_x</p:attrName>
                                          <p:attrName>ppt_y</p:attrName>
                                        </p:attrNameLst>
                                      </p:cBhvr>
                                      <p:rCtr x="-1641" y="-23"/>
                                    </p:animMotion>
                                  </p:childTnLst>
                                </p:cTn>
                              </p:par>
                            </p:childTnLst>
                          </p:cTn>
                        </p:par>
                        <p:par>
                          <p:cTn id="686" fill="hold">
                            <p:stCondLst>
                              <p:cond delay="6000"/>
                            </p:stCondLst>
                            <p:childTnLst>
                              <p:par>
                                <p:cTn id="687" presetID="3" presetClass="emph" presetSubtype="2" fill="hold" grpId="0" nodeType="afterEffect">
                                  <p:stCondLst>
                                    <p:cond delay="0"/>
                                  </p:stCondLst>
                                  <p:childTnLst>
                                    <p:animClr clrSpc="rgb" dir="cw">
                                      <p:cBhvr override="childStyle">
                                        <p:cTn id="688" dur="500" fill="hold"/>
                                        <p:tgtEl>
                                          <p:spTgt spid="43"/>
                                        </p:tgtEl>
                                        <p:attrNameLst>
                                          <p:attrName>style.color</p:attrName>
                                        </p:attrNameLst>
                                      </p:cBhvr>
                                      <p:to>
                                        <a:srgbClr val="DF291B"/>
                                      </p:to>
                                    </p:animClr>
                                  </p:childTnLst>
                                  <p:subTnLst>
                                    <p:animClr clrSpc="rgb" dir="cw">
                                      <p:cBhvr override="childStyle">
                                        <p:cTn dur="1" fill="hold" display="0" masterRel="nextClick" afterEffect="1"/>
                                        <p:tgtEl>
                                          <p:spTgt spid="43"/>
                                        </p:tgtEl>
                                        <p:attrNameLst>
                                          <p:attrName>ppt_c</p:attrName>
                                        </p:attrNameLst>
                                      </p:cBhvr>
                                      <p:to>
                                        <a:srgbClr val="DF291B"/>
                                      </p:to>
                                    </p:animClr>
                                  </p:subTnLst>
                                </p:cTn>
                              </p:par>
                              <p:par>
                                <p:cTn id="689" presetID="3" presetClass="emph" presetSubtype="2" fill="hold" grpId="3" nodeType="withEffect">
                                  <p:stCondLst>
                                    <p:cond delay="0"/>
                                  </p:stCondLst>
                                  <p:childTnLst>
                                    <p:animClr clrSpc="rgb" dir="cw">
                                      <p:cBhvr override="childStyle">
                                        <p:cTn id="690" dur="500" fill="hold"/>
                                        <p:tgtEl>
                                          <p:spTgt spid="14"/>
                                        </p:tgtEl>
                                        <p:attrNameLst>
                                          <p:attrName>style.color</p:attrName>
                                        </p:attrNameLst>
                                      </p:cBhvr>
                                      <p:to>
                                        <a:srgbClr val="DF291B"/>
                                      </p:to>
                                    </p:animClr>
                                  </p:childTnLst>
                                  <p:subTnLst>
                                    <p:animClr clrSpc="rgb" dir="cw">
                                      <p:cBhvr override="childStyle">
                                        <p:cTn dur="1" fill="hold" display="0" masterRel="nextClick" afterEffect="1"/>
                                        <p:tgtEl>
                                          <p:spTgt spid="14"/>
                                        </p:tgtEl>
                                        <p:attrNameLst>
                                          <p:attrName>ppt_c</p:attrName>
                                        </p:attrNameLst>
                                      </p:cBhvr>
                                      <p:to>
                                        <a:srgbClr val="DF291B"/>
                                      </p:to>
                                    </p:animClr>
                                  </p:subTnLst>
                                </p:cTn>
                              </p:par>
                            </p:childTnLst>
                          </p:cTn>
                        </p:par>
                        <p:par>
                          <p:cTn id="691" fill="hold">
                            <p:stCondLst>
                              <p:cond delay="6500"/>
                            </p:stCondLst>
                            <p:childTnLst>
                              <p:par>
                                <p:cTn id="692" presetID="63" presetClass="path" presetSubtype="0" accel="50000" decel="50000" fill="hold" grpId="3" nodeType="afterEffect">
                                  <p:stCondLst>
                                    <p:cond delay="0"/>
                                  </p:stCondLst>
                                  <p:childTnLst>
                                    <p:animMotion origin="layout" path="M -0.13177 -0.00069 L 0.10026 -0.00069 " pathEditMode="relative" rAng="0" ptsTypes="AA">
                                      <p:cBhvr>
                                        <p:cTn id="693" dur="1000" fill="hold"/>
                                        <p:tgtEl>
                                          <p:spTgt spid="16"/>
                                        </p:tgtEl>
                                        <p:attrNameLst>
                                          <p:attrName>ppt_x</p:attrName>
                                          <p:attrName>ppt_y</p:attrName>
                                        </p:attrNameLst>
                                      </p:cBhvr>
                                      <p:rCtr x="11602" y="0"/>
                                    </p:animMotion>
                                  </p:childTnLst>
                                </p:cTn>
                              </p:par>
                              <p:par>
                                <p:cTn id="694" presetID="63" presetClass="path" presetSubtype="0" accel="50000" decel="50000" fill="hold" grpId="3" nodeType="withEffect">
                                  <p:stCondLst>
                                    <p:cond delay="0"/>
                                  </p:stCondLst>
                                  <p:childTnLst>
                                    <p:animMotion origin="layout" path="M -0.13281 0.00069 L 0.09805 -0.00023 " pathEditMode="relative" rAng="0" ptsTypes="AA">
                                      <p:cBhvr>
                                        <p:cTn id="695" dur="1000" fill="hold"/>
                                        <p:tgtEl>
                                          <p:spTgt spid="125"/>
                                        </p:tgtEl>
                                        <p:attrNameLst>
                                          <p:attrName>ppt_x</p:attrName>
                                          <p:attrName>ppt_y</p:attrName>
                                        </p:attrNameLst>
                                      </p:cBhvr>
                                      <p:rCtr x="11536" y="-46"/>
                                    </p:animMotion>
                                  </p:childTnLst>
                                </p:cTn>
                              </p:par>
                            </p:childTnLst>
                          </p:cTn>
                        </p:par>
                        <p:par>
                          <p:cTn id="696" fill="hold">
                            <p:stCondLst>
                              <p:cond delay="7500"/>
                            </p:stCondLst>
                            <p:childTnLst>
                              <p:par>
                                <p:cTn id="697" presetID="63" presetClass="path" presetSubtype="0" accel="50000" decel="50000" fill="hold" grpId="2" nodeType="afterEffect">
                                  <p:stCondLst>
                                    <p:cond delay="0"/>
                                  </p:stCondLst>
                                  <p:childTnLst>
                                    <p:animMotion origin="layout" path="M 0.2142 -0.00046 L 0.3181 0.00186 " pathEditMode="relative" rAng="0" ptsTypes="AA">
                                      <p:cBhvr>
                                        <p:cTn id="698" dur="1000" fill="hold"/>
                                        <p:tgtEl>
                                          <p:spTgt spid="55"/>
                                        </p:tgtEl>
                                        <p:attrNameLst>
                                          <p:attrName>ppt_x</p:attrName>
                                          <p:attrName>ppt_y</p:attrName>
                                        </p:attrNameLst>
                                      </p:cBhvr>
                                      <p:rCtr x="5195" y="116"/>
                                    </p:animMotion>
                                  </p:childTnLst>
                                </p:cTn>
                              </p:par>
                              <p:par>
                                <p:cTn id="699" presetID="35" presetClass="path" presetSubtype="0" accel="50000" decel="50000" fill="hold" grpId="3" nodeType="withEffect">
                                  <p:stCondLst>
                                    <p:cond delay="0"/>
                                  </p:stCondLst>
                                  <p:childTnLst>
                                    <p:animMotion origin="layout" path="M 0.3681 0.00139 L 0.26602 -0.00116 " pathEditMode="relative" rAng="0" ptsTypes="AA">
                                      <p:cBhvr>
                                        <p:cTn id="700" dur="1000" fill="hold"/>
                                        <p:tgtEl>
                                          <p:spTgt spid="60"/>
                                        </p:tgtEl>
                                        <p:attrNameLst>
                                          <p:attrName>ppt_x</p:attrName>
                                          <p:attrName>ppt_y</p:attrName>
                                        </p:attrNameLst>
                                      </p:cBhvr>
                                      <p:rCtr x="-5104" y="-139"/>
                                    </p:animMotion>
                                  </p:childTnLst>
                                </p:cTn>
                              </p:par>
                            </p:childTnLst>
                          </p:cTn>
                        </p:par>
                        <p:par>
                          <p:cTn id="701" fill="hold">
                            <p:stCondLst>
                              <p:cond delay="8500"/>
                            </p:stCondLst>
                            <p:childTnLst>
                              <p:par>
                                <p:cTn id="702" presetID="3" presetClass="emph" presetSubtype="2" fill="hold" grpId="2" nodeType="afterEffect">
                                  <p:stCondLst>
                                    <p:cond delay="0"/>
                                  </p:stCondLst>
                                  <p:childTnLst>
                                    <p:animClr clrSpc="rgb" dir="cw">
                                      <p:cBhvr override="childStyle">
                                        <p:cTn id="703" dur="500" fill="hold"/>
                                        <p:tgtEl>
                                          <p:spTgt spid="60"/>
                                        </p:tgtEl>
                                        <p:attrNameLst>
                                          <p:attrName>style.color</p:attrName>
                                        </p:attrNameLst>
                                      </p:cBhvr>
                                      <p:to>
                                        <a:srgbClr val="DF291B"/>
                                      </p:to>
                                    </p:animClr>
                                  </p:childTnLst>
                                  <p:subTnLst>
                                    <p:animClr clrSpc="rgb" dir="cw">
                                      <p:cBhvr override="childStyle">
                                        <p:cTn dur="1" fill="hold" display="0" masterRel="nextClick" afterEffect="1"/>
                                        <p:tgtEl>
                                          <p:spTgt spid="60"/>
                                        </p:tgtEl>
                                        <p:attrNameLst>
                                          <p:attrName>ppt_c</p:attrName>
                                        </p:attrNameLst>
                                      </p:cBhvr>
                                      <p:to>
                                        <a:srgbClr val="DF291B"/>
                                      </p:to>
                                    </p:animClr>
                                  </p:subTnLst>
                                </p:cTn>
                              </p:par>
                              <p:par>
                                <p:cTn id="704" presetID="3" presetClass="emph" presetSubtype="2" fill="hold" grpId="0" nodeType="withEffect">
                                  <p:stCondLst>
                                    <p:cond delay="0"/>
                                  </p:stCondLst>
                                  <p:childTnLst>
                                    <p:animClr clrSpc="rgb" dir="cw">
                                      <p:cBhvr override="childStyle">
                                        <p:cTn id="705" dur="500" fill="hold"/>
                                        <p:tgtEl>
                                          <p:spTgt spid="7"/>
                                        </p:tgtEl>
                                        <p:attrNameLst>
                                          <p:attrName>style.color</p:attrName>
                                        </p:attrNameLst>
                                      </p:cBhvr>
                                      <p:to>
                                        <a:srgbClr val="DF291B"/>
                                      </p:to>
                                    </p:animClr>
                                  </p:childTnLst>
                                  <p:subTnLst>
                                    <p:animClr clrSpc="rgb" dir="cw">
                                      <p:cBhvr override="childStyle">
                                        <p:cTn dur="1" fill="hold" display="0" masterRel="nextClick" afterEffect="1"/>
                                        <p:tgtEl>
                                          <p:spTgt spid="7"/>
                                        </p:tgtEl>
                                        <p:attrNameLst>
                                          <p:attrName>ppt_c</p:attrName>
                                        </p:attrNameLst>
                                      </p:cBhvr>
                                      <p:to>
                                        <a:srgbClr val="DF291B"/>
                                      </p:to>
                                    </p:animClr>
                                  </p:subTnLst>
                                </p:cTn>
                              </p:par>
                            </p:childTnLst>
                          </p:cTn>
                        </p:par>
                        <p:par>
                          <p:cTn id="706" fill="hold">
                            <p:stCondLst>
                              <p:cond delay="9000"/>
                            </p:stCondLst>
                            <p:childTnLst>
                              <p:par>
                                <p:cTn id="707" presetID="22" presetClass="exit" presetSubtype="1" fill="hold" nodeType="afterEffect">
                                  <p:stCondLst>
                                    <p:cond delay="0"/>
                                  </p:stCondLst>
                                  <p:childTnLst>
                                    <p:animEffect transition="out" filter="wipe(up)">
                                      <p:cBhvr>
                                        <p:cTn id="708" dur="500"/>
                                        <p:tgtEl>
                                          <p:spTgt spid="196"/>
                                        </p:tgtEl>
                                      </p:cBhvr>
                                    </p:animEffect>
                                    <p:set>
                                      <p:cBhvr>
                                        <p:cTn id="709" dur="1" fill="hold">
                                          <p:stCondLst>
                                            <p:cond delay="499"/>
                                          </p:stCondLst>
                                        </p:cTn>
                                        <p:tgtEl>
                                          <p:spTgt spid="196"/>
                                        </p:tgtEl>
                                        <p:attrNameLst>
                                          <p:attrName>style.visibility</p:attrName>
                                        </p:attrNameLst>
                                      </p:cBhvr>
                                      <p:to>
                                        <p:strVal val="hidden"/>
                                      </p:to>
                                    </p:set>
                                  </p:childTnLst>
                                </p:cTn>
                              </p:par>
                              <p:par>
                                <p:cTn id="710" presetID="22" presetClass="entr" presetSubtype="8" fill="hold" nodeType="withEffect">
                                  <p:stCondLst>
                                    <p:cond delay="0"/>
                                  </p:stCondLst>
                                  <p:childTnLst>
                                    <p:set>
                                      <p:cBhvr>
                                        <p:cTn id="711" dur="1" fill="hold">
                                          <p:stCondLst>
                                            <p:cond delay="0"/>
                                          </p:stCondLst>
                                        </p:cTn>
                                        <p:tgtEl>
                                          <p:spTgt spid="197"/>
                                        </p:tgtEl>
                                        <p:attrNameLst>
                                          <p:attrName>style.visibility</p:attrName>
                                        </p:attrNameLst>
                                      </p:cBhvr>
                                      <p:to>
                                        <p:strVal val="visible"/>
                                      </p:to>
                                    </p:set>
                                    <p:animEffect transition="in" filter="wipe(left)">
                                      <p:cBhvr>
                                        <p:cTn id="712" dur="1000"/>
                                        <p:tgtEl>
                                          <p:spTgt spid="197"/>
                                        </p:tgtEl>
                                      </p:cBhvr>
                                    </p:animEffect>
                                  </p:childTnLst>
                                </p:cTn>
                              </p:par>
                            </p:childTnLst>
                          </p:cTn>
                        </p:par>
                        <p:par>
                          <p:cTn id="713" fill="hold">
                            <p:stCondLst>
                              <p:cond delay="10000"/>
                            </p:stCondLst>
                            <p:childTnLst>
                              <p:par>
                                <p:cTn id="714" presetID="10" presetClass="exit" presetSubtype="0" fill="hold" grpId="3" nodeType="afterEffect">
                                  <p:stCondLst>
                                    <p:cond delay="0"/>
                                  </p:stCondLst>
                                  <p:childTnLst>
                                    <p:animEffect transition="out" filter="fade">
                                      <p:cBhvr>
                                        <p:cTn id="715" dur="500"/>
                                        <p:tgtEl>
                                          <p:spTgt spid="53"/>
                                        </p:tgtEl>
                                      </p:cBhvr>
                                    </p:animEffect>
                                    <p:set>
                                      <p:cBhvr>
                                        <p:cTn id="716" dur="1" fill="hold">
                                          <p:stCondLst>
                                            <p:cond delay="499"/>
                                          </p:stCondLst>
                                        </p:cTn>
                                        <p:tgtEl>
                                          <p:spTgt spid="53"/>
                                        </p:tgtEl>
                                        <p:attrNameLst>
                                          <p:attrName>style.visibility</p:attrName>
                                        </p:attrNameLst>
                                      </p:cBhvr>
                                      <p:to>
                                        <p:strVal val="hidden"/>
                                      </p:to>
                                    </p:set>
                                  </p:childTnLst>
                                </p:cTn>
                              </p:par>
                              <p:par>
                                <p:cTn id="717" presetID="10" presetClass="exit" presetSubtype="0" fill="hold" grpId="0" nodeType="withEffect">
                                  <p:stCondLst>
                                    <p:cond delay="0"/>
                                  </p:stCondLst>
                                  <p:childTnLst>
                                    <p:animEffect transition="out" filter="fade">
                                      <p:cBhvr>
                                        <p:cTn id="718" dur="500"/>
                                        <p:tgtEl>
                                          <p:spTgt spid="133"/>
                                        </p:tgtEl>
                                      </p:cBhvr>
                                    </p:animEffect>
                                    <p:set>
                                      <p:cBhvr>
                                        <p:cTn id="719" dur="1" fill="hold">
                                          <p:stCondLst>
                                            <p:cond delay="499"/>
                                          </p:stCondLst>
                                        </p:cTn>
                                        <p:tgtEl>
                                          <p:spTgt spid="133"/>
                                        </p:tgtEl>
                                        <p:attrNameLst>
                                          <p:attrName>style.visibility</p:attrName>
                                        </p:attrNameLst>
                                      </p:cBhvr>
                                      <p:to>
                                        <p:strVal val="hidden"/>
                                      </p:to>
                                    </p:set>
                                  </p:childTnLst>
                                </p:cTn>
                              </p:par>
                            </p:childTnLst>
                          </p:cTn>
                        </p:par>
                        <p:par>
                          <p:cTn id="720" fill="hold">
                            <p:stCondLst>
                              <p:cond delay="10500"/>
                            </p:stCondLst>
                            <p:childTnLst>
                              <p:par>
                                <p:cTn id="721" presetID="22" presetClass="entr" presetSubtype="4" fill="hold" grpId="0" nodeType="afterEffect">
                                  <p:stCondLst>
                                    <p:cond delay="0"/>
                                  </p:stCondLst>
                                  <p:childTnLst>
                                    <p:set>
                                      <p:cBhvr>
                                        <p:cTn id="722" dur="1" fill="hold">
                                          <p:stCondLst>
                                            <p:cond delay="0"/>
                                          </p:stCondLst>
                                        </p:cTn>
                                        <p:tgtEl>
                                          <p:spTgt spid="177"/>
                                        </p:tgtEl>
                                        <p:attrNameLst>
                                          <p:attrName>style.visibility</p:attrName>
                                        </p:attrNameLst>
                                      </p:cBhvr>
                                      <p:to>
                                        <p:strVal val="visible"/>
                                      </p:to>
                                    </p:set>
                                    <p:animEffect transition="in" filter="wipe(down)">
                                      <p:cBhvr>
                                        <p:cTn id="723" dur="500"/>
                                        <p:tgtEl>
                                          <p:spTgt spid="177"/>
                                        </p:tgtEl>
                                      </p:cBhvr>
                                    </p:animEffect>
                                  </p:childTnLst>
                                </p:cTn>
                              </p:par>
                              <p:par>
                                <p:cTn id="724" presetID="22" presetClass="entr" presetSubtype="1" fill="hold" grpId="0" nodeType="withEffect">
                                  <p:stCondLst>
                                    <p:cond delay="0"/>
                                  </p:stCondLst>
                                  <p:childTnLst>
                                    <p:set>
                                      <p:cBhvr>
                                        <p:cTn id="725" dur="1" fill="hold">
                                          <p:stCondLst>
                                            <p:cond delay="0"/>
                                          </p:stCondLst>
                                        </p:cTn>
                                        <p:tgtEl>
                                          <p:spTgt spid="178"/>
                                        </p:tgtEl>
                                        <p:attrNameLst>
                                          <p:attrName>style.visibility</p:attrName>
                                        </p:attrNameLst>
                                      </p:cBhvr>
                                      <p:to>
                                        <p:strVal val="visible"/>
                                      </p:to>
                                    </p:set>
                                    <p:animEffect transition="in" filter="wipe(up)">
                                      <p:cBhvr>
                                        <p:cTn id="726" dur="500"/>
                                        <p:tgtEl>
                                          <p:spTgt spid="178"/>
                                        </p:tgtEl>
                                      </p:cBhvr>
                                    </p:animEffect>
                                  </p:childTnLst>
                                </p:cTn>
                              </p:par>
                            </p:childTnLst>
                          </p:cTn>
                        </p:par>
                        <p:par>
                          <p:cTn id="727" fill="hold">
                            <p:stCondLst>
                              <p:cond delay="11000"/>
                            </p:stCondLst>
                            <p:childTnLst>
                              <p:par>
                                <p:cTn id="728" presetID="22" presetClass="exit" presetSubtype="2" fill="hold" nodeType="afterEffect">
                                  <p:stCondLst>
                                    <p:cond delay="0"/>
                                  </p:stCondLst>
                                  <p:childTnLst>
                                    <p:animEffect transition="out" filter="wipe(right)">
                                      <p:cBhvr>
                                        <p:cTn id="729" dur="500"/>
                                        <p:tgtEl>
                                          <p:spTgt spid="141"/>
                                        </p:tgtEl>
                                      </p:cBhvr>
                                    </p:animEffect>
                                    <p:set>
                                      <p:cBhvr>
                                        <p:cTn id="730" dur="1" fill="hold">
                                          <p:stCondLst>
                                            <p:cond delay="499"/>
                                          </p:stCondLst>
                                        </p:cTn>
                                        <p:tgtEl>
                                          <p:spTgt spid="141"/>
                                        </p:tgtEl>
                                        <p:attrNameLst>
                                          <p:attrName>style.visibility</p:attrName>
                                        </p:attrNameLst>
                                      </p:cBhvr>
                                      <p:to>
                                        <p:strVal val="hidden"/>
                                      </p:to>
                                    </p:set>
                                  </p:childTnLst>
                                </p:cTn>
                              </p:par>
                            </p:childTnLst>
                          </p:cTn>
                        </p:par>
                        <p:par>
                          <p:cTn id="731" fill="hold">
                            <p:stCondLst>
                              <p:cond delay="11500"/>
                            </p:stCondLst>
                            <p:childTnLst>
                              <p:par>
                                <p:cTn id="732" presetID="22" presetClass="entr" presetSubtype="8" fill="hold" nodeType="afterEffect">
                                  <p:stCondLst>
                                    <p:cond delay="0"/>
                                  </p:stCondLst>
                                  <p:childTnLst>
                                    <p:set>
                                      <p:cBhvr>
                                        <p:cTn id="733" dur="1" fill="hold">
                                          <p:stCondLst>
                                            <p:cond delay="0"/>
                                          </p:stCondLst>
                                        </p:cTn>
                                        <p:tgtEl>
                                          <p:spTgt spid="179"/>
                                        </p:tgtEl>
                                        <p:attrNameLst>
                                          <p:attrName>style.visibility</p:attrName>
                                        </p:attrNameLst>
                                      </p:cBhvr>
                                      <p:to>
                                        <p:strVal val="visible"/>
                                      </p:to>
                                    </p:set>
                                    <p:animEffect transition="in" filter="wipe(left)">
                                      <p:cBhvr>
                                        <p:cTn id="734" dur="500"/>
                                        <p:tgtEl>
                                          <p:spTgt spid="179"/>
                                        </p:tgtEl>
                                      </p:cBhvr>
                                    </p:animEffect>
                                  </p:childTnLst>
                                </p:cTn>
                              </p:par>
                            </p:childTnLst>
                          </p:cTn>
                        </p:par>
                      </p:childTnLst>
                    </p:cTn>
                  </p:par>
                  <p:par>
                    <p:cTn id="735" fill="hold">
                      <p:stCondLst>
                        <p:cond delay="indefinite"/>
                      </p:stCondLst>
                      <p:childTnLst>
                        <p:par>
                          <p:cTn id="736" fill="hold">
                            <p:stCondLst>
                              <p:cond delay="0"/>
                            </p:stCondLst>
                            <p:childTnLst>
                              <p:par>
                                <p:cTn id="737" presetID="22" presetClass="exit" presetSubtype="1" fill="hold" nodeType="clickEffect">
                                  <p:stCondLst>
                                    <p:cond delay="0"/>
                                  </p:stCondLst>
                                  <p:childTnLst>
                                    <p:animEffect transition="out" filter="wipe(up)">
                                      <p:cBhvr>
                                        <p:cTn id="738" dur="500"/>
                                        <p:tgtEl>
                                          <p:spTgt spid="197"/>
                                        </p:tgtEl>
                                      </p:cBhvr>
                                    </p:animEffect>
                                    <p:set>
                                      <p:cBhvr>
                                        <p:cTn id="739" dur="1" fill="hold">
                                          <p:stCondLst>
                                            <p:cond delay="499"/>
                                          </p:stCondLst>
                                        </p:cTn>
                                        <p:tgtEl>
                                          <p:spTgt spid="197"/>
                                        </p:tgtEl>
                                        <p:attrNameLst>
                                          <p:attrName>style.visibility</p:attrName>
                                        </p:attrNameLst>
                                      </p:cBhvr>
                                      <p:to>
                                        <p:strVal val="hidden"/>
                                      </p:to>
                                    </p:set>
                                  </p:childTnLst>
                                </p:cTn>
                              </p:par>
                              <p:par>
                                <p:cTn id="740" presetID="22" presetClass="entr" presetSubtype="8" fill="hold" nodeType="withEffect">
                                  <p:stCondLst>
                                    <p:cond delay="0"/>
                                  </p:stCondLst>
                                  <p:childTnLst>
                                    <p:set>
                                      <p:cBhvr>
                                        <p:cTn id="741" dur="1" fill="hold">
                                          <p:stCondLst>
                                            <p:cond delay="0"/>
                                          </p:stCondLst>
                                        </p:cTn>
                                        <p:tgtEl>
                                          <p:spTgt spid="198"/>
                                        </p:tgtEl>
                                        <p:attrNameLst>
                                          <p:attrName>style.visibility</p:attrName>
                                        </p:attrNameLst>
                                      </p:cBhvr>
                                      <p:to>
                                        <p:strVal val="visible"/>
                                      </p:to>
                                    </p:set>
                                    <p:animEffect transition="in" filter="wipe(left)">
                                      <p:cBhvr>
                                        <p:cTn id="742" dur="1000"/>
                                        <p:tgtEl>
                                          <p:spTgt spid="198"/>
                                        </p:tgtEl>
                                      </p:cBhvr>
                                    </p:animEffect>
                                  </p:childTnLst>
                                </p:cTn>
                              </p:par>
                            </p:childTnLst>
                          </p:cTn>
                        </p:par>
                        <p:par>
                          <p:cTn id="743" fill="hold">
                            <p:stCondLst>
                              <p:cond delay="1000"/>
                            </p:stCondLst>
                            <p:childTnLst>
                              <p:par>
                                <p:cTn id="744" presetID="35" presetClass="path" presetSubtype="0" accel="50000" decel="50000" fill="hold" nodeType="afterEffect">
                                  <p:stCondLst>
                                    <p:cond delay="0"/>
                                  </p:stCondLst>
                                  <p:childTnLst>
                                    <p:animMotion origin="layout" path="M 0.02591 0.00093 L -0.03815 0.00069 " pathEditMode="relative" rAng="0" ptsTypes="AA">
                                      <p:cBhvr>
                                        <p:cTn id="745" dur="1000" fill="hold"/>
                                        <p:tgtEl>
                                          <p:spTgt spid="552"/>
                                        </p:tgtEl>
                                        <p:attrNameLst>
                                          <p:attrName>ppt_x</p:attrName>
                                          <p:attrName>ppt_y</p:attrName>
                                        </p:attrNameLst>
                                      </p:cBhvr>
                                      <p:rCtr x="-3203" y="-23"/>
                                    </p:animMotion>
                                  </p:childTnLst>
                                </p:cTn>
                              </p:par>
                            </p:childTnLst>
                          </p:cTn>
                        </p:par>
                      </p:childTnLst>
                    </p:cTn>
                  </p:par>
                  <p:par>
                    <p:cTn id="746" fill="hold">
                      <p:stCondLst>
                        <p:cond delay="indefinite"/>
                      </p:stCondLst>
                      <p:childTnLst>
                        <p:par>
                          <p:cTn id="747" fill="hold">
                            <p:stCondLst>
                              <p:cond delay="0"/>
                            </p:stCondLst>
                            <p:childTnLst>
                              <p:par>
                                <p:cTn id="748" presetID="22" presetClass="exit" presetSubtype="1" fill="hold" nodeType="clickEffect">
                                  <p:stCondLst>
                                    <p:cond delay="0"/>
                                  </p:stCondLst>
                                  <p:childTnLst>
                                    <p:animEffect transition="out" filter="wipe(up)">
                                      <p:cBhvr>
                                        <p:cTn id="749" dur="500"/>
                                        <p:tgtEl>
                                          <p:spTgt spid="198"/>
                                        </p:tgtEl>
                                      </p:cBhvr>
                                    </p:animEffect>
                                    <p:set>
                                      <p:cBhvr>
                                        <p:cTn id="750" dur="1" fill="hold">
                                          <p:stCondLst>
                                            <p:cond delay="499"/>
                                          </p:stCondLst>
                                        </p:cTn>
                                        <p:tgtEl>
                                          <p:spTgt spid="198"/>
                                        </p:tgtEl>
                                        <p:attrNameLst>
                                          <p:attrName>style.visibility</p:attrName>
                                        </p:attrNameLst>
                                      </p:cBhvr>
                                      <p:to>
                                        <p:strVal val="hidden"/>
                                      </p:to>
                                    </p:set>
                                  </p:childTnLst>
                                </p:cTn>
                              </p:par>
                              <p:par>
                                <p:cTn id="751" presetID="22" presetClass="entr" presetSubtype="8" fill="hold" nodeType="withEffect">
                                  <p:stCondLst>
                                    <p:cond delay="0"/>
                                  </p:stCondLst>
                                  <p:childTnLst>
                                    <p:set>
                                      <p:cBhvr>
                                        <p:cTn id="752" dur="1" fill="hold">
                                          <p:stCondLst>
                                            <p:cond delay="0"/>
                                          </p:stCondLst>
                                        </p:cTn>
                                        <p:tgtEl>
                                          <p:spTgt spid="192"/>
                                        </p:tgtEl>
                                        <p:attrNameLst>
                                          <p:attrName>style.visibility</p:attrName>
                                        </p:attrNameLst>
                                      </p:cBhvr>
                                      <p:to>
                                        <p:strVal val="visible"/>
                                      </p:to>
                                    </p:set>
                                    <p:animEffect transition="in" filter="wipe(left)">
                                      <p:cBhvr>
                                        <p:cTn id="753" dur="1000"/>
                                        <p:tgtEl>
                                          <p:spTgt spid="192"/>
                                        </p:tgtEl>
                                      </p:cBhvr>
                                    </p:animEffect>
                                  </p:childTnLst>
                                </p:cTn>
                              </p:par>
                            </p:childTnLst>
                          </p:cTn>
                        </p:par>
                        <p:par>
                          <p:cTn id="754" fill="hold">
                            <p:stCondLst>
                              <p:cond delay="1000"/>
                            </p:stCondLst>
                            <p:childTnLst>
                              <p:par>
                                <p:cTn id="755" presetID="63" presetClass="path" presetSubtype="0" accel="50000" decel="50000" fill="hold" nodeType="afterEffect">
                                  <p:stCondLst>
                                    <p:cond delay="0"/>
                                  </p:stCondLst>
                                  <p:childTnLst>
                                    <p:animMotion origin="layout" path="M 0.16601 0.00277 L 0.19909 0.00277 " pathEditMode="relative" rAng="0" ptsTypes="AA">
                                      <p:cBhvr>
                                        <p:cTn id="756" dur="1000" fill="hold"/>
                                        <p:tgtEl>
                                          <p:spTgt spid="556"/>
                                        </p:tgtEl>
                                        <p:attrNameLst>
                                          <p:attrName>ppt_x</p:attrName>
                                          <p:attrName>ppt_y</p:attrName>
                                        </p:attrNameLst>
                                      </p:cBhvr>
                                      <p:rCtr x="1654" y="0"/>
                                    </p:animMotion>
                                  </p:childTnLst>
                                </p:cTn>
                              </p:par>
                            </p:childTnLst>
                          </p:cTn>
                        </p:par>
                      </p:childTnLst>
                    </p:cTn>
                  </p:par>
                  <p:par>
                    <p:cTn id="757" fill="hold">
                      <p:stCondLst>
                        <p:cond delay="indefinite"/>
                      </p:stCondLst>
                      <p:childTnLst>
                        <p:par>
                          <p:cTn id="758" fill="hold">
                            <p:stCondLst>
                              <p:cond delay="0"/>
                            </p:stCondLst>
                            <p:childTnLst>
                              <p:par>
                                <p:cTn id="759" presetID="22" presetClass="exit" presetSubtype="1" fill="hold" nodeType="clickEffect">
                                  <p:stCondLst>
                                    <p:cond delay="0"/>
                                  </p:stCondLst>
                                  <p:childTnLst>
                                    <p:animEffect transition="out" filter="wipe(up)">
                                      <p:cBhvr>
                                        <p:cTn id="760" dur="500"/>
                                        <p:tgtEl>
                                          <p:spTgt spid="192"/>
                                        </p:tgtEl>
                                      </p:cBhvr>
                                    </p:animEffect>
                                    <p:set>
                                      <p:cBhvr>
                                        <p:cTn id="761" dur="1" fill="hold">
                                          <p:stCondLst>
                                            <p:cond delay="499"/>
                                          </p:stCondLst>
                                        </p:cTn>
                                        <p:tgtEl>
                                          <p:spTgt spid="192"/>
                                        </p:tgtEl>
                                        <p:attrNameLst>
                                          <p:attrName>style.visibility</p:attrName>
                                        </p:attrNameLst>
                                      </p:cBhvr>
                                      <p:to>
                                        <p:strVal val="hidden"/>
                                      </p:to>
                                    </p:set>
                                  </p:childTnLst>
                                </p:cTn>
                              </p:par>
                              <p:par>
                                <p:cTn id="762" presetID="22" presetClass="entr" presetSubtype="8" fill="hold" nodeType="withEffect">
                                  <p:stCondLst>
                                    <p:cond delay="0"/>
                                  </p:stCondLst>
                                  <p:childTnLst>
                                    <p:set>
                                      <p:cBhvr>
                                        <p:cTn id="763" dur="1" fill="hold">
                                          <p:stCondLst>
                                            <p:cond delay="0"/>
                                          </p:stCondLst>
                                        </p:cTn>
                                        <p:tgtEl>
                                          <p:spTgt spid="193"/>
                                        </p:tgtEl>
                                        <p:attrNameLst>
                                          <p:attrName>style.visibility</p:attrName>
                                        </p:attrNameLst>
                                      </p:cBhvr>
                                      <p:to>
                                        <p:strVal val="visible"/>
                                      </p:to>
                                    </p:set>
                                    <p:animEffect transition="in" filter="wipe(left)">
                                      <p:cBhvr>
                                        <p:cTn id="764" dur="1000"/>
                                        <p:tgtEl>
                                          <p:spTgt spid="193"/>
                                        </p:tgtEl>
                                      </p:cBhvr>
                                    </p:animEffect>
                                  </p:childTnLst>
                                </p:cTn>
                              </p:par>
                            </p:childTnLst>
                          </p:cTn>
                        </p:par>
                        <p:par>
                          <p:cTn id="765" fill="hold">
                            <p:stCondLst>
                              <p:cond delay="1000"/>
                            </p:stCondLst>
                            <p:childTnLst>
                              <p:par>
                                <p:cTn id="766" presetID="63" presetClass="path" presetSubtype="0" accel="50000" decel="50000" fill="hold" nodeType="afterEffect">
                                  <p:stCondLst>
                                    <p:cond delay="0"/>
                                  </p:stCondLst>
                                  <p:childTnLst>
                                    <p:animMotion origin="layout" path="M -0.02604 0.00208 L 0.07461 0.00093 " pathEditMode="relative" rAng="0" ptsTypes="AA">
                                      <p:cBhvr>
                                        <p:cTn id="767" dur="1000" fill="hold"/>
                                        <p:tgtEl>
                                          <p:spTgt spid="552"/>
                                        </p:tgtEl>
                                        <p:attrNameLst>
                                          <p:attrName>ppt_x</p:attrName>
                                          <p:attrName>ppt_y</p:attrName>
                                        </p:attrNameLst>
                                      </p:cBhvr>
                                      <p:rCtr x="5026" y="-69"/>
                                    </p:animMotion>
                                  </p:childTnLst>
                                </p:cTn>
                              </p:par>
                            </p:childTnLst>
                          </p:cTn>
                        </p:par>
                        <p:par>
                          <p:cTn id="768" fill="hold">
                            <p:stCondLst>
                              <p:cond delay="2000"/>
                            </p:stCondLst>
                            <p:childTnLst>
                              <p:par>
                                <p:cTn id="769" presetID="32" presetClass="emph" presetSubtype="0" fill="hold" nodeType="afterEffect">
                                  <p:stCondLst>
                                    <p:cond delay="0"/>
                                  </p:stCondLst>
                                  <p:childTnLst>
                                    <p:animRot by="120000">
                                      <p:cBhvr>
                                        <p:cTn id="770" dur="100" fill="hold">
                                          <p:stCondLst>
                                            <p:cond delay="0"/>
                                          </p:stCondLst>
                                        </p:cTn>
                                        <p:tgtEl>
                                          <p:spTgt spid="193"/>
                                        </p:tgtEl>
                                        <p:attrNameLst>
                                          <p:attrName>r</p:attrName>
                                        </p:attrNameLst>
                                      </p:cBhvr>
                                    </p:animRot>
                                    <p:animRot by="-240000">
                                      <p:cBhvr>
                                        <p:cTn id="771" dur="200" fill="hold">
                                          <p:stCondLst>
                                            <p:cond delay="200"/>
                                          </p:stCondLst>
                                        </p:cTn>
                                        <p:tgtEl>
                                          <p:spTgt spid="193"/>
                                        </p:tgtEl>
                                        <p:attrNameLst>
                                          <p:attrName>r</p:attrName>
                                        </p:attrNameLst>
                                      </p:cBhvr>
                                    </p:animRot>
                                    <p:animRot by="240000">
                                      <p:cBhvr>
                                        <p:cTn id="772" dur="200" fill="hold">
                                          <p:stCondLst>
                                            <p:cond delay="400"/>
                                          </p:stCondLst>
                                        </p:cTn>
                                        <p:tgtEl>
                                          <p:spTgt spid="193"/>
                                        </p:tgtEl>
                                        <p:attrNameLst>
                                          <p:attrName>r</p:attrName>
                                        </p:attrNameLst>
                                      </p:cBhvr>
                                    </p:animRot>
                                    <p:animRot by="-240000">
                                      <p:cBhvr>
                                        <p:cTn id="773" dur="200" fill="hold">
                                          <p:stCondLst>
                                            <p:cond delay="600"/>
                                          </p:stCondLst>
                                        </p:cTn>
                                        <p:tgtEl>
                                          <p:spTgt spid="193"/>
                                        </p:tgtEl>
                                        <p:attrNameLst>
                                          <p:attrName>r</p:attrName>
                                        </p:attrNameLst>
                                      </p:cBhvr>
                                    </p:animRot>
                                    <p:animRot by="120000">
                                      <p:cBhvr>
                                        <p:cTn id="774" dur="200" fill="hold">
                                          <p:stCondLst>
                                            <p:cond delay="800"/>
                                          </p:stCondLst>
                                        </p:cTn>
                                        <p:tgtEl>
                                          <p:spTgt spid="193"/>
                                        </p:tgtEl>
                                        <p:attrNameLst>
                                          <p:attrName>r</p:attrName>
                                        </p:attrNameLst>
                                      </p:cBhvr>
                                    </p:animRot>
                                  </p:childTnLst>
                                </p:cTn>
                              </p:par>
                            </p:childTnLst>
                          </p:cTn>
                        </p:par>
                        <p:par>
                          <p:cTn id="775" fill="hold">
                            <p:stCondLst>
                              <p:cond delay="3000"/>
                            </p:stCondLst>
                            <p:childTnLst>
                              <p:par>
                                <p:cTn id="776" presetID="22" presetClass="exit" presetSubtype="1" fill="hold" nodeType="afterEffect">
                                  <p:stCondLst>
                                    <p:cond delay="0"/>
                                  </p:stCondLst>
                                  <p:childTnLst>
                                    <p:animEffect transition="out" filter="wipe(up)">
                                      <p:cBhvr>
                                        <p:cTn id="777" dur="500"/>
                                        <p:tgtEl>
                                          <p:spTgt spid="193"/>
                                        </p:tgtEl>
                                      </p:cBhvr>
                                    </p:animEffect>
                                    <p:set>
                                      <p:cBhvr>
                                        <p:cTn id="778" dur="1" fill="hold">
                                          <p:stCondLst>
                                            <p:cond delay="499"/>
                                          </p:stCondLst>
                                        </p:cTn>
                                        <p:tgtEl>
                                          <p:spTgt spid="193"/>
                                        </p:tgtEl>
                                        <p:attrNameLst>
                                          <p:attrName>style.visibility</p:attrName>
                                        </p:attrNameLst>
                                      </p:cBhvr>
                                      <p:to>
                                        <p:strVal val="hidden"/>
                                      </p:to>
                                    </p:set>
                                  </p:childTnLst>
                                </p:cTn>
                              </p:par>
                              <p:par>
                                <p:cTn id="779" presetID="22" presetClass="entr" presetSubtype="8" fill="hold" nodeType="withEffect">
                                  <p:stCondLst>
                                    <p:cond delay="0"/>
                                  </p:stCondLst>
                                  <p:childTnLst>
                                    <p:set>
                                      <p:cBhvr>
                                        <p:cTn id="780" dur="1" fill="hold">
                                          <p:stCondLst>
                                            <p:cond delay="0"/>
                                          </p:stCondLst>
                                        </p:cTn>
                                        <p:tgtEl>
                                          <p:spTgt spid="194"/>
                                        </p:tgtEl>
                                        <p:attrNameLst>
                                          <p:attrName>style.visibility</p:attrName>
                                        </p:attrNameLst>
                                      </p:cBhvr>
                                      <p:to>
                                        <p:strVal val="visible"/>
                                      </p:to>
                                    </p:set>
                                    <p:animEffect transition="in" filter="wipe(left)">
                                      <p:cBhvr>
                                        <p:cTn id="781" dur="1000"/>
                                        <p:tgtEl>
                                          <p:spTgt spid="194"/>
                                        </p:tgtEl>
                                      </p:cBhvr>
                                    </p:animEffect>
                                  </p:childTnLst>
                                </p:cTn>
                              </p:par>
                            </p:childTnLst>
                          </p:cTn>
                        </p:par>
                        <p:par>
                          <p:cTn id="782" fill="hold">
                            <p:stCondLst>
                              <p:cond delay="4000"/>
                            </p:stCondLst>
                            <p:childTnLst>
                              <p:par>
                                <p:cTn id="783" presetID="35" presetClass="path" presetSubtype="0" accel="50000" decel="50000" fill="hold" nodeType="afterEffect">
                                  <p:stCondLst>
                                    <p:cond delay="0"/>
                                  </p:stCondLst>
                                  <p:childTnLst>
                                    <p:animMotion origin="layout" path="M -0.06575 0.00277 L -0.09883 0.00208 " pathEditMode="relative" rAng="0" ptsTypes="AA">
                                      <p:cBhvr>
                                        <p:cTn id="784" dur="1000" fill="hold"/>
                                        <p:tgtEl>
                                          <p:spTgt spid="553"/>
                                        </p:tgtEl>
                                        <p:attrNameLst>
                                          <p:attrName>ppt_x</p:attrName>
                                          <p:attrName>ppt_y</p:attrName>
                                        </p:attrNameLst>
                                      </p:cBhvr>
                                      <p:rCtr x="-1654" y="-46"/>
                                    </p:animMotion>
                                  </p:childTnLst>
                                </p:cTn>
                              </p:par>
                            </p:childTnLst>
                          </p:cTn>
                        </p:par>
                        <p:par>
                          <p:cTn id="785" fill="hold">
                            <p:stCondLst>
                              <p:cond delay="5000"/>
                            </p:stCondLst>
                            <p:childTnLst>
                              <p:par>
                                <p:cTn id="786" presetID="22" presetClass="exit" presetSubtype="1" fill="hold" nodeType="afterEffect">
                                  <p:stCondLst>
                                    <p:cond delay="0"/>
                                  </p:stCondLst>
                                  <p:childTnLst>
                                    <p:animEffect transition="out" filter="wipe(up)">
                                      <p:cBhvr>
                                        <p:cTn id="787" dur="500"/>
                                        <p:tgtEl>
                                          <p:spTgt spid="194"/>
                                        </p:tgtEl>
                                      </p:cBhvr>
                                    </p:animEffect>
                                    <p:set>
                                      <p:cBhvr>
                                        <p:cTn id="788" dur="1" fill="hold">
                                          <p:stCondLst>
                                            <p:cond delay="499"/>
                                          </p:stCondLst>
                                        </p:cTn>
                                        <p:tgtEl>
                                          <p:spTgt spid="194"/>
                                        </p:tgtEl>
                                        <p:attrNameLst>
                                          <p:attrName>style.visibility</p:attrName>
                                        </p:attrNameLst>
                                      </p:cBhvr>
                                      <p:to>
                                        <p:strVal val="hidden"/>
                                      </p:to>
                                    </p:set>
                                  </p:childTnLst>
                                </p:cTn>
                              </p:par>
                              <p:par>
                                <p:cTn id="789" presetID="22" presetClass="entr" presetSubtype="8" fill="hold" nodeType="withEffect">
                                  <p:stCondLst>
                                    <p:cond delay="0"/>
                                  </p:stCondLst>
                                  <p:childTnLst>
                                    <p:set>
                                      <p:cBhvr>
                                        <p:cTn id="790" dur="1" fill="hold">
                                          <p:stCondLst>
                                            <p:cond delay="0"/>
                                          </p:stCondLst>
                                        </p:cTn>
                                        <p:tgtEl>
                                          <p:spTgt spid="195"/>
                                        </p:tgtEl>
                                        <p:attrNameLst>
                                          <p:attrName>style.visibility</p:attrName>
                                        </p:attrNameLst>
                                      </p:cBhvr>
                                      <p:to>
                                        <p:strVal val="visible"/>
                                      </p:to>
                                    </p:set>
                                    <p:animEffect transition="in" filter="wipe(left)">
                                      <p:cBhvr>
                                        <p:cTn id="791" dur="1000"/>
                                        <p:tgtEl>
                                          <p:spTgt spid="195"/>
                                        </p:tgtEl>
                                      </p:cBhvr>
                                    </p:animEffect>
                                  </p:childTnLst>
                                </p:cTn>
                              </p:par>
                            </p:childTnLst>
                          </p:cTn>
                        </p:par>
                        <p:par>
                          <p:cTn id="792" fill="hold">
                            <p:stCondLst>
                              <p:cond delay="6000"/>
                            </p:stCondLst>
                            <p:childTnLst>
                              <p:par>
                                <p:cTn id="793" presetID="22" presetClass="exit" presetSubtype="1" fill="hold" nodeType="afterEffect">
                                  <p:stCondLst>
                                    <p:cond delay="0"/>
                                  </p:stCondLst>
                                  <p:childTnLst>
                                    <p:animEffect transition="out" filter="wipe(up)">
                                      <p:cBhvr>
                                        <p:cTn id="794" dur="500"/>
                                        <p:tgtEl>
                                          <p:spTgt spid="195"/>
                                        </p:tgtEl>
                                      </p:cBhvr>
                                    </p:animEffect>
                                    <p:set>
                                      <p:cBhvr>
                                        <p:cTn id="795" dur="1" fill="hold">
                                          <p:stCondLst>
                                            <p:cond delay="499"/>
                                          </p:stCondLst>
                                        </p:cTn>
                                        <p:tgtEl>
                                          <p:spTgt spid="195"/>
                                        </p:tgtEl>
                                        <p:attrNameLst>
                                          <p:attrName>style.visibility</p:attrName>
                                        </p:attrNameLst>
                                      </p:cBhvr>
                                      <p:to>
                                        <p:strVal val="hidden"/>
                                      </p:to>
                                    </p:set>
                                  </p:childTnLst>
                                </p:cTn>
                              </p:par>
                              <p:par>
                                <p:cTn id="796" presetID="22" presetClass="entr" presetSubtype="8" fill="hold" nodeType="withEffect">
                                  <p:stCondLst>
                                    <p:cond delay="0"/>
                                  </p:stCondLst>
                                  <p:childTnLst>
                                    <p:set>
                                      <p:cBhvr>
                                        <p:cTn id="797" dur="1" fill="hold">
                                          <p:stCondLst>
                                            <p:cond delay="0"/>
                                          </p:stCondLst>
                                        </p:cTn>
                                        <p:tgtEl>
                                          <p:spTgt spid="196"/>
                                        </p:tgtEl>
                                        <p:attrNameLst>
                                          <p:attrName>style.visibility</p:attrName>
                                        </p:attrNameLst>
                                      </p:cBhvr>
                                      <p:to>
                                        <p:strVal val="visible"/>
                                      </p:to>
                                    </p:set>
                                    <p:animEffect transition="in" filter="wipe(left)">
                                      <p:cBhvr>
                                        <p:cTn id="798" dur="1000"/>
                                        <p:tgtEl>
                                          <p:spTgt spid="196"/>
                                        </p:tgtEl>
                                      </p:cBhvr>
                                    </p:animEffect>
                                  </p:childTnLst>
                                </p:cTn>
                              </p:par>
                            </p:childTnLst>
                          </p:cTn>
                        </p:par>
                        <p:par>
                          <p:cTn id="799" fill="hold">
                            <p:stCondLst>
                              <p:cond delay="7000"/>
                            </p:stCondLst>
                            <p:childTnLst>
                              <p:par>
                                <p:cTn id="800" presetID="35" presetClass="path" presetSubtype="0" accel="50000" decel="50000" fill="hold" grpId="4" nodeType="afterEffect">
                                  <p:stCondLst>
                                    <p:cond delay="0"/>
                                  </p:stCondLst>
                                  <p:childTnLst>
                                    <p:animMotion origin="layout" path="M 0.10261 -0.0037 L -0.13177 -0.00069 " pathEditMode="relative" rAng="0" ptsTypes="AA">
                                      <p:cBhvr>
                                        <p:cTn id="801" dur="1000" fill="hold"/>
                                        <p:tgtEl>
                                          <p:spTgt spid="16"/>
                                        </p:tgtEl>
                                        <p:attrNameLst>
                                          <p:attrName>ppt_x</p:attrName>
                                          <p:attrName>ppt_y</p:attrName>
                                        </p:attrNameLst>
                                      </p:cBhvr>
                                      <p:rCtr x="-11719" y="139"/>
                                    </p:animMotion>
                                  </p:childTnLst>
                                </p:cTn>
                              </p:par>
                              <p:par>
                                <p:cTn id="802" presetID="35" presetClass="path" presetSubtype="0" accel="50000" decel="50000" fill="hold" grpId="4" nodeType="withEffect">
                                  <p:stCondLst>
                                    <p:cond delay="0"/>
                                  </p:stCondLst>
                                  <p:childTnLst>
                                    <p:animMotion origin="layout" path="M 0.09766 3.7037E-7 L -0.13281 0.00069 " pathEditMode="relative" rAng="0" ptsTypes="AA">
                                      <p:cBhvr>
                                        <p:cTn id="803" dur="1000" fill="hold"/>
                                        <p:tgtEl>
                                          <p:spTgt spid="125"/>
                                        </p:tgtEl>
                                        <p:attrNameLst>
                                          <p:attrName>ppt_x</p:attrName>
                                          <p:attrName>ppt_y</p:attrName>
                                        </p:attrNameLst>
                                      </p:cBhvr>
                                      <p:rCtr x="-11523" y="23"/>
                                    </p:animMotion>
                                  </p:childTnLst>
                                </p:cTn>
                              </p:par>
                            </p:childTnLst>
                          </p:cTn>
                        </p:par>
                        <p:par>
                          <p:cTn id="804" fill="hold">
                            <p:stCondLst>
                              <p:cond delay="8000"/>
                            </p:stCondLst>
                            <p:childTnLst>
                              <p:par>
                                <p:cTn id="805" presetID="35" presetClass="path" presetSubtype="0" accel="50000" decel="50000" fill="hold" grpId="2" nodeType="afterEffect">
                                  <p:stCondLst>
                                    <p:cond delay="0"/>
                                  </p:stCondLst>
                                  <p:childTnLst>
                                    <p:animMotion origin="layout" path="M 0.09909 -0.00185 L 0.06732 -0.00069 " pathEditMode="relative" rAng="0" ptsTypes="AA">
                                      <p:cBhvr>
                                        <p:cTn id="806" dur="1000" fill="hold"/>
                                        <p:tgtEl>
                                          <p:spTgt spid="18"/>
                                        </p:tgtEl>
                                        <p:attrNameLst>
                                          <p:attrName>ppt_x</p:attrName>
                                          <p:attrName>ppt_y</p:attrName>
                                        </p:attrNameLst>
                                      </p:cBhvr>
                                      <p:rCtr x="-1589" y="46"/>
                                    </p:animMotion>
                                  </p:childTnLst>
                                </p:cTn>
                              </p:par>
                              <p:par>
                                <p:cTn id="807" presetID="35" presetClass="path" presetSubtype="0" accel="50000" decel="50000" fill="hold" grpId="2" nodeType="withEffect">
                                  <p:stCondLst>
                                    <p:cond delay="0"/>
                                  </p:stCondLst>
                                  <p:childTnLst>
                                    <p:animMotion origin="layout" path="M 0.09701 -0.00023 L 0.0668 -0.00139 " pathEditMode="relative" rAng="0" ptsTypes="AA">
                                      <p:cBhvr>
                                        <p:cTn id="808" dur="1000" fill="hold"/>
                                        <p:tgtEl>
                                          <p:spTgt spid="30"/>
                                        </p:tgtEl>
                                        <p:attrNameLst>
                                          <p:attrName>ppt_x</p:attrName>
                                          <p:attrName>ppt_y</p:attrName>
                                        </p:attrNameLst>
                                      </p:cBhvr>
                                      <p:rCtr x="-1510" y="-69"/>
                                    </p:animMotion>
                                  </p:childTnLst>
                                </p:cTn>
                              </p:par>
                            </p:childTnLst>
                          </p:cTn>
                        </p:par>
                        <p:par>
                          <p:cTn id="809" fill="hold">
                            <p:stCondLst>
                              <p:cond delay="9000"/>
                            </p:stCondLst>
                            <p:childTnLst>
                              <p:par>
                                <p:cTn id="810" presetID="3" presetClass="emph" presetSubtype="2" fill="hold" grpId="0" nodeType="afterEffect">
                                  <p:stCondLst>
                                    <p:cond delay="0"/>
                                  </p:stCondLst>
                                  <p:childTnLst>
                                    <p:animClr clrSpc="rgb" dir="cw">
                                      <p:cBhvr override="childStyle">
                                        <p:cTn id="811" dur="500" fill="hold"/>
                                        <p:tgtEl>
                                          <p:spTgt spid="44"/>
                                        </p:tgtEl>
                                        <p:attrNameLst>
                                          <p:attrName>style.color</p:attrName>
                                        </p:attrNameLst>
                                      </p:cBhvr>
                                      <p:to>
                                        <a:srgbClr val="DF291B"/>
                                      </p:to>
                                    </p:animClr>
                                  </p:childTnLst>
                                  <p:subTnLst>
                                    <p:animClr clrSpc="rgb" dir="cw">
                                      <p:cBhvr override="childStyle">
                                        <p:cTn dur="1" fill="hold" display="0" masterRel="nextClick" afterEffect="1"/>
                                        <p:tgtEl>
                                          <p:spTgt spid="44"/>
                                        </p:tgtEl>
                                        <p:attrNameLst>
                                          <p:attrName>ppt_c</p:attrName>
                                        </p:attrNameLst>
                                      </p:cBhvr>
                                      <p:to>
                                        <a:srgbClr val="DF291B"/>
                                      </p:to>
                                    </p:animClr>
                                  </p:subTnLst>
                                </p:cTn>
                              </p:par>
                              <p:par>
                                <p:cTn id="812" presetID="3" presetClass="emph" presetSubtype="2" fill="hold" grpId="3" nodeType="withEffect">
                                  <p:stCondLst>
                                    <p:cond delay="0"/>
                                  </p:stCondLst>
                                  <p:childTnLst>
                                    <p:animClr clrSpc="rgb" dir="cw">
                                      <p:cBhvr override="childStyle">
                                        <p:cTn id="813" dur="500" fill="hold"/>
                                        <p:tgtEl>
                                          <p:spTgt spid="18"/>
                                        </p:tgtEl>
                                        <p:attrNameLst>
                                          <p:attrName>style.color</p:attrName>
                                        </p:attrNameLst>
                                      </p:cBhvr>
                                      <p:to>
                                        <a:srgbClr val="DF291B"/>
                                      </p:to>
                                    </p:animClr>
                                  </p:childTnLst>
                                  <p:subTnLst>
                                    <p:animClr clrSpc="rgb" dir="cw">
                                      <p:cBhvr override="childStyle">
                                        <p:cTn dur="1" fill="hold" display="0" masterRel="nextClick" afterEffect="1"/>
                                        <p:tgtEl>
                                          <p:spTgt spid="18"/>
                                        </p:tgtEl>
                                        <p:attrNameLst>
                                          <p:attrName>ppt_c</p:attrName>
                                        </p:attrNameLst>
                                      </p:cBhvr>
                                      <p:to>
                                        <a:srgbClr val="DF291B"/>
                                      </p:to>
                                    </p:animClr>
                                  </p:subTnLst>
                                </p:cTn>
                              </p:par>
                            </p:childTnLst>
                          </p:cTn>
                        </p:par>
                        <p:par>
                          <p:cTn id="814" fill="hold">
                            <p:stCondLst>
                              <p:cond delay="9500"/>
                            </p:stCondLst>
                            <p:childTnLst>
                              <p:par>
                                <p:cTn id="815" presetID="63" presetClass="path" presetSubtype="0" accel="50000" decel="50000" fill="hold" grpId="5" nodeType="afterEffect">
                                  <p:stCondLst>
                                    <p:cond delay="0"/>
                                  </p:stCondLst>
                                  <p:childTnLst>
                                    <p:animMotion origin="layout" path="M -0.13177 -0.00069 L 0.13203 -0.00162 " pathEditMode="relative" rAng="0" ptsTypes="AA">
                                      <p:cBhvr>
                                        <p:cTn id="816" dur="1000" fill="hold"/>
                                        <p:tgtEl>
                                          <p:spTgt spid="16"/>
                                        </p:tgtEl>
                                        <p:attrNameLst>
                                          <p:attrName>ppt_x</p:attrName>
                                          <p:attrName>ppt_y</p:attrName>
                                        </p:attrNameLst>
                                      </p:cBhvr>
                                      <p:rCtr x="13190" y="-46"/>
                                    </p:animMotion>
                                  </p:childTnLst>
                                </p:cTn>
                              </p:par>
                              <p:par>
                                <p:cTn id="817" presetID="63" presetClass="path" presetSubtype="0" accel="50000" decel="50000" fill="hold" grpId="5" nodeType="withEffect">
                                  <p:stCondLst>
                                    <p:cond delay="0"/>
                                  </p:stCondLst>
                                  <p:childTnLst>
                                    <p:animMotion origin="layout" path="M -0.13112 0.00069 L 0.13269 -0.00023 " pathEditMode="relative" rAng="0" ptsTypes="AA">
                                      <p:cBhvr>
                                        <p:cTn id="818" dur="1000" fill="hold"/>
                                        <p:tgtEl>
                                          <p:spTgt spid="125"/>
                                        </p:tgtEl>
                                        <p:attrNameLst>
                                          <p:attrName>ppt_x</p:attrName>
                                          <p:attrName>ppt_y</p:attrName>
                                        </p:attrNameLst>
                                      </p:cBhvr>
                                      <p:rCtr x="13190" y="-46"/>
                                    </p:animMotion>
                                  </p:childTnLst>
                                </p:cTn>
                              </p:par>
                            </p:childTnLst>
                          </p:cTn>
                        </p:par>
                        <p:par>
                          <p:cTn id="819" fill="hold">
                            <p:stCondLst>
                              <p:cond delay="10500"/>
                            </p:stCondLst>
                            <p:childTnLst>
                              <p:par>
                                <p:cTn id="820" presetID="35" presetClass="path" presetSubtype="0" accel="50000" decel="50000" fill="hold" grpId="4" nodeType="afterEffect">
                                  <p:stCondLst>
                                    <p:cond delay="0"/>
                                  </p:stCondLst>
                                  <p:childTnLst>
                                    <p:animMotion origin="layout" path="M 0.31654 0.00163 L 0.2681 0.00093 " pathEditMode="relative" rAng="0" ptsTypes="AA">
                                      <p:cBhvr>
                                        <p:cTn id="821" dur="1000" fill="hold"/>
                                        <p:tgtEl>
                                          <p:spTgt spid="55"/>
                                        </p:tgtEl>
                                        <p:attrNameLst>
                                          <p:attrName>ppt_x</p:attrName>
                                          <p:attrName>ppt_y</p:attrName>
                                        </p:attrNameLst>
                                      </p:cBhvr>
                                      <p:rCtr x="-2422" y="-46"/>
                                    </p:animMotion>
                                  </p:childTnLst>
                                </p:cTn>
                              </p:par>
                              <p:par>
                                <p:cTn id="822" presetID="63" presetClass="path" presetSubtype="0" accel="50000" decel="50000" fill="hold" grpId="1" nodeType="withEffect">
                                  <p:stCondLst>
                                    <p:cond delay="0"/>
                                  </p:stCondLst>
                                  <p:childTnLst>
                                    <p:animMotion origin="layout" path="M 0.10547 -0.00069 L 0.15703 0.00232 " pathEditMode="relative" rAng="0" ptsTypes="AA">
                                      <p:cBhvr>
                                        <p:cTn id="823" dur="1000" fill="hold"/>
                                        <p:tgtEl>
                                          <p:spTgt spid="52"/>
                                        </p:tgtEl>
                                        <p:attrNameLst>
                                          <p:attrName>ppt_x</p:attrName>
                                          <p:attrName>ppt_y</p:attrName>
                                        </p:attrNameLst>
                                      </p:cBhvr>
                                      <p:rCtr x="2578" y="139"/>
                                    </p:animMotion>
                                  </p:childTnLst>
                                </p:cTn>
                              </p:par>
                            </p:childTnLst>
                          </p:cTn>
                        </p:par>
                        <p:par>
                          <p:cTn id="824" fill="hold">
                            <p:stCondLst>
                              <p:cond delay="11500"/>
                            </p:stCondLst>
                            <p:childTnLst>
                              <p:par>
                                <p:cTn id="825" presetID="3" presetClass="emph" presetSubtype="2" fill="hold" grpId="3" nodeType="afterEffect">
                                  <p:stCondLst>
                                    <p:cond delay="0"/>
                                  </p:stCondLst>
                                  <p:childTnLst>
                                    <p:animClr clrSpc="rgb" dir="cw">
                                      <p:cBhvr override="childStyle">
                                        <p:cTn id="826" dur="500" fill="hold"/>
                                        <p:tgtEl>
                                          <p:spTgt spid="55"/>
                                        </p:tgtEl>
                                        <p:attrNameLst>
                                          <p:attrName>style.color</p:attrName>
                                        </p:attrNameLst>
                                      </p:cBhvr>
                                      <p:to>
                                        <a:srgbClr val="DF291B"/>
                                      </p:to>
                                    </p:animClr>
                                  </p:childTnLst>
                                  <p:subTnLst>
                                    <p:animClr clrSpc="rgb" dir="cw">
                                      <p:cBhvr override="childStyle">
                                        <p:cTn dur="1" fill="hold" display="0" masterRel="nextClick" afterEffect="1"/>
                                        <p:tgtEl>
                                          <p:spTgt spid="55"/>
                                        </p:tgtEl>
                                        <p:attrNameLst>
                                          <p:attrName>ppt_c</p:attrName>
                                        </p:attrNameLst>
                                      </p:cBhvr>
                                      <p:to>
                                        <a:srgbClr val="DF291B"/>
                                      </p:to>
                                    </p:animClr>
                                  </p:subTnLst>
                                </p:cTn>
                              </p:par>
                              <p:par>
                                <p:cTn id="827" presetID="3" presetClass="emph" presetSubtype="2" fill="hold" grpId="0" nodeType="withEffect">
                                  <p:stCondLst>
                                    <p:cond delay="0"/>
                                  </p:stCondLst>
                                  <p:childTnLst>
                                    <p:animClr clrSpc="rgb" dir="cw">
                                      <p:cBhvr override="childStyle">
                                        <p:cTn id="828" dur="500" fill="hold"/>
                                        <p:tgtEl>
                                          <p:spTgt spid="67"/>
                                        </p:tgtEl>
                                        <p:attrNameLst>
                                          <p:attrName>style.color</p:attrName>
                                        </p:attrNameLst>
                                      </p:cBhvr>
                                      <p:to>
                                        <a:srgbClr val="DF291B"/>
                                      </p:to>
                                    </p:animClr>
                                  </p:childTnLst>
                                  <p:subTnLst>
                                    <p:animClr clrSpc="rgb" dir="cw">
                                      <p:cBhvr override="childStyle">
                                        <p:cTn dur="1" fill="hold" display="0" masterRel="nextClick" afterEffect="1"/>
                                        <p:tgtEl>
                                          <p:spTgt spid="67"/>
                                        </p:tgtEl>
                                        <p:attrNameLst>
                                          <p:attrName>ppt_c</p:attrName>
                                        </p:attrNameLst>
                                      </p:cBhvr>
                                      <p:to>
                                        <a:srgbClr val="DF291B"/>
                                      </p:to>
                                    </p:animClr>
                                  </p:subTnLst>
                                </p:cTn>
                              </p:par>
                            </p:childTnLst>
                          </p:cTn>
                        </p:par>
                        <p:par>
                          <p:cTn id="829" fill="hold">
                            <p:stCondLst>
                              <p:cond delay="12000"/>
                            </p:stCondLst>
                            <p:childTnLst>
                              <p:par>
                                <p:cTn id="830" presetID="22" presetClass="exit" presetSubtype="1" fill="hold" nodeType="afterEffect">
                                  <p:stCondLst>
                                    <p:cond delay="0"/>
                                  </p:stCondLst>
                                  <p:childTnLst>
                                    <p:animEffect transition="out" filter="wipe(up)">
                                      <p:cBhvr>
                                        <p:cTn id="831" dur="1500"/>
                                        <p:tgtEl>
                                          <p:spTgt spid="196"/>
                                        </p:tgtEl>
                                      </p:cBhvr>
                                    </p:animEffect>
                                    <p:set>
                                      <p:cBhvr>
                                        <p:cTn id="832" dur="1" fill="hold">
                                          <p:stCondLst>
                                            <p:cond delay="1499"/>
                                          </p:stCondLst>
                                        </p:cTn>
                                        <p:tgtEl>
                                          <p:spTgt spid="196"/>
                                        </p:tgtEl>
                                        <p:attrNameLst>
                                          <p:attrName>style.visibility</p:attrName>
                                        </p:attrNameLst>
                                      </p:cBhvr>
                                      <p:to>
                                        <p:strVal val="hidden"/>
                                      </p:to>
                                    </p:set>
                                  </p:childTnLst>
                                </p:cTn>
                              </p:par>
                              <p:par>
                                <p:cTn id="833" presetID="22" presetClass="entr" presetSubtype="8" fill="hold" nodeType="withEffect">
                                  <p:stCondLst>
                                    <p:cond delay="0"/>
                                  </p:stCondLst>
                                  <p:childTnLst>
                                    <p:set>
                                      <p:cBhvr>
                                        <p:cTn id="834" dur="1" fill="hold">
                                          <p:stCondLst>
                                            <p:cond delay="0"/>
                                          </p:stCondLst>
                                        </p:cTn>
                                        <p:tgtEl>
                                          <p:spTgt spid="197"/>
                                        </p:tgtEl>
                                        <p:attrNameLst>
                                          <p:attrName>style.visibility</p:attrName>
                                        </p:attrNameLst>
                                      </p:cBhvr>
                                      <p:to>
                                        <p:strVal val="visible"/>
                                      </p:to>
                                    </p:set>
                                    <p:animEffect transition="in" filter="wipe(left)">
                                      <p:cBhvr>
                                        <p:cTn id="835" dur="1000"/>
                                        <p:tgtEl>
                                          <p:spTgt spid="197"/>
                                        </p:tgtEl>
                                      </p:cBhvr>
                                    </p:animEffect>
                                  </p:childTnLst>
                                </p:cTn>
                              </p:par>
                            </p:childTnLst>
                          </p:cTn>
                        </p:par>
                        <p:par>
                          <p:cTn id="836" fill="hold">
                            <p:stCondLst>
                              <p:cond delay="13500"/>
                            </p:stCondLst>
                            <p:childTnLst>
                              <p:par>
                                <p:cTn id="837" presetID="10" presetClass="exit" presetSubtype="0" fill="hold" grpId="3" nodeType="afterEffect">
                                  <p:stCondLst>
                                    <p:cond delay="0"/>
                                  </p:stCondLst>
                                  <p:childTnLst>
                                    <p:animEffect transition="out" filter="fade">
                                      <p:cBhvr>
                                        <p:cTn id="838" dur="500"/>
                                        <p:tgtEl>
                                          <p:spTgt spid="30"/>
                                        </p:tgtEl>
                                      </p:cBhvr>
                                    </p:animEffect>
                                    <p:set>
                                      <p:cBhvr>
                                        <p:cTn id="839" dur="1" fill="hold">
                                          <p:stCondLst>
                                            <p:cond delay="499"/>
                                          </p:stCondLst>
                                        </p:cTn>
                                        <p:tgtEl>
                                          <p:spTgt spid="30"/>
                                        </p:tgtEl>
                                        <p:attrNameLst>
                                          <p:attrName>style.visibility</p:attrName>
                                        </p:attrNameLst>
                                      </p:cBhvr>
                                      <p:to>
                                        <p:strVal val="hidden"/>
                                      </p:to>
                                    </p:set>
                                  </p:childTnLst>
                                </p:cTn>
                              </p:par>
                              <p:par>
                                <p:cTn id="840" presetID="10" presetClass="exit" presetSubtype="0" fill="hold" grpId="0" nodeType="withEffect">
                                  <p:stCondLst>
                                    <p:cond delay="0"/>
                                  </p:stCondLst>
                                  <p:childTnLst>
                                    <p:animEffect transition="out" filter="fade">
                                      <p:cBhvr>
                                        <p:cTn id="841" dur="500"/>
                                        <p:tgtEl>
                                          <p:spTgt spid="132"/>
                                        </p:tgtEl>
                                      </p:cBhvr>
                                    </p:animEffect>
                                    <p:set>
                                      <p:cBhvr>
                                        <p:cTn id="842" dur="1" fill="hold">
                                          <p:stCondLst>
                                            <p:cond delay="499"/>
                                          </p:stCondLst>
                                        </p:cTn>
                                        <p:tgtEl>
                                          <p:spTgt spid="132"/>
                                        </p:tgtEl>
                                        <p:attrNameLst>
                                          <p:attrName>style.visibility</p:attrName>
                                        </p:attrNameLst>
                                      </p:cBhvr>
                                      <p:to>
                                        <p:strVal val="hidden"/>
                                      </p:to>
                                    </p:set>
                                  </p:childTnLst>
                                </p:cTn>
                              </p:par>
                            </p:childTnLst>
                          </p:cTn>
                        </p:par>
                        <p:par>
                          <p:cTn id="843" fill="hold">
                            <p:stCondLst>
                              <p:cond delay="14000"/>
                            </p:stCondLst>
                            <p:childTnLst>
                              <p:par>
                                <p:cTn id="844" presetID="22" presetClass="entr" presetSubtype="4" fill="hold" grpId="0" nodeType="afterEffect">
                                  <p:stCondLst>
                                    <p:cond delay="0"/>
                                  </p:stCondLst>
                                  <p:childTnLst>
                                    <p:set>
                                      <p:cBhvr>
                                        <p:cTn id="845" dur="1" fill="hold">
                                          <p:stCondLst>
                                            <p:cond delay="0"/>
                                          </p:stCondLst>
                                        </p:cTn>
                                        <p:tgtEl>
                                          <p:spTgt spid="183"/>
                                        </p:tgtEl>
                                        <p:attrNameLst>
                                          <p:attrName>style.visibility</p:attrName>
                                        </p:attrNameLst>
                                      </p:cBhvr>
                                      <p:to>
                                        <p:strVal val="visible"/>
                                      </p:to>
                                    </p:set>
                                    <p:animEffect transition="in" filter="wipe(down)">
                                      <p:cBhvr>
                                        <p:cTn id="846" dur="500"/>
                                        <p:tgtEl>
                                          <p:spTgt spid="183"/>
                                        </p:tgtEl>
                                      </p:cBhvr>
                                    </p:animEffect>
                                  </p:childTnLst>
                                </p:cTn>
                              </p:par>
                              <p:par>
                                <p:cTn id="847" presetID="22" presetClass="entr" presetSubtype="1" fill="hold" grpId="0" nodeType="withEffect">
                                  <p:stCondLst>
                                    <p:cond delay="0"/>
                                  </p:stCondLst>
                                  <p:childTnLst>
                                    <p:set>
                                      <p:cBhvr>
                                        <p:cTn id="848" dur="1" fill="hold">
                                          <p:stCondLst>
                                            <p:cond delay="0"/>
                                          </p:stCondLst>
                                        </p:cTn>
                                        <p:tgtEl>
                                          <p:spTgt spid="184"/>
                                        </p:tgtEl>
                                        <p:attrNameLst>
                                          <p:attrName>style.visibility</p:attrName>
                                        </p:attrNameLst>
                                      </p:cBhvr>
                                      <p:to>
                                        <p:strVal val="visible"/>
                                      </p:to>
                                    </p:set>
                                    <p:animEffect transition="in" filter="wipe(up)">
                                      <p:cBhvr>
                                        <p:cTn id="849" dur="500"/>
                                        <p:tgtEl>
                                          <p:spTgt spid="184"/>
                                        </p:tgtEl>
                                      </p:cBhvr>
                                    </p:animEffect>
                                  </p:childTnLst>
                                </p:cTn>
                              </p:par>
                            </p:childTnLst>
                          </p:cTn>
                        </p:par>
                        <p:par>
                          <p:cTn id="850" fill="hold">
                            <p:stCondLst>
                              <p:cond delay="14500"/>
                            </p:stCondLst>
                            <p:childTnLst>
                              <p:par>
                                <p:cTn id="851" presetID="22" presetClass="exit" presetSubtype="2" fill="hold" nodeType="afterEffect">
                                  <p:stCondLst>
                                    <p:cond delay="0"/>
                                  </p:stCondLst>
                                  <p:childTnLst>
                                    <p:animEffect transition="out" filter="wipe(right)">
                                      <p:cBhvr>
                                        <p:cTn id="852" dur="500"/>
                                        <p:tgtEl>
                                          <p:spTgt spid="148"/>
                                        </p:tgtEl>
                                      </p:cBhvr>
                                    </p:animEffect>
                                    <p:set>
                                      <p:cBhvr>
                                        <p:cTn id="853" dur="1" fill="hold">
                                          <p:stCondLst>
                                            <p:cond delay="499"/>
                                          </p:stCondLst>
                                        </p:cTn>
                                        <p:tgtEl>
                                          <p:spTgt spid="148"/>
                                        </p:tgtEl>
                                        <p:attrNameLst>
                                          <p:attrName>style.visibility</p:attrName>
                                        </p:attrNameLst>
                                      </p:cBhvr>
                                      <p:to>
                                        <p:strVal val="hidden"/>
                                      </p:to>
                                    </p:set>
                                  </p:childTnLst>
                                </p:cTn>
                              </p:par>
                            </p:childTnLst>
                          </p:cTn>
                        </p:par>
                        <p:par>
                          <p:cTn id="854" fill="hold">
                            <p:stCondLst>
                              <p:cond delay="15000"/>
                            </p:stCondLst>
                            <p:childTnLst>
                              <p:par>
                                <p:cTn id="855" presetID="22" presetClass="entr" presetSubtype="8" fill="hold" nodeType="afterEffect">
                                  <p:stCondLst>
                                    <p:cond delay="0"/>
                                  </p:stCondLst>
                                  <p:childTnLst>
                                    <p:set>
                                      <p:cBhvr>
                                        <p:cTn id="856" dur="1" fill="hold">
                                          <p:stCondLst>
                                            <p:cond delay="0"/>
                                          </p:stCondLst>
                                        </p:cTn>
                                        <p:tgtEl>
                                          <p:spTgt spid="185"/>
                                        </p:tgtEl>
                                        <p:attrNameLst>
                                          <p:attrName>style.visibility</p:attrName>
                                        </p:attrNameLst>
                                      </p:cBhvr>
                                      <p:to>
                                        <p:strVal val="visible"/>
                                      </p:to>
                                    </p:set>
                                    <p:animEffect transition="in" filter="wipe(left)">
                                      <p:cBhvr>
                                        <p:cTn id="857" dur="500"/>
                                        <p:tgtEl>
                                          <p:spTgt spid="185"/>
                                        </p:tgtEl>
                                      </p:cBhvr>
                                    </p:animEffect>
                                  </p:childTnLst>
                                </p:cTn>
                              </p:par>
                            </p:childTnLst>
                          </p:cTn>
                        </p:par>
                      </p:childTnLst>
                    </p:cTn>
                  </p:par>
                  <p:par>
                    <p:cTn id="858" fill="hold">
                      <p:stCondLst>
                        <p:cond delay="indefinite"/>
                      </p:stCondLst>
                      <p:childTnLst>
                        <p:par>
                          <p:cTn id="859" fill="hold">
                            <p:stCondLst>
                              <p:cond delay="0"/>
                            </p:stCondLst>
                            <p:childTnLst>
                              <p:par>
                                <p:cTn id="860" presetID="22" presetClass="exit" presetSubtype="1" fill="hold" nodeType="clickEffect">
                                  <p:stCondLst>
                                    <p:cond delay="0"/>
                                  </p:stCondLst>
                                  <p:childTnLst>
                                    <p:animEffect transition="out" filter="wipe(up)">
                                      <p:cBhvr>
                                        <p:cTn id="861" dur="500"/>
                                        <p:tgtEl>
                                          <p:spTgt spid="197"/>
                                        </p:tgtEl>
                                      </p:cBhvr>
                                    </p:animEffect>
                                    <p:set>
                                      <p:cBhvr>
                                        <p:cTn id="862" dur="1" fill="hold">
                                          <p:stCondLst>
                                            <p:cond delay="499"/>
                                          </p:stCondLst>
                                        </p:cTn>
                                        <p:tgtEl>
                                          <p:spTgt spid="197"/>
                                        </p:tgtEl>
                                        <p:attrNameLst>
                                          <p:attrName>style.visibility</p:attrName>
                                        </p:attrNameLst>
                                      </p:cBhvr>
                                      <p:to>
                                        <p:strVal val="hidden"/>
                                      </p:to>
                                    </p:set>
                                  </p:childTnLst>
                                </p:cTn>
                              </p:par>
                              <p:par>
                                <p:cTn id="863" presetID="22" presetClass="entr" presetSubtype="8" fill="hold" nodeType="withEffect">
                                  <p:stCondLst>
                                    <p:cond delay="0"/>
                                  </p:stCondLst>
                                  <p:childTnLst>
                                    <p:set>
                                      <p:cBhvr>
                                        <p:cTn id="864" dur="1" fill="hold">
                                          <p:stCondLst>
                                            <p:cond delay="0"/>
                                          </p:stCondLst>
                                        </p:cTn>
                                        <p:tgtEl>
                                          <p:spTgt spid="198"/>
                                        </p:tgtEl>
                                        <p:attrNameLst>
                                          <p:attrName>style.visibility</p:attrName>
                                        </p:attrNameLst>
                                      </p:cBhvr>
                                      <p:to>
                                        <p:strVal val="visible"/>
                                      </p:to>
                                    </p:set>
                                    <p:animEffect transition="in" filter="wipe(left)">
                                      <p:cBhvr>
                                        <p:cTn id="865" dur="1000"/>
                                        <p:tgtEl>
                                          <p:spTgt spid="198"/>
                                        </p:tgtEl>
                                      </p:cBhvr>
                                    </p:animEffect>
                                  </p:childTnLst>
                                </p:cTn>
                              </p:par>
                            </p:childTnLst>
                          </p:cTn>
                        </p:par>
                        <p:par>
                          <p:cTn id="866" fill="hold">
                            <p:stCondLst>
                              <p:cond delay="1000"/>
                            </p:stCondLst>
                            <p:childTnLst>
                              <p:par>
                                <p:cTn id="867" presetID="35" presetClass="path" presetSubtype="0" accel="50000" decel="50000" fill="hold" nodeType="afterEffect">
                                  <p:stCondLst>
                                    <p:cond delay="0"/>
                                  </p:stCondLst>
                                  <p:childTnLst>
                                    <p:animMotion origin="layout" path="M 0.05885 0.00208 L -0.07058 0.00162 " pathEditMode="relative" rAng="0" ptsTypes="AA">
                                      <p:cBhvr>
                                        <p:cTn id="868" dur="1000" fill="hold"/>
                                        <p:tgtEl>
                                          <p:spTgt spid="552"/>
                                        </p:tgtEl>
                                        <p:attrNameLst>
                                          <p:attrName>ppt_x</p:attrName>
                                          <p:attrName>ppt_y</p:attrName>
                                        </p:attrNameLst>
                                      </p:cBhvr>
                                      <p:rCtr x="-6471" y="-23"/>
                                    </p:animMotion>
                                  </p:childTnLst>
                                </p:cTn>
                              </p:par>
                            </p:childTnLst>
                          </p:cTn>
                        </p:par>
                      </p:childTnLst>
                    </p:cTn>
                  </p:par>
                  <p:par>
                    <p:cTn id="869" fill="hold">
                      <p:stCondLst>
                        <p:cond delay="indefinite"/>
                      </p:stCondLst>
                      <p:childTnLst>
                        <p:par>
                          <p:cTn id="870" fill="hold">
                            <p:stCondLst>
                              <p:cond delay="0"/>
                            </p:stCondLst>
                            <p:childTnLst>
                              <p:par>
                                <p:cTn id="871" presetID="22" presetClass="exit" presetSubtype="1" fill="hold" nodeType="clickEffect">
                                  <p:stCondLst>
                                    <p:cond delay="0"/>
                                  </p:stCondLst>
                                  <p:childTnLst>
                                    <p:animEffect transition="out" filter="wipe(up)">
                                      <p:cBhvr>
                                        <p:cTn id="872" dur="500"/>
                                        <p:tgtEl>
                                          <p:spTgt spid="198"/>
                                        </p:tgtEl>
                                      </p:cBhvr>
                                    </p:animEffect>
                                    <p:set>
                                      <p:cBhvr>
                                        <p:cTn id="873" dur="1" fill="hold">
                                          <p:stCondLst>
                                            <p:cond delay="499"/>
                                          </p:stCondLst>
                                        </p:cTn>
                                        <p:tgtEl>
                                          <p:spTgt spid="198"/>
                                        </p:tgtEl>
                                        <p:attrNameLst>
                                          <p:attrName>style.visibility</p:attrName>
                                        </p:attrNameLst>
                                      </p:cBhvr>
                                      <p:to>
                                        <p:strVal val="hidden"/>
                                      </p:to>
                                    </p:set>
                                  </p:childTnLst>
                                </p:cTn>
                              </p:par>
                              <p:par>
                                <p:cTn id="874" presetID="45" presetClass="entr" presetSubtype="0" fill="hold" nodeType="withEffect">
                                  <p:stCondLst>
                                    <p:cond delay="0"/>
                                  </p:stCondLst>
                                  <p:childTnLst>
                                    <p:set>
                                      <p:cBhvr>
                                        <p:cTn id="875" dur="1" fill="hold">
                                          <p:stCondLst>
                                            <p:cond delay="0"/>
                                          </p:stCondLst>
                                        </p:cTn>
                                        <p:tgtEl>
                                          <p:spTgt spid="192"/>
                                        </p:tgtEl>
                                        <p:attrNameLst>
                                          <p:attrName>style.visibility</p:attrName>
                                        </p:attrNameLst>
                                      </p:cBhvr>
                                      <p:to>
                                        <p:strVal val="visible"/>
                                      </p:to>
                                    </p:set>
                                    <p:animEffect transition="in" filter="fade">
                                      <p:cBhvr>
                                        <p:cTn id="876" dur="2000"/>
                                        <p:tgtEl>
                                          <p:spTgt spid="192"/>
                                        </p:tgtEl>
                                      </p:cBhvr>
                                    </p:animEffect>
                                    <p:anim calcmode="lin" valueType="num">
                                      <p:cBhvr>
                                        <p:cTn id="877" dur="2000" fill="hold"/>
                                        <p:tgtEl>
                                          <p:spTgt spid="192"/>
                                        </p:tgtEl>
                                        <p:attrNameLst>
                                          <p:attrName>ppt_w</p:attrName>
                                        </p:attrNameLst>
                                      </p:cBhvr>
                                      <p:tavLst>
                                        <p:tav tm="0" fmla="#ppt_w*sin(2.5*pi*$)">
                                          <p:val>
                                            <p:fltVal val="0"/>
                                          </p:val>
                                        </p:tav>
                                        <p:tav tm="100000">
                                          <p:val>
                                            <p:fltVal val="1"/>
                                          </p:val>
                                        </p:tav>
                                      </p:tavLst>
                                    </p:anim>
                                    <p:anim calcmode="lin" valueType="num">
                                      <p:cBhvr>
                                        <p:cTn id="878" dur="2000" fill="hold"/>
                                        <p:tgtEl>
                                          <p:spTgt spid="192"/>
                                        </p:tgtEl>
                                        <p:attrNameLst>
                                          <p:attrName>ppt_h</p:attrName>
                                        </p:attrNameLst>
                                      </p:cBhvr>
                                      <p:tavLst>
                                        <p:tav tm="0">
                                          <p:val>
                                            <p:strVal val="#ppt_h"/>
                                          </p:val>
                                        </p:tav>
                                        <p:tav tm="100000">
                                          <p:val>
                                            <p:strVal val="#ppt_h"/>
                                          </p:val>
                                        </p:tav>
                                      </p:tavLst>
                                    </p:anim>
                                  </p:childTnLst>
                                </p:cTn>
                              </p:par>
                            </p:childTnLst>
                          </p:cTn>
                        </p:par>
                        <p:par>
                          <p:cTn id="879" fill="hold">
                            <p:stCondLst>
                              <p:cond delay="2000"/>
                            </p:stCondLst>
                            <p:childTnLst>
                              <p:par>
                                <p:cTn id="880" presetID="63" presetClass="path" presetSubtype="0" accel="50000" decel="50000" fill="hold" nodeType="afterEffect">
                                  <p:stCondLst>
                                    <p:cond delay="0"/>
                                  </p:stCondLst>
                                  <p:childTnLst>
                                    <p:animMotion origin="layout" path="M 0.19909 0.00277 L 0.23411 0.00277 " pathEditMode="relative" rAng="0" ptsTypes="AA">
                                      <p:cBhvr>
                                        <p:cTn id="881" dur="1000" fill="hold"/>
                                        <p:tgtEl>
                                          <p:spTgt spid="556"/>
                                        </p:tgtEl>
                                        <p:attrNameLst>
                                          <p:attrName>ppt_x</p:attrName>
                                          <p:attrName>ppt_y</p:attrName>
                                        </p:attrNameLst>
                                      </p:cBhvr>
                                      <p:rCtr x="1745" y="0"/>
                                    </p:animMotion>
                                  </p:childTnLst>
                                </p:cTn>
                              </p:par>
                            </p:childTnLst>
                          </p:cTn>
                        </p:par>
                      </p:childTnLst>
                    </p:cTn>
                  </p:par>
                  <p:par>
                    <p:cTn id="882" fill="hold">
                      <p:stCondLst>
                        <p:cond delay="indefinite"/>
                      </p:stCondLst>
                      <p:childTnLst>
                        <p:par>
                          <p:cTn id="883" fill="hold">
                            <p:stCondLst>
                              <p:cond delay="0"/>
                            </p:stCondLst>
                            <p:childTnLst>
                              <p:par>
                                <p:cTn id="884" presetID="22" presetClass="exit" presetSubtype="1" fill="hold" nodeType="clickEffect">
                                  <p:stCondLst>
                                    <p:cond delay="0"/>
                                  </p:stCondLst>
                                  <p:childTnLst>
                                    <p:animEffect transition="out" filter="wipe(up)">
                                      <p:cBhvr>
                                        <p:cTn id="885" dur="500"/>
                                        <p:tgtEl>
                                          <p:spTgt spid="192"/>
                                        </p:tgtEl>
                                      </p:cBhvr>
                                    </p:animEffect>
                                    <p:set>
                                      <p:cBhvr>
                                        <p:cTn id="886" dur="1" fill="hold">
                                          <p:stCondLst>
                                            <p:cond delay="499"/>
                                          </p:stCondLst>
                                        </p:cTn>
                                        <p:tgtEl>
                                          <p:spTgt spid="19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7" grpId="0"/>
      <p:bldP spid="9" grpId="0" autoUpdateAnimBg="0"/>
      <p:bldP spid="24" grpId="0"/>
      <p:bldP spid="24" grpId="1"/>
      <p:bldP spid="36" grpId="0"/>
      <p:bldP spid="36" grpId="1"/>
      <p:bldP spid="38" grpId="0"/>
      <p:bldP spid="39" grpId="0"/>
      <p:bldP spid="40" grpId="0"/>
      <p:bldP spid="41" grpId="0"/>
      <p:bldP spid="42" grpId="0"/>
      <p:bldP spid="43" grpId="0"/>
      <p:bldP spid="44" grpId="0"/>
      <p:bldP spid="50" grpId="0"/>
      <p:bldP spid="52" grpId="0"/>
      <p:bldP spid="52" grpId="1"/>
      <p:bldP spid="55" grpId="0"/>
      <p:bldP spid="55" grpId="1"/>
      <p:bldP spid="55" grpId="2"/>
      <p:bldP spid="55" grpId="3"/>
      <p:bldP spid="55" grpId="4"/>
      <p:bldP spid="57" grpId="0"/>
      <p:bldP spid="60" grpId="0"/>
      <p:bldP spid="60" grpId="1"/>
      <p:bldP spid="60" grpId="2"/>
      <p:bldP spid="60" grpId="3"/>
      <p:bldP spid="62" grpId="0"/>
      <p:bldP spid="65" grpId="0"/>
      <p:bldP spid="65" grpId="1"/>
      <p:bldP spid="67" grpId="0"/>
      <p:bldP spid="70" grpId="0"/>
      <p:bldP spid="70" grpId="1"/>
      <p:bldP spid="75" grpId="0"/>
      <p:bldP spid="75" grpId="1"/>
      <p:bldP spid="77" grpId="0"/>
      <p:bldP spid="80" grpId="0"/>
      <p:bldP spid="80" grpId="1"/>
      <p:bldP spid="82" grpId="0"/>
      <p:bldP spid="109" grpId="0"/>
      <p:bldP spid="109" grpId="1"/>
      <p:bldP spid="109" grpId="2"/>
      <p:bldP spid="109" grpId="3"/>
      <p:bldP spid="110" grpId="0"/>
      <p:bldP spid="111" grpId="0"/>
      <p:bldP spid="117" grpId="0"/>
      <p:bldP spid="125" grpId="0"/>
      <p:bldP spid="125" grpId="1"/>
      <p:bldP spid="125" grpId="2"/>
      <p:bldP spid="125" grpId="3"/>
      <p:bldP spid="125" grpId="4"/>
      <p:bldP spid="125" grpId="5"/>
      <p:bldP spid="132" grpId="0"/>
      <p:bldP spid="133" grpId="0"/>
      <p:bldP spid="139" grpId="0"/>
      <p:bldP spid="140" grpId="0"/>
      <p:bldP spid="146" grpId="0"/>
      <p:bldP spid="153" grpId="0"/>
      <p:bldP spid="155" grpId="0"/>
      <p:bldP spid="100" grpId="0"/>
      <p:bldP spid="100" grpId="1"/>
      <p:bldP spid="100" grpId="2"/>
      <p:bldP spid="100" grpId="3"/>
      <p:bldP spid="20" grpId="0"/>
      <p:bldP spid="20" grpId="1"/>
      <p:bldP spid="559" grpId="0"/>
      <p:bldP spid="22" grpId="0"/>
      <p:bldP spid="22" grpId="1"/>
      <p:bldP spid="560" grpId="0"/>
      <p:bldP spid="14" grpId="0"/>
      <p:bldP spid="14" grpId="1"/>
      <p:bldP spid="14" grpId="2"/>
      <p:bldP spid="14" grpId="3"/>
      <p:bldP spid="131" grpId="0"/>
      <p:bldP spid="134" grpId="0"/>
      <p:bldP spid="18" grpId="0"/>
      <p:bldP spid="18" grpId="1"/>
      <p:bldP spid="18" grpId="2"/>
      <p:bldP spid="18" grpId="3"/>
      <p:bldP spid="135" grpId="0"/>
      <p:bldP spid="16" grpId="0"/>
      <p:bldP spid="16" grpId="1"/>
      <p:bldP spid="16" grpId="2"/>
      <p:bldP spid="16" grpId="3"/>
      <p:bldP spid="16" grpId="4"/>
      <p:bldP spid="16" grpId="5"/>
      <p:bldP spid="32" grpId="0"/>
      <p:bldP spid="32" grpId="1"/>
      <p:bldP spid="102" grpId="0"/>
      <p:bldP spid="102" grpId="1"/>
      <p:bldP spid="102" grpId="2"/>
      <p:bldP spid="102" grpId="3"/>
      <p:bldP spid="34" grpId="0"/>
      <p:bldP spid="34" grpId="1"/>
      <p:bldP spid="53" grpId="0"/>
      <p:bldP spid="53" grpId="1"/>
      <p:bldP spid="53" grpId="2"/>
      <p:bldP spid="53" grpId="3"/>
      <p:bldP spid="154" grpId="0"/>
      <p:bldP spid="154" grpId="1"/>
      <p:bldP spid="154" grpId="2"/>
      <p:bldP spid="154" grpId="3"/>
      <p:bldP spid="30" grpId="0"/>
      <p:bldP spid="30" grpId="1"/>
      <p:bldP spid="30" grpId="2"/>
      <p:bldP spid="30" grpId="3"/>
      <p:bldP spid="142" grpId="0"/>
      <p:bldP spid="156" grpId="0"/>
      <p:bldP spid="161" grpId="0"/>
      <p:bldP spid="166" grpId="0"/>
      <p:bldP spid="171" grpId="0"/>
      <p:bldP spid="177" grpId="0"/>
      <p:bldP spid="178" grpId="0"/>
      <p:bldP spid="183" grpId="0"/>
      <p:bldP spid="18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D3132735-63F2-4D82-8731-37D02C91FEF2}"/>
              </a:ext>
            </a:extLst>
          </p:cNvPr>
          <p:cNvSpPr/>
          <p:nvPr/>
        </p:nvSpPr>
        <p:spPr>
          <a:xfrm>
            <a:off x="1357343" y="292394"/>
            <a:ext cx="2968941" cy="442827"/>
          </a:xfrm>
          <a:prstGeom prst="roundRect">
            <a:avLst/>
          </a:prstGeom>
          <a:solidFill>
            <a:schemeClr val="tx2">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C00000"/>
                </a:solidFill>
                <a:effectLst>
                  <a:outerShdw blurRad="38100" dist="38100" dir="2700000" algn="tl">
                    <a:srgbClr val="000000">
                      <a:alpha val="43137"/>
                    </a:srgbClr>
                  </a:outerShdw>
                </a:effectLst>
              </a:rPr>
              <a:t>算法</a:t>
            </a:r>
            <a:r>
              <a:rPr lang="en-US" altLang="zh-CN" sz="2400" b="1" dirty="0">
                <a:solidFill>
                  <a:srgbClr val="C00000"/>
                </a:solidFill>
                <a:effectLst>
                  <a:outerShdw blurRad="38100" dist="38100" dir="2700000" algn="tl">
                    <a:srgbClr val="000000">
                      <a:alpha val="43137"/>
                    </a:srgbClr>
                  </a:outerShdw>
                </a:effectLst>
              </a:rPr>
              <a:t>10.5  </a:t>
            </a:r>
            <a:r>
              <a:rPr lang="zh-CN" altLang="en-US" sz="2400" b="1" dirty="0">
                <a:solidFill>
                  <a:srgbClr val="002060"/>
                </a:solidFill>
                <a:effectLst>
                  <a:outerShdw blurRad="38100" dist="38100" dir="2700000" algn="tl">
                    <a:srgbClr val="000000">
                      <a:alpha val="43137"/>
                    </a:srgbClr>
                  </a:outerShdw>
                </a:effectLst>
              </a:rPr>
              <a:t>希尔排序</a:t>
            </a:r>
          </a:p>
        </p:txBody>
      </p:sp>
      <p:sp>
        <p:nvSpPr>
          <p:cNvPr id="5" name="文本框 4">
            <a:extLst>
              <a:ext uri="{FF2B5EF4-FFF2-40B4-BE49-F238E27FC236}">
                <a16:creationId xmlns:a16="http://schemas.microsoft.com/office/drawing/2014/main" id="{6F60D01E-4344-42FF-BA21-360D1B09D656}"/>
              </a:ext>
            </a:extLst>
          </p:cNvPr>
          <p:cNvSpPr txBox="1"/>
          <p:nvPr/>
        </p:nvSpPr>
        <p:spPr>
          <a:xfrm>
            <a:off x="372250" y="1630526"/>
            <a:ext cx="6703742" cy="5097806"/>
          </a:xfrm>
          <a:prstGeom prst="rect">
            <a:avLst/>
          </a:prstGeom>
          <a:noFill/>
        </p:spPr>
        <p:txBody>
          <a:bodyPr wrap="square" rtlCol="0">
            <a:spAutoFit/>
          </a:bodyPr>
          <a:lstStyle/>
          <a:p>
            <a:pPr>
              <a:lnSpc>
                <a:spcPct val="130000"/>
              </a:lnSpc>
            </a:pPr>
            <a:r>
              <a:rPr lang="zh-CN" altLang="en-US" b="1" dirty="0">
                <a:latin typeface="Times New Roman" panose="02020603050405020304" pitchFamily="18" charset="0"/>
                <a:ea typeface="宋体" panose="02010600030101010101" pitchFamily="2" charset="-122"/>
                <a:cs typeface="Times New Roman" panose="02020603050405020304" pitchFamily="18" charset="0"/>
              </a:rPr>
              <a:t>回顾</a:t>
            </a:r>
            <a:r>
              <a:rPr lang="zh-CN" altLang="en-US" b="1" dirty="0">
                <a:latin typeface="+mn-ea"/>
                <a:cs typeface="Times New Roman" panose="02020603050405020304" pitchFamily="18" charset="0"/>
              </a:rPr>
              <a:t>直接插入排序</a:t>
            </a:r>
            <a:r>
              <a:rPr lang="zh-CN" altLang="en-US" b="1" dirty="0">
                <a:latin typeface="Times New Roman" panose="02020603050405020304" pitchFamily="18" charset="0"/>
                <a:ea typeface="宋体" panose="02010600030101010101" pitchFamily="2" charset="-122"/>
                <a:cs typeface="Times New Roman" panose="02020603050405020304" pitchFamily="18" charset="0"/>
              </a:rPr>
              <a:t>，其算法时间复杂度为</a:t>
            </a:r>
            <a:r>
              <a:rPr lang="en-US" altLang="zh-CN" b="1" i="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O</a:t>
            </a:r>
            <a:r>
              <a:rPr lang="en-US" altLang="zh-CN"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b="1" i="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n</a:t>
            </a:r>
            <a:r>
              <a:rPr lang="en-US" altLang="zh-CN" b="1" baseline="300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2</a:t>
            </a:r>
            <a:r>
              <a:rPr lang="en-US" altLang="zh-CN"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b="1" dirty="0">
                <a:latin typeface="Times New Roman" panose="02020603050405020304" pitchFamily="18" charset="0"/>
                <a:ea typeface="宋体" panose="02010600030101010101" pitchFamily="2" charset="-122"/>
                <a:cs typeface="Times New Roman" panose="02020603050405020304" pitchFamily="18" charset="0"/>
              </a:rPr>
              <a:t>，主要原因是记录的每次移动都只后移</a:t>
            </a:r>
            <a:r>
              <a:rPr lang="en-US" altLang="zh-CN" b="1"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b="1" dirty="0">
                <a:latin typeface="Times New Roman" panose="02020603050405020304" pitchFamily="18" charset="0"/>
                <a:ea typeface="宋体" panose="02010600030101010101" pitchFamily="2" charset="-122"/>
                <a:cs typeface="Times New Roman" panose="02020603050405020304" pitchFamily="18" charset="0"/>
              </a:rPr>
              <a:t>位，移动频繁，但效率低下。</a:t>
            </a:r>
            <a:endParaRPr lang="en-US" altLang="zh-CN" b="1" dirty="0">
              <a:latin typeface="Times New Roman" panose="02020603050405020304" pitchFamily="18" charset="0"/>
              <a:ea typeface="宋体" panose="02010600030101010101" pitchFamily="2" charset="-122"/>
              <a:cs typeface="Times New Roman" panose="02020603050405020304" pitchFamily="18" charset="0"/>
            </a:endParaRPr>
          </a:p>
          <a:p>
            <a:pPr>
              <a:lnSpc>
                <a:spcPct val="130000"/>
              </a:lnSpc>
            </a:pPr>
            <a:r>
              <a:rPr lang="zh-CN" altLang="en-US" b="1" dirty="0">
                <a:latin typeface="Times New Roman" panose="02020603050405020304" pitchFamily="18" charset="0"/>
                <a:ea typeface="宋体" panose="02010600030101010101" pitchFamily="2" charset="-122"/>
                <a:cs typeface="Times New Roman" panose="02020603050405020304" pitchFamily="18" charset="0"/>
              </a:rPr>
              <a:t>如果待排序的记录序列已接近有序，时间复杂度则趋向</a:t>
            </a:r>
            <a:r>
              <a:rPr lang="en-US" altLang="zh-CN" b="1" i="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O(n)</a:t>
            </a:r>
            <a:r>
              <a:rPr lang="zh-CN" altLang="en-US" b="1"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b="1" dirty="0">
              <a:latin typeface="Times New Roman" panose="02020603050405020304" pitchFamily="18" charset="0"/>
              <a:ea typeface="宋体" panose="02010600030101010101" pitchFamily="2" charset="-122"/>
              <a:cs typeface="Times New Roman" panose="02020603050405020304" pitchFamily="18" charset="0"/>
            </a:endParaRPr>
          </a:p>
          <a:p>
            <a:pPr>
              <a:lnSpc>
                <a:spcPct val="130000"/>
              </a:lnSpc>
            </a:pPr>
            <a:r>
              <a:rPr lang="zh-CN" altLang="en-US" b="1" dirty="0">
                <a:latin typeface="+mn-ea"/>
                <a:cs typeface="Times New Roman" panose="02020603050405020304" pitchFamily="18" charset="0"/>
              </a:rPr>
              <a:t>改进思路</a:t>
            </a:r>
            <a:r>
              <a:rPr lang="zh-CN" altLang="en-US" b="1" dirty="0">
                <a:latin typeface="Times New Roman" panose="02020603050405020304" pitchFamily="18" charset="0"/>
                <a:ea typeface="宋体" panose="02010600030101010101" pitchFamily="2" charset="-122"/>
                <a:cs typeface="Times New Roman" panose="02020603050405020304" pitchFamily="18" charset="0"/>
              </a:rPr>
              <a:t>：让记录的每次移动可后移多个位置，更接近它的排序最终位置。</a:t>
            </a:r>
            <a:endParaRPr lang="en-US" altLang="zh-CN" b="1" dirty="0">
              <a:latin typeface="Times New Roman" panose="02020603050405020304" pitchFamily="18" charset="0"/>
              <a:ea typeface="宋体" panose="02010600030101010101" pitchFamily="2" charset="-122"/>
              <a:cs typeface="Times New Roman" panose="02020603050405020304" pitchFamily="18" charset="0"/>
            </a:endParaRPr>
          </a:p>
          <a:p>
            <a:pPr>
              <a:lnSpc>
                <a:spcPct val="130000"/>
              </a:lnSpc>
            </a:pPr>
            <a:r>
              <a:rPr lang="zh-CN" altLang="en-US" b="1" dirty="0">
                <a:latin typeface="+mn-ea"/>
                <a:cs typeface="Times New Roman" panose="02020603050405020304" pitchFamily="18" charset="0"/>
              </a:rPr>
              <a:t>实现措施</a:t>
            </a:r>
            <a:r>
              <a:rPr lang="zh-CN" altLang="en-US" b="1"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endParaRPr lang="en-US" altLang="zh-CN" b="1"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endParaRPr>
          </a:p>
          <a:p>
            <a:pPr>
              <a:lnSpc>
                <a:spcPct val="130000"/>
              </a:lnSpc>
            </a:pPr>
            <a:r>
              <a:rPr lang="zh-CN" altLang="en-US" b="1"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lang="en-US" altLang="zh-CN" b="1"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1</a:t>
            </a:r>
            <a:r>
              <a:rPr lang="zh-CN" altLang="en-US" b="1" dirty="0">
                <a:latin typeface="Times New Roman" panose="02020603050405020304" pitchFamily="18" charset="0"/>
                <a:ea typeface="宋体" panose="02010600030101010101" pitchFamily="2" charset="-122"/>
                <a:cs typeface="Times New Roman" panose="02020603050405020304" pitchFamily="18" charset="0"/>
              </a:rPr>
              <a:t>）把记录序列</a:t>
            </a:r>
            <a:r>
              <a:rPr lang="en-US" altLang="zh-CN" b="1" dirty="0">
                <a:latin typeface="Times New Roman" panose="02020603050405020304" pitchFamily="18" charset="0"/>
                <a:ea typeface="宋体" panose="02010600030101010101" pitchFamily="2" charset="-122"/>
                <a:cs typeface="Times New Roman" panose="02020603050405020304" pitchFamily="18" charset="0"/>
              </a:rPr>
              <a:t>{R</a:t>
            </a:r>
            <a:r>
              <a:rPr lang="en-US" altLang="zh-CN" b="1" baseline="-25000" dirty="0">
                <a:latin typeface="Times New Roman" panose="02020603050405020304" pitchFamily="18" charset="0"/>
                <a:ea typeface="宋体" panose="02010600030101010101" pitchFamily="2" charset="-122"/>
                <a:cs typeface="Times New Roman" panose="02020603050405020304" pitchFamily="18" charset="0"/>
              </a:rPr>
              <a:t>1</a:t>
            </a:r>
            <a:r>
              <a:rPr lang="en-US" altLang="zh-CN" b="1" dirty="0">
                <a:latin typeface="Times New Roman" panose="02020603050405020304" pitchFamily="18" charset="0"/>
                <a:ea typeface="宋体" panose="02010600030101010101" pitchFamily="2" charset="-122"/>
                <a:cs typeface="Times New Roman" panose="02020603050405020304" pitchFamily="18" charset="0"/>
              </a:rPr>
              <a:t>,R</a:t>
            </a:r>
            <a:r>
              <a:rPr lang="en-US" altLang="zh-CN" b="1" baseline="-25000" dirty="0">
                <a:latin typeface="Times New Roman" panose="02020603050405020304" pitchFamily="18" charset="0"/>
                <a:ea typeface="宋体" panose="02010600030101010101" pitchFamily="2" charset="-122"/>
                <a:cs typeface="Times New Roman" panose="02020603050405020304" pitchFamily="18" charset="0"/>
              </a:rPr>
              <a:t>2</a:t>
            </a:r>
            <a:r>
              <a:rPr lang="en-US" altLang="zh-CN"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b="1" dirty="0">
                <a:latin typeface="等线" panose="02010600030101010101" pitchFamily="2" charset="-122"/>
                <a:ea typeface="等线" panose="02010600030101010101" pitchFamily="2" charset="-122"/>
                <a:cs typeface="Times New Roman" panose="02020603050405020304" pitchFamily="18" charset="0"/>
              </a:rPr>
              <a:t>…R</a:t>
            </a:r>
            <a:r>
              <a:rPr lang="en-US" altLang="zh-CN" b="1" i="1" baseline="-25000" dirty="0">
                <a:latin typeface="Times New Roman" panose="02020603050405020304" pitchFamily="18" charset="0"/>
                <a:ea typeface="宋体" panose="02010600030101010101" pitchFamily="2" charset="-122"/>
                <a:cs typeface="Times New Roman" panose="02020603050405020304" pitchFamily="18" charset="0"/>
              </a:rPr>
              <a:t>i</a:t>
            </a:r>
            <a:r>
              <a:rPr lang="en-US" altLang="zh-CN" b="1" dirty="0">
                <a:latin typeface="等线" panose="02010600030101010101" pitchFamily="2" charset="-122"/>
                <a:ea typeface="等线" panose="02010600030101010101" pitchFamily="2" charset="-122"/>
                <a:cs typeface="Times New Roman" panose="02020603050405020304" pitchFamily="18" charset="0"/>
              </a:rPr>
              <a:t>…R</a:t>
            </a:r>
            <a:r>
              <a:rPr lang="en-US" altLang="zh-CN" b="1" i="1" baseline="-25000"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b="1" dirty="0">
                <a:latin typeface="Times New Roman" panose="02020603050405020304" pitchFamily="18" charset="0"/>
                <a:ea typeface="宋体" panose="02010600030101010101" pitchFamily="2" charset="-122"/>
                <a:cs typeface="Times New Roman" panose="02020603050405020304" pitchFamily="18" charset="0"/>
              </a:rPr>
              <a:t>}</a:t>
            </a:r>
            <a:r>
              <a:rPr lang="zh-CN" altLang="en-US" b="1" dirty="0">
                <a:latin typeface="Times New Roman" panose="02020603050405020304" pitchFamily="18" charset="0"/>
                <a:ea typeface="宋体" panose="02010600030101010101" pitchFamily="2" charset="-122"/>
                <a:cs typeface="Times New Roman" panose="02020603050405020304" pitchFamily="18" charset="0"/>
              </a:rPr>
              <a:t>划分为</a:t>
            </a:r>
            <a:r>
              <a:rPr lang="en-US" altLang="zh-CN" b="1" i="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dk</a:t>
            </a:r>
            <a:r>
              <a:rPr lang="zh-CN" altLang="en-US" b="1" dirty="0">
                <a:latin typeface="Times New Roman" panose="02020603050405020304" pitchFamily="18" charset="0"/>
                <a:ea typeface="宋体" panose="02010600030101010101" pitchFamily="2" charset="-122"/>
                <a:cs typeface="Times New Roman" panose="02020603050405020304" pitchFamily="18" charset="0"/>
              </a:rPr>
              <a:t>个子序列 </a:t>
            </a:r>
            <a:endParaRPr lang="en-US" altLang="zh-CN" b="1" dirty="0">
              <a:latin typeface="Times New Roman" panose="02020603050405020304" pitchFamily="18" charset="0"/>
              <a:ea typeface="宋体" panose="02010600030101010101" pitchFamily="2" charset="-122"/>
              <a:cs typeface="Times New Roman" panose="02020603050405020304" pitchFamily="18" charset="0"/>
            </a:endParaRPr>
          </a:p>
          <a:p>
            <a:pPr>
              <a:lnSpc>
                <a:spcPct val="130000"/>
              </a:lnSpc>
            </a:pPr>
            <a:r>
              <a:rPr lang="zh-CN" altLang="en-US"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b="1" dirty="0">
                <a:latin typeface="Times New Roman" panose="02020603050405020304" pitchFamily="18" charset="0"/>
                <a:ea typeface="宋体" panose="02010600030101010101" pitchFamily="2" charset="-122"/>
                <a:cs typeface="Times New Roman" panose="02020603050405020304" pitchFamily="18" charset="0"/>
              </a:rPr>
              <a:t>{R</a:t>
            </a:r>
            <a:r>
              <a:rPr lang="en-US" altLang="zh-CN" b="1" baseline="-25000" dirty="0">
                <a:latin typeface="Times New Roman" panose="02020603050405020304" pitchFamily="18" charset="0"/>
                <a:ea typeface="宋体" panose="02010600030101010101" pitchFamily="2" charset="-122"/>
                <a:cs typeface="Times New Roman" panose="02020603050405020304" pitchFamily="18" charset="0"/>
              </a:rPr>
              <a:t>1</a:t>
            </a:r>
            <a:r>
              <a:rPr lang="en-US" altLang="zh-CN" b="1" dirty="0">
                <a:latin typeface="等线" panose="02010600030101010101" pitchFamily="2" charset="-122"/>
                <a:ea typeface="等线" panose="02010600030101010101" pitchFamily="2" charset="-122"/>
                <a:cs typeface="Times New Roman" panose="02020603050405020304" pitchFamily="18" charset="0"/>
              </a:rPr>
              <a:t>,R</a:t>
            </a:r>
            <a:r>
              <a:rPr lang="en-US" altLang="zh-CN" b="1" baseline="-25000" dirty="0">
                <a:latin typeface="Times New Roman" panose="02020603050405020304" pitchFamily="18" charset="0"/>
                <a:ea typeface="宋体" panose="02010600030101010101" pitchFamily="2" charset="-122"/>
                <a:cs typeface="Times New Roman" panose="02020603050405020304" pitchFamily="18" charset="0"/>
              </a:rPr>
              <a:t>1+d</a:t>
            </a:r>
            <a:r>
              <a:rPr lang="en-US" altLang="zh-CN" b="1" i="1" baseline="-25000" dirty="0">
                <a:latin typeface="Times New Roman" panose="02020603050405020304" pitchFamily="18" charset="0"/>
                <a:ea typeface="宋体" panose="02010600030101010101" pitchFamily="2" charset="-122"/>
                <a:cs typeface="Times New Roman" panose="02020603050405020304" pitchFamily="18" charset="0"/>
              </a:rPr>
              <a:t>k</a:t>
            </a:r>
            <a:r>
              <a:rPr lang="en-US" altLang="zh-CN" b="1" dirty="0">
                <a:latin typeface="等线" panose="02010600030101010101" pitchFamily="2" charset="-122"/>
                <a:cs typeface="Times New Roman" panose="02020603050405020304" pitchFamily="18" charset="0"/>
              </a:rPr>
              <a:t>,</a:t>
            </a:r>
            <a:r>
              <a:rPr lang="en-US" altLang="zh-CN" b="1" dirty="0">
                <a:latin typeface="等线" panose="02010600030101010101" pitchFamily="2" charset="-122"/>
                <a:ea typeface="等线" panose="02010600030101010101" pitchFamily="2" charset="-122"/>
                <a:cs typeface="Times New Roman" panose="02020603050405020304" pitchFamily="18" charset="0"/>
              </a:rPr>
              <a:t>R</a:t>
            </a:r>
            <a:r>
              <a:rPr lang="en-US" altLang="zh-CN" b="1" baseline="-25000" dirty="0">
                <a:latin typeface="Times New Roman" panose="02020603050405020304" pitchFamily="18" charset="0"/>
                <a:ea typeface="宋体" panose="02010600030101010101" pitchFamily="2" charset="-122"/>
                <a:cs typeface="Times New Roman" panose="02020603050405020304" pitchFamily="18" charset="0"/>
              </a:rPr>
              <a:t>1+2</a:t>
            </a:r>
            <a:r>
              <a:rPr lang="en-US" altLang="zh-CN" b="1" i="1" baseline="-25000" dirty="0">
                <a:latin typeface="Times New Roman" panose="02020603050405020304" pitchFamily="18" charset="0"/>
                <a:ea typeface="宋体" panose="02010600030101010101" pitchFamily="2" charset="-122"/>
                <a:cs typeface="Times New Roman" panose="02020603050405020304" pitchFamily="18" charset="0"/>
              </a:rPr>
              <a:t>dk</a:t>
            </a:r>
            <a:r>
              <a:rPr lang="en-US" altLang="zh-CN" b="1" dirty="0">
                <a:latin typeface="等线" panose="02010600030101010101" pitchFamily="2" charset="-122"/>
                <a:cs typeface="Times New Roman" panose="02020603050405020304" pitchFamily="18" charset="0"/>
              </a:rPr>
              <a:t>,…</a:t>
            </a:r>
            <a:r>
              <a:rPr lang="en-US" altLang="zh-CN" b="1" dirty="0">
                <a:latin typeface="Times New Roman" panose="02020603050405020304" pitchFamily="18" charset="0"/>
                <a:ea typeface="宋体" panose="02010600030101010101" pitchFamily="2" charset="-122"/>
                <a:cs typeface="Times New Roman" panose="02020603050405020304" pitchFamily="18" charset="0"/>
              </a:rPr>
              <a:t>}</a:t>
            </a:r>
            <a:r>
              <a:rPr lang="zh-CN" altLang="en-US"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b="1" dirty="0">
                <a:latin typeface="Times New Roman" panose="02020603050405020304" pitchFamily="18" charset="0"/>
                <a:ea typeface="宋体" panose="02010600030101010101" pitchFamily="2" charset="-122"/>
                <a:cs typeface="Times New Roman" panose="02020603050405020304" pitchFamily="18" charset="0"/>
              </a:rPr>
              <a:t>{R</a:t>
            </a:r>
            <a:r>
              <a:rPr lang="en-US" altLang="zh-CN" b="1" baseline="-25000" dirty="0">
                <a:latin typeface="Times New Roman" panose="02020603050405020304" pitchFamily="18" charset="0"/>
                <a:ea typeface="宋体" panose="02010600030101010101" pitchFamily="2" charset="-122"/>
                <a:cs typeface="Times New Roman" panose="02020603050405020304" pitchFamily="18" charset="0"/>
              </a:rPr>
              <a:t>2</a:t>
            </a:r>
            <a:r>
              <a:rPr lang="en-US" altLang="zh-CN" b="1" dirty="0">
                <a:latin typeface="等线" panose="02010600030101010101" pitchFamily="2" charset="-122"/>
                <a:ea typeface="等线" panose="02010600030101010101" pitchFamily="2" charset="-122"/>
                <a:cs typeface="Times New Roman" panose="02020603050405020304" pitchFamily="18" charset="0"/>
              </a:rPr>
              <a:t>,R</a:t>
            </a:r>
            <a:r>
              <a:rPr lang="en-US" altLang="zh-CN" b="1" baseline="-25000" dirty="0">
                <a:latin typeface="Times New Roman" panose="02020603050405020304" pitchFamily="18" charset="0"/>
                <a:ea typeface="宋体" panose="02010600030101010101" pitchFamily="2" charset="-122"/>
                <a:cs typeface="Times New Roman" panose="02020603050405020304" pitchFamily="18" charset="0"/>
              </a:rPr>
              <a:t>2+</a:t>
            </a:r>
            <a:r>
              <a:rPr lang="en-US" altLang="zh-CN" b="1" i="1" baseline="-25000" dirty="0">
                <a:latin typeface="Times New Roman" panose="02020603050405020304" pitchFamily="18" charset="0"/>
                <a:ea typeface="宋体" panose="02010600030101010101" pitchFamily="2" charset="-122"/>
                <a:cs typeface="Times New Roman" panose="02020603050405020304" pitchFamily="18" charset="0"/>
              </a:rPr>
              <a:t>dk</a:t>
            </a:r>
            <a:r>
              <a:rPr lang="en-US" altLang="zh-CN" b="1" dirty="0">
                <a:latin typeface="等线" panose="02010600030101010101" pitchFamily="2" charset="-122"/>
                <a:cs typeface="Times New Roman" panose="02020603050405020304" pitchFamily="18" charset="0"/>
              </a:rPr>
              <a:t>,</a:t>
            </a:r>
            <a:r>
              <a:rPr lang="en-US" altLang="zh-CN" b="1" dirty="0">
                <a:latin typeface="等线" panose="02010600030101010101" pitchFamily="2" charset="-122"/>
                <a:ea typeface="等线" panose="02010600030101010101" pitchFamily="2" charset="-122"/>
                <a:cs typeface="Times New Roman" panose="02020603050405020304" pitchFamily="18" charset="0"/>
              </a:rPr>
              <a:t>R</a:t>
            </a:r>
            <a:r>
              <a:rPr lang="en-US" altLang="zh-CN" b="1" baseline="-25000" dirty="0">
                <a:latin typeface="Times New Roman" panose="02020603050405020304" pitchFamily="18" charset="0"/>
                <a:ea typeface="宋体" panose="02010600030101010101" pitchFamily="2" charset="-122"/>
                <a:cs typeface="Times New Roman" panose="02020603050405020304" pitchFamily="18" charset="0"/>
              </a:rPr>
              <a:t>2+2</a:t>
            </a:r>
            <a:r>
              <a:rPr lang="en-US" altLang="zh-CN" b="1" i="1" baseline="-25000" dirty="0">
                <a:latin typeface="Times New Roman" panose="02020603050405020304" pitchFamily="18" charset="0"/>
                <a:ea typeface="宋体" panose="02010600030101010101" pitchFamily="2" charset="-122"/>
                <a:cs typeface="Times New Roman" panose="02020603050405020304" pitchFamily="18" charset="0"/>
              </a:rPr>
              <a:t>dk</a:t>
            </a:r>
            <a:r>
              <a:rPr lang="en-US" altLang="zh-CN" b="1" dirty="0">
                <a:latin typeface="等线" panose="02010600030101010101" pitchFamily="2" charset="-122"/>
                <a:cs typeface="Times New Roman" panose="02020603050405020304" pitchFamily="18" charset="0"/>
              </a:rPr>
              <a:t>,…</a:t>
            </a:r>
            <a:r>
              <a:rPr lang="en-US" altLang="zh-CN"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b="1" dirty="0">
                <a:latin typeface="等线" panose="02010600030101010101" pitchFamily="2" charset="-122"/>
                <a:cs typeface="Times New Roman" panose="02020603050405020304" pitchFamily="18" charset="0"/>
              </a:rPr>
              <a:t> …,</a:t>
            </a:r>
            <a:r>
              <a:rPr lang="en-US" altLang="zh-CN" b="1" dirty="0">
                <a:latin typeface="Times New Roman" panose="02020603050405020304" pitchFamily="18" charset="0"/>
                <a:ea typeface="宋体" panose="02010600030101010101" pitchFamily="2" charset="-122"/>
                <a:cs typeface="Times New Roman" panose="02020603050405020304" pitchFamily="18" charset="0"/>
              </a:rPr>
              <a:t> {R</a:t>
            </a:r>
            <a:r>
              <a:rPr lang="en-US" altLang="zh-CN" b="1" i="1" baseline="-25000" dirty="0">
                <a:latin typeface="Times New Roman" panose="02020603050405020304" pitchFamily="18" charset="0"/>
                <a:ea typeface="宋体" panose="02010600030101010101" pitchFamily="2" charset="-122"/>
                <a:cs typeface="Times New Roman" panose="02020603050405020304" pitchFamily="18" charset="0"/>
              </a:rPr>
              <a:t>dk</a:t>
            </a:r>
            <a:r>
              <a:rPr lang="en-US" altLang="zh-CN" b="1" dirty="0">
                <a:latin typeface="等线" panose="02010600030101010101" pitchFamily="2" charset="-122"/>
                <a:ea typeface="等线" panose="02010600030101010101" pitchFamily="2" charset="-122"/>
                <a:cs typeface="Times New Roman" panose="02020603050405020304" pitchFamily="18" charset="0"/>
              </a:rPr>
              <a:t>,R</a:t>
            </a:r>
            <a:r>
              <a:rPr lang="en-US" altLang="zh-CN" b="1" i="1" baseline="-25000" dirty="0">
                <a:latin typeface="Times New Roman" panose="02020603050405020304" pitchFamily="18" charset="0"/>
                <a:ea typeface="宋体" panose="02010600030101010101" pitchFamily="2" charset="-122"/>
                <a:cs typeface="Times New Roman" panose="02020603050405020304" pitchFamily="18" charset="0"/>
              </a:rPr>
              <a:t>dk</a:t>
            </a:r>
            <a:r>
              <a:rPr lang="en-US" altLang="zh-CN" b="1" baseline="-25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b="1" i="1" baseline="-25000" dirty="0">
                <a:latin typeface="Times New Roman" panose="02020603050405020304" pitchFamily="18" charset="0"/>
                <a:ea typeface="宋体" panose="02010600030101010101" pitchFamily="2" charset="-122"/>
                <a:cs typeface="Times New Roman" panose="02020603050405020304" pitchFamily="18" charset="0"/>
              </a:rPr>
              <a:t>dk</a:t>
            </a:r>
            <a:r>
              <a:rPr lang="en-US" altLang="zh-CN" b="1" dirty="0">
                <a:latin typeface="等线" panose="02010600030101010101" pitchFamily="2" charset="-122"/>
                <a:cs typeface="Times New Roman" panose="02020603050405020304" pitchFamily="18" charset="0"/>
              </a:rPr>
              <a:t>,</a:t>
            </a:r>
            <a:r>
              <a:rPr lang="en-US" altLang="zh-CN" b="1" dirty="0">
                <a:latin typeface="等线" panose="02010600030101010101" pitchFamily="2" charset="-122"/>
                <a:ea typeface="等线" panose="02010600030101010101" pitchFamily="2" charset="-122"/>
                <a:cs typeface="Times New Roman" panose="02020603050405020304" pitchFamily="18" charset="0"/>
              </a:rPr>
              <a:t>R</a:t>
            </a:r>
            <a:r>
              <a:rPr lang="en-US" altLang="zh-CN" b="1" i="1" baseline="-25000" dirty="0">
                <a:latin typeface="Times New Roman" panose="02020603050405020304" pitchFamily="18" charset="0"/>
                <a:ea typeface="宋体" panose="02010600030101010101" pitchFamily="2" charset="-122"/>
                <a:cs typeface="Times New Roman" panose="02020603050405020304" pitchFamily="18" charset="0"/>
              </a:rPr>
              <a:t>dk</a:t>
            </a:r>
            <a:r>
              <a:rPr lang="en-US" altLang="zh-CN" b="1" baseline="-25000" dirty="0">
                <a:latin typeface="Times New Roman" panose="02020603050405020304" pitchFamily="18" charset="0"/>
                <a:ea typeface="宋体" panose="02010600030101010101" pitchFamily="2" charset="-122"/>
                <a:cs typeface="Times New Roman" panose="02020603050405020304" pitchFamily="18" charset="0"/>
              </a:rPr>
              <a:t>+2</a:t>
            </a:r>
            <a:r>
              <a:rPr lang="en-US" altLang="zh-CN" b="1" i="1" baseline="-25000" dirty="0">
                <a:latin typeface="Times New Roman" panose="02020603050405020304" pitchFamily="18" charset="0"/>
                <a:ea typeface="宋体" panose="02010600030101010101" pitchFamily="2" charset="-122"/>
                <a:cs typeface="Times New Roman" panose="02020603050405020304" pitchFamily="18" charset="0"/>
              </a:rPr>
              <a:t>dk</a:t>
            </a:r>
            <a:r>
              <a:rPr lang="en-US" altLang="zh-CN" b="1" dirty="0">
                <a:latin typeface="等线" panose="02010600030101010101" pitchFamily="2" charset="-122"/>
                <a:cs typeface="Times New Roman" panose="02020603050405020304" pitchFamily="18" charset="0"/>
              </a:rPr>
              <a:t>,…</a:t>
            </a:r>
            <a:r>
              <a:rPr lang="en-US" altLang="zh-CN"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b="1" dirty="0">
                <a:latin typeface="等线" panose="02010600030101010101" pitchFamily="2" charset="-122"/>
                <a:cs typeface="Times New Roman" panose="02020603050405020304" pitchFamily="18" charset="0"/>
              </a:rPr>
              <a:t> </a:t>
            </a:r>
            <a:endParaRPr lang="en-US" altLang="zh-CN" b="1" dirty="0">
              <a:latin typeface="Times New Roman" panose="02020603050405020304" pitchFamily="18" charset="0"/>
              <a:ea typeface="宋体" panose="02010600030101010101" pitchFamily="2" charset="-122"/>
              <a:cs typeface="Times New Roman" panose="02020603050405020304" pitchFamily="18" charset="0"/>
            </a:endParaRPr>
          </a:p>
          <a:p>
            <a:pPr>
              <a:lnSpc>
                <a:spcPct val="130000"/>
              </a:lnSpc>
            </a:pPr>
            <a:r>
              <a:rPr lang="zh-CN" altLang="en-US"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b="1"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b="1" dirty="0">
                <a:latin typeface="Times New Roman" panose="02020603050405020304" pitchFamily="18" charset="0"/>
                <a:ea typeface="宋体" panose="02010600030101010101" pitchFamily="2" charset="-122"/>
                <a:cs typeface="Times New Roman" panose="02020603050405020304" pitchFamily="18" charset="0"/>
              </a:rPr>
              <a:t>）对每个子序列分别进行直接插入排序；</a:t>
            </a:r>
            <a:endParaRPr lang="en-US" altLang="zh-CN" b="1" dirty="0">
              <a:latin typeface="Times New Roman" panose="02020603050405020304" pitchFamily="18" charset="0"/>
              <a:ea typeface="宋体" panose="02010600030101010101" pitchFamily="2" charset="-122"/>
              <a:cs typeface="Times New Roman" panose="02020603050405020304" pitchFamily="18" charset="0"/>
            </a:endParaRPr>
          </a:p>
          <a:p>
            <a:pPr>
              <a:lnSpc>
                <a:spcPct val="130000"/>
              </a:lnSpc>
            </a:pPr>
            <a:r>
              <a:rPr lang="zh-CN" altLang="en-US"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b="1" dirty="0">
                <a:latin typeface="Times New Roman" panose="02020603050405020304" pitchFamily="18" charset="0"/>
                <a:ea typeface="宋体" panose="02010600030101010101" pitchFamily="2" charset="-122"/>
                <a:cs typeface="Times New Roman" panose="02020603050405020304" pitchFamily="18" charset="0"/>
              </a:rPr>
              <a:t>3</a:t>
            </a:r>
            <a:r>
              <a:rPr lang="zh-CN" altLang="en-US" b="1" dirty="0">
                <a:latin typeface="Times New Roman" panose="02020603050405020304" pitchFamily="18" charset="0"/>
                <a:ea typeface="宋体" panose="02010600030101010101" pitchFamily="2" charset="-122"/>
                <a:cs typeface="Times New Roman" panose="02020603050405020304" pitchFamily="18" charset="0"/>
              </a:rPr>
              <a:t>）减小</a:t>
            </a:r>
            <a:r>
              <a:rPr lang="en-US" altLang="zh-CN" b="1" i="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dk</a:t>
            </a:r>
            <a:r>
              <a:rPr lang="zh-CN" altLang="en-US" b="1" dirty="0">
                <a:latin typeface="Times New Roman" panose="02020603050405020304" pitchFamily="18" charset="0"/>
                <a:ea typeface="宋体" panose="02010600030101010101" pitchFamily="2" charset="-122"/>
                <a:cs typeface="Times New Roman" panose="02020603050405020304" pitchFamily="18" charset="0"/>
              </a:rPr>
              <a:t>，重复（</a:t>
            </a:r>
            <a:r>
              <a:rPr lang="en-US" altLang="zh-CN" b="1"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b="1" dirty="0">
                <a:latin typeface="Times New Roman" panose="02020603050405020304" pitchFamily="18" charset="0"/>
                <a:ea typeface="宋体" panose="02010600030101010101" pitchFamily="2" charset="-122"/>
                <a:cs typeface="Times New Roman" panose="02020603050405020304" pitchFamily="18" charset="0"/>
              </a:rPr>
              <a:t>）和（</a:t>
            </a:r>
            <a:r>
              <a:rPr lang="en-US" altLang="zh-CN" b="1"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b="1" dirty="0">
                <a:latin typeface="Times New Roman" panose="02020603050405020304" pitchFamily="18" charset="0"/>
                <a:ea typeface="宋体" panose="02010600030101010101" pitchFamily="2" charset="-122"/>
                <a:cs typeface="Times New Roman" panose="02020603050405020304" pitchFamily="18" charset="0"/>
              </a:rPr>
              <a:t>）步（称为一趟），直到最后完成一次</a:t>
            </a:r>
            <a:r>
              <a:rPr lang="en-US" altLang="zh-CN" b="1" i="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dk=</a:t>
            </a:r>
            <a:r>
              <a:rPr lang="en-US" altLang="zh-CN"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1</a:t>
            </a:r>
            <a:r>
              <a:rPr lang="zh-CN" altLang="en-US" b="1" dirty="0">
                <a:latin typeface="Times New Roman" panose="02020603050405020304" pitchFamily="18" charset="0"/>
                <a:ea typeface="宋体" panose="02010600030101010101" pitchFamily="2" charset="-122"/>
                <a:cs typeface="Times New Roman" panose="02020603050405020304" pitchFamily="18" charset="0"/>
              </a:rPr>
              <a:t>，也就是对整个记录序列的直接插入排序。</a:t>
            </a:r>
            <a:endParaRPr lang="en-US" altLang="zh-CN" b="1" dirty="0">
              <a:latin typeface="Times New Roman" panose="02020603050405020304" pitchFamily="18" charset="0"/>
              <a:ea typeface="宋体" panose="02010600030101010101" pitchFamily="2" charset="-122"/>
              <a:cs typeface="Times New Roman" panose="02020603050405020304" pitchFamily="18" charset="0"/>
            </a:endParaRPr>
          </a:p>
          <a:p>
            <a:pPr>
              <a:lnSpc>
                <a:spcPct val="130000"/>
              </a:lnSpc>
            </a:pPr>
            <a:r>
              <a:rPr lang="en-US" altLang="zh-CN" b="1" i="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dk</a:t>
            </a:r>
            <a:r>
              <a:rPr lang="zh-CN" altLang="en-US" b="1" dirty="0">
                <a:latin typeface="Times New Roman" panose="02020603050405020304" pitchFamily="18" charset="0"/>
                <a:ea typeface="宋体" panose="02010600030101010101" pitchFamily="2" charset="-122"/>
                <a:cs typeface="Times New Roman" panose="02020603050405020304" pitchFamily="18" charset="0"/>
              </a:rPr>
              <a:t>既是子序列数，也是子序列中元素的“</a:t>
            </a:r>
            <a:r>
              <a:rPr lang="zh-CN" altLang="en-US" b="1"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距离</a:t>
            </a:r>
            <a:r>
              <a:rPr lang="zh-CN" altLang="en-US" b="1" dirty="0">
                <a:latin typeface="Times New Roman" panose="02020603050405020304" pitchFamily="18" charset="0"/>
                <a:ea typeface="宋体" panose="02010600030101010101" pitchFamily="2" charset="-122"/>
                <a:cs typeface="Times New Roman" panose="02020603050405020304" pitchFamily="18" charset="0"/>
              </a:rPr>
              <a:t>”，或称“</a:t>
            </a:r>
            <a:r>
              <a:rPr lang="zh-CN" altLang="en-US" b="1"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增量</a:t>
            </a:r>
            <a:r>
              <a:rPr lang="zh-CN" altLang="en-US" b="1"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b="1" dirty="0">
              <a:latin typeface="Times New Roman" panose="02020603050405020304" pitchFamily="18" charset="0"/>
              <a:ea typeface="宋体" panose="02010600030101010101" pitchFamily="2" charset="-122"/>
              <a:cs typeface="Times New Roman" panose="02020603050405020304" pitchFamily="18" charset="0"/>
            </a:endParaRPr>
          </a:p>
          <a:p>
            <a:pPr>
              <a:lnSpc>
                <a:spcPct val="130000"/>
              </a:lnSpc>
            </a:pPr>
            <a:r>
              <a:rPr lang="en-US" altLang="zh-CN"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t</a:t>
            </a:r>
            <a:r>
              <a:rPr lang="zh-CN" altLang="en-US" b="1" dirty="0">
                <a:latin typeface="Times New Roman" panose="02020603050405020304" pitchFamily="18" charset="0"/>
                <a:ea typeface="宋体" panose="02010600030101010101" pitchFamily="2" charset="-122"/>
                <a:cs typeface="Times New Roman" panose="02020603050405020304" pitchFamily="18" charset="0"/>
              </a:rPr>
              <a:t>趟的</a:t>
            </a:r>
            <a:r>
              <a:rPr lang="en-US" altLang="zh-CN" b="1" i="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dk</a:t>
            </a:r>
            <a:r>
              <a:rPr lang="zh-CN" altLang="en-US" b="1" dirty="0">
                <a:latin typeface="Times New Roman" panose="02020603050405020304" pitchFamily="18" charset="0"/>
                <a:ea typeface="宋体" panose="02010600030101010101" pitchFamily="2" charset="-122"/>
                <a:cs typeface="Times New Roman" panose="02020603050405020304" pitchFamily="18" charset="0"/>
              </a:rPr>
              <a:t>值构成一个递减到</a:t>
            </a:r>
            <a:r>
              <a:rPr lang="en-US" altLang="zh-CN"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1</a:t>
            </a:r>
            <a:r>
              <a:rPr lang="zh-CN" altLang="en-US" b="1" dirty="0">
                <a:latin typeface="Times New Roman" panose="02020603050405020304" pitchFamily="18" charset="0"/>
                <a:ea typeface="宋体" panose="02010600030101010101" pitchFamily="2" charset="-122"/>
                <a:cs typeface="Times New Roman" panose="02020603050405020304" pitchFamily="18" charset="0"/>
              </a:rPr>
              <a:t>的序列。可存入</a:t>
            </a:r>
            <a:r>
              <a:rPr lang="zh-CN" altLang="en-US"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数组</a:t>
            </a:r>
            <a:r>
              <a:rPr lang="en-US" altLang="zh-CN" b="1" dirty="0" err="1">
                <a:solidFill>
                  <a:srgbClr val="C00000"/>
                </a:solidFill>
                <a:latin typeface="Times New Roman" panose="02020603050405020304" pitchFamily="18" charset="0"/>
                <a:ea typeface="宋体" panose="02010600030101010101" pitchFamily="2" charset="-122"/>
                <a:cs typeface="Times New Roman" panose="02020603050405020304" pitchFamily="18" charset="0"/>
              </a:rPr>
              <a:t>dlta</a:t>
            </a:r>
            <a:r>
              <a:rPr lang="en-US" altLang="zh-CN"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[0..t-1]</a:t>
            </a:r>
            <a:r>
              <a:rPr lang="zh-CN" altLang="en-US" b="1" dirty="0">
                <a:latin typeface="Times New Roman" panose="02020603050405020304" pitchFamily="18" charset="0"/>
                <a:ea typeface="宋体" panose="02010600030101010101" pitchFamily="2" charset="-122"/>
                <a:cs typeface="Times New Roman" panose="02020603050405020304" pitchFamily="18" charset="0"/>
              </a:rPr>
              <a:t>：</a:t>
            </a:r>
            <a:r>
              <a:rPr lang="zh-CN" altLang="en-US"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endParaRPr lang="en-US" altLang="zh-CN"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a:lnSpc>
                <a:spcPct val="130000"/>
              </a:lnSpc>
            </a:pPr>
            <a:r>
              <a:rPr lang="en-US" altLang="zh-CN"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b="1" dirty="0" err="1">
                <a:solidFill>
                  <a:srgbClr val="C00000"/>
                </a:solidFill>
                <a:latin typeface="Times New Roman" panose="02020603050405020304" pitchFamily="18" charset="0"/>
                <a:ea typeface="宋体" panose="02010600030101010101" pitchFamily="2" charset="-122"/>
                <a:cs typeface="Times New Roman" panose="02020603050405020304" pitchFamily="18" charset="0"/>
              </a:rPr>
              <a:t>dlta</a:t>
            </a:r>
            <a:r>
              <a:rPr lang="en-US" altLang="zh-CN"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[0]&gt;</a:t>
            </a:r>
            <a:r>
              <a:rPr lang="en-US" altLang="zh-CN" b="1" dirty="0" err="1">
                <a:solidFill>
                  <a:srgbClr val="C00000"/>
                </a:solidFill>
                <a:latin typeface="Times New Roman" panose="02020603050405020304" pitchFamily="18" charset="0"/>
                <a:ea typeface="宋体" panose="02010600030101010101" pitchFamily="2" charset="-122"/>
                <a:cs typeface="Times New Roman" panose="02020603050405020304" pitchFamily="18" charset="0"/>
              </a:rPr>
              <a:t>dlta</a:t>
            </a:r>
            <a:r>
              <a:rPr lang="en-US" altLang="zh-CN"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[1]&gt; … &gt;</a:t>
            </a:r>
            <a:r>
              <a:rPr lang="en-US" altLang="zh-CN" b="1" dirty="0" err="1">
                <a:solidFill>
                  <a:srgbClr val="C00000"/>
                </a:solidFill>
                <a:latin typeface="Times New Roman" panose="02020603050405020304" pitchFamily="18" charset="0"/>
                <a:ea typeface="宋体" panose="02010600030101010101" pitchFamily="2" charset="-122"/>
                <a:cs typeface="Times New Roman" panose="02020603050405020304" pitchFamily="18" charset="0"/>
              </a:rPr>
              <a:t>dlta</a:t>
            </a:r>
            <a:r>
              <a:rPr lang="en-US" altLang="zh-CN"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[t-1]=1</a:t>
            </a:r>
          </a:p>
        </p:txBody>
      </p:sp>
      <p:sp>
        <p:nvSpPr>
          <p:cNvPr id="6" name="文本框 5">
            <a:extLst>
              <a:ext uri="{FF2B5EF4-FFF2-40B4-BE49-F238E27FC236}">
                <a16:creationId xmlns:a16="http://schemas.microsoft.com/office/drawing/2014/main" id="{22EC4862-8E9E-4B35-BAA0-7437E5F72FBE}"/>
              </a:ext>
            </a:extLst>
          </p:cNvPr>
          <p:cNvSpPr txBox="1"/>
          <p:nvPr/>
        </p:nvSpPr>
        <p:spPr>
          <a:xfrm>
            <a:off x="7823746" y="5820312"/>
            <a:ext cx="3845925" cy="646331"/>
          </a:xfrm>
          <a:prstGeom prst="rect">
            <a:avLst/>
          </a:prstGeom>
          <a:noFill/>
        </p:spPr>
        <p:txBody>
          <a:bodyPr wrap="none" rtlCol="0">
            <a:spAutoFit/>
          </a:bodyPr>
          <a:lstStyle/>
          <a:p>
            <a:r>
              <a:rPr lang="en-US" altLang="zh-CN" b="1" dirty="0">
                <a:solidFill>
                  <a:srgbClr val="C00000"/>
                </a:solidFill>
                <a:latin typeface="Times New Roman" panose="02020603050405020304" pitchFamily="18" charset="0"/>
                <a:cs typeface="Times New Roman" panose="02020603050405020304" pitchFamily="18" charset="0"/>
              </a:rPr>
              <a:t>——</a:t>
            </a:r>
            <a:r>
              <a:rPr lang="zh-CN" altLang="en-US" b="1" dirty="0">
                <a:solidFill>
                  <a:srgbClr val="C00000"/>
                </a:solidFill>
                <a:latin typeface="Times New Roman" panose="02020603050405020304" pitchFamily="18" charset="0"/>
                <a:cs typeface="Times New Roman" panose="02020603050405020304" pitchFamily="18" charset="0"/>
              </a:rPr>
              <a:t>最后一趟前，序列已“接近”有序</a:t>
            </a:r>
            <a:endParaRPr lang="en-US" altLang="zh-CN" b="1" dirty="0">
              <a:solidFill>
                <a:srgbClr val="C00000"/>
              </a:solidFill>
              <a:latin typeface="Courier New" panose="02070309020205020404" pitchFamily="49" charset="0"/>
              <a:cs typeface="Courier New" panose="02070309020205020404" pitchFamily="49" charset="0"/>
            </a:endParaRPr>
          </a:p>
          <a:p>
            <a:r>
              <a:rPr lang="zh-CN" altLang="en-US" b="1" dirty="0">
                <a:solidFill>
                  <a:srgbClr val="C00000"/>
                </a:solidFill>
                <a:latin typeface="Courier New" panose="02070309020205020404" pitchFamily="49" charset="0"/>
                <a:cs typeface="Courier New" panose="02070309020205020404" pitchFamily="49" charset="0"/>
              </a:rPr>
              <a:t>    时间复杂度可以降低到</a:t>
            </a:r>
            <a:r>
              <a:rPr lang="en-US" altLang="zh-CN" b="1" i="1" dirty="0">
                <a:solidFill>
                  <a:srgbClr val="0006EE"/>
                </a:solidFill>
                <a:latin typeface="Times New Roman" panose="02020603050405020304" pitchFamily="18" charset="0"/>
                <a:cs typeface="Times New Roman" panose="02020603050405020304" pitchFamily="18" charset="0"/>
              </a:rPr>
              <a:t>O</a:t>
            </a:r>
            <a:r>
              <a:rPr lang="en-US" altLang="zh-CN" b="1" dirty="0">
                <a:solidFill>
                  <a:srgbClr val="0006EE"/>
                </a:solidFill>
                <a:latin typeface="Times New Roman" panose="02020603050405020304" pitchFamily="18" charset="0"/>
                <a:cs typeface="Times New Roman" panose="02020603050405020304" pitchFamily="18" charset="0"/>
              </a:rPr>
              <a:t>(</a:t>
            </a:r>
            <a:r>
              <a:rPr lang="en-US" altLang="zh-CN" b="1" i="1" dirty="0">
                <a:solidFill>
                  <a:srgbClr val="0006EE"/>
                </a:solidFill>
                <a:latin typeface="Times New Roman" panose="02020603050405020304" pitchFamily="18" charset="0"/>
                <a:cs typeface="Times New Roman" panose="02020603050405020304" pitchFamily="18" charset="0"/>
              </a:rPr>
              <a:t>n</a:t>
            </a:r>
            <a:r>
              <a:rPr lang="en-US" altLang="zh-CN" b="1" baseline="30000" dirty="0">
                <a:solidFill>
                  <a:srgbClr val="0006EE"/>
                </a:solidFill>
                <a:latin typeface="Times New Roman" panose="02020603050405020304" pitchFamily="18" charset="0"/>
                <a:cs typeface="Times New Roman" panose="02020603050405020304" pitchFamily="18" charset="0"/>
              </a:rPr>
              <a:t>3/2</a:t>
            </a:r>
            <a:r>
              <a:rPr lang="en-US" altLang="zh-CN" b="1" dirty="0">
                <a:solidFill>
                  <a:srgbClr val="0006EE"/>
                </a:solidFill>
                <a:latin typeface="Times New Roman" panose="02020603050405020304" pitchFamily="18" charset="0"/>
                <a:cs typeface="Times New Roman" panose="02020603050405020304" pitchFamily="18" charset="0"/>
              </a:rPr>
              <a:t>)</a:t>
            </a:r>
          </a:p>
        </p:txBody>
      </p:sp>
      <p:grpSp>
        <p:nvGrpSpPr>
          <p:cNvPr id="7" name="组合 6">
            <a:extLst>
              <a:ext uri="{FF2B5EF4-FFF2-40B4-BE49-F238E27FC236}">
                <a16:creationId xmlns:a16="http://schemas.microsoft.com/office/drawing/2014/main" id="{E8835235-C46F-4EE0-A08F-85FC903EB87E}"/>
              </a:ext>
            </a:extLst>
          </p:cNvPr>
          <p:cNvGrpSpPr/>
          <p:nvPr/>
        </p:nvGrpSpPr>
        <p:grpSpPr>
          <a:xfrm>
            <a:off x="6485241" y="493156"/>
            <a:ext cx="5058274" cy="748358"/>
            <a:chOff x="6434792" y="964977"/>
            <a:chExt cx="5058274" cy="748358"/>
          </a:xfrm>
        </p:grpSpPr>
        <p:grpSp>
          <p:nvGrpSpPr>
            <p:cNvPr id="8" name="组合 7">
              <a:extLst>
                <a:ext uri="{FF2B5EF4-FFF2-40B4-BE49-F238E27FC236}">
                  <a16:creationId xmlns:a16="http://schemas.microsoft.com/office/drawing/2014/main" id="{E92B24B4-8AD2-44D0-A8B6-4E303B36E28D}"/>
                </a:ext>
              </a:extLst>
            </p:cNvPr>
            <p:cNvGrpSpPr/>
            <p:nvPr/>
          </p:nvGrpSpPr>
          <p:grpSpPr>
            <a:xfrm>
              <a:off x="6434792" y="964977"/>
              <a:ext cx="5058274" cy="748358"/>
              <a:chOff x="5178729" y="1066010"/>
              <a:chExt cx="4469711" cy="620519"/>
            </a:xfrm>
          </p:grpSpPr>
          <p:grpSp>
            <p:nvGrpSpPr>
              <p:cNvPr id="13" name="组合 12">
                <a:extLst>
                  <a:ext uri="{FF2B5EF4-FFF2-40B4-BE49-F238E27FC236}">
                    <a16:creationId xmlns:a16="http://schemas.microsoft.com/office/drawing/2014/main" id="{AAA38BA9-25BE-49A5-8F1F-DEF6B2DB450D}"/>
                  </a:ext>
                </a:extLst>
              </p:cNvPr>
              <p:cNvGrpSpPr/>
              <p:nvPr/>
            </p:nvGrpSpPr>
            <p:grpSpPr>
              <a:xfrm>
                <a:off x="7211309" y="1066010"/>
                <a:ext cx="406116" cy="620452"/>
                <a:chOff x="7881869" y="1848118"/>
                <a:chExt cx="406116" cy="620452"/>
              </a:xfrm>
            </p:grpSpPr>
            <p:sp>
              <p:nvSpPr>
                <p:cNvPr id="38" name="矩形 37">
                  <a:extLst>
                    <a:ext uri="{FF2B5EF4-FFF2-40B4-BE49-F238E27FC236}">
                      <a16:creationId xmlns:a16="http://schemas.microsoft.com/office/drawing/2014/main" id="{F7F1E592-C857-4340-BC53-57B4577E6A38}"/>
                    </a:ext>
                  </a:extLst>
                </p:cNvPr>
                <p:cNvSpPr/>
                <p:nvPr/>
              </p:nvSpPr>
              <p:spPr>
                <a:xfrm>
                  <a:off x="7881870" y="1848118"/>
                  <a:ext cx="406115"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rgbClr val="0070C0"/>
                      </a:solidFill>
                    </a:rPr>
                    <a:t>5</a:t>
                  </a:r>
                  <a:endParaRPr lang="zh-CN" altLang="en-US" sz="1600" b="1" dirty="0">
                    <a:solidFill>
                      <a:srgbClr val="0070C0"/>
                    </a:solidFill>
                  </a:endParaRPr>
                </a:p>
              </p:txBody>
            </p:sp>
            <p:sp>
              <p:nvSpPr>
                <p:cNvPr id="39" name="矩形 38">
                  <a:extLst>
                    <a:ext uri="{FF2B5EF4-FFF2-40B4-BE49-F238E27FC236}">
                      <a16:creationId xmlns:a16="http://schemas.microsoft.com/office/drawing/2014/main" id="{066B56AE-FD5A-41CD-A82B-9F55FB4E3A35}"/>
                    </a:ext>
                  </a:extLst>
                </p:cNvPr>
                <p:cNvSpPr/>
                <p:nvPr/>
              </p:nvSpPr>
              <p:spPr>
                <a:xfrm>
                  <a:off x="7881869" y="2160793"/>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grpSp>
            <p:nvGrpSpPr>
              <p:cNvPr id="14" name="组合 13">
                <a:extLst>
                  <a:ext uri="{FF2B5EF4-FFF2-40B4-BE49-F238E27FC236}">
                    <a16:creationId xmlns:a16="http://schemas.microsoft.com/office/drawing/2014/main" id="{333BCAFB-2ADC-443D-8F9B-EB145AD1D125}"/>
                  </a:ext>
                </a:extLst>
              </p:cNvPr>
              <p:cNvGrpSpPr/>
              <p:nvPr/>
            </p:nvGrpSpPr>
            <p:grpSpPr>
              <a:xfrm>
                <a:off x="7617424" y="1067394"/>
                <a:ext cx="406116" cy="619135"/>
                <a:chOff x="7881869" y="1848118"/>
                <a:chExt cx="406116" cy="619135"/>
              </a:xfrm>
            </p:grpSpPr>
            <p:sp>
              <p:nvSpPr>
                <p:cNvPr id="36" name="矩形 35">
                  <a:extLst>
                    <a:ext uri="{FF2B5EF4-FFF2-40B4-BE49-F238E27FC236}">
                      <a16:creationId xmlns:a16="http://schemas.microsoft.com/office/drawing/2014/main" id="{FDB6DBBB-0AA9-4418-8832-CB61A9088687}"/>
                    </a:ext>
                  </a:extLst>
                </p:cNvPr>
                <p:cNvSpPr/>
                <p:nvPr/>
              </p:nvSpPr>
              <p:spPr>
                <a:xfrm>
                  <a:off x="7881870" y="1848118"/>
                  <a:ext cx="406115"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rgbClr val="0070C0"/>
                      </a:solidFill>
                    </a:rPr>
                    <a:t>6</a:t>
                  </a:r>
                  <a:endParaRPr lang="zh-CN" altLang="en-US" sz="1600" b="1" dirty="0">
                    <a:solidFill>
                      <a:srgbClr val="0070C0"/>
                    </a:solidFill>
                  </a:endParaRPr>
                </a:p>
              </p:txBody>
            </p:sp>
            <p:sp>
              <p:nvSpPr>
                <p:cNvPr id="37" name="矩形 36">
                  <a:extLst>
                    <a:ext uri="{FF2B5EF4-FFF2-40B4-BE49-F238E27FC236}">
                      <a16:creationId xmlns:a16="http://schemas.microsoft.com/office/drawing/2014/main" id="{00B371F0-7481-420D-B6E4-F92C994CFCAE}"/>
                    </a:ext>
                  </a:extLst>
                </p:cNvPr>
                <p:cNvSpPr/>
                <p:nvPr/>
              </p:nvSpPr>
              <p:spPr>
                <a:xfrm>
                  <a:off x="7881869" y="2159476"/>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grpSp>
            <p:nvGrpSpPr>
              <p:cNvPr id="15" name="组合 14">
                <a:extLst>
                  <a:ext uri="{FF2B5EF4-FFF2-40B4-BE49-F238E27FC236}">
                    <a16:creationId xmlns:a16="http://schemas.microsoft.com/office/drawing/2014/main" id="{88CE4523-35F9-4818-84EF-F0FA31B1B110}"/>
                  </a:ext>
                </a:extLst>
              </p:cNvPr>
              <p:cNvGrpSpPr/>
              <p:nvPr/>
            </p:nvGrpSpPr>
            <p:grpSpPr>
              <a:xfrm>
                <a:off x="8024039" y="1066010"/>
                <a:ext cx="406116" cy="620452"/>
                <a:chOff x="7881869" y="1848118"/>
                <a:chExt cx="406116" cy="620452"/>
              </a:xfrm>
            </p:grpSpPr>
            <p:sp>
              <p:nvSpPr>
                <p:cNvPr id="34" name="矩形 33">
                  <a:extLst>
                    <a:ext uri="{FF2B5EF4-FFF2-40B4-BE49-F238E27FC236}">
                      <a16:creationId xmlns:a16="http://schemas.microsoft.com/office/drawing/2014/main" id="{82EB3015-153F-4625-9C59-28BB4F48233F}"/>
                    </a:ext>
                  </a:extLst>
                </p:cNvPr>
                <p:cNvSpPr/>
                <p:nvPr/>
              </p:nvSpPr>
              <p:spPr>
                <a:xfrm>
                  <a:off x="7881870" y="1848118"/>
                  <a:ext cx="406115"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rgbClr val="0070C0"/>
                      </a:solidFill>
                    </a:rPr>
                    <a:t>7</a:t>
                  </a:r>
                  <a:endParaRPr lang="zh-CN" altLang="en-US" sz="1600" b="1" dirty="0">
                    <a:solidFill>
                      <a:srgbClr val="0070C0"/>
                    </a:solidFill>
                  </a:endParaRPr>
                </a:p>
              </p:txBody>
            </p:sp>
            <p:sp>
              <p:nvSpPr>
                <p:cNvPr id="35" name="矩形 34">
                  <a:extLst>
                    <a:ext uri="{FF2B5EF4-FFF2-40B4-BE49-F238E27FC236}">
                      <a16:creationId xmlns:a16="http://schemas.microsoft.com/office/drawing/2014/main" id="{4DA8F747-7F45-4ABC-819C-4F19EDD9974B}"/>
                    </a:ext>
                  </a:extLst>
                </p:cNvPr>
                <p:cNvSpPr/>
                <p:nvPr/>
              </p:nvSpPr>
              <p:spPr>
                <a:xfrm>
                  <a:off x="7881869" y="2160793"/>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grpSp>
            <p:nvGrpSpPr>
              <p:cNvPr id="16" name="组合 15">
                <a:extLst>
                  <a:ext uri="{FF2B5EF4-FFF2-40B4-BE49-F238E27FC236}">
                    <a16:creationId xmlns:a16="http://schemas.microsoft.com/office/drawing/2014/main" id="{9A75573C-FA3D-41E9-A3E1-DB29C52905E7}"/>
                  </a:ext>
                </a:extLst>
              </p:cNvPr>
              <p:cNvGrpSpPr/>
              <p:nvPr/>
            </p:nvGrpSpPr>
            <p:grpSpPr>
              <a:xfrm>
                <a:off x="8430155" y="1067394"/>
                <a:ext cx="1218285" cy="617841"/>
                <a:chOff x="7881870" y="1848118"/>
                <a:chExt cx="1218285" cy="617841"/>
              </a:xfrm>
            </p:grpSpPr>
            <p:sp>
              <p:nvSpPr>
                <p:cNvPr id="32" name="矩形 31">
                  <a:extLst>
                    <a:ext uri="{FF2B5EF4-FFF2-40B4-BE49-F238E27FC236}">
                      <a16:creationId xmlns:a16="http://schemas.microsoft.com/office/drawing/2014/main" id="{9D40112B-FFD6-47B2-8975-68541E878DF8}"/>
                    </a:ext>
                  </a:extLst>
                </p:cNvPr>
                <p:cNvSpPr/>
                <p:nvPr/>
              </p:nvSpPr>
              <p:spPr>
                <a:xfrm>
                  <a:off x="7881870" y="1848118"/>
                  <a:ext cx="406115"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rgbClr val="0070C0"/>
                      </a:solidFill>
                    </a:rPr>
                    <a:t>8</a:t>
                  </a:r>
                  <a:endParaRPr lang="zh-CN" altLang="en-US" sz="1600" b="1" dirty="0">
                    <a:solidFill>
                      <a:srgbClr val="0070C0"/>
                    </a:solidFill>
                  </a:endParaRPr>
                </a:p>
              </p:txBody>
            </p:sp>
            <p:sp>
              <p:nvSpPr>
                <p:cNvPr id="33" name="矩形 32">
                  <a:extLst>
                    <a:ext uri="{FF2B5EF4-FFF2-40B4-BE49-F238E27FC236}">
                      <a16:creationId xmlns:a16="http://schemas.microsoft.com/office/drawing/2014/main" id="{13635879-57A0-4FC0-92FD-E17301AA901A}"/>
                    </a:ext>
                  </a:extLst>
                </p:cNvPr>
                <p:cNvSpPr/>
                <p:nvPr/>
              </p:nvSpPr>
              <p:spPr>
                <a:xfrm>
                  <a:off x="8694040" y="2158182"/>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grpSp>
            <p:nvGrpSpPr>
              <p:cNvPr id="17" name="组合 16">
                <a:extLst>
                  <a:ext uri="{FF2B5EF4-FFF2-40B4-BE49-F238E27FC236}">
                    <a16:creationId xmlns:a16="http://schemas.microsoft.com/office/drawing/2014/main" id="{CA4B88EF-136F-4E21-BD6A-B51852AA9891}"/>
                  </a:ext>
                </a:extLst>
              </p:cNvPr>
              <p:cNvGrpSpPr/>
              <p:nvPr/>
            </p:nvGrpSpPr>
            <p:grpSpPr>
              <a:xfrm>
                <a:off x="5585847" y="1066010"/>
                <a:ext cx="406116" cy="620452"/>
                <a:chOff x="7881869" y="1848118"/>
                <a:chExt cx="406116" cy="620452"/>
              </a:xfrm>
            </p:grpSpPr>
            <p:sp>
              <p:nvSpPr>
                <p:cNvPr id="30" name="矩形 29">
                  <a:extLst>
                    <a:ext uri="{FF2B5EF4-FFF2-40B4-BE49-F238E27FC236}">
                      <a16:creationId xmlns:a16="http://schemas.microsoft.com/office/drawing/2014/main" id="{89B6A292-8277-43F8-83F2-ED1223270925}"/>
                    </a:ext>
                  </a:extLst>
                </p:cNvPr>
                <p:cNvSpPr/>
                <p:nvPr/>
              </p:nvSpPr>
              <p:spPr>
                <a:xfrm>
                  <a:off x="7881870" y="1848118"/>
                  <a:ext cx="406115"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rgbClr val="0070C0"/>
                      </a:solidFill>
                    </a:rPr>
                    <a:t>1</a:t>
                  </a:r>
                  <a:endParaRPr lang="zh-CN" altLang="en-US" sz="1600" b="1" dirty="0">
                    <a:solidFill>
                      <a:srgbClr val="0070C0"/>
                    </a:solidFill>
                  </a:endParaRPr>
                </a:p>
              </p:txBody>
            </p:sp>
            <p:sp>
              <p:nvSpPr>
                <p:cNvPr id="31" name="矩形 30">
                  <a:extLst>
                    <a:ext uri="{FF2B5EF4-FFF2-40B4-BE49-F238E27FC236}">
                      <a16:creationId xmlns:a16="http://schemas.microsoft.com/office/drawing/2014/main" id="{F215C59D-D614-45A8-9697-66C2F125CC39}"/>
                    </a:ext>
                  </a:extLst>
                </p:cNvPr>
                <p:cNvSpPr/>
                <p:nvPr/>
              </p:nvSpPr>
              <p:spPr>
                <a:xfrm>
                  <a:off x="7881869" y="2160793"/>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grpSp>
            <p:nvGrpSpPr>
              <p:cNvPr id="18" name="组合 17">
                <a:extLst>
                  <a:ext uri="{FF2B5EF4-FFF2-40B4-BE49-F238E27FC236}">
                    <a16:creationId xmlns:a16="http://schemas.microsoft.com/office/drawing/2014/main" id="{06425DA8-9862-41B4-A660-83DECBE76465}"/>
                  </a:ext>
                </a:extLst>
              </p:cNvPr>
              <p:cNvGrpSpPr/>
              <p:nvPr/>
            </p:nvGrpSpPr>
            <p:grpSpPr>
              <a:xfrm>
                <a:off x="5991962" y="1067394"/>
                <a:ext cx="406116" cy="619135"/>
                <a:chOff x="7881869" y="1848118"/>
                <a:chExt cx="406116" cy="619135"/>
              </a:xfrm>
            </p:grpSpPr>
            <p:sp>
              <p:nvSpPr>
                <p:cNvPr id="28" name="矩形 27">
                  <a:extLst>
                    <a:ext uri="{FF2B5EF4-FFF2-40B4-BE49-F238E27FC236}">
                      <a16:creationId xmlns:a16="http://schemas.microsoft.com/office/drawing/2014/main" id="{09E55359-56CF-49E3-B15B-E3A86C50BB64}"/>
                    </a:ext>
                  </a:extLst>
                </p:cNvPr>
                <p:cNvSpPr/>
                <p:nvPr/>
              </p:nvSpPr>
              <p:spPr>
                <a:xfrm>
                  <a:off x="7881870" y="1848118"/>
                  <a:ext cx="406115"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rgbClr val="0070C0"/>
                      </a:solidFill>
                    </a:rPr>
                    <a:t>2</a:t>
                  </a:r>
                  <a:endParaRPr lang="zh-CN" altLang="en-US" sz="1600" b="1" dirty="0">
                    <a:solidFill>
                      <a:srgbClr val="0070C0"/>
                    </a:solidFill>
                  </a:endParaRPr>
                </a:p>
              </p:txBody>
            </p:sp>
            <p:sp>
              <p:nvSpPr>
                <p:cNvPr id="29" name="矩形 28">
                  <a:extLst>
                    <a:ext uri="{FF2B5EF4-FFF2-40B4-BE49-F238E27FC236}">
                      <a16:creationId xmlns:a16="http://schemas.microsoft.com/office/drawing/2014/main" id="{1E6753E5-11AF-428D-A3B0-B162C28435AD}"/>
                    </a:ext>
                  </a:extLst>
                </p:cNvPr>
                <p:cNvSpPr/>
                <p:nvPr/>
              </p:nvSpPr>
              <p:spPr>
                <a:xfrm>
                  <a:off x="7881869" y="2159476"/>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grpSp>
            <p:nvGrpSpPr>
              <p:cNvPr id="19" name="组合 18">
                <a:extLst>
                  <a:ext uri="{FF2B5EF4-FFF2-40B4-BE49-F238E27FC236}">
                    <a16:creationId xmlns:a16="http://schemas.microsoft.com/office/drawing/2014/main" id="{6015C07C-ED9C-4A74-AD44-E736C4A84BE3}"/>
                  </a:ext>
                </a:extLst>
              </p:cNvPr>
              <p:cNvGrpSpPr/>
              <p:nvPr/>
            </p:nvGrpSpPr>
            <p:grpSpPr>
              <a:xfrm>
                <a:off x="6398577" y="1066010"/>
                <a:ext cx="406116" cy="620452"/>
                <a:chOff x="7881869" y="1848118"/>
                <a:chExt cx="406116" cy="620452"/>
              </a:xfrm>
            </p:grpSpPr>
            <p:sp>
              <p:nvSpPr>
                <p:cNvPr id="26" name="矩形 25">
                  <a:extLst>
                    <a:ext uri="{FF2B5EF4-FFF2-40B4-BE49-F238E27FC236}">
                      <a16:creationId xmlns:a16="http://schemas.microsoft.com/office/drawing/2014/main" id="{BF4B9A0D-143C-4F16-955C-A756DBEE6476}"/>
                    </a:ext>
                  </a:extLst>
                </p:cNvPr>
                <p:cNvSpPr/>
                <p:nvPr/>
              </p:nvSpPr>
              <p:spPr>
                <a:xfrm>
                  <a:off x="7881870" y="1848118"/>
                  <a:ext cx="406115"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rgbClr val="0070C0"/>
                      </a:solidFill>
                    </a:rPr>
                    <a:t>3</a:t>
                  </a:r>
                  <a:endParaRPr lang="zh-CN" altLang="en-US" sz="1600" b="1" dirty="0">
                    <a:solidFill>
                      <a:srgbClr val="0070C0"/>
                    </a:solidFill>
                  </a:endParaRPr>
                </a:p>
              </p:txBody>
            </p:sp>
            <p:sp>
              <p:nvSpPr>
                <p:cNvPr id="27" name="矩形 26">
                  <a:extLst>
                    <a:ext uri="{FF2B5EF4-FFF2-40B4-BE49-F238E27FC236}">
                      <a16:creationId xmlns:a16="http://schemas.microsoft.com/office/drawing/2014/main" id="{1A322CFA-D83C-408F-A06F-7A6DE2AAACA8}"/>
                    </a:ext>
                  </a:extLst>
                </p:cNvPr>
                <p:cNvSpPr/>
                <p:nvPr/>
              </p:nvSpPr>
              <p:spPr>
                <a:xfrm>
                  <a:off x="7881869" y="2160793"/>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grpSp>
            <p:nvGrpSpPr>
              <p:cNvPr id="20" name="组合 19">
                <a:extLst>
                  <a:ext uri="{FF2B5EF4-FFF2-40B4-BE49-F238E27FC236}">
                    <a16:creationId xmlns:a16="http://schemas.microsoft.com/office/drawing/2014/main" id="{5FB63B10-9821-42E3-B3E3-F944AE3BE9BF}"/>
                  </a:ext>
                </a:extLst>
              </p:cNvPr>
              <p:cNvGrpSpPr/>
              <p:nvPr/>
            </p:nvGrpSpPr>
            <p:grpSpPr>
              <a:xfrm>
                <a:off x="6804692" y="1067394"/>
                <a:ext cx="406116" cy="619135"/>
                <a:chOff x="7881869" y="1848118"/>
                <a:chExt cx="406116" cy="619135"/>
              </a:xfrm>
            </p:grpSpPr>
            <p:sp>
              <p:nvSpPr>
                <p:cNvPr id="24" name="矩形 23">
                  <a:extLst>
                    <a:ext uri="{FF2B5EF4-FFF2-40B4-BE49-F238E27FC236}">
                      <a16:creationId xmlns:a16="http://schemas.microsoft.com/office/drawing/2014/main" id="{3853789A-3903-47E2-9620-890BC0ABA22F}"/>
                    </a:ext>
                  </a:extLst>
                </p:cNvPr>
                <p:cNvSpPr/>
                <p:nvPr/>
              </p:nvSpPr>
              <p:spPr>
                <a:xfrm>
                  <a:off x="7881870" y="1848118"/>
                  <a:ext cx="406115"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rgbClr val="0070C0"/>
                      </a:solidFill>
                    </a:rPr>
                    <a:t>4</a:t>
                  </a:r>
                  <a:endParaRPr lang="zh-CN" altLang="en-US" sz="1600" b="1" dirty="0">
                    <a:solidFill>
                      <a:srgbClr val="0070C0"/>
                    </a:solidFill>
                  </a:endParaRPr>
                </a:p>
              </p:txBody>
            </p:sp>
            <p:sp>
              <p:nvSpPr>
                <p:cNvPr id="25" name="矩形 24">
                  <a:extLst>
                    <a:ext uri="{FF2B5EF4-FFF2-40B4-BE49-F238E27FC236}">
                      <a16:creationId xmlns:a16="http://schemas.microsoft.com/office/drawing/2014/main" id="{72C084DB-D03E-4A04-A2E1-D5C1030A511D}"/>
                    </a:ext>
                  </a:extLst>
                </p:cNvPr>
                <p:cNvSpPr/>
                <p:nvPr/>
              </p:nvSpPr>
              <p:spPr>
                <a:xfrm>
                  <a:off x="7881869" y="2159476"/>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grpSp>
            <p:nvGrpSpPr>
              <p:cNvPr id="21" name="组合 20">
                <a:extLst>
                  <a:ext uri="{FF2B5EF4-FFF2-40B4-BE49-F238E27FC236}">
                    <a16:creationId xmlns:a16="http://schemas.microsoft.com/office/drawing/2014/main" id="{4AF237A2-F241-4C10-B897-A8468D71A877}"/>
                  </a:ext>
                </a:extLst>
              </p:cNvPr>
              <p:cNvGrpSpPr/>
              <p:nvPr/>
            </p:nvGrpSpPr>
            <p:grpSpPr>
              <a:xfrm>
                <a:off x="5178729" y="1067394"/>
                <a:ext cx="406116" cy="619135"/>
                <a:chOff x="7881869" y="1848118"/>
                <a:chExt cx="406116" cy="619135"/>
              </a:xfrm>
              <a:solidFill>
                <a:schemeClr val="accent5">
                  <a:lumMod val="40000"/>
                  <a:lumOff val="60000"/>
                </a:schemeClr>
              </a:solidFill>
            </p:grpSpPr>
            <p:sp>
              <p:nvSpPr>
                <p:cNvPr id="22" name="矩形 21">
                  <a:extLst>
                    <a:ext uri="{FF2B5EF4-FFF2-40B4-BE49-F238E27FC236}">
                      <a16:creationId xmlns:a16="http://schemas.microsoft.com/office/drawing/2014/main" id="{BA347D8B-097F-49A6-BF8E-1BEC433B0743}"/>
                    </a:ext>
                  </a:extLst>
                </p:cNvPr>
                <p:cNvSpPr/>
                <p:nvPr/>
              </p:nvSpPr>
              <p:spPr>
                <a:xfrm>
                  <a:off x="7881870" y="1848118"/>
                  <a:ext cx="406115"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rgbClr val="0070C0"/>
                      </a:solidFill>
                    </a:rPr>
                    <a:t>0</a:t>
                  </a:r>
                  <a:endParaRPr lang="zh-CN" altLang="en-US" sz="1600" b="1" dirty="0">
                    <a:solidFill>
                      <a:srgbClr val="0070C0"/>
                    </a:solidFill>
                  </a:endParaRPr>
                </a:p>
              </p:txBody>
            </p:sp>
            <p:sp>
              <p:nvSpPr>
                <p:cNvPr id="23" name="矩形 22">
                  <a:extLst>
                    <a:ext uri="{FF2B5EF4-FFF2-40B4-BE49-F238E27FC236}">
                      <a16:creationId xmlns:a16="http://schemas.microsoft.com/office/drawing/2014/main" id="{D0D8960A-954E-4E45-8C0E-8E1CE7CFE9B7}"/>
                    </a:ext>
                  </a:extLst>
                </p:cNvPr>
                <p:cNvSpPr/>
                <p:nvPr/>
              </p:nvSpPr>
              <p:spPr>
                <a:xfrm>
                  <a:off x="7881869" y="2159476"/>
                  <a:ext cx="406115" cy="307777"/>
                </a:xfrm>
                <a:prstGeom prst="rect">
                  <a:avLst/>
                </a:prstGeom>
                <a:grp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grpSp>
        <p:sp>
          <p:nvSpPr>
            <p:cNvPr id="9" name="矩形 8">
              <a:extLst>
                <a:ext uri="{FF2B5EF4-FFF2-40B4-BE49-F238E27FC236}">
                  <a16:creationId xmlns:a16="http://schemas.microsoft.com/office/drawing/2014/main" id="{C7BD80BF-9A77-4772-9C3A-F972ADE70606}"/>
                </a:ext>
              </a:extLst>
            </p:cNvPr>
            <p:cNvSpPr/>
            <p:nvPr/>
          </p:nvSpPr>
          <p:spPr>
            <a:xfrm>
              <a:off x="10113999" y="1340734"/>
              <a:ext cx="459592" cy="371185"/>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10" name="矩形 9">
              <a:extLst>
                <a:ext uri="{FF2B5EF4-FFF2-40B4-BE49-F238E27FC236}">
                  <a16:creationId xmlns:a16="http://schemas.microsoft.com/office/drawing/2014/main" id="{0EA09A17-6032-439F-9375-498BA42A2D58}"/>
                </a:ext>
              </a:extLst>
            </p:cNvPr>
            <p:cNvSpPr/>
            <p:nvPr/>
          </p:nvSpPr>
          <p:spPr>
            <a:xfrm>
              <a:off x="10573917" y="1340720"/>
              <a:ext cx="459592" cy="371185"/>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11" name="矩形 10">
              <a:extLst>
                <a:ext uri="{FF2B5EF4-FFF2-40B4-BE49-F238E27FC236}">
                  <a16:creationId xmlns:a16="http://schemas.microsoft.com/office/drawing/2014/main" id="{E5049762-81A6-4E62-8ADD-DCEC4AD0E0D4}"/>
                </a:ext>
              </a:extLst>
            </p:cNvPr>
            <p:cNvSpPr/>
            <p:nvPr/>
          </p:nvSpPr>
          <p:spPr>
            <a:xfrm>
              <a:off x="10572659" y="969521"/>
              <a:ext cx="459591" cy="3711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rgbClr val="0070C0"/>
                  </a:solidFill>
                </a:rPr>
                <a:t>9</a:t>
              </a:r>
              <a:endParaRPr lang="zh-CN" altLang="en-US" sz="1600" b="1" dirty="0">
                <a:solidFill>
                  <a:srgbClr val="0070C0"/>
                </a:solidFill>
              </a:endParaRPr>
            </a:p>
          </p:txBody>
        </p:sp>
        <p:sp>
          <p:nvSpPr>
            <p:cNvPr id="12" name="矩形 11">
              <a:extLst>
                <a:ext uri="{FF2B5EF4-FFF2-40B4-BE49-F238E27FC236}">
                  <a16:creationId xmlns:a16="http://schemas.microsoft.com/office/drawing/2014/main" id="{F1360888-7995-4C67-B93A-33ADA3A03B1D}"/>
                </a:ext>
              </a:extLst>
            </p:cNvPr>
            <p:cNvSpPr/>
            <p:nvPr/>
          </p:nvSpPr>
          <p:spPr>
            <a:xfrm>
              <a:off x="11031508" y="971416"/>
              <a:ext cx="459591" cy="3711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rgbClr val="0070C0"/>
                  </a:solidFill>
                </a:rPr>
                <a:t>10</a:t>
              </a:r>
              <a:endParaRPr lang="zh-CN" altLang="en-US" sz="1600" b="1" dirty="0">
                <a:solidFill>
                  <a:srgbClr val="0070C0"/>
                </a:solidFill>
              </a:endParaRPr>
            </a:p>
          </p:txBody>
        </p:sp>
      </p:grpSp>
      <p:sp>
        <p:nvSpPr>
          <p:cNvPr id="40" name="文本框 39">
            <a:extLst>
              <a:ext uri="{FF2B5EF4-FFF2-40B4-BE49-F238E27FC236}">
                <a16:creationId xmlns:a16="http://schemas.microsoft.com/office/drawing/2014/main" id="{5241E606-5F11-47B9-9B1F-7FC5CBBF717A}"/>
              </a:ext>
            </a:extLst>
          </p:cNvPr>
          <p:cNvSpPr txBox="1"/>
          <p:nvPr/>
        </p:nvSpPr>
        <p:spPr>
          <a:xfrm>
            <a:off x="7021877" y="864341"/>
            <a:ext cx="307777" cy="369332"/>
          </a:xfrm>
          <a:prstGeom prst="rect">
            <a:avLst/>
          </a:prstGeom>
          <a:noFill/>
        </p:spPr>
        <p:txBody>
          <a:bodyPr wrap="none" lIns="0" tIns="0" rIns="0" bIns="0" rtlCol="0" anchor="ctr" anchorCtr="1">
            <a:spAutoFit/>
          </a:bodyPr>
          <a:lstStyle/>
          <a:p>
            <a:pPr algn="ctr"/>
            <a:r>
              <a:rPr lang="en-US" altLang="zh-CN" sz="2400" b="1" dirty="0">
                <a:latin typeface="Times New Roman" panose="02020603050405020304" pitchFamily="18" charset="0"/>
                <a:cs typeface="Times New Roman" panose="02020603050405020304" pitchFamily="18" charset="0"/>
              </a:rPr>
              <a:t>49</a:t>
            </a:r>
            <a:endParaRPr lang="zh-CN" altLang="en-US" sz="2400" b="1" dirty="0">
              <a:latin typeface="Times New Roman" panose="02020603050405020304" pitchFamily="18" charset="0"/>
              <a:cs typeface="Times New Roman" panose="02020603050405020304" pitchFamily="18" charset="0"/>
            </a:endParaRPr>
          </a:p>
        </p:txBody>
      </p:sp>
      <p:sp>
        <p:nvSpPr>
          <p:cNvPr id="41" name="文本框 40">
            <a:extLst>
              <a:ext uri="{FF2B5EF4-FFF2-40B4-BE49-F238E27FC236}">
                <a16:creationId xmlns:a16="http://schemas.microsoft.com/office/drawing/2014/main" id="{71FFEA1B-F8A6-4EBD-BF8D-BA1AB6EFAF9E}"/>
              </a:ext>
            </a:extLst>
          </p:cNvPr>
          <p:cNvSpPr txBox="1"/>
          <p:nvPr/>
        </p:nvSpPr>
        <p:spPr>
          <a:xfrm>
            <a:off x="7487236" y="870874"/>
            <a:ext cx="307777" cy="369332"/>
          </a:xfrm>
          <a:prstGeom prst="rect">
            <a:avLst/>
          </a:prstGeom>
          <a:noFill/>
        </p:spPr>
        <p:txBody>
          <a:bodyPr wrap="square" lIns="0" tIns="0" rIns="0" bIns="0" rtlCol="0" anchor="ctr" anchorCtr="1">
            <a:spAutoFit/>
          </a:bodyPr>
          <a:lstStyle/>
          <a:p>
            <a:pPr algn="ctr"/>
            <a:r>
              <a:rPr lang="en-US" altLang="zh-CN" sz="2400" b="1" dirty="0">
                <a:latin typeface="Times New Roman" panose="02020603050405020304" pitchFamily="18" charset="0"/>
                <a:cs typeface="Times New Roman" panose="02020603050405020304" pitchFamily="18" charset="0"/>
              </a:rPr>
              <a:t>38</a:t>
            </a:r>
            <a:endParaRPr lang="zh-CN" altLang="en-US" sz="2400" b="1" dirty="0">
              <a:latin typeface="Times New Roman" panose="02020603050405020304" pitchFamily="18" charset="0"/>
              <a:cs typeface="Times New Roman" panose="02020603050405020304" pitchFamily="18" charset="0"/>
            </a:endParaRPr>
          </a:p>
        </p:txBody>
      </p:sp>
      <p:sp>
        <p:nvSpPr>
          <p:cNvPr id="42" name="文本框 41">
            <a:extLst>
              <a:ext uri="{FF2B5EF4-FFF2-40B4-BE49-F238E27FC236}">
                <a16:creationId xmlns:a16="http://schemas.microsoft.com/office/drawing/2014/main" id="{A8D954BF-251A-47E8-9262-79C4CB28C6F1}"/>
              </a:ext>
            </a:extLst>
          </p:cNvPr>
          <p:cNvSpPr txBox="1"/>
          <p:nvPr/>
        </p:nvSpPr>
        <p:spPr>
          <a:xfrm>
            <a:off x="7943627" y="870780"/>
            <a:ext cx="307777" cy="369332"/>
          </a:xfrm>
          <a:prstGeom prst="rect">
            <a:avLst/>
          </a:prstGeom>
          <a:noFill/>
        </p:spPr>
        <p:txBody>
          <a:bodyPr wrap="none" lIns="0" tIns="0" rIns="0" bIns="0" rtlCol="0" anchor="ctr" anchorCtr="1">
            <a:spAutoFit/>
          </a:bodyPr>
          <a:lstStyle/>
          <a:p>
            <a:pPr algn="ctr"/>
            <a:r>
              <a:rPr lang="en-US" altLang="zh-CN" sz="2400" b="1" dirty="0">
                <a:latin typeface="Times New Roman" panose="02020603050405020304" pitchFamily="18" charset="0"/>
                <a:cs typeface="Times New Roman" panose="02020603050405020304" pitchFamily="18" charset="0"/>
              </a:rPr>
              <a:t>65</a:t>
            </a:r>
            <a:endParaRPr lang="zh-CN" altLang="en-US" sz="2400" b="1" dirty="0">
              <a:latin typeface="Times New Roman" panose="02020603050405020304" pitchFamily="18" charset="0"/>
              <a:cs typeface="Times New Roman" panose="02020603050405020304" pitchFamily="18" charset="0"/>
            </a:endParaRPr>
          </a:p>
        </p:txBody>
      </p:sp>
      <p:sp>
        <p:nvSpPr>
          <p:cNvPr id="43" name="文本框 42">
            <a:extLst>
              <a:ext uri="{FF2B5EF4-FFF2-40B4-BE49-F238E27FC236}">
                <a16:creationId xmlns:a16="http://schemas.microsoft.com/office/drawing/2014/main" id="{96792AD2-C39D-49BA-B320-7AFB47B01CEC}"/>
              </a:ext>
            </a:extLst>
          </p:cNvPr>
          <p:cNvSpPr txBox="1"/>
          <p:nvPr/>
        </p:nvSpPr>
        <p:spPr>
          <a:xfrm>
            <a:off x="8411036" y="870780"/>
            <a:ext cx="307777" cy="369332"/>
          </a:xfrm>
          <a:prstGeom prst="rect">
            <a:avLst/>
          </a:prstGeom>
          <a:noFill/>
        </p:spPr>
        <p:txBody>
          <a:bodyPr wrap="none" lIns="0" tIns="0" rIns="0" bIns="0" rtlCol="0" anchor="ctr" anchorCtr="1">
            <a:spAutoFit/>
          </a:bodyPr>
          <a:lstStyle/>
          <a:p>
            <a:pPr algn="ctr"/>
            <a:r>
              <a:rPr lang="en-US" altLang="zh-CN" sz="2400" b="1" dirty="0">
                <a:latin typeface="Times New Roman" panose="02020603050405020304" pitchFamily="18" charset="0"/>
                <a:cs typeface="Times New Roman" panose="02020603050405020304" pitchFamily="18" charset="0"/>
              </a:rPr>
              <a:t>97</a:t>
            </a:r>
            <a:endParaRPr lang="zh-CN" altLang="en-US" sz="2400" b="1" dirty="0">
              <a:latin typeface="Times New Roman" panose="02020603050405020304" pitchFamily="18" charset="0"/>
              <a:cs typeface="Times New Roman" panose="02020603050405020304" pitchFamily="18" charset="0"/>
            </a:endParaRPr>
          </a:p>
        </p:txBody>
      </p:sp>
      <p:sp>
        <p:nvSpPr>
          <p:cNvPr id="44" name="文本框 43">
            <a:extLst>
              <a:ext uri="{FF2B5EF4-FFF2-40B4-BE49-F238E27FC236}">
                <a16:creationId xmlns:a16="http://schemas.microsoft.com/office/drawing/2014/main" id="{4246FF2D-70F8-4C3D-A1B4-7301E0F7E513}"/>
              </a:ext>
            </a:extLst>
          </p:cNvPr>
          <p:cNvSpPr txBox="1"/>
          <p:nvPr/>
        </p:nvSpPr>
        <p:spPr>
          <a:xfrm>
            <a:off x="8859420" y="865275"/>
            <a:ext cx="307777" cy="369332"/>
          </a:xfrm>
          <a:prstGeom prst="rect">
            <a:avLst/>
          </a:prstGeom>
          <a:noFill/>
        </p:spPr>
        <p:txBody>
          <a:bodyPr wrap="none" lIns="0" tIns="0" rIns="0" bIns="0" rtlCol="0" anchor="ctr" anchorCtr="1">
            <a:spAutoFit/>
          </a:bodyPr>
          <a:lstStyle/>
          <a:p>
            <a:pPr algn="ctr"/>
            <a:r>
              <a:rPr lang="en-US" altLang="zh-CN" sz="2400" b="1" dirty="0">
                <a:latin typeface="Times New Roman" panose="02020603050405020304" pitchFamily="18" charset="0"/>
                <a:cs typeface="Times New Roman" panose="02020603050405020304" pitchFamily="18" charset="0"/>
              </a:rPr>
              <a:t>76</a:t>
            </a:r>
            <a:endParaRPr lang="zh-CN" altLang="en-US" sz="2400" b="1" dirty="0">
              <a:latin typeface="Times New Roman" panose="02020603050405020304" pitchFamily="18" charset="0"/>
              <a:cs typeface="Times New Roman" panose="02020603050405020304" pitchFamily="18" charset="0"/>
            </a:endParaRPr>
          </a:p>
        </p:txBody>
      </p:sp>
      <p:sp>
        <p:nvSpPr>
          <p:cNvPr id="45" name="文本框 44">
            <a:extLst>
              <a:ext uri="{FF2B5EF4-FFF2-40B4-BE49-F238E27FC236}">
                <a16:creationId xmlns:a16="http://schemas.microsoft.com/office/drawing/2014/main" id="{A7AC5DA8-706E-4C89-ACA0-D7355AAB29B9}"/>
              </a:ext>
            </a:extLst>
          </p:cNvPr>
          <p:cNvSpPr txBox="1"/>
          <p:nvPr/>
        </p:nvSpPr>
        <p:spPr>
          <a:xfrm>
            <a:off x="9327971" y="871999"/>
            <a:ext cx="307777" cy="369332"/>
          </a:xfrm>
          <a:prstGeom prst="rect">
            <a:avLst/>
          </a:prstGeom>
          <a:noFill/>
        </p:spPr>
        <p:txBody>
          <a:bodyPr wrap="none" lIns="0" tIns="0" rIns="0" bIns="0" rtlCol="0" anchor="ctr" anchorCtr="1">
            <a:spAutoFit/>
          </a:bodyPr>
          <a:lstStyle/>
          <a:p>
            <a:pPr algn="ctr"/>
            <a:r>
              <a:rPr lang="en-US" altLang="zh-CN" sz="2400" b="1" dirty="0">
                <a:latin typeface="Times New Roman" panose="02020603050405020304" pitchFamily="18" charset="0"/>
                <a:cs typeface="Times New Roman" panose="02020603050405020304" pitchFamily="18" charset="0"/>
              </a:rPr>
              <a:t>13</a:t>
            </a:r>
            <a:endParaRPr lang="zh-CN" altLang="en-US" sz="2400" b="1" dirty="0">
              <a:latin typeface="Times New Roman" panose="02020603050405020304" pitchFamily="18" charset="0"/>
              <a:cs typeface="Times New Roman" panose="02020603050405020304" pitchFamily="18" charset="0"/>
            </a:endParaRPr>
          </a:p>
        </p:txBody>
      </p:sp>
      <p:sp>
        <p:nvSpPr>
          <p:cNvPr id="46" name="文本框 45">
            <a:extLst>
              <a:ext uri="{FF2B5EF4-FFF2-40B4-BE49-F238E27FC236}">
                <a16:creationId xmlns:a16="http://schemas.microsoft.com/office/drawing/2014/main" id="{1C6832DB-A598-4C0F-867F-680C456C4F7E}"/>
              </a:ext>
            </a:extLst>
          </p:cNvPr>
          <p:cNvSpPr txBox="1"/>
          <p:nvPr/>
        </p:nvSpPr>
        <p:spPr>
          <a:xfrm>
            <a:off x="9788956" y="865560"/>
            <a:ext cx="307777" cy="369332"/>
          </a:xfrm>
          <a:prstGeom prst="rect">
            <a:avLst/>
          </a:prstGeom>
          <a:noFill/>
        </p:spPr>
        <p:txBody>
          <a:bodyPr wrap="none" lIns="0" tIns="0" rIns="0" bIns="0" rtlCol="0" anchor="ctr" anchorCtr="1">
            <a:spAutoFit/>
          </a:bodyPr>
          <a:lstStyle/>
          <a:p>
            <a:pPr algn="ctr"/>
            <a:r>
              <a:rPr lang="en-US" altLang="zh-CN" sz="2400" b="1" dirty="0">
                <a:latin typeface="Times New Roman" panose="02020603050405020304" pitchFamily="18" charset="0"/>
                <a:cs typeface="Times New Roman" panose="02020603050405020304" pitchFamily="18" charset="0"/>
              </a:rPr>
              <a:t>27</a:t>
            </a:r>
            <a:endParaRPr lang="zh-CN" altLang="en-US" sz="2400" b="1" dirty="0">
              <a:latin typeface="Times New Roman" panose="02020603050405020304" pitchFamily="18" charset="0"/>
              <a:cs typeface="Times New Roman" panose="02020603050405020304" pitchFamily="18" charset="0"/>
            </a:endParaRPr>
          </a:p>
        </p:txBody>
      </p:sp>
      <p:sp>
        <p:nvSpPr>
          <p:cNvPr id="47" name="文本框 46">
            <a:extLst>
              <a:ext uri="{FF2B5EF4-FFF2-40B4-BE49-F238E27FC236}">
                <a16:creationId xmlns:a16="http://schemas.microsoft.com/office/drawing/2014/main" id="{5545EEE9-FEE5-430C-877F-111F9DB87893}"/>
              </a:ext>
            </a:extLst>
          </p:cNvPr>
          <p:cNvSpPr txBox="1"/>
          <p:nvPr/>
        </p:nvSpPr>
        <p:spPr>
          <a:xfrm>
            <a:off x="10244629" y="870780"/>
            <a:ext cx="307777" cy="369332"/>
          </a:xfrm>
          <a:prstGeom prst="rect">
            <a:avLst/>
          </a:prstGeom>
          <a:noFill/>
        </p:spPr>
        <p:txBody>
          <a:bodyPr wrap="none" lIns="0" tIns="0" rIns="0" bIns="0" rtlCol="0" anchor="ctr" anchorCtr="1">
            <a:spAutoFit/>
          </a:bodyPr>
          <a:lstStyle/>
          <a:p>
            <a:pPr algn="ctr"/>
            <a:r>
              <a:rPr lang="en-US" altLang="zh-CN" sz="2400" b="1" dirty="0">
                <a:latin typeface="Times New Roman" panose="02020603050405020304" pitchFamily="18" charset="0"/>
                <a:cs typeface="Times New Roman" panose="02020603050405020304" pitchFamily="18" charset="0"/>
              </a:rPr>
              <a:t>49</a:t>
            </a:r>
            <a:endParaRPr lang="zh-CN" altLang="en-US" sz="2400" b="1" dirty="0">
              <a:latin typeface="Times New Roman" panose="02020603050405020304" pitchFamily="18" charset="0"/>
              <a:cs typeface="Times New Roman" panose="02020603050405020304" pitchFamily="18" charset="0"/>
            </a:endParaRPr>
          </a:p>
        </p:txBody>
      </p:sp>
      <p:cxnSp>
        <p:nvCxnSpPr>
          <p:cNvPr id="48" name="直接连接符 47">
            <a:extLst>
              <a:ext uri="{FF2B5EF4-FFF2-40B4-BE49-F238E27FC236}">
                <a16:creationId xmlns:a16="http://schemas.microsoft.com/office/drawing/2014/main" id="{BD04745D-B33C-4A9F-8707-633639EB4095}"/>
              </a:ext>
            </a:extLst>
          </p:cNvPr>
          <p:cNvCxnSpPr/>
          <p:nvPr/>
        </p:nvCxnSpPr>
        <p:spPr>
          <a:xfrm>
            <a:off x="10249397" y="921917"/>
            <a:ext cx="308307"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9" name="文本框 48">
            <a:extLst>
              <a:ext uri="{FF2B5EF4-FFF2-40B4-BE49-F238E27FC236}">
                <a16:creationId xmlns:a16="http://schemas.microsoft.com/office/drawing/2014/main" id="{3315D7E4-C44C-49D4-AB8C-9738BDE019B1}"/>
              </a:ext>
            </a:extLst>
          </p:cNvPr>
          <p:cNvSpPr txBox="1"/>
          <p:nvPr/>
        </p:nvSpPr>
        <p:spPr>
          <a:xfrm>
            <a:off x="10698918" y="867153"/>
            <a:ext cx="307777" cy="369332"/>
          </a:xfrm>
          <a:prstGeom prst="rect">
            <a:avLst/>
          </a:prstGeom>
          <a:noFill/>
        </p:spPr>
        <p:txBody>
          <a:bodyPr wrap="none" lIns="0" tIns="0" rIns="0" bIns="0" rtlCol="0" anchor="ctr" anchorCtr="1">
            <a:spAutoFit/>
          </a:bodyPr>
          <a:lstStyle/>
          <a:p>
            <a:pPr algn="ctr"/>
            <a:r>
              <a:rPr lang="en-US" altLang="zh-CN" sz="2400" b="1" dirty="0">
                <a:latin typeface="Times New Roman" panose="02020603050405020304" pitchFamily="18" charset="0"/>
                <a:cs typeface="Times New Roman" panose="02020603050405020304" pitchFamily="18" charset="0"/>
              </a:rPr>
              <a:t>55</a:t>
            </a:r>
            <a:endParaRPr lang="zh-CN" altLang="en-US" sz="2400" b="1" dirty="0">
              <a:latin typeface="Times New Roman" panose="02020603050405020304" pitchFamily="18" charset="0"/>
              <a:cs typeface="Times New Roman" panose="02020603050405020304" pitchFamily="18" charset="0"/>
            </a:endParaRPr>
          </a:p>
        </p:txBody>
      </p:sp>
      <p:sp>
        <p:nvSpPr>
          <p:cNvPr id="50" name="文本框 49">
            <a:extLst>
              <a:ext uri="{FF2B5EF4-FFF2-40B4-BE49-F238E27FC236}">
                <a16:creationId xmlns:a16="http://schemas.microsoft.com/office/drawing/2014/main" id="{256F91BF-B321-40FA-B496-3B456FBFB200}"/>
              </a:ext>
            </a:extLst>
          </p:cNvPr>
          <p:cNvSpPr txBox="1"/>
          <p:nvPr/>
        </p:nvSpPr>
        <p:spPr>
          <a:xfrm>
            <a:off x="11164017" y="864766"/>
            <a:ext cx="307777" cy="369332"/>
          </a:xfrm>
          <a:prstGeom prst="rect">
            <a:avLst/>
          </a:prstGeom>
          <a:noFill/>
        </p:spPr>
        <p:txBody>
          <a:bodyPr wrap="none" lIns="0" tIns="0" rIns="0" bIns="0" rtlCol="0" anchor="ctr" anchorCtr="1">
            <a:spAutoFit/>
          </a:bodyPr>
          <a:lstStyle/>
          <a:p>
            <a:pPr algn="ctr"/>
            <a:r>
              <a:rPr lang="en-US" altLang="zh-CN" sz="2400" b="1" dirty="0">
                <a:latin typeface="Times New Roman" panose="02020603050405020304" pitchFamily="18" charset="0"/>
                <a:cs typeface="Times New Roman" panose="02020603050405020304" pitchFamily="18" charset="0"/>
              </a:rPr>
              <a:t>04</a:t>
            </a:r>
            <a:endParaRPr lang="zh-CN" altLang="en-US" sz="2400" b="1" dirty="0">
              <a:latin typeface="Times New Roman" panose="02020603050405020304" pitchFamily="18" charset="0"/>
              <a:cs typeface="Times New Roman" panose="02020603050405020304" pitchFamily="18" charset="0"/>
            </a:endParaRPr>
          </a:p>
        </p:txBody>
      </p:sp>
      <p:sp>
        <p:nvSpPr>
          <p:cNvPr id="52" name="文本框 51">
            <a:extLst>
              <a:ext uri="{FF2B5EF4-FFF2-40B4-BE49-F238E27FC236}">
                <a16:creationId xmlns:a16="http://schemas.microsoft.com/office/drawing/2014/main" id="{5231C430-233B-4B72-802E-2F8943CDEF4A}"/>
              </a:ext>
            </a:extLst>
          </p:cNvPr>
          <p:cNvSpPr txBox="1"/>
          <p:nvPr/>
        </p:nvSpPr>
        <p:spPr>
          <a:xfrm>
            <a:off x="5769665" y="870780"/>
            <a:ext cx="734496" cy="369332"/>
          </a:xfrm>
          <a:prstGeom prst="rect">
            <a:avLst/>
          </a:prstGeom>
          <a:noFill/>
        </p:spPr>
        <p:txBody>
          <a:bodyPr wrap="none" rtlCol="0">
            <a:spAutoFit/>
          </a:bodyPr>
          <a:lstStyle/>
          <a:p>
            <a:r>
              <a:rPr lang="en-US" altLang="zh-CN" b="1" i="1" dirty="0">
                <a:solidFill>
                  <a:srgbClr val="00B050"/>
                </a:solidFill>
              </a:rPr>
              <a:t>dk</a:t>
            </a:r>
            <a:r>
              <a:rPr lang="en-US" altLang="zh-CN" b="1" dirty="0">
                <a:solidFill>
                  <a:srgbClr val="00B050"/>
                </a:solidFill>
              </a:rPr>
              <a:t>=5</a:t>
            </a:r>
            <a:endParaRPr lang="zh-CN" altLang="en-US" b="1" dirty="0">
              <a:solidFill>
                <a:srgbClr val="00B050"/>
              </a:solidFill>
            </a:endParaRPr>
          </a:p>
        </p:txBody>
      </p:sp>
      <p:sp>
        <p:nvSpPr>
          <p:cNvPr id="54" name="文本框 53">
            <a:extLst>
              <a:ext uri="{FF2B5EF4-FFF2-40B4-BE49-F238E27FC236}">
                <a16:creationId xmlns:a16="http://schemas.microsoft.com/office/drawing/2014/main" id="{CC82FF6B-8ED8-4AEF-A781-B2F6A786879D}"/>
              </a:ext>
            </a:extLst>
          </p:cNvPr>
          <p:cNvSpPr txBox="1"/>
          <p:nvPr/>
        </p:nvSpPr>
        <p:spPr>
          <a:xfrm>
            <a:off x="7340502" y="4619983"/>
            <a:ext cx="4345774" cy="1200329"/>
          </a:xfrm>
          <a:prstGeom prst="rect">
            <a:avLst/>
          </a:prstGeom>
          <a:noFill/>
        </p:spPr>
        <p:txBody>
          <a:bodyPr wrap="square">
            <a:spAutoFit/>
          </a:bodyPr>
          <a:lstStyle/>
          <a:p>
            <a:r>
              <a:rPr lang="zh-CN" altLang="en-US" b="1" dirty="0">
                <a:latin typeface="+mn-ea"/>
                <a:cs typeface="Times New Roman" panose="02020603050405020304" pitchFamily="18" charset="0"/>
              </a:rPr>
              <a:t>可能的疑问</a:t>
            </a:r>
            <a:r>
              <a:rPr lang="zh-CN" altLang="en-US" b="1"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b="1" dirty="0">
              <a:latin typeface="Times New Roman" panose="02020603050405020304" pitchFamily="18" charset="0"/>
              <a:ea typeface="宋体" panose="02010600030101010101" pitchFamily="2" charset="-122"/>
              <a:cs typeface="Times New Roman" panose="02020603050405020304" pitchFamily="18" charset="0"/>
            </a:endParaRPr>
          </a:p>
          <a:p>
            <a:r>
              <a:rPr lang="zh-CN" altLang="en-US" b="1" dirty="0">
                <a:latin typeface="Times New Roman" panose="02020603050405020304" pitchFamily="18" charset="0"/>
                <a:ea typeface="宋体" panose="02010600030101010101" pitchFamily="2" charset="-122"/>
                <a:cs typeface="Times New Roman" panose="02020603050405020304" pitchFamily="18" charset="0"/>
              </a:rPr>
              <a:t>既然最后一次就是对整个记录序列的直接插入排序，前面的多次划分子序列以及分别插入排序，不是花费更多的时间吗？    </a:t>
            </a:r>
          </a:p>
        </p:txBody>
      </p:sp>
      <p:sp>
        <p:nvSpPr>
          <p:cNvPr id="55" name="文本框 54">
            <a:extLst>
              <a:ext uri="{FF2B5EF4-FFF2-40B4-BE49-F238E27FC236}">
                <a16:creationId xmlns:a16="http://schemas.microsoft.com/office/drawing/2014/main" id="{6269E820-CB16-48F4-AEDE-62DA915BD9D1}"/>
              </a:ext>
            </a:extLst>
          </p:cNvPr>
          <p:cNvSpPr txBox="1"/>
          <p:nvPr/>
        </p:nvSpPr>
        <p:spPr>
          <a:xfrm>
            <a:off x="7291507" y="1568249"/>
            <a:ext cx="4135988" cy="735714"/>
          </a:xfrm>
          <a:prstGeom prst="rect">
            <a:avLst/>
          </a:prstGeom>
          <a:noFill/>
        </p:spPr>
        <p:txBody>
          <a:bodyPr wrap="square" rtlCol="0">
            <a:spAutoFit/>
          </a:bodyPr>
          <a:lstStyle/>
          <a:p>
            <a:pPr>
              <a:lnSpc>
                <a:spcPct val="120000"/>
              </a:lnSpc>
            </a:pPr>
            <a:r>
              <a:rPr lang="zh-CN" altLang="en-US" b="1" dirty="0">
                <a:solidFill>
                  <a:srgbClr val="0006EE"/>
                </a:solidFill>
              </a:rPr>
              <a:t>例如，</a:t>
            </a:r>
            <a:r>
              <a:rPr lang="en-US" altLang="zh-CN" b="1" dirty="0">
                <a:solidFill>
                  <a:srgbClr val="C00000"/>
                </a:solidFill>
              </a:rPr>
              <a:t>10</a:t>
            </a:r>
            <a:r>
              <a:rPr lang="zh-CN" altLang="en-US" b="1" dirty="0">
                <a:solidFill>
                  <a:srgbClr val="0006EE"/>
                </a:solidFill>
              </a:rPr>
              <a:t>个记录的序列，</a:t>
            </a:r>
            <a:endParaRPr lang="en-US" altLang="zh-CN" b="1" dirty="0">
              <a:solidFill>
                <a:srgbClr val="0006EE"/>
              </a:solidFill>
            </a:endParaRPr>
          </a:p>
          <a:p>
            <a:pPr>
              <a:lnSpc>
                <a:spcPct val="120000"/>
              </a:lnSpc>
            </a:pPr>
            <a:r>
              <a:rPr lang="en-US" altLang="zh-CN" b="1" i="1" dirty="0">
                <a:solidFill>
                  <a:srgbClr val="C00000"/>
                </a:solidFill>
              </a:rPr>
              <a:t>dk</a:t>
            </a:r>
            <a:r>
              <a:rPr lang="en-US" altLang="zh-CN" b="1" dirty="0">
                <a:solidFill>
                  <a:srgbClr val="C00000"/>
                </a:solidFill>
              </a:rPr>
              <a:t>=5</a:t>
            </a:r>
            <a:r>
              <a:rPr lang="zh-CN" altLang="en-US" b="1" dirty="0">
                <a:solidFill>
                  <a:srgbClr val="0006EE"/>
                </a:solidFill>
              </a:rPr>
              <a:t>，划分为</a:t>
            </a:r>
            <a:r>
              <a:rPr lang="en-US" altLang="zh-CN" b="1" dirty="0">
                <a:solidFill>
                  <a:srgbClr val="C00000"/>
                </a:solidFill>
              </a:rPr>
              <a:t>5</a:t>
            </a:r>
            <a:r>
              <a:rPr lang="zh-CN" altLang="en-US" b="1" dirty="0">
                <a:solidFill>
                  <a:srgbClr val="0006EE"/>
                </a:solidFill>
              </a:rPr>
              <a:t>个子序列。用颜色区分。</a:t>
            </a:r>
          </a:p>
        </p:txBody>
      </p:sp>
      <p:sp>
        <p:nvSpPr>
          <p:cNvPr id="56" name="文本框 55">
            <a:extLst>
              <a:ext uri="{FF2B5EF4-FFF2-40B4-BE49-F238E27FC236}">
                <a16:creationId xmlns:a16="http://schemas.microsoft.com/office/drawing/2014/main" id="{ACF30616-560D-4663-87CE-FA799A94B346}"/>
              </a:ext>
            </a:extLst>
          </p:cNvPr>
          <p:cNvSpPr txBox="1"/>
          <p:nvPr/>
        </p:nvSpPr>
        <p:spPr>
          <a:xfrm>
            <a:off x="7289177" y="2302188"/>
            <a:ext cx="3956663" cy="2065309"/>
          </a:xfrm>
          <a:prstGeom prst="rect">
            <a:avLst/>
          </a:prstGeom>
          <a:noFill/>
        </p:spPr>
        <p:txBody>
          <a:bodyPr wrap="square" rtlCol="0">
            <a:spAutoFit/>
          </a:bodyPr>
          <a:lstStyle/>
          <a:p>
            <a:pPr>
              <a:lnSpc>
                <a:spcPct val="120000"/>
              </a:lnSpc>
            </a:pPr>
            <a:r>
              <a:rPr lang="zh-CN" altLang="en-US" b="1" dirty="0">
                <a:solidFill>
                  <a:srgbClr val="0006EE"/>
                </a:solidFill>
              </a:rPr>
              <a:t>对第</a:t>
            </a:r>
            <a:r>
              <a:rPr lang="en-US" altLang="zh-CN" b="1" dirty="0">
                <a:solidFill>
                  <a:srgbClr val="0006EE"/>
                </a:solidFill>
              </a:rPr>
              <a:t>1</a:t>
            </a:r>
            <a:r>
              <a:rPr lang="zh-CN" altLang="en-US" b="1" dirty="0">
                <a:solidFill>
                  <a:srgbClr val="0006EE"/>
                </a:solidFill>
              </a:rPr>
              <a:t>个子序列进行直接插入排序：</a:t>
            </a:r>
            <a:endParaRPr lang="en-US" altLang="zh-CN" b="1" dirty="0">
              <a:solidFill>
                <a:srgbClr val="0006EE"/>
              </a:solidFill>
            </a:endParaRPr>
          </a:p>
          <a:p>
            <a:pPr>
              <a:lnSpc>
                <a:spcPct val="120000"/>
              </a:lnSpc>
            </a:pPr>
            <a:r>
              <a:rPr lang="en-US" altLang="zh-CN" b="1" dirty="0">
                <a:solidFill>
                  <a:srgbClr val="0006EE"/>
                </a:solidFill>
              </a:rPr>
              <a:t>13&lt;49</a:t>
            </a:r>
            <a:r>
              <a:rPr lang="zh-CN" altLang="en-US" b="1" dirty="0">
                <a:solidFill>
                  <a:srgbClr val="0006EE"/>
                </a:solidFill>
              </a:rPr>
              <a:t>，</a:t>
            </a:r>
            <a:r>
              <a:rPr lang="en-US" altLang="zh-CN" b="1" dirty="0">
                <a:solidFill>
                  <a:srgbClr val="0006EE"/>
                </a:solidFill>
              </a:rPr>
              <a:t>13</a:t>
            </a:r>
            <a:r>
              <a:rPr lang="zh-CN" altLang="en-US" b="1" dirty="0">
                <a:solidFill>
                  <a:srgbClr val="0006EE"/>
                </a:solidFill>
              </a:rPr>
              <a:t>移到</a:t>
            </a:r>
            <a:r>
              <a:rPr lang="en-US" altLang="zh-CN" b="1" dirty="0">
                <a:solidFill>
                  <a:srgbClr val="0006EE"/>
                </a:solidFill>
              </a:rPr>
              <a:t>0</a:t>
            </a:r>
            <a:r>
              <a:rPr lang="zh-CN" altLang="en-US" b="1" dirty="0">
                <a:solidFill>
                  <a:srgbClr val="0006EE"/>
                </a:solidFill>
              </a:rPr>
              <a:t>号单元，</a:t>
            </a:r>
            <a:endParaRPr lang="en-US" altLang="zh-CN" b="1" dirty="0">
              <a:solidFill>
                <a:srgbClr val="0006EE"/>
              </a:solidFill>
            </a:endParaRPr>
          </a:p>
          <a:p>
            <a:pPr>
              <a:lnSpc>
                <a:spcPct val="120000"/>
              </a:lnSpc>
            </a:pPr>
            <a:r>
              <a:rPr lang="en-US" altLang="zh-CN" b="1" dirty="0">
                <a:solidFill>
                  <a:srgbClr val="0006EE"/>
                </a:solidFill>
              </a:rPr>
              <a:t>49</a:t>
            </a:r>
            <a:r>
              <a:rPr lang="zh-CN" altLang="en-US" b="1" dirty="0">
                <a:solidFill>
                  <a:srgbClr val="0006EE"/>
                </a:solidFill>
              </a:rPr>
              <a:t>后移到</a:t>
            </a:r>
            <a:r>
              <a:rPr lang="en-US" altLang="zh-CN" b="1" dirty="0">
                <a:solidFill>
                  <a:srgbClr val="0006EE"/>
                </a:solidFill>
              </a:rPr>
              <a:t>13</a:t>
            </a:r>
            <a:r>
              <a:rPr lang="zh-CN" altLang="en-US" b="1" dirty="0">
                <a:solidFill>
                  <a:srgbClr val="0006EE"/>
                </a:solidFill>
              </a:rPr>
              <a:t>的位置，</a:t>
            </a:r>
            <a:endParaRPr lang="en-US" altLang="zh-CN" b="1" dirty="0">
              <a:solidFill>
                <a:srgbClr val="0006EE"/>
              </a:solidFill>
            </a:endParaRPr>
          </a:p>
          <a:p>
            <a:pPr>
              <a:lnSpc>
                <a:spcPct val="120000"/>
              </a:lnSpc>
            </a:pPr>
            <a:r>
              <a:rPr lang="zh-CN" altLang="en-US" b="1" dirty="0">
                <a:solidFill>
                  <a:srgbClr val="0006EE"/>
                </a:solidFill>
              </a:rPr>
              <a:t>再把</a:t>
            </a:r>
            <a:r>
              <a:rPr lang="en-US" altLang="zh-CN" b="1" dirty="0">
                <a:solidFill>
                  <a:srgbClr val="0006EE"/>
                </a:solidFill>
              </a:rPr>
              <a:t>13</a:t>
            </a:r>
            <a:r>
              <a:rPr lang="zh-CN" altLang="en-US" b="1" dirty="0">
                <a:solidFill>
                  <a:srgbClr val="0006EE"/>
                </a:solidFill>
              </a:rPr>
              <a:t>插入到</a:t>
            </a:r>
            <a:r>
              <a:rPr lang="en-US" altLang="zh-CN" b="1" dirty="0">
                <a:solidFill>
                  <a:srgbClr val="0006EE"/>
                </a:solidFill>
              </a:rPr>
              <a:t>49</a:t>
            </a:r>
            <a:r>
              <a:rPr lang="zh-CN" altLang="en-US" b="1" dirty="0">
                <a:solidFill>
                  <a:srgbClr val="0006EE"/>
                </a:solidFill>
              </a:rPr>
              <a:t>原来位置。</a:t>
            </a:r>
            <a:endParaRPr lang="en-US" altLang="zh-CN" b="1" dirty="0">
              <a:solidFill>
                <a:srgbClr val="0006EE"/>
              </a:solidFill>
            </a:endParaRPr>
          </a:p>
          <a:p>
            <a:pPr>
              <a:lnSpc>
                <a:spcPct val="120000"/>
              </a:lnSpc>
            </a:pPr>
            <a:r>
              <a:rPr lang="zh-CN" altLang="en-US" b="1" dirty="0">
                <a:solidFill>
                  <a:srgbClr val="0006EE"/>
                </a:solidFill>
              </a:rPr>
              <a:t>同样，其他子序列，只要有记录后移，每次都后移</a:t>
            </a:r>
            <a:r>
              <a:rPr lang="en-US" altLang="zh-CN" b="1" dirty="0">
                <a:solidFill>
                  <a:srgbClr val="0006EE"/>
                </a:solidFill>
              </a:rPr>
              <a:t>k</a:t>
            </a:r>
            <a:r>
              <a:rPr lang="zh-CN" altLang="en-US" b="1" dirty="0">
                <a:solidFill>
                  <a:srgbClr val="0006EE"/>
                </a:solidFill>
              </a:rPr>
              <a:t>个位置。</a:t>
            </a:r>
          </a:p>
        </p:txBody>
      </p:sp>
      <p:grpSp>
        <p:nvGrpSpPr>
          <p:cNvPr id="60" name="组合 59">
            <a:extLst>
              <a:ext uri="{FF2B5EF4-FFF2-40B4-BE49-F238E27FC236}">
                <a16:creationId xmlns:a16="http://schemas.microsoft.com/office/drawing/2014/main" id="{CD823D9B-7C60-4C89-B1BA-2D688F309DE5}"/>
              </a:ext>
            </a:extLst>
          </p:cNvPr>
          <p:cNvGrpSpPr/>
          <p:nvPr/>
        </p:nvGrpSpPr>
        <p:grpSpPr>
          <a:xfrm>
            <a:off x="9303968" y="2892044"/>
            <a:ext cx="2545175" cy="369332"/>
            <a:chOff x="9323855" y="3874347"/>
            <a:chExt cx="2545175" cy="369332"/>
          </a:xfrm>
        </p:grpSpPr>
        <p:sp>
          <p:nvSpPr>
            <p:cNvPr id="57" name="文本框 56">
              <a:extLst>
                <a:ext uri="{FF2B5EF4-FFF2-40B4-BE49-F238E27FC236}">
                  <a16:creationId xmlns:a16="http://schemas.microsoft.com/office/drawing/2014/main" id="{603CB40C-3E31-47B3-9DAD-10A8B0AF941D}"/>
                </a:ext>
              </a:extLst>
            </p:cNvPr>
            <p:cNvSpPr txBox="1"/>
            <p:nvPr/>
          </p:nvSpPr>
          <p:spPr>
            <a:xfrm>
              <a:off x="10038080" y="3874347"/>
              <a:ext cx="1830950" cy="369332"/>
            </a:xfrm>
            <a:prstGeom prst="rect">
              <a:avLst/>
            </a:prstGeom>
            <a:noFill/>
          </p:spPr>
          <p:txBody>
            <a:bodyPr wrap="none" rtlCol="0">
              <a:spAutoFit/>
            </a:bodyPr>
            <a:lstStyle/>
            <a:p>
              <a:r>
                <a:rPr lang="zh-CN" altLang="en-US" b="1" dirty="0">
                  <a:solidFill>
                    <a:srgbClr val="C00000"/>
                  </a:solidFill>
                </a:rPr>
                <a:t>后移了</a:t>
              </a:r>
              <a:r>
                <a:rPr lang="en-US" altLang="zh-CN" b="1" i="1" dirty="0">
                  <a:solidFill>
                    <a:srgbClr val="FF0000"/>
                  </a:solidFill>
                </a:rPr>
                <a:t>dk</a:t>
              </a:r>
              <a:r>
                <a:rPr lang="zh-CN" altLang="en-US" b="1" dirty="0">
                  <a:solidFill>
                    <a:srgbClr val="C00000"/>
                  </a:solidFill>
                </a:rPr>
                <a:t>个位置</a:t>
              </a:r>
            </a:p>
          </p:txBody>
        </p:sp>
        <p:cxnSp>
          <p:nvCxnSpPr>
            <p:cNvPr id="59" name="直接连接符 58">
              <a:extLst>
                <a:ext uri="{FF2B5EF4-FFF2-40B4-BE49-F238E27FC236}">
                  <a16:creationId xmlns:a16="http://schemas.microsoft.com/office/drawing/2014/main" id="{B3FCA304-F2DF-45A6-9527-A915E89FCBD0}"/>
                </a:ext>
              </a:extLst>
            </p:cNvPr>
            <p:cNvCxnSpPr>
              <a:cxnSpLocks/>
              <a:endCxn id="57" idx="1"/>
            </p:cNvCxnSpPr>
            <p:nvPr/>
          </p:nvCxnSpPr>
          <p:spPr>
            <a:xfrm flipV="1">
              <a:off x="9323855" y="4059013"/>
              <a:ext cx="714225" cy="53572"/>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grpSp>
      <p:sp>
        <p:nvSpPr>
          <p:cNvPr id="58" name="文本框 57">
            <a:extLst>
              <a:ext uri="{FF2B5EF4-FFF2-40B4-BE49-F238E27FC236}">
                <a16:creationId xmlns:a16="http://schemas.microsoft.com/office/drawing/2014/main" id="{612B2B55-EB2B-4127-8887-1EADC49DCB33}"/>
              </a:ext>
            </a:extLst>
          </p:cNvPr>
          <p:cNvSpPr txBox="1"/>
          <p:nvPr/>
        </p:nvSpPr>
        <p:spPr>
          <a:xfrm>
            <a:off x="814198" y="979885"/>
            <a:ext cx="4248349" cy="646331"/>
          </a:xfrm>
          <a:prstGeom prst="rect">
            <a:avLst/>
          </a:prstGeom>
          <a:solidFill>
            <a:schemeClr val="accent4">
              <a:lumMod val="20000"/>
              <a:lumOff val="80000"/>
            </a:schemeClr>
          </a:solidFill>
          <a:ln w="19050">
            <a:solidFill>
              <a:schemeClr val="accent4">
                <a:lumMod val="75000"/>
              </a:schemeClr>
            </a:solidFill>
          </a:ln>
        </p:spPr>
        <p:txBody>
          <a:bodyPr wrap="square">
            <a:spAutoFit/>
          </a:bodyPr>
          <a:lstStyle/>
          <a:p>
            <a:r>
              <a:rPr lang="zh-CN" altLang="en-US" b="1" dirty="0">
                <a:latin typeface="+mn-ea"/>
                <a:cs typeface="Times New Roman" panose="02020603050405020304" pitchFamily="18" charset="0"/>
              </a:rPr>
              <a:t>这种改进的插入排序方法称为</a:t>
            </a:r>
            <a:r>
              <a:rPr lang="zh-CN" altLang="en-US" b="1" dirty="0">
                <a:solidFill>
                  <a:srgbClr val="C00000"/>
                </a:solidFill>
                <a:effectLst>
                  <a:outerShdw blurRad="38100" dist="38100" dir="2700000" algn="tl">
                    <a:srgbClr val="000000">
                      <a:alpha val="43137"/>
                    </a:srgbClr>
                  </a:outerShdw>
                </a:effectLst>
                <a:latin typeface="+mn-ea"/>
                <a:cs typeface="Times New Roman" panose="02020603050405020304" pitchFamily="18" charset="0"/>
              </a:rPr>
              <a:t>希尔排序</a:t>
            </a:r>
            <a:r>
              <a:rPr lang="zh-CN" altLang="en-US" b="1" dirty="0">
                <a:latin typeface="+mn-ea"/>
                <a:cs typeface="Times New Roman" panose="02020603050405020304" pitchFamily="18" charset="0"/>
              </a:rPr>
              <a:t>，也称为</a:t>
            </a:r>
            <a:r>
              <a:rPr lang="zh-CN" altLang="en-US" b="1" dirty="0">
                <a:solidFill>
                  <a:srgbClr val="C00000"/>
                </a:solidFill>
                <a:latin typeface="+mn-ea"/>
                <a:cs typeface="Times New Roman" panose="02020603050405020304" pitchFamily="18" charset="0"/>
              </a:rPr>
              <a:t>“</a:t>
            </a:r>
            <a:r>
              <a:rPr lang="zh-CN" altLang="en-US" b="1" dirty="0">
                <a:solidFill>
                  <a:srgbClr val="C00000"/>
                </a:solidFill>
                <a:effectLst>
                  <a:outerShdw blurRad="38100" dist="38100" dir="2700000" algn="tl">
                    <a:srgbClr val="000000">
                      <a:alpha val="43137"/>
                    </a:srgbClr>
                  </a:outerShdw>
                </a:effectLst>
                <a:latin typeface="+mn-ea"/>
                <a:cs typeface="Times New Roman" panose="02020603050405020304" pitchFamily="18" charset="0"/>
              </a:rPr>
              <a:t>缩小增量插入排序</a:t>
            </a:r>
            <a:r>
              <a:rPr lang="zh-CN" altLang="en-US" b="1" dirty="0">
                <a:solidFill>
                  <a:srgbClr val="C00000"/>
                </a:solidFill>
                <a:latin typeface="+mn-ea"/>
                <a:cs typeface="Times New Roman" panose="02020603050405020304" pitchFamily="18" charset="0"/>
              </a:rPr>
              <a:t>”</a:t>
            </a:r>
            <a:r>
              <a:rPr lang="zh-CN" altLang="en-US" b="1" dirty="0">
                <a:latin typeface="+mn-ea"/>
                <a:cs typeface="Times New Roman" panose="02020603050405020304" pitchFamily="18" charset="0"/>
              </a:rPr>
              <a:t>。</a:t>
            </a:r>
            <a:endParaRPr lang="en-US" altLang="zh-CN" b="1" dirty="0">
              <a:latin typeface="+mn-ea"/>
              <a:cs typeface="Times New Roman" panose="02020603050405020304" pitchFamily="18" charset="0"/>
            </a:endParaRPr>
          </a:p>
        </p:txBody>
      </p:sp>
    </p:spTree>
    <p:extLst>
      <p:ext uri="{BB962C8B-B14F-4D97-AF65-F5344CB8AC3E}">
        <p14:creationId xmlns:p14="http://schemas.microsoft.com/office/powerpoint/2010/main" val="266198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up)">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up)">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wipe(up)">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wipe(up)">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wipe(up)">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wipe(up)">
                                      <p:cBhvr>
                                        <p:cTn id="32" dur="500"/>
                                        <p:tgtEl>
                                          <p:spTgt spid="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grpId="0" nodeType="clickEffect">
                                  <p:stCondLst>
                                    <p:cond delay="0"/>
                                  </p:stCondLst>
                                  <p:childTnLst>
                                    <p:set>
                                      <p:cBhvr>
                                        <p:cTn id="36" dur="1" fill="hold">
                                          <p:stCondLst>
                                            <p:cond delay="0"/>
                                          </p:stCondLst>
                                        </p:cTn>
                                        <p:tgtEl>
                                          <p:spTgt spid="55">
                                            <p:txEl>
                                              <p:pRg st="0" end="0"/>
                                            </p:txEl>
                                          </p:spTgt>
                                        </p:tgtEl>
                                        <p:attrNameLst>
                                          <p:attrName>style.visibility</p:attrName>
                                        </p:attrNameLst>
                                      </p:cBhvr>
                                      <p:to>
                                        <p:strVal val="visible"/>
                                      </p:to>
                                    </p:set>
                                    <p:animEffect transition="in" filter="fade">
                                      <p:cBhvr>
                                        <p:cTn id="37" dur="1000"/>
                                        <p:tgtEl>
                                          <p:spTgt spid="55">
                                            <p:txEl>
                                              <p:pRg st="0" end="0"/>
                                            </p:txEl>
                                          </p:spTgt>
                                        </p:tgtEl>
                                      </p:cBhvr>
                                    </p:animEffect>
                                    <p:anim calcmode="lin" valueType="num">
                                      <p:cBhvr>
                                        <p:cTn id="38" dur="1000" fill="hold"/>
                                        <p:tgtEl>
                                          <p:spTgt spid="55">
                                            <p:txEl>
                                              <p:pRg st="0" end="0"/>
                                            </p:txEl>
                                          </p:spTgt>
                                        </p:tgtEl>
                                        <p:attrNameLst>
                                          <p:attrName>ppt_x</p:attrName>
                                        </p:attrNameLst>
                                      </p:cBhvr>
                                      <p:tavLst>
                                        <p:tav tm="0">
                                          <p:val>
                                            <p:strVal val="#ppt_x"/>
                                          </p:val>
                                        </p:tav>
                                        <p:tav tm="100000">
                                          <p:val>
                                            <p:strVal val="#ppt_x"/>
                                          </p:val>
                                        </p:tav>
                                      </p:tavLst>
                                    </p:anim>
                                    <p:anim calcmode="lin" valueType="num">
                                      <p:cBhvr>
                                        <p:cTn id="39" dur="1000" fill="hold"/>
                                        <p:tgtEl>
                                          <p:spTgt spid="5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nodeType="clickEffect">
                                  <p:stCondLst>
                                    <p:cond delay="0"/>
                                  </p:stCondLst>
                                  <p:childTnLst>
                                    <p:set>
                                      <p:cBhvr>
                                        <p:cTn id="43" dur="1" fill="hold">
                                          <p:stCondLst>
                                            <p:cond delay="0"/>
                                          </p:stCondLst>
                                        </p:cTn>
                                        <p:tgtEl>
                                          <p:spTgt spid="7"/>
                                        </p:tgtEl>
                                        <p:attrNameLst>
                                          <p:attrName>style.visibility</p:attrName>
                                        </p:attrNameLst>
                                      </p:cBhvr>
                                      <p:to>
                                        <p:strVal val="visible"/>
                                      </p:to>
                                    </p:set>
                                    <p:animEffect transition="in" filter="fade">
                                      <p:cBhvr>
                                        <p:cTn id="44" dur="1000"/>
                                        <p:tgtEl>
                                          <p:spTgt spid="7"/>
                                        </p:tgtEl>
                                      </p:cBhvr>
                                    </p:animEffect>
                                    <p:anim calcmode="lin" valueType="num">
                                      <p:cBhvr>
                                        <p:cTn id="45" dur="1000" fill="hold"/>
                                        <p:tgtEl>
                                          <p:spTgt spid="7"/>
                                        </p:tgtEl>
                                        <p:attrNameLst>
                                          <p:attrName>ppt_x</p:attrName>
                                        </p:attrNameLst>
                                      </p:cBhvr>
                                      <p:tavLst>
                                        <p:tav tm="0">
                                          <p:val>
                                            <p:strVal val="#ppt_x"/>
                                          </p:val>
                                        </p:tav>
                                        <p:tav tm="100000">
                                          <p:val>
                                            <p:strVal val="#ppt_x"/>
                                          </p:val>
                                        </p:tav>
                                      </p:tavLst>
                                    </p:anim>
                                    <p:anim calcmode="lin" valueType="num">
                                      <p:cBhvr>
                                        <p:cTn id="46" dur="1000" fill="hold"/>
                                        <p:tgtEl>
                                          <p:spTgt spid="7"/>
                                        </p:tgtEl>
                                        <p:attrNameLst>
                                          <p:attrName>ppt_y</p:attrName>
                                        </p:attrNameLst>
                                      </p:cBhvr>
                                      <p:tavLst>
                                        <p:tav tm="0">
                                          <p:val>
                                            <p:strVal val="#ppt_y+.1"/>
                                          </p:val>
                                        </p:tav>
                                        <p:tav tm="100000">
                                          <p:val>
                                            <p:strVal val="#ppt_y"/>
                                          </p:val>
                                        </p:tav>
                                      </p:tavLst>
                                    </p:anim>
                                  </p:childTnLst>
                                </p:cTn>
                              </p:par>
                            </p:childTnLst>
                          </p:cTn>
                        </p:par>
                        <p:par>
                          <p:cTn id="47" fill="hold">
                            <p:stCondLst>
                              <p:cond delay="1000"/>
                            </p:stCondLst>
                            <p:childTnLst>
                              <p:par>
                                <p:cTn id="48" presetID="31" presetClass="entr" presetSubtype="0" fill="hold" grpId="0" nodeType="afterEffect">
                                  <p:stCondLst>
                                    <p:cond delay="0"/>
                                  </p:stCondLst>
                                  <p:childTnLst>
                                    <p:set>
                                      <p:cBhvr>
                                        <p:cTn id="49" dur="1" fill="hold">
                                          <p:stCondLst>
                                            <p:cond delay="0"/>
                                          </p:stCondLst>
                                        </p:cTn>
                                        <p:tgtEl>
                                          <p:spTgt spid="40"/>
                                        </p:tgtEl>
                                        <p:attrNameLst>
                                          <p:attrName>style.visibility</p:attrName>
                                        </p:attrNameLst>
                                      </p:cBhvr>
                                      <p:to>
                                        <p:strVal val="visible"/>
                                      </p:to>
                                    </p:set>
                                    <p:anim calcmode="lin" valueType="num">
                                      <p:cBhvr>
                                        <p:cTn id="50" dur="500" fill="hold"/>
                                        <p:tgtEl>
                                          <p:spTgt spid="40"/>
                                        </p:tgtEl>
                                        <p:attrNameLst>
                                          <p:attrName>ppt_w</p:attrName>
                                        </p:attrNameLst>
                                      </p:cBhvr>
                                      <p:tavLst>
                                        <p:tav tm="0">
                                          <p:val>
                                            <p:fltVal val="0"/>
                                          </p:val>
                                        </p:tav>
                                        <p:tav tm="100000">
                                          <p:val>
                                            <p:strVal val="#ppt_w"/>
                                          </p:val>
                                        </p:tav>
                                      </p:tavLst>
                                    </p:anim>
                                    <p:anim calcmode="lin" valueType="num">
                                      <p:cBhvr>
                                        <p:cTn id="51" dur="500" fill="hold"/>
                                        <p:tgtEl>
                                          <p:spTgt spid="40"/>
                                        </p:tgtEl>
                                        <p:attrNameLst>
                                          <p:attrName>ppt_h</p:attrName>
                                        </p:attrNameLst>
                                      </p:cBhvr>
                                      <p:tavLst>
                                        <p:tav tm="0">
                                          <p:val>
                                            <p:fltVal val="0"/>
                                          </p:val>
                                        </p:tav>
                                        <p:tav tm="100000">
                                          <p:val>
                                            <p:strVal val="#ppt_h"/>
                                          </p:val>
                                        </p:tav>
                                      </p:tavLst>
                                    </p:anim>
                                    <p:anim calcmode="lin" valueType="num">
                                      <p:cBhvr>
                                        <p:cTn id="52" dur="500" fill="hold"/>
                                        <p:tgtEl>
                                          <p:spTgt spid="40"/>
                                        </p:tgtEl>
                                        <p:attrNameLst>
                                          <p:attrName>style.rotation</p:attrName>
                                        </p:attrNameLst>
                                      </p:cBhvr>
                                      <p:tavLst>
                                        <p:tav tm="0">
                                          <p:val>
                                            <p:fltVal val="90"/>
                                          </p:val>
                                        </p:tav>
                                        <p:tav tm="100000">
                                          <p:val>
                                            <p:fltVal val="0"/>
                                          </p:val>
                                        </p:tav>
                                      </p:tavLst>
                                    </p:anim>
                                    <p:animEffect transition="in" filter="fade">
                                      <p:cBhvr>
                                        <p:cTn id="53" dur="500"/>
                                        <p:tgtEl>
                                          <p:spTgt spid="40"/>
                                        </p:tgtEl>
                                      </p:cBhvr>
                                    </p:animEffect>
                                  </p:childTnLst>
                                </p:cTn>
                              </p:par>
                            </p:childTnLst>
                          </p:cTn>
                        </p:par>
                        <p:par>
                          <p:cTn id="54" fill="hold">
                            <p:stCondLst>
                              <p:cond delay="1500"/>
                            </p:stCondLst>
                            <p:childTnLst>
                              <p:par>
                                <p:cTn id="55" presetID="31" presetClass="entr" presetSubtype="0" fill="hold" grpId="0" nodeType="afterEffect">
                                  <p:stCondLst>
                                    <p:cond delay="0"/>
                                  </p:stCondLst>
                                  <p:childTnLst>
                                    <p:set>
                                      <p:cBhvr>
                                        <p:cTn id="56" dur="1" fill="hold">
                                          <p:stCondLst>
                                            <p:cond delay="0"/>
                                          </p:stCondLst>
                                        </p:cTn>
                                        <p:tgtEl>
                                          <p:spTgt spid="41"/>
                                        </p:tgtEl>
                                        <p:attrNameLst>
                                          <p:attrName>style.visibility</p:attrName>
                                        </p:attrNameLst>
                                      </p:cBhvr>
                                      <p:to>
                                        <p:strVal val="visible"/>
                                      </p:to>
                                    </p:set>
                                    <p:anim calcmode="lin" valueType="num">
                                      <p:cBhvr>
                                        <p:cTn id="57" dur="500" fill="hold"/>
                                        <p:tgtEl>
                                          <p:spTgt spid="41"/>
                                        </p:tgtEl>
                                        <p:attrNameLst>
                                          <p:attrName>ppt_w</p:attrName>
                                        </p:attrNameLst>
                                      </p:cBhvr>
                                      <p:tavLst>
                                        <p:tav tm="0">
                                          <p:val>
                                            <p:fltVal val="0"/>
                                          </p:val>
                                        </p:tav>
                                        <p:tav tm="100000">
                                          <p:val>
                                            <p:strVal val="#ppt_w"/>
                                          </p:val>
                                        </p:tav>
                                      </p:tavLst>
                                    </p:anim>
                                    <p:anim calcmode="lin" valueType="num">
                                      <p:cBhvr>
                                        <p:cTn id="58" dur="500" fill="hold"/>
                                        <p:tgtEl>
                                          <p:spTgt spid="41"/>
                                        </p:tgtEl>
                                        <p:attrNameLst>
                                          <p:attrName>ppt_h</p:attrName>
                                        </p:attrNameLst>
                                      </p:cBhvr>
                                      <p:tavLst>
                                        <p:tav tm="0">
                                          <p:val>
                                            <p:fltVal val="0"/>
                                          </p:val>
                                        </p:tav>
                                        <p:tav tm="100000">
                                          <p:val>
                                            <p:strVal val="#ppt_h"/>
                                          </p:val>
                                        </p:tav>
                                      </p:tavLst>
                                    </p:anim>
                                    <p:anim calcmode="lin" valueType="num">
                                      <p:cBhvr>
                                        <p:cTn id="59" dur="500" fill="hold"/>
                                        <p:tgtEl>
                                          <p:spTgt spid="41"/>
                                        </p:tgtEl>
                                        <p:attrNameLst>
                                          <p:attrName>style.rotation</p:attrName>
                                        </p:attrNameLst>
                                      </p:cBhvr>
                                      <p:tavLst>
                                        <p:tav tm="0">
                                          <p:val>
                                            <p:fltVal val="90"/>
                                          </p:val>
                                        </p:tav>
                                        <p:tav tm="100000">
                                          <p:val>
                                            <p:fltVal val="0"/>
                                          </p:val>
                                        </p:tav>
                                      </p:tavLst>
                                    </p:anim>
                                    <p:animEffect transition="in" filter="fade">
                                      <p:cBhvr>
                                        <p:cTn id="60" dur="500"/>
                                        <p:tgtEl>
                                          <p:spTgt spid="41"/>
                                        </p:tgtEl>
                                      </p:cBhvr>
                                    </p:animEffect>
                                  </p:childTnLst>
                                </p:cTn>
                              </p:par>
                            </p:childTnLst>
                          </p:cTn>
                        </p:par>
                        <p:par>
                          <p:cTn id="61" fill="hold">
                            <p:stCondLst>
                              <p:cond delay="2000"/>
                            </p:stCondLst>
                            <p:childTnLst>
                              <p:par>
                                <p:cTn id="62" presetID="31" presetClass="entr" presetSubtype="0" fill="hold" grpId="0" nodeType="afterEffect">
                                  <p:stCondLst>
                                    <p:cond delay="0"/>
                                  </p:stCondLst>
                                  <p:childTnLst>
                                    <p:set>
                                      <p:cBhvr>
                                        <p:cTn id="63" dur="1" fill="hold">
                                          <p:stCondLst>
                                            <p:cond delay="0"/>
                                          </p:stCondLst>
                                        </p:cTn>
                                        <p:tgtEl>
                                          <p:spTgt spid="42"/>
                                        </p:tgtEl>
                                        <p:attrNameLst>
                                          <p:attrName>style.visibility</p:attrName>
                                        </p:attrNameLst>
                                      </p:cBhvr>
                                      <p:to>
                                        <p:strVal val="visible"/>
                                      </p:to>
                                    </p:set>
                                    <p:anim calcmode="lin" valueType="num">
                                      <p:cBhvr>
                                        <p:cTn id="64" dur="500" fill="hold"/>
                                        <p:tgtEl>
                                          <p:spTgt spid="42"/>
                                        </p:tgtEl>
                                        <p:attrNameLst>
                                          <p:attrName>ppt_w</p:attrName>
                                        </p:attrNameLst>
                                      </p:cBhvr>
                                      <p:tavLst>
                                        <p:tav tm="0">
                                          <p:val>
                                            <p:fltVal val="0"/>
                                          </p:val>
                                        </p:tav>
                                        <p:tav tm="100000">
                                          <p:val>
                                            <p:strVal val="#ppt_w"/>
                                          </p:val>
                                        </p:tav>
                                      </p:tavLst>
                                    </p:anim>
                                    <p:anim calcmode="lin" valueType="num">
                                      <p:cBhvr>
                                        <p:cTn id="65" dur="500" fill="hold"/>
                                        <p:tgtEl>
                                          <p:spTgt spid="42"/>
                                        </p:tgtEl>
                                        <p:attrNameLst>
                                          <p:attrName>ppt_h</p:attrName>
                                        </p:attrNameLst>
                                      </p:cBhvr>
                                      <p:tavLst>
                                        <p:tav tm="0">
                                          <p:val>
                                            <p:fltVal val="0"/>
                                          </p:val>
                                        </p:tav>
                                        <p:tav tm="100000">
                                          <p:val>
                                            <p:strVal val="#ppt_h"/>
                                          </p:val>
                                        </p:tav>
                                      </p:tavLst>
                                    </p:anim>
                                    <p:anim calcmode="lin" valueType="num">
                                      <p:cBhvr>
                                        <p:cTn id="66" dur="500" fill="hold"/>
                                        <p:tgtEl>
                                          <p:spTgt spid="42"/>
                                        </p:tgtEl>
                                        <p:attrNameLst>
                                          <p:attrName>style.rotation</p:attrName>
                                        </p:attrNameLst>
                                      </p:cBhvr>
                                      <p:tavLst>
                                        <p:tav tm="0">
                                          <p:val>
                                            <p:fltVal val="90"/>
                                          </p:val>
                                        </p:tav>
                                        <p:tav tm="100000">
                                          <p:val>
                                            <p:fltVal val="0"/>
                                          </p:val>
                                        </p:tav>
                                      </p:tavLst>
                                    </p:anim>
                                    <p:animEffect transition="in" filter="fade">
                                      <p:cBhvr>
                                        <p:cTn id="67" dur="500"/>
                                        <p:tgtEl>
                                          <p:spTgt spid="42"/>
                                        </p:tgtEl>
                                      </p:cBhvr>
                                    </p:animEffect>
                                  </p:childTnLst>
                                </p:cTn>
                              </p:par>
                            </p:childTnLst>
                          </p:cTn>
                        </p:par>
                        <p:par>
                          <p:cTn id="68" fill="hold">
                            <p:stCondLst>
                              <p:cond delay="2500"/>
                            </p:stCondLst>
                            <p:childTnLst>
                              <p:par>
                                <p:cTn id="69" presetID="31" presetClass="entr" presetSubtype="0" fill="hold" grpId="0" nodeType="afterEffect">
                                  <p:stCondLst>
                                    <p:cond delay="0"/>
                                  </p:stCondLst>
                                  <p:childTnLst>
                                    <p:set>
                                      <p:cBhvr>
                                        <p:cTn id="70" dur="1" fill="hold">
                                          <p:stCondLst>
                                            <p:cond delay="0"/>
                                          </p:stCondLst>
                                        </p:cTn>
                                        <p:tgtEl>
                                          <p:spTgt spid="43"/>
                                        </p:tgtEl>
                                        <p:attrNameLst>
                                          <p:attrName>style.visibility</p:attrName>
                                        </p:attrNameLst>
                                      </p:cBhvr>
                                      <p:to>
                                        <p:strVal val="visible"/>
                                      </p:to>
                                    </p:set>
                                    <p:anim calcmode="lin" valueType="num">
                                      <p:cBhvr>
                                        <p:cTn id="71" dur="500" fill="hold"/>
                                        <p:tgtEl>
                                          <p:spTgt spid="43"/>
                                        </p:tgtEl>
                                        <p:attrNameLst>
                                          <p:attrName>ppt_w</p:attrName>
                                        </p:attrNameLst>
                                      </p:cBhvr>
                                      <p:tavLst>
                                        <p:tav tm="0">
                                          <p:val>
                                            <p:fltVal val="0"/>
                                          </p:val>
                                        </p:tav>
                                        <p:tav tm="100000">
                                          <p:val>
                                            <p:strVal val="#ppt_w"/>
                                          </p:val>
                                        </p:tav>
                                      </p:tavLst>
                                    </p:anim>
                                    <p:anim calcmode="lin" valueType="num">
                                      <p:cBhvr>
                                        <p:cTn id="72" dur="500" fill="hold"/>
                                        <p:tgtEl>
                                          <p:spTgt spid="43"/>
                                        </p:tgtEl>
                                        <p:attrNameLst>
                                          <p:attrName>ppt_h</p:attrName>
                                        </p:attrNameLst>
                                      </p:cBhvr>
                                      <p:tavLst>
                                        <p:tav tm="0">
                                          <p:val>
                                            <p:fltVal val="0"/>
                                          </p:val>
                                        </p:tav>
                                        <p:tav tm="100000">
                                          <p:val>
                                            <p:strVal val="#ppt_h"/>
                                          </p:val>
                                        </p:tav>
                                      </p:tavLst>
                                    </p:anim>
                                    <p:anim calcmode="lin" valueType="num">
                                      <p:cBhvr>
                                        <p:cTn id="73" dur="500" fill="hold"/>
                                        <p:tgtEl>
                                          <p:spTgt spid="43"/>
                                        </p:tgtEl>
                                        <p:attrNameLst>
                                          <p:attrName>style.rotation</p:attrName>
                                        </p:attrNameLst>
                                      </p:cBhvr>
                                      <p:tavLst>
                                        <p:tav tm="0">
                                          <p:val>
                                            <p:fltVal val="90"/>
                                          </p:val>
                                        </p:tav>
                                        <p:tav tm="100000">
                                          <p:val>
                                            <p:fltVal val="0"/>
                                          </p:val>
                                        </p:tav>
                                      </p:tavLst>
                                    </p:anim>
                                    <p:animEffect transition="in" filter="fade">
                                      <p:cBhvr>
                                        <p:cTn id="74" dur="500"/>
                                        <p:tgtEl>
                                          <p:spTgt spid="43"/>
                                        </p:tgtEl>
                                      </p:cBhvr>
                                    </p:animEffect>
                                  </p:childTnLst>
                                </p:cTn>
                              </p:par>
                            </p:childTnLst>
                          </p:cTn>
                        </p:par>
                        <p:par>
                          <p:cTn id="75" fill="hold">
                            <p:stCondLst>
                              <p:cond delay="3000"/>
                            </p:stCondLst>
                            <p:childTnLst>
                              <p:par>
                                <p:cTn id="76" presetID="31" presetClass="entr" presetSubtype="0" fill="hold" grpId="0" nodeType="afterEffect">
                                  <p:stCondLst>
                                    <p:cond delay="0"/>
                                  </p:stCondLst>
                                  <p:childTnLst>
                                    <p:set>
                                      <p:cBhvr>
                                        <p:cTn id="77" dur="1" fill="hold">
                                          <p:stCondLst>
                                            <p:cond delay="0"/>
                                          </p:stCondLst>
                                        </p:cTn>
                                        <p:tgtEl>
                                          <p:spTgt spid="44"/>
                                        </p:tgtEl>
                                        <p:attrNameLst>
                                          <p:attrName>style.visibility</p:attrName>
                                        </p:attrNameLst>
                                      </p:cBhvr>
                                      <p:to>
                                        <p:strVal val="visible"/>
                                      </p:to>
                                    </p:set>
                                    <p:anim calcmode="lin" valueType="num">
                                      <p:cBhvr>
                                        <p:cTn id="78" dur="500" fill="hold"/>
                                        <p:tgtEl>
                                          <p:spTgt spid="44"/>
                                        </p:tgtEl>
                                        <p:attrNameLst>
                                          <p:attrName>ppt_w</p:attrName>
                                        </p:attrNameLst>
                                      </p:cBhvr>
                                      <p:tavLst>
                                        <p:tav tm="0">
                                          <p:val>
                                            <p:fltVal val="0"/>
                                          </p:val>
                                        </p:tav>
                                        <p:tav tm="100000">
                                          <p:val>
                                            <p:strVal val="#ppt_w"/>
                                          </p:val>
                                        </p:tav>
                                      </p:tavLst>
                                    </p:anim>
                                    <p:anim calcmode="lin" valueType="num">
                                      <p:cBhvr>
                                        <p:cTn id="79" dur="500" fill="hold"/>
                                        <p:tgtEl>
                                          <p:spTgt spid="44"/>
                                        </p:tgtEl>
                                        <p:attrNameLst>
                                          <p:attrName>ppt_h</p:attrName>
                                        </p:attrNameLst>
                                      </p:cBhvr>
                                      <p:tavLst>
                                        <p:tav tm="0">
                                          <p:val>
                                            <p:fltVal val="0"/>
                                          </p:val>
                                        </p:tav>
                                        <p:tav tm="100000">
                                          <p:val>
                                            <p:strVal val="#ppt_h"/>
                                          </p:val>
                                        </p:tav>
                                      </p:tavLst>
                                    </p:anim>
                                    <p:anim calcmode="lin" valueType="num">
                                      <p:cBhvr>
                                        <p:cTn id="80" dur="500" fill="hold"/>
                                        <p:tgtEl>
                                          <p:spTgt spid="44"/>
                                        </p:tgtEl>
                                        <p:attrNameLst>
                                          <p:attrName>style.rotation</p:attrName>
                                        </p:attrNameLst>
                                      </p:cBhvr>
                                      <p:tavLst>
                                        <p:tav tm="0">
                                          <p:val>
                                            <p:fltVal val="90"/>
                                          </p:val>
                                        </p:tav>
                                        <p:tav tm="100000">
                                          <p:val>
                                            <p:fltVal val="0"/>
                                          </p:val>
                                        </p:tav>
                                      </p:tavLst>
                                    </p:anim>
                                    <p:animEffect transition="in" filter="fade">
                                      <p:cBhvr>
                                        <p:cTn id="81" dur="500"/>
                                        <p:tgtEl>
                                          <p:spTgt spid="44"/>
                                        </p:tgtEl>
                                      </p:cBhvr>
                                    </p:animEffect>
                                  </p:childTnLst>
                                </p:cTn>
                              </p:par>
                            </p:childTnLst>
                          </p:cTn>
                        </p:par>
                        <p:par>
                          <p:cTn id="82" fill="hold">
                            <p:stCondLst>
                              <p:cond delay="3500"/>
                            </p:stCondLst>
                            <p:childTnLst>
                              <p:par>
                                <p:cTn id="83" presetID="31" presetClass="entr" presetSubtype="0" fill="hold" grpId="0" nodeType="afterEffect">
                                  <p:stCondLst>
                                    <p:cond delay="0"/>
                                  </p:stCondLst>
                                  <p:childTnLst>
                                    <p:set>
                                      <p:cBhvr>
                                        <p:cTn id="84" dur="1" fill="hold">
                                          <p:stCondLst>
                                            <p:cond delay="0"/>
                                          </p:stCondLst>
                                        </p:cTn>
                                        <p:tgtEl>
                                          <p:spTgt spid="45"/>
                                        </p:tgtEl>
                                        <p:attrNameLst>
                                          <p:attrName>style.visibility</p:attrName>
                                        </p:attrNameLst>
                                      </p:cBhvr>
                                      <p:to>
                                        <p:strVal val="visible"/>
                                      </p:to>
                                    </p:set>
                                    <p:anim calcmode="lin" valueType="num">
                                      <p:cBhvr>
                                        <p:cTn id="85" dur="500" fill="hold"/>
                                        <p:tgtEl>
                                          <p:spTgt spid="45"/>
                                        </p:tgtEl>
                                        <p:attrNameLst>
                                          <p:attrName>ppt_w</p:attrName>
                                        </p:attrNameLst>
                                      </p:cBhvr>
                                      <p:tavLst>
                                        <p:tav tm="0">
                                          <p:val>
                                            <p:fltVal val="0"/>
                                          </p:val>
                                        </p:tav>
                                        <p:tav tm="100000">
                                          <p:val>
                                            <p:strVal val="#ppt_w"/>
                                          </p:val>
                                        </p:tav>
                                      </p:tavLst>
                                    </p:anim>
                                    <p:anim calcmode="lin" valueType="num">
                                      <p:cBhvr>
                                        <p:cTn id="86" dur="500" fill="hold"/>
                                        <p:tgtEl>
                                          <p:spTgt spid="45"/>
                                        </p:tgtEl>
                                        <p:attrNameLst>
                                          <p:attrName>ppt_h</p:attrName>
                                        </p:attrNameLst>
                                      </p:cBhvr>
                                      <p:tavLst>
                                        <p:tav tm="0">
                                          <p:val>
                                            <p:fltVal val="0"/>
                                          </p:val>
                                        </p:tav>
                                        <p:tav tm="100000">
                                          <p:val>
                                            <p:strVal val="#ppt_h"/>
                                          </p:val>
                                        </p:tav>
                                      </p:tavLst>
                                    </p:anim>
                                    <p:anim calcmode="lin" valueType="num">
                                      <p:cBhvr>
                                        <p:cTn id="87" dur="500" fill="hold"/>
                                        <p:tgtEl>
                                          <p:spTgt spid="45"/>
                                        </p:tgtEl>
                                        <p:attrNameLst>
                                          <p:attrName>style.rotation</p:attrName>
                                        </p:attrNameLst>
                                      </p:cBhvr>
                                      <p:tavLst>
                                        <p:tav tm="0">
                                          <p:val>
                                            <p:fltVal val="90"/>
                                          </p:val>
                                        </p:tav>
                                        <p:tav tm="100000">
                                          <p:val>
                                            <p:fltVal val="0"/>
                                          </p:val>
                                        </p:tav>
                                      </p:tavLst>
                                    </p:anim>
                                    <p:animEffect transition="in" filter="fade">
                                      <p:cBhvr>
                                        <p:cTn id="88" dur="500"/>
                                        <p:tgtEl>
                                          <p:spTgt spid="45"/>
                                        </p:tgtEl>
                                      </p:cBhvr>
                                    </p:animEffect>
                                  </p:childTnLst>
                                </p:cTn>
                              </p:par>
                            </p:childTnLst>
                          </p:cTn>
                        </p:par>
                        <p:par>
                          <p:cTn id="89" fill="hold">
                            <p:stCondLst>
                              <p:cond delay="4000"/>
                            </p:stCondLst>
                            <p:childTnLst>
                              <p:par>
                                <p:cTn id="90" presetID="31" presetClass="entr" presetSubtype="0" fill="hold" grpId="0" nodeType="afterEffect">
                                  <p:stCondLst>
                                    <p:cond delay="0"/>
                                  </p:stCondLst>
                                  <p:childTnLst>
                                    <p:set>
                                      <p:cBhvr>
                                        <p:cTn id="91" dur="1" fill="hold">
                                          <p:stCondLst>
                                            <p:cond delay="0"/>
                                          </p:stCondLst>
                                        </p:cTn>
                                        <p:tgtEl>
                                          <p:spTgt spid="46"/>
                                        </p:tgtEl>
                                        <p:attrNameLst>
                                          <p:attrName>style.visibility</p:attrName>
                                        </p:attrNameLst>
                                      </p:cBhvr>
                                      <p:to>
                                        <p:strVal val="visible"/>
                                      </p:to>
                                    </p:set>
                                    <p:anim calcmode="lin" valueType="num">
                                      <p:cBhvr>
                                        <p:cTn id="92" dur="500" fill="hold"/>
                                        <p:tgtEl>
                                          <p:spTgt spid="46"/>
                                        </p:tgtEl>
                                        <p:attrNameLst>
                                          <p:attrName>ppt_w</p:attrName>
                                        </p:attrNameLst>
                                      </p:cBhvr>
                                      <p:tavLst>
                                        <p:tav tm="0">
                                          <p:val>
                                            <p:fltVal val="0"/>
                                          </p:val>
                                        </p:tav>
                                        <p:tav tm="100000">
                                          <p:val>
                                            <p:strVal val="#ppt_w"/>
                                          </p:val>
                                        </p:tav>
                                      </p:tavLst>
                                    </p:anim>
                                    <p:anim calcmode="lin" valueType="num">
                                      <p:cBhvr>
                                        <p:cTn id="93" dur="500" fill="hold"/>
                                        <p:tgtEl>
                                          <p:spTgt spid="46"/>
                                        </p:tgtEl>
                                        <p:attrNameLst>
                                          <p:attrName>ppt_h</p:attrName>
                                        </p:attrNameLst>
                                      </p:cBhvr>
                                      <p:tavLst>
                                        <p:tav tm="0">
                                          <p:val>
                                            <p:fltVal val="0"/>
                                          </p:val>
                                        </p:tav>
                                        <p:tav tm="100000">
                                          <p:val>
                                            <p:strVal val="#ppt_h"/>
                                          </p:val>
                                        </p:tav>
                                      </p:tavLst>
                                    </p:anim>
                                    <p:anim calcmode="lin" valueType="num">
                                      <p:cBhvr>
                                        <p:cTn id="94" dur="500" fill="hold"/>
                                        <p:tgtEl>
                                          <p:spTgt spid="46"/>
                                        </p:tgtEl>
                                        <p:attrNameLst>
                                          <p:attrName>style.rotation</p:attrName>
                                        </p:attrNameLst>
                                      </p:cBhvr>
                                      <p:tavLst>
                                        <p:tav tm="0">
                                          <p:val>
                                            <p:fltVal val="90"/>
                                          </p:val>
                                        </p:tav>
                                        <p:tav tm="100000">
                                          <p:val>
                                            <p:fltVal val="0"/>
                                          </p:val>
                                        </p:tav>
                                      </p:tavLst>
                                    </p:anim>
                                    <p:animEffect transition="in" filter="fade">
                                      <p:cBhvr>
                                        <p:cTn id="95" dur="500"/>
                                        <p:tgtEl>
                                          <p:spTgt spid="46"/>
                                        </p:tgtEl>
                                      </p:cBhvr>
                                    </p:animEffect>
                                  </p:childTnLst>
                                </p:cTn>
                              </p:par>
                            </p:childTnLst>
                          </p:cTn>
                        </p:par>
                        <p:par>
                          <p:cTn id="96" fill="hold">
                            <p:stCondLst>
                              <p:cond delay="4500"/>
                            </p:stCondLst>
                            <p:childTnLst>
                              <p:par>
                                <p:cTn id="97" presetID="31" presetClass="entr" presetSubtype="0" fill="hold" grpId="1" nodeType="afterEffect">
                                  <p:stCondLst>
                                    <p:cond delay="0"/>
                                  </p:stCondLst>
                                  <p:childTnLst>
                                    <p:set>
                                      <p:cBhvr>
                                        <p:cTn id="98" dur="1" fill="hold">
                                          <p:stCondLst>
                                            <p:cond delay="0"/>
                                          </p:stCondLst>
                                        </p:cTn>
                                        <p:tgtEl>
                                          <p:spTgt spid="47"/>
                                        </p:tgtEl>
                                        <p:attrNameLst>
                                          <p:attrName>style.visibility</p:attrName>
                                        </p:attrNameLst>
                                      </p:cBhvr>
                                      <p:to>
                                        <p:strVal val="visible"/>
                                      </p:to>
                                    </p:set>
                                    <p:anim calcmode="lin" valueType="num">
                                      <p:cBhvr>
                                        <p:cTn id="99" dur="500" fill="hold"/>
                                        <p:tgtEl>
                                          <p:spTgt spid="47"/>
                                        </p:tgtEl>
                                        <p:attrNameLst>
                                          <p:attrName>ppt_w</p:attrName>
                                        </p:attrNameLst>
                                      </p:cBhvr>
                                      <p:tavLst>
                                        <p:tav tm="0">
                                          <p:val>
                                            <p:fltVal val="0"/>
                                          </p:val>
                                        </p:tav>
                                        <p:tav tm="100000">
                                          <p:val>
                                            <p:strVal val="#ppt_w"/>
                                          </p:val>
                                        </p:tav>
                                      </p:tavLst>
                                    </p:anim>
                                    <p:anim calcmode="lin" valueType="num">
                                      <p:cBhvr>
                                        <p:cTn id="100" dur="500" fill="hold"/>
                                        <p:tgtEl>
                                          <p:spTgt spid="47"/>
                                        </p:tgtEl>
                                        <p:attrNameLst>
                                          <p:attrName>ppt_h</p:attrName>
                                        </p:attrNameLst>
                                      </p:cBhvr>
                                      <p:tavLst>
                                        <p:tav tm="0">
                                          <p:val>
                                            <p:fltVal val="0"/>
                                          </p:val>
                                        </p:tav>
                                        <p:tav tm="100000">
                                          <p:val>
                                            <p:strVal val="#ppt_h"/>
                                          </p:val>
                                        </p:tav>
                                      </p:tavLst>
                                    </p:anim>
                                    <p:anim calcmode="lin" valueType="num">
                                      <p:cBhvr>
                                        <p:cTn id="101" dur="500" fill="hold"/>
                                        <p:tgtEl>
                                          <p:spTgt spid="47"/>
                                        </p:tgtEl>
                                        <p:attrNameLst>
                                          <p:attrName>style.rotation</p:attrName>
                                        </p:attrNameLst>
                                      </p:cBhvr>
                                      <p:tavLst>
                                        <p:tav tm="0">
                                          <p:val>
                                            <p:fltVal val="90"/>
                                          </p:val>
                                        </p:tav>
                                        <p:tav tm="100000">
                                          <p:val>
                                            <p:fltVal val="0"/>
                                          </p:val>
                                        </p:tav>
                                      </p:tavLst>
                                    </p:anim>
                                    <p:animEffect transition="in" filter="fade">
                                      <p:cBhvr>
                                        <p:cTn id="102" dur="500"/>
                                        <p:tgtEl>
                                          <p:spTgt spid="47"/>
                                        </p:tgtEl>
                                      </p:cBhvr>
                                    </p:animEffect>
                                  </p:childTnLst>
                                </p:cTn>
                              </p:par>
                              <p:par>
                                <p:cTn id="103" presetID="16" presetClass="entr" presetSubtype="21" fill="hold" nodeType="withEffect">
                                  <p:stCondLst>
                                    <p:cond delay="0"/>
                                  </p:stCondLst>
                                  <p:childTnLst>
                                    <p:set>
                                      <p:cBhvr>
                                        <p:cTn id="104" dur="1" fill="hold">
                                          <p:stCondLst>
                                            <p:cond delay="0"/>
                                          </p:stCondLst>
                                        </p:cTn>
                                        <p:tgtEl>
                                          <p:spTgt spid="48"/>
                                        </p:tgtEl>
                                        <p:attrNameLst>
                                          <p:attrName>style.visibility</p:attrName>
                                        </p:attrNameLst>
                                      </p:cBhvr>
                                      <p:to>
                                        <p:strVal val="visible"/>
                                      </p:to>
                                    </p:set>
                                    <p:animEffect transition="in" filter="barn(inVertical)">
                                      <p:cBhvr>
                                        <p:cTn id="105" dur="500"/>
                                        <p:tgtEl>
                                          <p:spTgt spid="48"/>
                                        </p:tgtEl>
                                      </p:cBhvr>
                                    </p:animEffect>
                                  </p:childTnLst>
                                </p:cTn>
                              </p:par>
                            </p:childTnLst>
                          </p:cTn>
                        </p:par>
                        <p:par>
                          <p:cTn id="106" fill="hold">
                            <p:stCondLst>
                              <p:cond delay="5000"/>
                            </p:stCondLst>
                            <p:childTnLst>
                              <p:par>
                                <p:cTn id="107" presetID="31" presetClass="entr" presetSubtype="0" fill="hold" grpId="0" nodeType="afterEffect">
                                  <p:stCondLst>
                                    <p:cond delay="0"/>
                                  </p:stCondLst>
                                  <p:childTnLst>
                                    <p:set>
                                      <p:cBhvr>
                                        <p:cTn id="108" dur="1" fill="hold">
                                          <p:stCondLst>
                                            <p:cond delay="0"/>
                                          </p:stCondLst>
                                        </p:cTn>
                                        <p:tgtEl>
                                          <p:spTgt spid="49"/>
                                        </p:tgtEl>
                                        <p:attrNameLst>
                                          <p:attrName>style.visibility</p:attrName>
                                        </p:attrNameLst>
                                      </p:cBhvr>
                                      <p:to>
                                        <p:strVal val="visible"/>
                                      </p:to>
                                    </p:set>
                                    <p:anim calcmode="lin" valueType="num">
                                      <p:cBhvr>
                                        <p:cTn id="109" dur="500" fill="hold"/>
                                        <p:tgtEl>
                                          <p:spTgt spid="49"/>
                                        </p:tgtEl>
                                        <p:attrNameLst>
                                          <p:attrName>ppt_w</p:attrName>
                                        </p:attrNameLst>
                                      </p:cBhvr>
                                      <p:tavLst>
                                        <p:tav tm="0">
                                          <p:val>
                                            <p:fltVal val="0"/>
                                          </p:val>
                                        </p:tav>
                                        <p:tav tm="100000">
                                          <p:val>
                                            <p:strVal val="#ppt_w"/>
                                          </p:val>
                                        </p:tav>
                                      </p:tavLst>
                                    </p:anim>
                                    <p:anim calcmode="lin" valueType="num">
                                      <p:cBhvr>
                                        <p:cTn id="110" dur="500" fill="hold"/>
                                        <p:tgtEl>
                                          <p:spTgt spid="49"/>
                                        </p:tgtEl>
                                        <p:attrNameLst>
                                          <p:attrName>ppt_h</p:attrName>
                                        </p:attrNameLst>
                                      </p:cBhvr>
                                      <p:tavLst>
                                        <p:tav tm="0">
                                          <p:val>
                                            <p:fltVal val="0"/>
                                          </p:val>
                                        </p:tav>
                                        <p:tav tm="100000">
                                          <p:val>
                                            <p:strVal val="#ppt_h"/>
                                          </p:val>
                                        </p:tav>
                                      </p:tavLst>
                                    </p:anim>
                                    <p:anim calcmode="lin" valueType="num">
                                      <p:cBhvr>
                                        <p:cTn id="111" dur="500" fill="hold"/>
                                        <p:tgtEl>
                                          <p:spTgt spid="49"/>
                                        </p:tgtEl>
                                        <p:attrNameLst>
                                          <p:attrName>style.rotation</p:attrName>
                                        </p:attrNameLst>
                                      </p:cBhvr>
                                      <p:tavLst>
                                        <p:tav tm="0">
                                          <p:val>
                                            <p:fltVal val="90"/>
                                          </p:val>
                                        </p:tav>
                                        <p:tav tm="100000">
                                          <p:val>
                                            <p:fltVal val="0"/>
                                          </p:val>
                                        </p:tav>
                                      </p:tavLst>
                                    </p:anim>
                                    <p:animEffect transition="in" filter="fade">
                                      <p:cBhvr>
                                        <p:cTn id="112" dur="500"/>
                                        <p:tgtEl>
                                          <p:spTgt spid="49"/>
                                        </p:tgtEl>
                                      </p:cBhvr>
                                    </p:animEffect>
                                  </p:childTnLst>
                                </p:cTn>
                              </p:par>
                            </p:childTnLst>
                          </p:cTn>
                        </p:par>
                        <p:par>
                          <p:cTn id="113" fill="hold">
                            <p:stCondLst>
                              <p:cond delay="5500"/>
                            </p:stCondLst>
                            <p:childTnLst>
                              <p:par>
                                <p:cTn id="114" presetID="31" presetClass="entr" presetSubtype="0" fill="hold" grpId="0" nodeType="afterEffect">
                                  <p:stCondLst>
                                    <p:cond delay="0"/>
                                  </p:stCondLst>
                                  <p:childTnLst>
                                    <p:set>
                                      <p:cBhvr>
                                        <p:cTn id="115" dur="1" fill="hold">
                                          <p:stCondLst>
                                            <p:cond delay="0"/>
                                          </p:stCondLst>
                                        </p:cTn>
                                        <p:tgtEl>
                                          <p:spTgt spid="50"/>
                                        </p:tgtEl>
                                        <p:attrNameLst>
                                          <p:attrName>style.visibility</p:attrName>
                                        </p:attrNameLst>
                                      </p:cBhvr>
                                      <p:to>
                                        <p:strVal val="visible"/>
                                      </p:to>
                                    </p:set>
                                    <p:anim calcmode="lin" valueType="num">
                                      <p:cBhvr>
                                        <p:cTn id="116" dur="500" fill="hold"/>
                                        <p:tgtEl>
                                          <p:spTgt spid="50"/>
                                        </p:tgtEl>
                                        <p:attrNameLst>
                                          <p:attrName>ppt_w</p:attrName>
                                        </p:attrNameLst>
                                      </p:cBhvr>
                                      <p:tavLst>
                                        <p:tav tm="0">
                                          <p:val>
                                            <p:fltVal val="0"/>
                                          </p:val>
                                        </p:tav>
                                        <p:tav tm="100000">
                                          <p:val>
                                            <p:strVal val="#ppt_w"/>
                                          </p:val>
                                        </p:tav>
                                      </p:tavLst>
                                    </p:anim>
                                    <p:anim calcmode="lin" valueType="num">
                                      <p:cBhvr>
                                        <p:cTn id="117" dur="500" fill="hold"/>
                                        <p:tgtEl>
                                          <p:spTgt spid="50"/>
                                        </p:tgtEl>
                                        <p:attrNameLst>
                                          <p:attrName>ppt_h</p:attrName>
                                        </p:attrNameLst>
                                      </p:cBhvr>
                                      <p:tavLst>
                                        <p:tav tm="0">
                                          <p:val>
                                            <p:fltVal val="0"/>
                                          </p:val>
                                        </p:tav>
                                        <p:tav tm="100000">
                                          <p:val>
                                            <p:strVal val="#ppt_h"/>
                                          </p:val>
                                        </p:tav>
                                      </p:tavLst>
                                    </p:anim>
                                    <p:anim calcmode="lin" valueType="num">
                                      <p:cBhvr>
                                        <p:cTn id="118" dur="500" fill="hold"/>
                                        <p:tgtEl>
                                          <p:spTgt spid="50"/>
                                        </p:tgtEl>
                                        <p:attrNameLst>
                                          <p:attrName>style.rotation</p:attrName>
                                        </p:attrNameLst>
                                      </p:cBhvr>
                                      <p:tavLst>
                                        <p:tav tm="0">
                                          <p:val>
                                            <p:fltVal val="90"/>
                                          </p:val>
                                        </p:tav>
                                        <p:tav tm="100000">
                                          <p:val>
                                            <p:fltVal val="0"/>
                                          </p:val>
                                        </p:tav>
                                      </p:tavLst>
                                    </p:anim>
                                    <p:animEffect transition="in" filter="fade">
                                      <p:cBhvr>
                                        <p:cTn id="119" dur="500"/>
                                        <p:tgtEl>
                                          <p:spTgt spid="50"/>
                                        </p:tgtEl>
                                      </p:cBhvr>
                                    </p:animEffect>
                                  </p:childTnLst>
                                </p:cTn>
                              </p:par>
                            </p:childTnLst>
                          </p:cTn>
                        </p:par>
                      </p:childTnLst>
                    </p:cTn>
                  </p:par>
                  <p:par>
                    <p:cTn id="120" fill="hold">
                      <p:stCondLst>
                        <p:cond delay="indefinite"/>
                      </p:stCondLst>
                      <p:childTnLst>
                        <p:par>
                          <p:cTn id="121" fill="hold">
                            <p:stCondLst>
                              <p:cond delay="0"/>
                            </p:stCondLst>
                            <p:childTnLst>
                              <p:par>
                                <p:cTn id="122" presetID="42" presetClass="entr" presetSubtype="0" fill="hold" grpId="0" nodeType="clickEffect">
                                  <p:stCondLst>
                                    <p:cond delay="0"/>
                                  </p:stCondLst>
                                  <p:childTnLst>
                                    <p:set>
                                      <p:cBhvr>
                                        <p:cTn id="123" dur="1" fill="hold">
                                          <p:stCondLst>
                                            <p:cond delay="0"/>
                                          </p:stCondLst>
                                        </p:cTn>
                                        <p:tgtEl>
                                          <p:spTgt spid="55">
                                            <p:txEl>
                                              <p:pRg st="1" end="1"/>
                                            </p:txEl>
                                          </p:spTgt>
                                        </p:tgtEl>
                                        <p:attrNameLst>
                                          <p:attrName>style.visibility</p:attrName>
                                        </p:attrNameLst>
                                      </p:cBhvr>
                                      <p:to>
                                        <p:strVal val="visible"/>
                                      </p:to>
                                    </p:set>
                                    <p:animEffect transition="in" filter="fade">
                                      <p:cBhvr>
                                        <p:cTn id="124" dur="1000"/>
                                        <p:tgtEl>
                                          <p:spTgt spid="55">
                                            <p:txEl>
                                              <p:pRg st="1" end="1"/>
                                            </p:txEl>
                                          </p:spTgt>
                                        </p:tgtEl>
                                      </p:cBhvr>
                                    </p:animEffect>
                                    <p:anim calcmode="lin" valueType="num">
                                      <p:cBhvr>
                                        <p:cTn id="125" dur="1000" fill="hold"/>
                                        <p:tgtEl>
                                          <p:spTgt spid="55">
                                            <p:txEl>
                                              <p:pRg st="1" end="1"/>
                                            </p:txEl>
                                          </p:spTgt>
                                        </p:tgtEl>
                                        <p:attrNameLst>
                                          <p:attrName>ppt_x</p:attrName>
                                        </p:attrNameLst>
                                      </p:cBhvr>
                                      <p:tavLst>
                                        <p:tav tm="0">
                                          <p:val>
                                            <p:strVal val="#ppt_x"/>
                                          </p:val>
                                        </p:tav>
                                        <p:tav tm="100000">
                                          <p:val>
                                            <p:strVal val="#ppt_x"/>
                                          </p:val>
                                        </p:tav>
                                      </p:tavLst>
                                    </p:anim>
                                    <p:anim calcmode="lin" valueType="num">
                                      <p:cBhvr>
                                        <p:cTn id="126" dur="1000" fill="hold"/>
                                        <p:tgtEl>
                                          <p:spTgt spid="55">
                                            <p:txEl>
                                              <p:pRg st="1" end="1"/>
                                            </p:txEl>
                                          </p:spTgt>
                                        </p:tgtEl>
                                        <p:attrNameLst>
                                          <p:attrName>ppt_y</p:attrName>
                                        </p:attrNameLst>
                                      </p:cBhvr>
                                      <p:tavLst>
                                        <p:tav tm="0">
                                          <p:val>
                                            <p:strVal val="#ppt_y+.1"/>
                                          </p:val>
                                        </p:tav>
                                        <p:tav tm="100000">
                                          <p:val>
                                            <p:strVal val="#ppt_y"/>
                                          </p:val>
                                        </p:tav>
                                      </p:tavLst>
                                    </p:anim>
                                  </p:childTnLst>
                                </p:cTn>
                              </p:par>
                            </p:childTnLst>
                          </p:cTn>
                        </p:par>
                        <p:par>
                          <p:cTn id="127" fill="hold">
                            <p:stCondLst>
                              <p:cond delay="1000"/>
                            </p:stCondLst>
                            <p:childTnLst>
                              <p:par>
                                <p:cTn id="128" presetID="22" presetClass="entr" presetSubtype="8" fill="hold" grpId="0" nodeType="afterEffect">
                                  <p:stCondLst>
                                    <p:cond delay="0"/>
                                  </p:stCondLst>
                                  <p:childTnLst>
                                    <p:set>
                                      <p:cBhvr>
                                        <p:cTn id="129" dur="1" fill="hold">
                                          <p:stCondLst>
                                            <p:cond delay="0"/>
                                          </p:stCondLst>
                                        </p:cTn>
                                        <p:tgtEl>
                                          <p:spTgt spid="52"/>
                                        </p:tgtEl>
                                        <p:attrNameLst>
                                          <p:attrName>style.visibility</p:attrName>
                                        </p:attrNameLst>
                                      </p:cBhvr>
                                      <p:to>
                                        <p:strVal val="visible"/>
                                      </p:to>
                                    </p:set>
                                    <p:animEffect transition="in" filter="wipe(left)">
                                      <p:cBhvr>
                                        <p:cTn id="130" dur="1000"/>
                                        <p:tgtEl>
                                          <p:spTgt spid="52"/>
                                        </p:tgtEl>
                                      </p:cBhvr>
                                    </p:animEffect>
                                  </p:childTnLst>
                                </p:cTn>
                              </p:par>
                            </p:childTnLst>
                          </p:cTn>
                        </p:par>
                        <p:par>
                          <p:cTn id="131" fill="hold">
                            <p:stCondLst>
                              <p:cond delay="2000"/>
                            </p:stCondLst>
                            <p:childTnLst>
                              <p:par>
                                <p:cTn id="132" presetID="3" presetClass="emph" presetSubtype="2" fill="hold" grpId="1" nodeType="afterEffect">
                                  <p:stCondLst>
                                    <p:cond delay="0"/>
                                  </p:stCondLst>
                                  <p:childTnLst>
                                    <p:animClr clrSpc="rgb" dir="cw">
                                      <p:cBhvr override="childStyle">
                                        <p:cTn id="133" dur="500" fill="hold"/>
                                        <p:tgtEl>
                                          <p:spTgt spid="40"/>
                                        </p:tgtEl>
                                        <p:attrNameLst>
                                          <p:attrName>style.color</p:attrName>
                                        </p:attrNameLst>
                                      </p:cBhvr>
                                      <p:to>
                                        <a:schemeClr val="accent2"/>
                                      </p:to>
                                    </p:animClr>
                                  </p:childTnLst>
                                </p:cTn>
                              </p:par>
                            </p:childTnLst>
                          </p:cTn>
                        </p:par>
                        <p:par>
                          <p:cTn id="134" fill="hold">
                            <p:stCondLst>
                              <p:cond delay="2500"/>
                            </p:stCondLst>
                            <p:childTnLst>
                              <p:par>
                                <p:cTn id="135" presetID="3" presetClass="emph" presetSubtype="2" fill="hold" grpId="1" nodeType="afterEffect">
                                  <p:stCondLst>
                                    <p:cond delay="0"/>
                                  </p:stCondLst>
                                  <p:childTnLst>
                                    <p:animClr clrSpc="rgb" dir="cw">
                                      <p:cBhvr override="childStyle">
                                        <p:cTn id="136" dur="500" fill="hold"/>
                                        <p:tgtEl>
                                          <p:spTgt spid="45"/>
                                        </p:tgtEl>
                                        <p:attrNameLst>
                                          <p:attrName>style.color</p:attrName>
                                        </p:attrNameLst>
                                      </p:cBhvr>
                                      <p:to>
                                        <a:schemeClr val="accent2"/>
                                      </p:to>
                                    </p:animClr>
                                  </p:childTnLst>
                                </p:cTn>
                              </p:par>
                            </p:childTnLst>
                          </p:cTn>
                        </p:par>
                        <p:par>
                          <p:cTn id="137" fill="hold">
                            <p:stCondLst>
                              <p:cond delay="3000"/>
                            </p:stCondLst>
                            <p:childTnLst>
                              <p:par>
                                <p:cTn id="138" presetID="3" presetClass="emph" presetSubtype="2" fill="hold" grpId="1" nodeType="afterEffect">
                                  <p:stCondLst>
                                    <p:cond delay="0"/>
                                  </p:stCondLst>
                                  <p:childTnLst>
                                    <p:animClr clrSpc="rgb" dir="cw">
                                      <p:cBhvr override="childStyle">
                                        <p:cTn id="139" dur="500" fill="hold"/>
                                        <p:tgtEl>
                                          <p:spTgt spid="41"/>
                                        </p:tgtEl>
                                        <p:attrNameLst>
                                          <p:attrName>style.color</p:attrName>
                                        </p:attrNameLst>
                                      </p:cBhvr>
                                      <p:to>
                                        <a:srgbClr val="833C0B"/>
                                      </p:to>
                                    </p:animClr>
                                  </p:childTnLst>
                                </p:cTn>
                              </p:par>
                            </p:childTnLst>
                          </p:cTn>
                        </p:par>
                        <p:par>
                          <p:cTn id="140" fill="hold">
                            <p:stCondLst>
                              <p:cond delay="3500"/>
                            </p:stCondLst>
                            <p:childTnLst>
                              <p:par>
                                <p:cTn id="141" presetID="3" presetClass="emph" presetSubtype="2" fill="hold" grpId="1" nodeType="afterEffect">
                                  <p:stCondLst>
                                    <p:cond delay="0"/>
                                  </p:stCondLst>
                                  <p:childTnLst>
                                    <p:animClr clrSpc="rgb" dir="cw">
                                      <p:cBhvr override="childStyle">
                                        <p:cTn id="142" dur="500" fill="hold"/>
                                        <p:tgtEl>
                                          <p:spTgt spid="46"/>
                                        </p:tgtEl>
                                        <p:attrNameLst>
                                          <p:attrName>style.color</p:attrName>
                                        </p:attrNameLst>
                                      </p:cBhvr>
                                      <p:to>
                                        <a:srgbClr val="833C0B"/>
                                      </p:to>
                                    </p:animClr>
                                  </p:childTnLst>
                                </p:cTn>
                              </p:par>
                            </p:childTnLst>
                          </p:cTn>
                        </p:par>
                        <p:par>
                          <p:cTn id="143" fill="hold">
                            <p:stCondLst>
                              <p:cond delay="4000"/>
                            </p:stCondLst>
                            <p:childTnLst>
                              <p:par>
                                <p:cTn id="144" presetID="3" presetClass="emph" presetSubtype="2" fill="hold" grpId="1" nodeType="afterEffect">
                                  <p:stCondLst>
                                    <p:cond delay="0"/>
                                  </p:stCondLst>
                                  <p:childTnLst>
                                    <p:animClr clrSpc="rgb" dir="cw">
                                      <p:cBhvr override="childStyle">
                                        <p:cTn id="145" dur="500" fill="hold"/>
                                        <p:tgtEl>
                                          <p:spTgt spid="42"/>
                                        </p:tgtEl>
                                        <p:attrNameLst>
                                          <p:attrName>style.color</p:attrName>
                                        </p:attrNameLst>
                                      </p:cBhvr>
                                      <p:to>
                                        <a:srgbClr val="00B0F0"/>
                                      </p:to>
                                    </p:animClr>
                                  </p:childTnLst>
                                </p:cTn>
                              </p:par>
                            </p:childTnLst>
                          </p:cTn>
                        </p:par>
                        <p:par>
                          <p:cTn id="146" fill="hold">
                            <p:stCondLst>
                              <p:cond delay="4500"/>
                            </p:stCondLst>
                            <p:childTnLst>
                              <p:par>
                                <p:cTn id="147" presetID="3" presetClass="emph" presetSubtype="2" fill="hold" grpId="0" nodeType="afterEffect">
                                  <p:stCondLst>
                                    <p:cond delay="0"/>
                                  </p:stCondLst>
                                  <p:childTnLst>
                                    <p:animClr clrSpc="rgb" dir="cw">
                                      <p:cBhvr override="childStyle">
                                        <p:cTn id="148" dur="500" fill="hold"/>
                                        <p:tgtEl>
                                          <p:spTgt spid="47"/>
                                        </p:tgtEl>
                                        <p:attrNameLst>
                                          <p:attrName>style.color</p:attrName>
                                        </p:attrNameLst>
                                      </p:cBhvr>
                                      <p:to>
                                        <a:srgbClr val="00B0F0"/>
                                      </p:to>
                                    </p:animClr>
                                  </p:childTnLst>
                                </p:cTn>
                              </p:par>
                            </p:childTnLst>
                          </p:cTn>
                        </p:par>
                        <p:par>
                          <p:cTn id="149" fill="hold">
                            <p:stCondLst>
                              <p:cond delay="5000"/>
                            </p:stCondLst>
                            <p:childTnLst>
                              <p:par>
                                <p:cTn id="150" presetID="3" presetClass="emph" presetSubtype="2" fill="hold" grpId="1" nodeType="afterEffect">
                                  <p:stCondLst>
                                    <p:cond delay="0"/>
                                  </p:stCondLst>
                                  <p:childTnLst>
                                    <p:animClr clrSpc="rgb" dir="cw">
                                      <p:cBhvr override="childStyle">
                                        <p:cTn id="151" dur="500" fill="hold"/>
                                        <p:tgtEl>
                                          <p:spTgt spid="43"/>
                                        </p:tgtEl>
                                        <p:attrNameLst>
                                          <p:attrName>style.color</p:attrName>
                                        </p:attrNameLst>
                                      </p:cBhvr>
                                      <p:to>
                                        <a:srgbClr val="FF0000"/>
                                      </p:to>
                                    </p:animClr>
                                  </p:childTnLst>
                                </p:cTn>
                              </p:par>
                            </p:childTnLst>
                          </p:cTn>
                        </p:par>
                        <p:par>
                          <p:cTn id="152" fill="hold">
                            <p:stCondLst>
                              <p:cond delay="5500"/>
                            </p:stCondLst>
                            <p:childTnLst>
                              <p:par>
                                <p:cTn id="153" presetID="3" presetClass="emph" presetSubtype="2" fill="hold" grpId="1" nodeType="afterEffect">
                                  <p:stCondLst>
                                    <p:cond delay="0"/>
                                  </p:stCondLst>
                                  <p:childTnLst>
                                    <p:animClr clrSpc="rgb" dir="cw">
                                      <p:cBhvr override="childStyle">
                                        <p:cTn id="154" dur="500" fill="hold"/>
                                        <p:tgtEl>
                                          <p:spTgt spid="49"/>
                                        </p:tgtEl>
                                        <p:attrNameLst>
                                          <p:attrName>style.color</p:attrName>
                                        </p:attrNameLst>
                                      </p:cBhvr>
                                      <p:to>
                                        <a:srgbClr val="FF0000"/>
                                      </p:to>
                                    </p:animClr>
                                  </p:childTnLst>
                                </p:cTn>
                              </p:par>
                            </p:childTnLst>
                          </p:cTn>
                        </p:par>
                        <p:par>
                          <p:cTn id="155" fill="hold">
                            <p:stCondLst>
                              <p:cond delay="6000"/>
                            </p:stCondLst>
                            <p:childTnLst>
                              <p:par>
                                <p:cTn id="156" presetID="3" presetClass="emph" presetSubtype="2" fill="hold" grpId="1" nodeType="afterEffect">
                                  <p:stCondLst>
                                    <p:cond delay="0"/>
                                  </p:stCondLst>
                                  <p:childTnLst>
                                    <p:animClr clrSpc="rgb" dir="cw">
                                      <p:cBhvr override="childStyle">
                                        <p:cTn id="157" dur="500" fill="hold"/>
                                        <p:tgtEl>
                                          <p:spTgt spid="44"/>
                                        </p:tgtEl>
                                        <p:attrNameLst>
                                          <p:attrName>style.color</p:attrName>
                                        </p:attrNameLst>
                                      </p:cBhvr>
                                      <p:to>
                                        <a:srgbClr val="00B050"/>
                                      </p:to>
                                    </p:animClr>
                                  </p:childTnLst>
                                </p:cTn>
                              </p:par>
                            </p:childTnLst>
                          </p:cTn>
                        </p:par>
                        <p:par>
                          <p:cTn id="158" fill="hold">
                            <p:stCondLst>
                              <p:cond delay="6500"/>
                            </p:stCondLst>
                            <p:childTnLst>
                              <p:par>
                                <p:cTn id="159" presetID="3" presetClass="emph" presetSubtype="2" fill="hold" grpId="1" nodeType="afterEffect">
                                  <p:stCondLst>
                                    <p:cond delay="0"/>
                                  </p:stCondLst>
                                  <p:childTnLst>
                                    <p:animClr clrSpc="rgb" dir="cw">
                                      <p:cBhvr override="childStyle">
                                        <p:cTn id="160" dur="500" fill="hold"/>
                                        <p:tgtEl>
                                          <p:spTgt spid="50"/>
                                        </p:tgtEl>
                                        <p:attrNameLst>
                                          <p:attrName>style.color</p:attrName>
                                        </p:attrNameLst>
                                      </p:cBhvr>
                                      <p:to>
                                        <a:srgbClr val="00B050"/>
                                      </p:to>
                                    </p:animClr>
                                  </p:childTnLst>
                                </p:cTn>
                              </p:par>
                            </p:childTnLst>
                          </p:cTn>
                        </p:par>
                      </p:childTnLst>
                    </p:cTn>
                  </p:par>
                  <p:par>
                    <p:cTn id="161" fill="hold">
                      <p:stCondLst>
                        <p:cond delay="indefinite"/>
                      </p:stCondLst>
                      <p:childTnLst>
                        <p:par>
                          <p:cTn id="162" fill="hold">
                            <p:stCondLst>
                              <p:cond delay="0"/>
                            </p:stCondLst>
                            <p:childTnLst>
                              <p:par>
                                <p:cTn id="163" presetID="22" presetClass="entr" presetSubtype="1" fill="hold" grpId="0" nodeType="clickEffect">
                                  <p:stCondLst>
                                    <p:cond delay="0"/>
                                  </p:stCondLst>
                                  <p:childTnLst>
                                    <p:set>
                                      <p:cBhvr>
                                        <p:cTn id="164" dur="1" fill="hold">
                                          <p:stCondLst>
                                            <p:cond delay="0"/>
                                          </p:stCondLst>
                                        </p:cTn>
                                        <p:tgtEl>
                                          <p:spTgt spid="5">
                                            <p:txEl>
                                              <p:pRg st="6" end="6"/>
                                            </p:txEl>
                                          </p:spTgt>
                                        </p:tgtEl>
                                        <p:attrNameLst>
                                          <p:attrName>style.visibility</p:attrName>
                                        </p:attrNameLst>
                                      </p:cBhvr>
                                      <p:to>
                                        <p:strVal val="visible"/>
                                      </p:to>
                                    </p:set>
                                    <p:animEffect transition="in" filter="wipe(up)">
                                      <p:cBhvr>
                                        <p:cTn id="165" dur="500"/>
                                        <p:tgtEl>
                                          <p:spTgt spid="5">
                                            <p:txEl>
                                              <p:pRg st="6" end="6"/>
                                            </p:txEl>
                                          </p:spTgt>
                                        </p:tgtEl>
                                      </p:cBhvr>
                                    </p:animEffect>
                                  </p:childTnLst>
                                </p:cTn>
                              </p:par>
                            </p:childTnLst>
                          </p:cTn>
                        </p:par>
                      </p:childTnLst>
                    </p:cTn>
                  </p:par>
                  <p:par>
                    <p:cTn id="166" fill="hold">
                      <p:stCondLst>
                        <p:cond delay="indefinite"/>
                      </p:stCondLst>
                      <p:childTnLst>
                        <p:par>
                          <p:cTn id="167" fill="hold">
                            <p:stCondLst>
                              <p:cond delay="0"/>
                            </p:stCondLst>
                            <p:childTnLst>
                              <p:par>
                                <p:cTn id="168" presetID="42" presetClass="entr" presetSubtype="0" fill="hold" grpId="0" nodeType="clickEffect">
                                  <p:stCondLst>
                                    <p:cond delay="0"/>
                                  </p:stCondLst>
                                  <p:childTnLst>
                                    <p:set>
                                      <p:cBhvr>
                                        <p:cTn id="169" dur="1" fill="hold">
                                          <p:stCondLst>
                                            <p:cond delay="0"/>
                                          </p:stCondLst>
                                        </p:cTn>
                                        <p:tgtEl>
                                          <p:spTgt spid="56">
                                            <p:txEl>
                                              <p:pRg st="0" end="0"/>
                                            </p:txEl>
                                          </p:spTgt>
                                        </p:tgtEl>
                                        <p:attrNameLst>
                                          <p:attrName>style.visibility</p:attrName>
                                        </p:attrNameLst>
                                      </p:cBhvr>
                                      <p:to>
                                        <p:strVal val="visible"/>
                                      </p:to>
                                    </p:set>
                                    <p:animEffect transition="in" filter="fade">
                                      <p:cBhvr>
                                        <p:cTn id="170" dur="1000"/>
                                        <p:tgtEl>
                                          <p:spTgt spid="56">
                                            <p:txEl>
                                              <p:pRg st="0" end="0"/>
                                            </p:txEl>
                                          </p:spTgt>
                                        </p:tgtEl>
                                      </p:cBhvr>
                                    </p:animEffect>
                                    <p:anim calcmode="lin" valueType="num">
                                      <p:cBhvr>
                                        <p:cTn id="171" dur="1000" fill="hold"/>
                                        <p:tgtEl>
                                          <p:spTgt spid="56">
                                            <p:txEl>
                                              <p:pRg st="0" end="0"/>
                                            </p:txEl>
                                          </p:spTgt>
                                        </p:tgtEl>
                                        <p:attrNameLst>
                                          <p:attrName>ppt_x</p:attrName>
                                        </p:attrNameLst>
                                      </p:cBhvr>
                                      <p:tavLst>
                                        <p:tav tm="0">
                                          <p:val>
                                            <p:strVal val="#ppt_x"/>
                                          </p:val>
                                        </p:tav>
                                        <p:tav tm="100000">
                                          <p:val>
                                            <p:strVal val="#ppt_x"/>
                                          </p:val>
                                        </p:tav>
                                      </p:tavLst>
                                    </p:anim>
                                    <p:anim calcmode="lin" valueType="num">
                                      <p:cBhvr>
                                        <p:cTn id="172" dur="1000" fill="hold"/>
                                        <p:tgtEl>
                                          <p:spTgt spid="5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3" fill="hold">
                      <p:stCondLst>
                        <p:cond delay="indefinite"/>
                      </p:stCondLst>
                      <p:childTnLst>
                        <p:par>
                          <p:cTn id="174" fill="hold">
                            <p:stCondLst>
                              <p:cond delay="0"/>
                            </p:stCondLst>
                            <p:childTnLst>
                              <p:par>
                                <p:cTn id="175" presetID="42" presetClass="entr" presetSubtype="0" fill="hold" grpId="0" nodeType="clickEffect">
                                  <p:stCondLst>
                                    <p:cond delay="0"/>
                                  </p:stCondLst>
                                  <p:childTnLst>
                                    <p:set>
                                      <p:cBhvr>
                                        <p:cTn id="176" dur="1" fill="hold">
                                          <p:stCondLst>
                                            <p:cond delay="0"/>
                                          </p:stCondLst>
                                        </p:cTn>
                                        <p:tgtEl>
                                          <p:spTgt spid="56">
                                            <p:txEl>
                                              <p:pRg st="1" end="1"/>
                                            </p:txEl>
                                          </p:spTgt>
                                        </p:tgtEl>
                                        <p:attrNameLst>
                                          <p:attrName>style.visibility</p:attrName>
                                        </p:attrNameLst>
                                      </p:cBhvr>
                                      <p:to>
                                        <p:strVal val="visible"/>
                                      </p:to>
                                    </p:set>
                                    <p:animEffect transition="in" filter="fade">
                                      <p:cBhvr>
                                        <p:cTn id="177" dur="1000"/>
                                        <p:tgtEl>
                                          <p:spTgt spid="56">
                                            <p:txEl>
                                              <p:pRg st="1" end="1"/>
                                            </p:txEl>
                                          </p:spTgt>
                                        </p:tgtEl>
                                      </p:cBhvr>
                                    </p:animEffect>
                                    <p:anim calcmode="lin" valueType="num">
                                      <p:cBhvr>
                                        <p:cTn id="178" dur="1000" fill="hold"/>
                                        <p:tgtEl>
                                          <p:spTgt spid="56">
                                            <p:txEl>
                                              <p:pRg st="1" end="1"/>
                                            </p:txEl>
                                          </p:spTgt>
                                        </p:tgtEl>
                                        <p:attrNameLst>
                                          <p:attrName>ppt_x</p:attrName>
                                        </p:attrNameLst>
                                      </p:cBhvr>
                                      <p:tavLst>
                                        <p:tav tm="0">
                                          <p:val>
                                            <p:strVal val="#ppt_x"/>
                                          </p:val>
                                        </p:tav>
                                        <p:tav tm="100000">
                                          <p:val>
                                            <p:strVal val="#ppt_x"/>
                                          </p:val>
                                        </p:tav>
                                      </p:tavLst>
                                    </p:anim>
                                    <p:anim calcmode="lin" valueType="num">
                                      <p:cBhvr>
                                        <p:cTn id="179" dur="1000" fill="hold"/>
                                        <p:tgtEl>
                                          <p:spTgt spid="5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80" fill="hold">
                      <p:stCondLst>
                        <p:cond delay="indefinite"/>
                      </p:stCondLst>
                      <p:childTnLst>
                        <p:par>
                          <p:cTn id="181" fill="hold">
                            <p:stCondLst>
                              <p:cond delay="0"/>
                            </p:stCondLst>
                            <p:childTnLst>
                              <p:par>
                                <p:cTn id="182" presetID="37" presetClass="path" presetSubtype="0" accel="50000" decel="50000" fill="hold" grpId="2" nodeType="clickEffect">
                                  <p:stCondLst>
                                    <p:cond delay="0"/>
                                  </p:stCondLst>
                                  <p:childTnLst>
                                    <p:animMotion origin="layout" path="M -4.375E-6 4.81481E-6 L -0.06067 0.04004 C -0.0733 0.04907 -0.09218 0.05393 -0.1121 0.05393 C -0.13476 0.05393 -0.15286 0.04907 -0.16549 0.04004 L -0.22604 4.81481E-6 " pathEditMode="relative" rAng="0" ptsTypes="AAAAA">
                                      <p:cBhvr>
                                        <p:cTn id="183" dur="2000" fill="hold"/>
                                        <p:tgtEl>
                                          <p:spTgt spid="45"/>
                                        </p:tgtEl>
                                        <p:attrNameLst>
                                          <p:attrName>ppt_x</p:attrName>
                                          <p:attrName>ppt_y</p:attrName>
                                        </p:attrNameLst>
                                      </p:cBhvr>
                                      <p:rCtr x="-11302" y="2685"/>
                                    </p:animMotion>
                                  </p:childTnLst>
                                </p:cTn>
                              </p:par>
                            </p:childTnLst>
                          </p:cTn>
                        </p:par>
                      </p:childTnLst>
                    </p:cTn>
                  </p:par>
                  <p:par>
                    <p:cTn id="184" fill="hold">
                      <p:stCondLst>
                        <p:cond delay="indefinite"/>
                      </p:stCondLst>
                      <p:childTnLst>
                        <p:par>
                          <p:cTn id="185" fill="hold">
                            <p:stCondLst>
                              <p:cond delay="0"/>
                            </p:stCondLst>
                            <p:childTnLst>
                              <p:par>
                                <p:cTn id="186" presetID="42" presetClass="entr" presetSubtype="0" fill="hold" grpId="0" nodeType="clickEffect">
                                  <p:stCondLst>
                                    <p:cond delay="0"/>
                                  </p:stCondLst>
                                  <p:childTnLst>
                                    <p:set>
                                      <p:cBhvr>
                                        <p:cTn id="187" dur="1" fill="hold">
                                          <p:stCondLst>
                                            <p:cond delay="0"/>
                                          </p:stCondLst>
                                        </p:cTn>
                                        <p:tgtEl>
                                          <p:spTgt spid="56">
                                            <p:txEl>
                                              <p:pRg st="2" end="2"/>
                                            </p:txEl>
                                          </p:spTgt>
                                        </p:tgtEl>
                                        <p:attrNameLst>
                                          <p:attrName>style.visibility</p:attrName>
                                        </p:attrNameLst>
                                      </p:cBhvr>
                                      <p:to>
                                        <p:strVal val="visible"/>
                                      </p:to>
                                    </p:set>
                                    <p:animEffect transition="in" filter="fade">
                                      <p:cBhvr>
                                        <p:cTn id="188" dur="1000"/>
                                        <p:tgtEl>
                                          <p:spTgt spid="56">
                                            <p:txEl>
                                              <p:pRg st="2" end="2"/>
                                            </p:txEl>
                                          </p:spTgt>
                                        </p:tgtEl>
                                      </p:cBhvr>
                                    </p:animEffect>
                                    <p:anim calcmode="lin" valueType="num">
                                      <p:cBhvr>
                                        <p:cTn id="189" dur="1000" fill="hold"/>
                                        <p:tgtEl>
                                          <p:spTgt spid="56">
                                            <p:txEl>
                                              <p:pRg st="2" end="2"/>
                                            </p:txEl>
                                          </p:spTgt>
                                        </p:tgtEl>
                                        <p:attrNameLst>
                                          <p:attrName>ppt_x</p:attrName>
                                        </p:attrNameLst>
                                      </p:cBhvr>
                                      <p:tavLst>
                                        <p:tav tm="0">
                                          <p:val>
                                            <p:strVal val="#ppt_x"/>
                                          </p:val>
                                        </p:tav>
                                        <p:tav tm="100000">
                                          <p:val>
                                            <p:strVal val="#ppt_x"/>
                                          </p:val>
                                        </p:tav>
                                      </p:tavLst>
                                    </p:anim>
                                    <p:anim calcmode="lin" valueType="num">
                                      <p:cBhvr>
                                        <p:cTn id="190" dur="1000" fill="hold"/>
                                        <p:tgtEl>
                                          <p:spTgt spid="5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91" fill="hold">
                      <p:stCondLst>
                        <p:cond delay="indefinite"/>
                      </p:stCondLst>
                      <p:childTnLst>
                        <p:par>
                          <p:cTn id="192" fill="hold">
                            <p:stCondLst>
                              <p:cond delay="0"/>
                            </p:stCondLst>
                            <p:childTnLst>
                              <p:par>
                                <p:cTn id="193" presetID="37" presetClass="path" presetSubtype="0" accel="50000" decel="50000" fill="hold" grpId="2" nodeType="clickEffect">
                                  <p:stCondLst>
                                    <p:cond delay="0"/>
                                  </p:stCondLst>
                                  <p:childTnLst>
                                    <p:animMotion origin="layout" path="M -0.00261 0.00116 L 0.04882 0.0412 C 0.0595 0.05023 0.07552 0.05532 0.09244 0.05532 C 0.11158 0.05532 0.12695 0.05023 0.13763 0.0412 L 0.18919 0.00116 " pathEditMode="relative" rAng="0" ptsTypes="AAAAA">
                                      <p:cBhvr>
                                        <p:cTn id="194" dur="2000" fill="hold"/>
                                        <p:tgtEl>
                                          <p:spTgt spid="40"/>
                                        </p:tgtEl>
                                        <p:attrNameLst>
                                          <p:attrName>ppt_x</p:attrName>
                                          <p:attrName>ppt_y</p:attrName>
                                        </p:attrNameLst>
                                      </p:cBhvr>
                                      <p:rCtr x="9583" y="2708"/>
                                    </p:animMotion>
                                  </p:childTnLst>
                                </p:cTn>
                              </p:par>
                            </p:childTnLst>
                          </p:cTn>
                        </p:par>
                        <p:par>
                          <p:cTn id="195" fill="hold">
                            <p:stCondLst>
                              <p:cond delay="2000"/>
                            </p:stCondLst>
                            <p:childTnLst>
                              <p:par>
                                <p:cTn id="196" presetID="22" presetClass="entr" presetSubtype="2" fill="hold" nodeType="afterEffect">
                                  <p:stCondLst>
                                    <p:cond delay="0"/>
                                  </p:stCondLst>
                                  <p:childTnLst>
                                    <p:set>
                                      <p:cBhvr>
                                        <p:cTn id="197" dur="1" fill="hold">
                                          <p:stCondLst>
                                            <p:cond delay="0"/>
                                          </p:stCondLst>
                                        </p:cTn>
                                        <p:tgtEl>
                                          <p:spTgt spid="60"/>
                                        </p:tgtEl>
                                        <p:attrNameLst>
                                          <p:attrName>style.visibility</p:attrName>
                                        </p:attrNameLst>
                                      </p:cBhvr>
                                      <p:to>
                                        <p:strVal val="visible"/>
                                      </p:to>
                                    </p:set>
                                    <p:animEffect transition="in" filter="wipe(right)">
                                      <p:cBhvr>
                                        <p:cTn id="198" dur="1000"/>
                                        <p:tgtEl>
                                          <p:spTgt spid="60"/>
                                        </p:tgtEl>
                                      </p:cBhvr>
                                    </p:animEffect>
                                  </p:childTnLst>
                                </p:cTn>
                              </p:par>
                            </p:childTnLst>
                          </p:cTn>
                        </p:par>
                      </p:childTnLst>
                    </p:cTn>
                  </p:par>
                  <p:par>
                    <p:cTn id="199" fill="hold">
                      <p:stCondLst>
                        <p:cond delay="indefinite"/>
                      </p:stCondLst>
                      <p:childTnLst>
                        <p:par>
                          <p:cTn id="200" fill="hold">
                            <p:stCondLst>
                              <p:cond delay="0"/>
                            </p:stCondLst>
                            <p:childTnLst>
                              <p:par>
                                <p:cTn id="201" presetID="42" presetClass="entr" presetSubtype="0" fill="hold" grpId="0" nodeType="clickEffect">
                                  <p:stCondLst>
                                    <p:cond delay="0"/>
                                  </p:stCondLst>
                                  <p:childTnLst>
                                    <p:set>
                                      <p:cBhvr>
                                        <p:cTn id="202" dur="1" fill="hold">
                                          <p:stCondLst>
                                            <p:cond delay="0"/>
                                          </p:stCondLst>
                                        </p:cTn>
                                        <p:tgtEl>
                                          <p:spTgt spid="56">
                                            <p:txEl>
                                              <p:pRg st="3" end="3"/>
                                            </p:txEl>
                                          </p:spTgt>
                                        </p:tgtEl>
                                        <p:attrNameLst>
                                          <p:attrName>style.visibility</p:attrName>
                                        </p:attrNameLst>
                                      </p:cBhvr>
                                      <p:to>
                                        <p:strVal val="visible"/>
                                      </p:to>
                                    </p:set>
                                    <p:animEffect transition="in" filter="fade">
                                      <p:cBhvr>
                                        <p:cTn id="203" dur="1000"/>
                                        <p:tgtEl>
                                          <p:spTgt spid="56">
                                            <p:txEl>
                                              <p:pRg st="3" end="3"/>
                                            </p:txEl>
                                          </p:spTgt>
                                        </p:tgtEl>
                                      </p:cBhvr>
                                    </p:animEffect>
                                    <p:anim calcmode="lin" valueType="num">
                                      <p:cBhvr>
                                        <p:cTn id="204" dur="1000" fill="hold"/>
                                        <p:tgtEl>
                                          <p:spTgt spid="56">
                                            <p:txEl>
                                              <p:pRg st="3" end="3"/>
                                            </p:txEl>
                                          </p:spTgt>
                                        </p:tgtEl>
                                        <p:attrNameLst>
                                          <p:attrName>ppt_x</p:attrName>
                                        </p:attrNameLst>
                                      </p:cBhvr>
                                      <p:tavLst>
                                        <p:tav tm="0">
                                          <p:val>
                                            <p:strVal val="#ppt_x"/>
                                          </p:val>
                                        </p:tav>
                                        <p:tav tm="100000">
                                          <p:val>
                                            <p:strVal val="#ppt_x"/>
                                          </p:val>
                                        </p:tav>
                                      </p:tavLst>
                                    </p:anim>
                                    <p:anim calcmode="lin" valueType="num">
                                      <p:cBhvr>
                                        <p:cTn id="205" dur="1000" fill="hold"/>
                                        <p:tgtEl>
                                          <p:spTgt spid="5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06" fill="hold">
                      <p:stCondLst>
                        <p:cond delay="indefinite"/>
                      </p:stCondLst>
                      <p:childTnLst>
                        <p:par>
                          <p:cTn id="207" fill="hold">
                            <p:stCondLst>
                              <p:cond delay="0"/>
                            </p:stCondLst>
                            <p:childTnLst>
                              <p:par>
                                <p:cTn id="208" presetID="63" presetClass="path" presetSubtype="0" accel="50000" decel="50000" fill="hold" grpId="3" nodeType="clickEffect">
                                  <p:stCondLst>
                                    <p:cond delay="0"/>
                                  </p:stCondLst>
                                  <p:childTnLst>
                                    <p:animMotion origin="layout" path="M -4.375E-6 4.81481E-6 L -0.1918 7.40741E-7 " pathEditMode="relative" rAng="0" ptsTypes="AA">
                                      <p:cBhvr>
                                        <p:cTn id="209" dur="2000" fill="hold"/>
                                        <p:tgtEl>
                                          <p:spTgt spid="45"/>
                                        </p:tgtEl>
                                        <p:attrNameLst>
                                          <p:attrName>ppt_x</p:attrName>
                                          <p:attrName>ppt_y</p:attrName>
                                        </p:attrNameLst>
                                      </p:cBhvr>
                                      <p:rCtr x="-9505" y="-46"/>
                                    </p:animMotion>
                                  </p:childTnLst>
                                </p:cTn>
                              </p:par>
                            </p:childTnLst>
                          </p:cTn>
                        </p:par>
                      </p:childTnLst>
                    </p:cTn>
                  </p:par>
                  <p:par>
                    <p:cTn id="210" fill="hold">
                      <p:stCondLst>
                        <p:cond delay="indefinite"/>
                      </p:stCondLst>
                      <p:childTnLst>
                        <p:par>
                          <p:cTn id="211" fill="hold">
                            <p:stCondLst>
                              <p:cond delay="0"/>
                            </p:stCondLst>
                            <p:childTnLst>
                              <p:par>
                                <p:cTn id="212" presetID="42" presetClass="entr" presetSubtype="0" fill="hold" grpId="0" nodeType="clickEffect">
                                  <p:stCondLst>
                                    <p:cond delay="0"/>
                                  </p:stCondLst>
                                  <p:childTnLst>
                                    <p:set>
                                      <p:cBhvr>
                                        <p:cTn id="213" dur="1" fill="hold">
                                          <p:stCondLst>
                                            <p:cond delay="0"/>
                                          </p:stCondLst>
                                        </p:cTn>
                                        <p:tgtEl>
                                          <p:spTgt spid="56">
                                            <p:txEl>
                                              <p:pRg st="4" end="4"/>
                                            </p:txEl>
                                          </p:spTgt>
                                        </p:tgtEl>
                                        <p:attrNameLst>
                                          <p:attrName>style.visibility</p:attrName>
                                        </p:attrNameLst>
                                      </p:cBhvr>
                                      <p:to>
                                        <p:strVal val="visible"/>
                                      </p:to>
                                    </p:set>
                                    <p:animEffect transition="in" filter="fade">
                                      <p:cBhvr>
                                        <p:cTn id="214" dur="1000"/>
                                        <p:tgtEl>
                                          <p:spTgt spid="56">
                                            <p:txEl>
                                              <p:pRg st="4" end="4"/>
                                            </p:txEl>
                                          </p:spTgt>
                                        </p:tgtEl>
                                      </p:cBhvr>
                                    </p:animEffect>
                                    <p:anim calcmode="lin" valueType="num">
                                      <p:cBhvr>
                                        <p:cTn id="215" dur="1000" fill="hold"/>
                                        <p:tgtEl>
                                          <p:spTgt spid="56">
                                            <p:txEl>
                                              <p:pRg st="4" end="4"/>
                                            </p:txEl>
                                          </p:spTgt>
                                        </p:tgtEl>
                                        <p:attrNameLst>
                                          <p:attrName>ppt_x</p:attrName>
                                        </p:attrNameLst>
                                      </p:cBhvr>
                                      <p:tavLst>
                                        <p:tav tm="0">
                                          <p:val>
                                            <p:strVal val="#ppt_x"/>
                                          </p:val>
                                        </p:tav>
                                        <p:tav tm="100000">
                                          <p:val>
                                            <p:strVal val="#ppt_x"/>
                                          </p:val>
                                        </p:tav>
                                      </p:tavLst>
                                    </p:anim>
                                    <p:anim calcmode="lin" valueType="num">
                                      <p:cBhvr>
                                        <p:cTn id="216" dur="1000" fill="hold"/>
                                        <p:tgtEl>
                                          <p:spTgt spid="5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17" fill="hold">
                      <p:stCondLst>
                        <p:cond delay="indefinite"/>
                      </p:stCondLst>
                      <p:childTnLst>
                        <p:par>
                          <p:cTn id="218" fill="hold">
                            <p:stCondLst>
                              <p:cond delay="0"/>
                            </p:stCondLst>
                            <p:childTnLst>
                              <p:par>
                                <p:cTn id="219" presetID="22" presetClass="entr" presetSubtype="1" fill="hold" grpId="0" nodeType="clickEffect">
                                  <p:stCondLst>
                                    <p:cond delay="0"/>
                                  </p:stCondLst>
                                  <p:childTnLst>
                                    <p:set>
                                      <p:cBhvr>
                                        <p:cTn id="220" dur="1" fill="hold">
                                          <p:stCondLst>
                                            <p:cond delay="0"/>
                                          </p:stCondLst>
                                        </p:cTn>
                                        <p:tgtEl>
                                          <p:spTgt spid="5">
                                            <p:txEl>
                                              <p:pRg st="7" end="7"/>
                                            </p:txEl>
                                          </p:spTgt>
                                        </p:tgtEl>
                                        <p:attrNameLst>
                                          <p:attrName>style.visibility</p:attrName>
                                        </p:attrNameLst>
                                      </p:cBhvr>
                                      <p:to>
                                        <p:strVal val="visible"/>
                                      </p:to>
                                    </p:set>
                                    <p:animEffect transition="in" filter="wipe(up)">
                                      <p:cBhvr>
                                        <p:cTn id="221" dur="500"/>
                                        <p:tgtEl>
                                          <p:spTgt spid="5">
                                            <p:txEl>
                                              <p:pRg st="7" end="7"/>
                                            </p:txEl>
                                          </p:spTgt>
                                        </p:tgtEl>
                                      </p:cBhvr>
                                    </p:animEffect>
                                  </p:childTnLst>
                                </p:cTn>
                              </p:par>
                            </p:childTnLst>
                          </p:cTn>
                        </p:par>
                      </p:childTnLst>
                    </p:cTn>
                  </p:par>
                  <p:par>
                    <p:cTn id="222" fill="hold">
                      <p:stCondLst>
                        <p:cond delay="indefinite"/>
                      </p:stCondLst>
                      <p:childTnLst>
                        <p:par>
                          <p:cTn id="223" fill="hold">
                            <p:stCondLst>
                              <p:cond delay="0"/>
                            </p:stCondLst>
                            <p:childTnLst>
                              <p:par>
                                <p:cTn id="224" presetID="22" presetClass="entr" presetSubtype="1" fill="hold" grpId="0" nodeType="clickEffect">
                                  <p:stCondLst>
                                    <p:cond delay="0"/>
                                  </p:stCondLst>
                                  <p:childTnLst>
                                    <p:set>
                                      <p:cBhvr>
                                        <p:cTn id="225" dur="1" fill="hold">
                                          <p:stCondLst>
                                            <p:cond delay="0"/>
                                          </p:stCondLst>
                                        </p:cTn>
                                        <p:tgtEl>
                                          <p:spTgt spid="5">
                                            <p:txEl>
                                              <p:pRg st="8" end="8"/>
                                            </p:txEl>
                                          </p:spTgt>
                                        </p:tgtEl>
                                        <p:attrNameLst>
                                          <p:attrName>style.visibility</p:attrName>
                                        </p:attrNameLst>
                                      </p:cBhvr>
                                      <p:to>
                                        <p:strVal val="visible"/>
                                      </p:to>
                                    </p:set>
                                    <p:animEffect transition="in" filter="wipe(up)">
                                      <p:cBhvr>
                                        <p:cTn id="226" dur="500"/>
                                        <p:tgtEl>
                                          <p:spTgt spid="5">
                                            <p:txEl>
                                              <p:pRg st="8" end="8"/>
                                            </p:txEl>
                                          </p:spTgt>
                                        </p:tgtEl>
                                      </p:cBhvr>
                                    </p:animEffect>
                                  </p:childTnLst>
                                </p:cTn>
                              </p:par>
                            </p:childTnLst>
                          </p:cTn>
                        </p:par>
                      </p:childTnLst>
                    </p:cTn>
                  </p:par>
                  <p:par>
                    <p:cTn id="227" fill="hold">
                      <p:stCondLst>
                        <p:cond delay="indefinite"/>
                      </p:stCondLst>
                      <p:childTnLst>
                        <p:par>
                          <p:cTn id="228" fill="hold">
                            <p:stCondLst>
                              <p:cond delay="0"/>
                            </p:stCondLst>
                            <p:childTnLst>
                              <p:par>
                                <p:cTn id="229" presetID="22" presetClass="entr" presetSubtype="1" fill="hold" grpId="0" nodeType="clickEffect">
                                  <p:stCondLst>
                                    <p:cond delay="0"/>
                                  </p:stCondLst>
                                  <p:childTnLst>
                                    <p:set>
                                      <p:cBhvr>
                                        <p:cTn id="230" dur="1" fill="hold">
                                          <p:stCondLst>
                                            <p:cond delay="0"/>
                                          </p:stCondLst>
                                        </p:cTn>
                                        <p:tgtEl>
                                          <p:spTgt spid="5">
                                            <p:txEl>
                                              <p:pRg st="9" end="9"/>
                                            </p:txEl>
                                          </p:spTgt>
                                        </p:tgtEl>
                                        <p:attrNameLst>
                                          <p:attrName>style.visibility</p:attrName>
                                        </p:attrNameLst>
                                      </p:cBhvr>
                                      <p:to>
                                        <p:strVal val="visible"/>
                                      </p:to>
                                    </p:set>
                                    <p:animEffect transition="in" filter="wipe(up)">
                                      <p:cBhvr>
                                        <p:cTn id="231" dur="500"/>
                                        <p:tgtEl>
                                          <p:spTgt spid="5">
                                            <p:txEl>
                                              <p:pRg st="9" end="9"/>
                                            </p:txEl>
                                          </p:spTgt>
                                        </p:tgtEl>
                                      </p:cBhvr>
                                    </p:animEffect>
                                  </p:childTnLst>
                                </p:cTn>
                              </p:par>
                            </p:childTnLst>
                          </p:cTn>
                        </p:par>
                      </p:childTnLst>
                    </p:cTn>
                  </p:par>
                  <p:par>
                    <p:cTn id="232" fill="hold">
                      <p:stCondLst>
                        <p:cond delay="indefinite"/>
                      </p:stCondLst>
                      <p:childTnLst>
                        <p:par>
                          <p:cTn id="233" fill="hold">
                            <p:stCondLst>
                              <p:cond delay="0"/>
                            </p:stCondLst>
                            <p:childTnLst>
                              <p:par>
                                <p:cTn id="234" presetID="22" presetClass="entr" presetSubtype="1" fill="hold" grpId="0" nodeType="clickEffect">
                                  <p:stCondLst>
                                    <p:cond delay="0"/>
                                  </p:stCondLst>
                                  <p:childTnLst>
                                    <p:set>
                                      <p:cBhvr>
                                        <p:cTn id="235" dur="1" fill="hold">
                                          <p:stCondLst>
                                            <p:cond delay="0"/>
                                          </p:stCondLst>
                                        </p:cTn>
                                        <p:tgtEl>
                                          <p:spTgt spid="5">
                                            <p:txEl>
                                              <p:pRg st="10" end="10"/>
                                            </p:txEl>
                                          </p:spTgt>
                                        </p:tgtEl>
                                        <p:attrNameLst>
                                          <p:attrName>style.visibility</p:attrName>
                                        </p:attrNameLst>
                                      </p:cBhvr>
                                      <p:to>
                                        <p:strVal val="visible"/>
                                      </p:to>
                                    </p:set>
                                    <p:animEffect transition="in" filter="wipe(up)">
                                      <p:cBhvr>
                                        <p:cTn id="236" dur="500"/>
                                        <p:tgtEl>
                                          <p:spTgt spid="5">
                                            <p:txEl>
                                              <p:pRg st="10" end="10"/>
                                            </p:txEl>
                                          </p:spTgt>
                                        </p:tgtEl>
                                      </p:cBhvr>
                                    </p:animEffect>
                                  </p:childTnLst>
                                </p:cTn>
                              </p:par>
                            </p:childTnLst>
                          </p:cTn>
                        </p:par>
                      </p:childTnLst>
                    </p:cTn>
                  </p:par>
                  <p:par>
                    <p:cTn id="237" fill="hold">
                      <p:stCondLst>
                        <p:cond delay="indefinite"/>
                      </p:stCondLst>
                      <p:childTnLst>
                        <p:par>
                          <p:cTn id="238" fill="hold">
                            <p:stCondLst>
                              <p:cond delay="0"/>
                            </p:stCondLst>
                            <p:childTnLst>
                              <p:par>
                                <p:cTn id="239" presetID="42" presetClass="entr" presetSubtype="0" fill="hold" grpId="0" nodeType="clickEffect">
                                  <p:stCondLst>
                                    <p:cond delay="0"/>
                                  </p:stCondLst>
                                  <p:childTnLst>
                                    <p:set>
                                      <p:cBhvr>
                                        <p:cTn id="240" dur="1" fill="hold">
                                          <p:stCondLst>
                                            <p:cond delay="0"/>
                                          </p:stCondLst>
                                        </p:cTn>
                                        <p:tgtEl>
                                          <p:spTgt spid="58"/>
                                        </p:tgtEl>
                                        <p:attrNameLst>
                                          <p:attrName>style.visibility</p:attrName>
                                        </p:attrNameLst>
                                      </p:cBhvr>
                                      <p:to>
                                        <p:strVal val="visible"/>
                                      </p:to>
                                    </p:set>
                                    <p:animEffect transition="in" filter="fade">
                                      <p:cBhvr>
                                        <p:cTn id="241" dur="1000"/>
                                        <p:tgtEl>
                                          <p:spTgt spid="58"/>
                                        </p:tgtEl>
                                      </p:cBhvr>
                                    </p:animEffect>
                                    <p:anim calcmode="lin" valueType="num">
                                      <p:cBhvr>
                                        <p:cTn id="242" dur="1000" fill="hold"/>
                                        <p:tgtEl>
                                          <p:spTgt spid="58"/>
                                        </p:tgtEl>
                                        <p:attrNameLst>
                                          <p:attrName>ppt_x</p:attrName>
                                        </p:attrNameLst>
                                      </p:cBhvr>
                                      <p:tavLst>
                                        <p:tav tm="0">
                                          <p:val>
                                            <p:strVal val="#ppt_x"/>
                                          </p:val>
                                        </p:tav>
                                        <p:tav tm="100000">
                                          <p:val>
                                            <p:strVal val="#ppt_x"/>
                                          </p:val>
                                        </p:tav>
                                      </p:tavLst>
                                    </p:anim>
                                    <p:anim calcmode="lin" valueType="num">
                                      <p:cBhvr>
                                        <p:cTn id="243" dur="1000" fill="hold"/>
                                        <p:tgtEl>
                                          <p:spTgt spid="58"/>
                                        </p:tgtEl>
                                        <p:attrNameLst>
                                          <p:attrName>ppt_y</p:attrName>
                                        </p:attrNameLst>
                                      </p:cBhvr>
                                      <p:tavLst>
                                        <p:tav tm="0">
                                          <p:val>
                                            <p:strVal val="#ppt_y+.1"/>
                                          </p:val>
                                        </p:tav>
                                        <p:tav tm="100000">
                                          <p:val>
                                            <p:strVal val="#ppt_y"/>
                                          </p:val>
                                        </p:tav>
                                      </p:tavLst>
                                    </p:anim>
                                  </p:childTnLst>
                                </p:cTn>
                              </p:par>
                            </p:childTnLst>
                          </p:cTn>
                        </p:par>
                      </p:childTnLst>
                    </p:cTn>
                  </p:par>
                  <p:par>
                    <p:cTn id="244" fill="hold">
                      <p:stCondLst>
                        <p:cond delay="indefinite"/>
                      </p:stCondLst>
                      <p:childTnLst>
                        <p:par>
                          <p:cTn id="245" fill="hold">
                            <p:stCondLst>
                              <p:cond delay="0"/>
                            </p:stCondLst>
                            <p:childTnLst>
                              <p:par>
                                <p:cTn id="246" presetID="42" presetClass="entr" presetSubtype="0" fill="hold" grpId="0" nodeType="clickEffect">
                                  <p:stCondLst>
                                    <p:cond delay="0"/>
                                  </p:stCondLst>
                                  <p:childTnLst>
                                    <p:set>
                                      <p:cBhvr>
                                        <p:cTn id="247" dur="1" fill="hold">
                                          <p:stCondLst>
                                            <p:cond delay="0"/>
                                          </p:stCondLst>
                                        </p:cTn>
                                        <p:tgtEl>
                                          <p:spTgt spid="54"/>
                                        </p:tgtEl>
                                        <p:attrNameLst>
                                          <p:attrName>style.visibility</p:attrName>
                                        </p:attrNameLst>
                                      </p:cBhvr>
                                      <p:to>
                                        <p:strVal val="visible"/>
                                      </p:to>
                                    </p:set>
                                    <p:animEffect transition="in" filter="fade">
                                      <p:cBhvr>
                                        <p:cTn id="248" dur="1000"/>
                                        <p:tgtEl>
                                          <p:spTgt spid="54"/>
                                        </p:tgtEl>
                                      </p:cBhvr>
                                    </p:animEffect>
                                    <p:anim calcmode="lin" valueType="num">
                                      <p:cBhvr>
                                        <p:cTn id="249" dur="1000" fill="hold"/>
                                        <p:tgtEl>
                                          <p:spTgt spid="54"/>
                                        </p:tgtEl>
                                        <p:attrNameLst>
                                          <p:attrName>ppt_x</p:attrName>
                                        </p:attrNameLst>
                                      </p:cBhvr>
                                      <p:tavLst>
                                        <p:tav tm="0">
                                          <p:val>
                                            <p:strVal val="#ppt_x"/>
                                          </p:val>
                                        </p:tav>
                                        <p:tav tm="100000">
                                          <p:val>
                                            <p:strVal val="#ppt_x"/>
                                          </p:val>
                                        </p:tav>
                                      </p:tavLst>
                                    </p:anim>
                                    <p:anim calcmode="lin" valueType="num">
                                      <p:cBhvr>
                                        <p:cTn id="250" dur="1000" fill="hold"/>
                                        <p:tgtEl>
                                          <p:spTgt spid="54"/>
                                        </p:tgtEl>
                                        <p:attrNameLst>
                                          <p:attrName>ppt_y</p:attrName>
                                        </p:attrNameLst>
                                      </p:cBhvr>
                                      <p:tavLst>
                                        <p:tav tm="0">
                                          <p:val>
                                            <p:strVal val="#ppt_y+.1"/>
                                          </p:val>
                                        </p:tav>
                                        <p:tav tm="100000">
                                          <p:val>
                                            <p:strVal val="#ppt_y"/>
                                          </p:val>
                                        </p:tav>
                                      </p:tavLst>
                                    </p:anim>
                                  </p:childTnLst>
                                </p:cTn>
                              </p:par>
                            </p:childTnLst>
                          </p:cTn>
                        </p:par>
                      </p:childTnLst>
                    </p:cTn>
                  </p:par>
                  <p:par>
                    <p:cTn id="251" fill="hold">
                      <p:stCondLst>
                        <p:cond delay="indefinite"/>
                      </p:stCondLst>
                      <p:childTnLst>
                        <p:par>
                          <p:cTn id="252" fill="hold">
                            <p:stCondLst>
                              <p:cond delay="0"/>
                            </p:stCondLst>
                            <p:childTnLst>
                              <p:par>
                                <p:cTn id="253" presetID="22" presetClass="entr" presetSubtype="8" fill="hold" grpId="0" nodeType="clickEffect">
                                  <p:stCondLst>
                                    <p:cond delay="0"/>
                                  </p:stCondLst>
                                  <p:childTnLst>
                                    <p:set>
                                      <p:cBhvr>
                                        <p:cTn id="254" dur="1" fill="hold">
                                          <p:stCondLst>
                                            <p:cond delay="0"/>
                                          </p:stCondLst>
                                        </p:cTn>
                                        <p:tgtEl>
                                          <p:spTgt spid="6"/>
                                        </p:tgtEl>
                                        <p:attrNameLst>
                                          <p:attrName>style.visibility</p:attrName>
                                        </p:attrNameLst>
                                      </p:cBhvr>
                                      <p:to>
                                        <p:strVal val="visible"/>
                                      </p:to>
                                    </p:set>
                                    <p:animEffect transition="in" filter="wipe(left)">
                                      <p:cBhvr>
                                        <p:cTn id="25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6" grpId="0"/>
      <p:bldP spid="40" grpId="0"/>
      <p:bldP spid="40" grpId="1"/>
      <p:bldP spid="40" grpId="2"/>
      <p:bldP spid="41" grpId="0"/>
      <p:bldP spid="41" grpId="1"/>
      <p:bldP spid="42" grpId="0"/>
      <p:bldP spid="42" grpId="1"/>
      <p:bldP spid="43" grpId="0"/>
      <p:bldP spid="43" grpId="1"/>
      <p:bldP spid="44" grpId="0"/>
      <p:bldP spid="44" grpId="1"/>
      <p:bldP spid="45" grpId="0"/>
      <p:bldP spid="45" grpId="1"/>
      <p:bldP spid="45" grpId="2"/>
      <p:bldP spid="45" grpId="3"/>
      <p:bldP spid="46" grpId="0"/>
      <p:bldP spid="46" grpId="1"/>
      <p:bldP spid="47" grpId="0"/>
      <p:bldP spid="47" grpId="1"/>
      <p:bldP spid="49" grpId="0"/>
      <p:bldP spid="49" grpId="1"/>
      <p:bldP spid="50" grpId="0"/>
      <p:bldP spid="50" grpId="1"/>
      <p:bldP spid="52" grpId="0"/>
      <p:bldP spid="54" grpId="0"/>
      <p:bldP spid="55" grpId="0" uiExpand="1" build="p"/>
      <p:bldP spid="56" grpId="0" uiExpand="1" build="p"/>
      <p:bldP spid="5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1" name="组合 80">
            <a:extLst>
              <a:ext uri="{FF2B5EF4-FFF2-40B4-BE49-F238E27FC236}">
                <a16:creationId xmlns:a16="http://schemas.microsoft.com/office/drawing/2014/main" id="{4435B6E4-ABB6-47AD-8360-795A76B9513E}"/>
              </a:ext>
            </a:extLst>
          </p:cNvPr>
          <p:cNvGrpSpPr/>
          <p:nvPr/>
        </p:nvGrpSpPr>
        <p:grpSpPr>
          <a:xfrm>
            <a:off x="6484172" y="486720"/>
            <a:ext cx="5058274" cy="753392"/>
            <a:chOff x="6434792" y="959943"/>
            <a:chExt cx="5058274" cy="753392"/>
          </a:xfrm>
          <a:solidFill>
            <a:srgbClr val="FBEEA3"/>
          </a:solidFill>
        </p:grpSpPr>
        <p:grpSp>
          <p:nvGrpSpPr>
            <p:cNvPr id="4" name="组合 3">
              <a:extLst>
                <a:ext uri="{FF2B5EF4-FFF2-40B4-BE49-F238E27FC236}">
                  <a16:creationId xmlns:a16="http://schemas.microsoft.com/office/drawing/2014/main" id="{FA8252F5-6A6E-4280-AA95-BEDCB9C319CE}"/>
                </a:ext>
              </a:extLst>
            </p:cNvPr>
            <p:cNvGrpSpPr/>
            <p:nvPr/>
          </p:nvGrpSpPr>
          <p:grpSpPr>
            <a:xfrm>
              <a:off x="6434792" y="959943"/>
              <a:ext cx="5058274" cy="753392"/>
              <a:chOff x="5178729" y="1061836"/>
              <a:chExt cx="4469711" cy="624693"/>
            </a:xfrm>
            <a:grpFill/>
          </p:grpSpPr>
          <p:grpSp>
            <p:nvGrpSpPr>
              <p:cNvPr id="5" name="组合 4">
                <a:extLst>
                  <a:ext uri="{FF2B5EF4-FFF2-40B4-BE49-F238E27FC236}">
                    <a16:creationId xmlns:a16="http://schemas.microsoft.com/office/drawing/2014/main" id="{3EEEA1DD-A76F-4318-B796-88A7524EB130}"/>
                  </a:ext>
                </a:extLst>
              </p:cNvPr>
              <p:cNvGrpSpPr/>
              <p:nvPr/>
            </p:nvGrpSpPr>
            <p:grpSpPr>
              <a:xfrm>
                <a:off x="7211309" y="1061837"/>
                <a:ext cx="406116" cy="624625"/>
                <a:chOff x="7881869" y="1843945"/>
                <a:chExt cx="406116" cy="624625"/>
              </a:xfrm>
              <a:grpFill/>
            </p:grpSpPr>
            <p:sp>
              <p:nvSpPr>
                <p:cNvPr id="30" name="矩形 29">
                  <a:extLst>
                    <a:ext uri="{FF2B5EF4-FFF2-40B4-BE49-F238E27FC236}">
                      <a16:creationId xmlns:a16="http://schemas.microsoft.com/office/drawing/2014/main" id="{3348A649-2304-4F26-8C20-87BC065226DB}"/>
                    </a:ext>
                  </a:extLst>
                </p:cNvPr>
                <p:cNvSpPr/>
                <p:nvPr/>
              </p:nvSpPr>
              <p:spPr>
                <a:xfrm>
                  <a:off x="7881870" y="1843945"/>
                  <a:ext cx="406115" cy="30777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rgbClr val="0070C0"/>
                      </a:solidFill>
                    </a:rPr>
                    <a:t>5</a:t>
                  </a:r>
                  <a:endParaRPr lang="zh-CN" altLang="en-US" sz="1600" b="1" dirty="0">
                    <a:solidFill>
                      <a:srgbClr val="0070C0"/>
                    </a:solidFill>
                  </a:endParaRPr>
                </a:p>
              </p:txBody>
            </p:sp>
            <p:sp>
              <p:nvSpPr>
                <p:cNvPr id="31" name="矩形 30">
                  <a:extLst>
                    <a:ext uri="{FF2B5EF4-FFF2-40B4-BE49-F238E27FC236}">
                      <a16:creationId xmlns:a16="http://schemas.microsoft.com/office/drawing/2014/main" id="{5082323D-8577-479F-90F5-F00FFD0E5B35}"/>
                    </a:ext>
                  </a:extLst>
                </p:cNvPr>
                <p:cNvSpPr/>
                <p:nvPr/>
              </p:nvSpPr>
              <p:spPr>
                <a:xfrm>
                  <a:off x="7881869" y="2160793"/>
                  <a:ext cx="406115" cy="307777"/>
                </a:xfrm>
                <a:prstGeom prst="rect">
                  <a:avLst/>
                </a:prstGeom>
                <a:grp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grpSp>
            <p:nvGrpSpPr>
              <p:cNvPr id="6" name="组合 5">
                <a:extLst>
                  <a:ext uri="{FF2B5EF4-FFF2-40B4-BE49-F238E27FC236}">
                    <a16:creationId xmlns:a16="http://schemas.microsoft.com/office/drawing/2014/main" id="{3BADC1B2-850F-448E-A7FC-27229303EBF7}"/>
                  </a:ext>
                </a:extLst>
              </p:cNvPr>
              <p:cNvGrpSpPr/>
              <p:nvPr/>
            </p:nvGrpSpPr>
            <p:grpSpPr>
              <a:xfrm>
                <a:off x="7617424" y="1063221"/>
                <a:ext cx="406116" cy="623308"/>
                <a:chOff x="7881869" y="1843945"/>
                <a:chExt cx="406116" cy="623308"/>
              </a:xfrm>
              <a:grpFill/>
            </p:grpSpPr>
            <p:sp>
              <p:nvSpPr>
                <p:cNvPr id="28" name="矩形 27">
                  <a:extLst>
                    <a:ext uri="{FF2B5EF4-FFF2-40B4-BE49-F238E27FC236}">
                      <a16:creationId xmlns:a16="http://schemas.microsoft.com/office/drawing/2014/main" id="{0F830511-30D9-4D53-A176-72D9A66CB606}"/>
                    </a:ext>
                  </a:extLst>
                </p:cNvPr>
                <p:cNvSpPr/>
                <p:nvPr/>
              </p:nvSpPr>
              <p:spPr>
                <a:xfrm>
                  <a:off x="7881870" y="1843945"/>
                  <a:ext cx="406115" cy="30777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rgbClr val="0070C0"/>
                      </a:solidFill>
                    </a:rPr>
                    <a:t>6</a:t>
                  </a:r>
                  <a:endParaRPr lang="zh-CN" altLang="en-US" sz="1600" b="1" dirty="0">
                    <a:solidFill>
                      <a:srgbClr val="0070C0"/>
                    </a:solidFill>
                  </a:endParaRPr>
                </a:p>
              </p:txBody>
            </p:sp>
            <p:sp>
              <p:nvSpPr>
                <p:cNvPr id="29" name="矩形 28">
                  <a:extLst>
                    <a:ext uri="{FF2B5EF4-FFF2-40B4-BE49-F238E27FC236}">
                      <a16:creationId xmlns:a16="http://schemas.microsoft.com/office/drawing/2014/main" id="{53047EA0-16CF-485A-A8DC-5035E71F2ED6}"/>
                    </a:ext>
                  </a:extLst>
                </p:cNvPr>
                <p:cNvSpPr/>
                <p:nvPr/>
              </p:nvSpPr>
              <p:spPr>
                <a:xfrm>
                  <a:off x="7881869" y="2159476"/>
                  <a:ext cx="406115" cy="307777"/>
                </a:xfrm>
                <a:prstGeom prst="rect">
                  <a:avLst/>
                </a:prstGeom>
                <a:grp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grpSp>
            <p:nvGrpSpPr>
              <p:cNvPr id="7" name="组合 6">
                <a:extLst>
                  <a:ext uri="{FF2B5EF4-FFF2-40B4-BE49-F238E27FC236}">
                    <a16:creationId xmlns:a16="http://schemas.microsoft.com/office/drawing/2014/main" id="{F6A7CB04-87C4-49DA-8227-079CE50A8079}"/>
                  </a:ext>
                </a:extLst>
              </p:cNvPr>
              <p:cNvGrpSpPr/>
              <p:nvPr/>
            </p:nvGrpSpPr>
            <p:grpSpPr>
              <a:xfrm>
                <a:off x="8024039" y="1066010"/>
                <a:ext cx="406116" cy="620452"/>
                <a:chOff x="7881869" y="1848118"/>
                <a:chExt cx="406116" cy="620452"/>
              </a:xfrm>
              <a:grpFill/>
            </p:grpSpPr>
            <p:sp>
              <p:nvSpPr>
                <p:cNvPr id="26" name="矩形 25">
                  <a:extLst>
                    <a:ext uri="{FF2B5EF4-FFF2-40B4-BE49-F238E27FC236}">
                      <a16:creationId xmlns:a16="http://schemas.microsoft.com/office/drawing/2014/main" id="{9BCBB1D5-4EC7-4F0A-9FF9-B52AD377CCA9}"/>
                    </a:ext>
                  </a:extLst>
                </p:cNvPr>
                <p:cNvSpPr/>
                <p:nvPr/>
              </p:nvSpPr>
              <p:spPr>
                <a:xfrm>
                  <a:off x="7881870" y="1848118"/>
                  <a:ext cx="406115" cy="30777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rgbClr val="0070C0"/>
                      </a:solidFill>
                    </a:rPr>
                    <a:t>7</a:t>
                  </a:r>
                  <a:endParaRPr lang="zh-CN" altLang="en-US" sz="1600" b="1" dirty="0">
                    <a:solidFill>
                      <a:srgbClr val="0070C0"/>
                    </a:solidFill>
                  </a:endParaRPr>
                </a:p>
              </p:txBody>
            </p:sp>
            <p:sp>
              <p:nvSpPr>
                <p:cNvPr id="27" name="矩形 26">
                  <a:extLst>
                    <a:ext uri="{FF2B5EF4-FFF2-40B4-BE49-F238E27FC236}">
                      <a16:creationId xmlns:a16="http://schemas.microsoft.com/office/drawing/2014/main" id="{274C8D48-0796-4583-ACC6-7A849688F453}"/>
                    </a:ext>
                  </a:extLst>
                </p:cNvPr>
                <p:cNvSpPr/>
                <p:nvPr/>
              </p:nvSpPr>
              <p:spPr>
                <a:xfrm>
                  <a:off x="7881869" y="2160793"/>
                  <a:ext cx="406115" cy="307777"/>
                </a:xfrm>
                <a:prstGeom prst="rect">
                  <a:avLst/>
                </a:prstGeom>
                <a:grp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grpSp>
            <p:nvGrpSpPr>
              <p:cNvPr id="8" name="组合 7">
                <a:extLst>
                  <a:ext uri="{FF2B5EF4-FFF2-40B4-BE49-F238E27FC236}">
                    <a16:creationId xmlns:a16="http://schemas.microsoft.com/office/drawing/2014/main" id="{46C25129-2A68-4A3A-BAA1-730339CB7B1C}"/>
                  </a:ext>
                </a:extLst>
              </p:cNvPr>
              <p:cNvGrpSpPr/>
              <p:nvPr/>
            </p:nvGrpSpPr>
            <p:grpSpPr>
              <a:xfrm>
                <a:off x="8430155" y="1067394"/>
                <a:ext cx="1218285" cy="617841"/>
                <a:chOff x="7881870" y="1848118"/>
                <a:chExt cx="1218285" cy="617841"/>
              </a:xfrm>
              <a:grpFill/>
            </p:grpSpPr>
            <p:sp>
              <p:nvSpPr>
                <p:cNvPr id="24" name="矩形 23">
                  <a:extLst>
                    <a:ext uri="{FF2B5EF4-FFF2-40B4-BE49-F238E27FC236}">
                      <a16:creationId xmlns:a16="http://schemas.microsoft.com/office/drawing/2014/main" id="{630D4224-9DE4-4293-A24A-DDA826EFE199}"/>
                    </a:ext>
                  </a:extLst>
                </p:cNvPr>
                <p:cNvSpPr/>
                <p:nvPr/>
              </p:nvSpPr>
              <p:spPr>
                <a:xfrm>
                  <a:off x="7881870" y="1848118"/>
                  <a:ext cx="406115" cy="30777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rgbClr val="0070C0"/>
                      </a:solidFill>
                    </a:rPr>
                    <a:t>8</a:t>
                  </a:r>
                  <a:endParaRPr lang="zh-CN" altLang="en-US" sz="1600" b="1" dirty="0">
                    <a:solidFill>
                      <a:srgbClr val="0070C0"/>
                    </a:solidFill>
                  </a:endParaRPr>
                </a:p>
              </p:txBody>
            </p:sp>
            <p:sp>
              <p:nvSpPr>
                <p:cNvPr id="25" name="矩形 24">
                  <a:extLst>
                    <a:ext uri="{FF2B5EF4-FFF2-40B4-BE49-F238E27FC236}">
                      <a16:creationId xmlns:a16="http://schemas.microsoft.com/office/drawing/2014/main" id="{DFD65577-53E6-40C4-AA8E-F04C0B3F84A1}"/>
                    </a:ext>
                  </a:extLst>
                </p:cNvPr>
                <p:cNvSpPr/>
                <p:nvPr/>
              </p:nvSpPr>
              <p:spPr>
                <a:xfrm>
                  <a:off x="8694040" y="2158182"/>
                  <a:ext cx="406115" cy="307777"/>
                </a:xfrm>
                <a:prstGeom prst="rect">
                  <a:avLst/>
                </a:prstGeom>
                <a:grp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grpSp>
            <p:nvGrpSpPr>
              <p:cNvPr id="9" name="组合 8">
                <a:extLst>
                  <a:ext uri="{FF2B5EF4-FFF2-40B4-BE49-F238E27FC236}">
                    <a16:creationId xmlns:a16="http://schemas.microsoft.com/office/drawing/2014/main" id="{8ED9941B-922F-45EF-B9D8-EDD88E51642F}"/>
                  </a:ext>
                </a:extLst>
              </p:cNvPr>
              <p:cNvGrpSpPr/>
              <p:nvPr/>
            </p:nvGrpSpPr>
            <p:grpSpPr>
              <a:xfrm>
                <a:off x="5585847" y="1061836"/>
                <a:ext cx="406116" cy="624626"/>
                <a:chOff x="7881869" y="1843944"/>
                <a:chExt cx="406116" cy="624626"/>
              </a:xfrm>
              <a:grpFill/>
            </p:grpSpPr>
            <p:sp>
              <p:nvSpPr>
                <p:cNvPr id="22" name="矩形 21">
                  <a:extLst>
                    <a:ext uri="{FF2B5EF4-FFF2-40B4-BE49-F238E27FC236}">
                      <a16:creationId xmlns:a16="http://schemas.microsoft.com/office/drawing/2014/main" id="{F5B99C9A-EC6B-4C88-AC9A-1A00C06E7778}"/>
                    </a:ext>
                  </a:extLst>
                </p:cNvPr>
                <p:cNvSpPr/>
                <p:nvPr/>
              </p:nvSpPr>
              <p:spPr>
                <a:xfrm>
                  <a:off x="7881870" y="1843944"/>
                  <a:ext cx="406115" cy="30777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rgbClr val="0070C0"/>
                      </a:solidFill>
                    </a:rPr>
                    <a:t>1</a:t>
                  </a:r>
                  <a:endParaRPr lang="zh-CN" altLang="en-US" sz="1600" b="1" dirty="0">
                    <a:solidFill>
                      <a:srgbClr val="0070C0"/>
                    </a:solidFill>
                  </a:endParaRPr>
                </a:p>
              </p:txBody>
            </p:sp>
            <p:sp>
              <p:nvSpPr>
                <p:cNvPr id="23" name="矩形 22">
                  <a:extLst>
                    <a:ext uri="{FF2B5EF4-FFF2-40B4-BE49-F238E27FC236}">
                      <a16:creationId xmlns:a16="http://schemas.microsoft.com/office/drawing/2014/main" id="{D1674E6B-A34A-42B4-9056-55EB15B1497E}"/>
                    </a:ext>
                  </a:extLst>
                </p:cNvPr>
                <p:cNvSpPr/>
                <p:nvPr/>
              </p:nvSpPr>
              <p:spPr>
                <a:xfrm>
                  <a:off x="7881869" y="2160793"/>
                  <a:ext cx="406115" cy="307777"/>
                </a:xfrm>
                <a:prstGeom prst="rect">
                  <a:avLst/>
                </a:prstGeom>
                <a:grp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grpSp>
            <p:nvGrpSpPr>
              <p:cNvPr id="10" name="组合 9">
                <a:extLst>
                  <a:ext uri="{FF2B5EF4-FFF2-40B4-BE49-F238E27FC236}">
                    <a16:creationId xmlns:a16="http://schemas.microsoft.com/office/drawing/2014/main" id="{FAE53ADA-B7C0-4B77-B712-4B7DB26B6C86}"/>
                  </a:ext>
                </a:extLst>
              </p:cNvPr>
              <p:cNvGrpSpPr/>
              <p:nvPr/>
            </p:nvGrpSpPr>
            <p:grpSpPr>
              <a:xfrm>
                <a:off x="5991962" y="1063221"/>
                <a:ext cx="406116" cy="623308"/>
                <a:chOff x="7881869" y="1843945"/>
                <a:chExt cx="406116" cy="623308"/>
              </a:xfrm>
              <a:grpFill/>
            </p:grpSpPr>
            <p:sp>
              <p:nvSpPr>
                <p:cNvPr id="20" name="矩形 19">
                  <a:extLst>
                    <a:ext uri="{FF2B5EF4-FFF2-40B4-BE49-F238E27FC236}">
                      <a16:creationId xmlns:a16="http://schemas.microsoft.com/office/drawing/2014/main" id="{1D977DCA-1531-4266-B176-F3D35EAB7C37}"/>
                    </a:ext>
                  </a:extLst>
                </p:cNvPr>
                <p:cNvSpPr/>
                <p:nvPr/>
              </p:nvSpPr>
              <p:spPr>
                <a:xfrm>
                  <a:off x="7881870" y="1843945"/>
                  <a:ext cx="406115" cy="30777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rgbClr val="0070C0"/>
                      </a:solidFill>
                    </a:rPr>
                    <a:t>2</a:t>
                  </a:r>
                  <a:endParaRPr lang="zh-CN" altLang="en-US" sz="1600" b="1" dirty="0">
                    <a:solidFill>
                      <a:srgbClr val="0070C0"/>
                    </a:solidFill>
                  </a:endParaRPr>
                </a:p>
              </p:txBody>
            </p:sp>
            <p:sp>
              <p:nvSpPr>
                <p:cNvPr id="21" name="矩形 20">
                  <a:extLst>
                    <a:ext uri="{FF2B5EF4-FFF2-40B4-BE49-F238E27FC236}">
                      <a16:creationId xmlns:a16="http://schemas.microsoft.com/office/drawing/2014/main" id="{070B8588-5012-40BD-8C1D-54CC81A5045B}"/>
                    </a:ext>
                  </a:extLst>
                </p:cNvPr>
                <p:cNvSpPr/>
                <p:nvPr/>
              </p:nvSpPr>
              <p:spPr>
                <a:xfrm>
                  <a:off x="7881869" y="2159476"/>
                  <a:ext cx="406115" cy="307777"/>
                </a:xfrm>
                <a:prstGeom prst="rect">
                  <a:avLst/>
                </a:prstGeom>
                <a:grp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grpSp>
            <p:nvGrpSpPr>
              <p:cNvPr id="11" name="组合 10">
                <a:extLst>
                  <a:ext uri="{FF2B5EF4-FFF2-40B4-BE49-F238E27FC236}">
                    <a16:creationId xmlns:a16="http://schemas.microsoft.com/office/drawing/2014/main" id="{7040B9D1-5FC2-4F3E-A742-34B599A61BC8}"/>
                  </a:ext>
                </a:extLst>
              </p:cNvPr>
              <p:cNvGrpSpPr/>
              <p:nvPr/>
            </p:nvGrpSpPr>
            <p:grpSpPr>
              <a:xfrm>
                <a:off x="6398577" y="1061837"/>
                <a:ext cx="406116" cy="624625"/>
                <a:chOff x="7881869" y="1843945"/>
                <a:chExt cx="406116" cy="624625"/>
              </a:xfrm>
              <a:grpFill/>
            </p:grpSpPr>
            <p:sp>
              <p:nvSpPr>
                <p:cNvPr id="18" name="矩形 17">
                  <a:extLst>
                    <a:ext uri="{FF2B5EF4-FFF2-40B4-BE49-F238E27FC236}">
                      <a16:creationId xmlns:a16="http://schemas.microsoft.com/office/drawing/2014/main" id="{667CBB15-0547-475E-A9DC-D5E2E15DF181}"/>
                    </a:ext>
                  </a:extLst>
                </p:cNvPr>
                <p:cNvSpPr/>
                <p:nvPr/>
              </p:nvSpPr>
              <p:spPr>
                <a:xfrm>
                  <a:off x="7881870" y="1843945"/>
                  <a:ext cx="406115" cy="30777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rgbClr val="0070C0"/>
                      </a:solidFill>
                    </a:rPr>
                    <a:t>3</a:t>
                  </a:r>
                  <a:endParaRPr lang="zh-CN" altLang="en-US" sz="1600" b="1" dirty="0">
                    <a:solidFill>
                      <a:srgbClr val="0070C0"/>
                    </a:solidFill>
                  </a:endParaRPr>
                </a:p>
              </p:txBody>
            </p:sp>
            <p:sp>
              <p:nvSpPr>
                <p:cNvPr id="19" name="矩形 18">
                  <a:extLst>
                    <a:ext uri="{FF2B5EF4-FFF2-40B4-BE49-F238E27FC236}">
                      <a16:creationId xmlns:a16="http://schemas.microsoft.com/office/drawing/2014/main" id="{8E045929-D9C5-4345-A37D-FBAE9D7C777B}"/>
                    </a:ext>
                  </a:extLst>
                </p:cNvPr>
                <p:cNvSpPr/>
                <p:nvPr/>
              </p:nvSpPr>
              <p:spPr>
                <a:xfrm>
                  <a:off x="7881869" y="2160793"/>
                  <a:ext cx="406115" cy="307777"/>
                </a:xfrm>
                <a:prstGeom prst="rect">
                  <a:avLst/>
                </a:prstGeom>
                <a:grp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grpSp>
            <p:nvGrpSpPr>
              <p:cNvPr id="12" name="组合 11">
                <a:extLst>
                  <a:ext uri="{FF2B5EF4-FFF2-40B4-BE49-F238E27FC236}">
                    <a16:creationId xmlns:a16="http://schemas.microsoft.com/office/drawing/2014/main" id="{B9E1937D-959C-4CB6-A159-A6347F18BDCB}"/>
                  </a:ext>
                </a:extLst>
              </p:cNvPr>
              <p:cNvGrpSpPr/>
              <p:nvPr/>
            </p:nvGrpSpPr>
            <p:grpSpPr>
              <a:xfrm>
                <a:off x="6804692" y="1063221"/>
                <a:ext cx="406116" cy="623308"/>
                <a:chOff x="7881869" y="1843945"/>
                <a:chExt cx="406116" cy="623308"/>
              </a:xfrm>
              <a:grpFill/>
            </p:grpSpPr>
            <p:sp>
              <p:nvSpPr>
                <p:cNvPr id="16" name="矩形 15">
                  <a:extLst>
                    <a:ext uri="{FF2B5EF4-FFF2-40B4-BE49-F238E27FC236}">
                      <a16:creationId xmlns:a16="http://schemas.microsoft.com/office/drawing/2014/main" id="{B1D38A88-5DF0-4F35-B09A-8AB7E520CBAF}"/>
                    </a:ext>
                  </a:extLst>
                </p:cNvPr>
                <p:cNvSpPr/>
                <p:nvPr/>
              </p:nvSpPr>
              <p:spPr>
                <a:xfrm>
                  <a:off x="7881870" y="1843945"/>
                  <a:ext cx="406115" cy="30777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rgbClr val="0070C0"/>
                      </a:solidFill>
                    </a:rPr>
                    <a:t>4</a:t>
                  </a:r>
                  <a:endParaRPr lang="zh-CN" altLang="en-US" sz="1600" b="1" dirty="0">
                    <a:solidFill>
                      <a:srgbClr val="0070C0"/>
                    </a:solidFill>
                  </a:endParaRPr>
                </a:p>
              </p:txBody>
            </p:sp>
            <p:sp>
              <p:nvSpPr>
                <p:cNvPr id="17" name="矩形 16">
                  <a:extLst>
                    <a:ext uri="{FF2B5EF4-FFF2-40B4-BE49-F238E27FC236}">
                      <a16:creationId xmlns:a16="http://schemas.microsoft.com/office/drawing/2014/main" id="{A553F114-87E9-4FF3-9DDC-85D1F8DD547E}"/>
                    </a:ext>
                  </a:extLst>
                </p:cNvPr>
                <p:cNvSpPr/>
                <p:nvPr/>
              </p:nvSpPr>
              <p:spPr>
                <a:xfrm>
                  <a:off x="7881869" y="2159476"/>
                  <a:ext cx="406115" cy="307777"/>
                </a:xfrm>
                <a:prstGeom prst="rect">
                  <a:avLst/>
                </a:prstGeom>
                <a:grp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grpSp>
            <p:nvGrpSpPr>
              <p:cNvPr id="13" name="组合 12">
                <a:extLst>
                  <a:ext uri="{FF2B5EF4-FFF2-40B4-BE49-F238E27FC236}">
                    <a16:creationId xmlns:a16="http://schemas.microsoft.com/office/drawing/2014/main" id="{EDB539C6-B26D-4673-BD55-D4C916C7B528}"/>
                  </a:ext>
                </a:extLst>
              </p:cNvPr>
              <p:cNvGrpSpPr/>
              <p:nvPr/>
            </p:nvGrpSpPr>
            <p:grpSpPr>
              <a:xfrm>
                <a:off x="5178729" y="1063221"/>
                <a:ext cx="406116" cy="623308"/>
                <a:chOff x="7881869" y="1843945"/>
                <a:chExt cx="406116" cy="623308"/>
              </a:xfrm>
              <a:grpFill/>
            </p:grpSpPr>
            <p:sp>
              <p:nvSpPr>
                <p:cNvPr id="14" name="矩形 13">
                  <a:extLst>
                    <a:ext uri="{FF2B5EF4-FFF2-40B4-BE49-F238E27FC236}">
                      <a16:creationId xmlns:a16="http://schemas.microsoft.com/office/drawing/2014/main" id="{D5835B97-B4A5-4F31-BCDD-D504E2BC74FB}"/>
                    </a:ext>
                  </a:extLst>
                </p:cNvPr>
                <p:cNvSpPr/>
                <p:nvPr/>
              </p:nvSpPr>
              <p:spPr>
                <a:xfrm>
                  <a:off x="7881870" y="1843945"/>
                  <a:ext cx="406115" cy="30777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rgbClr val="0070C0"/>
                      </a:solidFill>
                    </a:rPr>
                    <a:t>0</a:t>
                  </a:r>
                  <a:endParaRPr lang="zh-CN" altLang="en-US" sz="1600" b="1" dirty="0">
                    <a:solidFill>
                      <a:srgbClr val="0070C0"/>
                    </a:solidFill>
                  </a:endParaRPr>
                </a:p>
              </p:txBody>
            </p:sp>
            <p:sp>
              <p:nvSpPr>
                <p:cNvPr id="15" name="矩形 14">
                  <a:extLst>
                    <a:ext uri="{FF2B5EF4-FFF2-40B4-BE49-F238E27FC236}">
                      <a16:creationId xmlns:a16="http://schemas.microsoft.com/office/drawing/2014/main" id="{35E2BF9C-D263-487D-A670-8853634DD1AA}"/>
                    </a:ext>
                  </a:extLst>
                </p:cNvPr>
                <p:cNvSpPr/>
                <p:nvPr/>
              </p:nvSpPr>
              <p:spPr>
                <a:xfrm>
                  <a:off x="7881869" y="2159476"/>
                  <a:ext cx="406115" cy="307777"/>
                </a:xfrm>
                <a:prstGeom prst="rect">
                  <a:avLst/>
                </a:prstGeom>
                <a:solidFill>
                  <a:schemeClr val="bg2"/>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grpSp>
        <p:sp>
          <p:nvSpPr>
            <p:cNvPr id="77" name="矩形 76">
              <a:extLst>
                <a:ext uri="{FF2B5EF4-FFF2-40B4-BE49-F238E27FC236}">
                  <a16:creationId xmlns:a16="http://schemas.microsoft.com/office/drawing/2014/main" id="{694F5C59-63A2-494E-B5EC-6443C6D81D36}"/>
                </a:ext>
              </a:extLst>
            </p:cNvPr>
            <p:cNvSpPr/>
            <p:nvPr/>
          </p:nvSpPr>
          <p:spPr>
            <a:xfrm>
              <a:off x="10113999" y="1340734"/>
              <a:ext cx="459592" cy="371185"/>
            </a:xfrm>
            <a:prstGeom prst="rect">
              <a:avLst/>
            </a:prstGeom>
            <a:grp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78" name="矩形 77">
              <a:extLst>
                <a:ext uri="{FF2B5EF4-FFF2-40B4-BE49-F238E27FC236}">
                  <a16:creationId xmlns:a16="http://schemas.microsoft.com/office/drawing/2014/main" id="{0AF74142-76F9-4F0D-9355-FA06069B4A56}"/>
                </a:ext>
              </a:extLst>
            </p:cNvPr>
            <p:cNvSpPr/>
            <p:nvPr/>
          </p:nvSpPr>
          <p:spPr>
            <a:xfrm>
              <a:off x="10573814" y="1342114"/>
              <a:ext cx="459592" cy="366249"/>
            </a:xfrm>
            <a:prstGeom prst="rect">
              <a:avLst/>
            </a:prstGeom>
            <a:grp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79" name="矩形 78">
              <a:extLst>
                <a:ext uri="{FF2B5EF4-FFF2-40B4-BE49-F238E27FC236}">
                  <a16:creationId xmlns:a16="http://schemas.microsoft.com/office/drawing/2014/main" id="{5EC4C62D-7A44-4BFE-A2E9-64D4853C8B79}"/>
                </a:ext>
              </a:extLst>
            </p:cNvPr>
            <p:cNvSpPr/>
            <p:nvPr/>
          </p:nvSpPr>
          <p:spPr>
            <a:xfrm>
              <a:off x="10572659" y="962378"/>
              <a:ext cx="459591" cy="3711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rgbClr val="0070C0"/>
                  </a:solidFill>
                </a:rPr>
                <a:t>9</a:t>
              </a:r>
              <a:endParaRPr lang="zh-CN" altLang="en-US" sz="1600" b="1" dirty="0">
                <a:solidFill>
                  <a:srgbClr val="0070C0"/>
                </a:solidFill>
              </a:endParaRPr>
            </a:p>
          </p:txBody>
        </p:sp>
        <p:sp>
          <p:nvSpPr>
            <p:cNvPr id="80" name="矩形 79">
              <a:extLst>
                <a:ext uri="{FF2B5EF4-FFF2-40B4-BE49-F238E27FC236}">
                  <a16:creationId xmlns:a16="http://schemas.microsoft.com/office/drawing/2014/main" id="{EEC9E9C6-FAF0-439B-8540-9F1C5BE77F06}"/>
                </a:ext>
              </a:extLst>
            </p:cNvPr>
            <p:cNvSpPr/>
            <p:nvPr/>
          </p:nvSpPr>
          <p:spPr>
            <a:xfrm>
              <a:off x="11031508" y="961892"/>
              <a:ext cx="459591" cy="3711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rgbClr val="0070C0"/>
                  </a:solidFill>
                </a:rPr>
                <a:t>10</a:t>
              </a:r>
              <a:endParaRPr lang="zh-CN" altLang="en-US" sz="1600" b="1" dirty="0">
                <a:solidFill>
                  <a:srgbClr val="0070C0"/>
                </a:solidFill>
              </a:endParaRPr>
            </a:p>
          </p:txBody>
        </p:sp>
      </p:grpSp>
      <p:sp>
        <p:nvSpPr>
          <p:cNvPr id="32" name="文本框 31">
            <a:extLst>
              <a:ext uri="{FF2B5EF4-FFF2-40B4-BE49-F238E27FC236}">
                <a16:creationId xmlns:a16="http://schemas.microsoft.com/office/drawing/2014/main" id="{B7675247-62DC-49D6-AB40-E5B56B10E790}"/>
              </a:ext>
            </a:extLst>
          </p:cNvPr>
          <p:cNvSpPr txBox="1"/>
          <p:nvPr/>
        </p:nvSpPr>
        <p:spPr>
          <a:xfrm>
            <a:off x="7021877" y="864341"/>
            <a:ext cx="307777" cy="369332"/>
          </a:xfrm>
          <a:prstGeom prst="rect">
            <a:avLst/>
          </a:prstGeom>
          <a:noFill/>
        </p:spPr>
        <p:txBody>
          <a:bodyPr wrap="none" lIns="0" tIns="0" rIns="0" bIns="0" rtlCol="0" anchor="ctr" anchorCtr="1">
            <a:spAutoFit/>
          </a:bodyPr>
          <a:lstStyle/>
          <a:p>
            <a:pPr algn="ctr"/>
            <a:r>
              <a:rPr lang="en-US" altLang="zh-CN" sz="2400" b="1" dirty="0">
                <a:latin typeface="Times New Roman" panose="02020603050405020304" pitchFamily="18" charset="0"/>
                <a:cs typeface="Times New Roman" panose="02020603050405020304" pitchFamily="18" charset="0"/>
              </a:rPr>
              <a:t>49</a:t>
            </a:r>
            <a:endParaRPr lang="zh-CN" altLang="en-US" sz="2400" b="1" dirty="0">
              <a:latin typeface="Times New Roman" panose="02020603050405020304" pitchFamily="18" charset="0"/>
              <a:cs typeface="Times New Roman" panose="02020603050405020304" pitchFamily="18" charset="0"/>
            </a:endParaRPr>
          </a:p>
        </p:txBody>
      </p:sp>
      <p:sp>
        <p:nvSpPr>
          <p:cNvPr id="33" name="文本框 32">
            <a:extLst>
              <a:ext uri="{FF2B5EF4-FFF2-40B4-BE49-F238E27FC236}">
                <a16:creationId xmlns:a16="http://schemas.microsoft.com/office/drawing/2014/main" id="{4F5A67CB-C14F-4F92-8DDF-B6BF056FBDCC}"/>
              </a:ext>
            </a:extLst>
          </p:cNvPr>
          <p:cNvSpPr txBox="1"/>
          <p:nvPr/>
        </p:nvSpPr>
        <p:spPr>
          <a:xfrm>
            <a:off x="7487236" y="870874"/>
            <a:ext cx="307777" cy="369332"/>
          </a:xfrm>
          <a:prstGeom prst="rect">
            <a:avLst/>
          </a:prstGeom>
          <a:noFill/>
        </p:spPr>
        <p:txBody>
          <a:bodyPr wrap="square" lIns="0" tIns="0" rIns="0" bIns="0" rtlCol="0" anchor="ctr" anchorCtr="1">
            <a:spAutoFit/>
          </a:bodyPr>
          <a:lstStyle/>
          <a:p>
            <a:pPr algn="ctr"/>
            <a:r>
              <a:rPr lang="en-US" altLang="zh-CN" sz="2400" b="1" dirty="0">
                <a:latin typeface="Times New Roman" panose="02020603050405020304" pitchFamily="18" charset="0"/>
                <a:cs typeface="Times New Roman" panose="02020603050405020304" pitchFamily="18" charset="0"/>
              </a:rPr>
              <a:t>38</a:t>
            </a:r>
            <a:endParaRPr lang="zh-CN" altLang="en-US" sz="2400" b="1" dirty="0">
              <a:latin typeface="Times New Roman" panose="02020603050405020304" pitchFamily="18" charset="0"/>
              <a:cs typeface="Times New Roman" panose="02020603050405020304" pitchFamily="18" charset="0"/>
            </a:endParaRPr>
          </a:p>
        </p:txBody>
      </p:sp>
      <p:sp>
        <p:nvSpPr>
          <p:cNvPr id="34" name="文本框 33">
            <a:extLst>
              <a:ext uri="{FF2B5EF4-FFF2-40B4-BE49-F238E27FC236}">
                <a16:creationId xmlns:a16="http://schemas.microsoft.com/office/drawing/2014/main" id="{160F11B1-2B18-46D6-805D-6717DB4A114A}"/>
              </a:ext>
            </a:extLst>
          </p:cNvPr>
          <p:cNvSpPr txBox="1"/>
          <p:nvPr/>
        </p:nvSpPr>
        <p:spPr>
          <a:xfrm>
            <a:off x="7943627" y="870780"/>
            <a:ext cx="307777" cy="369332"/>
          </a:xfrm>
          <a:prstGeom prst="rect">
            <a:avLst/>
          </a:prstGeom>
          <a:noFill/>
        </p:spPr>
        <p:txBody>
          <a:bodyPr wrap="none" lIns="0" tIns="0" rIns="0" bIns="0" rtlCol="0" anchor="ctr" anchorCtr="1">
            <a:spAutoFit/>
          </a:bodyPr>
          <a:lstStyle/>
          <a:p>
            <a:pPr algn="ctr"/>
            <a:r>
              <a:rPr lang="en-US" altLang="zh-CN" sz="2400" b="1" dirty="0">
                <a:latin typeface="Times New Roman" panose="02020603050405020304" pitchFamily="18" charset="0"/>
                <a:cs typeface="Times New Roman" panose="02020603050405020304" pitchFamily="18" charset="0"/>
              </a:rPr>
              <a:t>65</a:t>
            </a:r>
            <a:endParaRPr lang="zh-CN" altLang="en-US" sz="2400" b="1" dirty="0">
              <a:latin typeface="Times New Roman" panose="02020603050405020304" pitchFamily="18" charset="0"/>
              <a:cs typeface="Times New Roman" panose="02020603050405020304" pitchFamily="18" charset="0"/>
            </a:endParaRPr>
          </a:p>
        </p:txBody>
      </p:sp>
      <p:sp>
        <p:nvSpPr>
          <p:cNvPr id="35" name="文本框 34">
            <a:extLst>
              <a:ext uri="{FF2B5EF4-FFF2-40B4-BE49-F238E27FC236}">
                <a16:creationId xmlns:a16="http://schemas.microsoft.com/office/drawing/2014/main" id="{3AE6902A-7668-46C7-B30B-E04B4A3A5482}"/>
              </a:ext>
            </a:extLst>
          </p:cNvPr>
          <p:cNvSpPr txBox="1"/>
          <p:nvPr/>
        </p:nvSpPr>
        <p:spPr>
          <a:xfrm>
            <a:off x="8411036" y="870780"/>
            <a:ext cx="307777" cy="369332"/>
          </a:xfrm>
          <a:prstGeom prst="rect">
            <a:avLst/>
          </a:prstGeom>
          <a:noFill/>
        </p:spPr>
        <p:txBody>
          <a:bodyPr wrap="none" lIns="0" tIns="0" rIns="0" bIns="0" rtlCol="0" anchor="ctr" anchorCtr="1">
            <a:spAutoFit/>
          </a:bodyPr>
          <a:lstStyle/>
          <a:p>
            <a:pPr algn="ctr"/>
            <a:r>
              <a:rPr lang="en-US" altLang="zh-CN" sz="2400" b="1" dirty="0">
                <a:latin typeface="Times New Roman" panose="02020603050405020304" pitchFamily="18" charset="0"/>
                <a:cs typeface="Times New Roman" panose="02020603050405020304" pitchFamily="18" charset="0"/>
              </a:rPr>
              <a:t>97</a:t>
            </a:r>
            <a:endParaRPr lang="zh-CN" altLang="en-US" sz="2400" b="1" dirty="0">
              <a:latin typeface="Times New Roman" panose="02020603050405020304" pitchFamily="18" charset="0"/>
              <a:cs typeface="Times New Roman" panose="02020603050405020304" pitchFamily="18" charset="0"/>
            </a:endParaRPr>
          </a:p>
        </p:txBody>
      </p:sp>
      <p:sp>
        <p:nvSpPr>
          <p:cNvPr id="36" name="文本框 35">
            <a:extLst>
              <a:ext uri="{FF2B5EF4-FFF2-40B4-BE49-F238E27FC236}">
                <a16:creationId xmlns:a16="http://schemas.microsoft.com/office/drawing/2014/main" id="{5FDC50FD-5591-4946-AC70-93456D63BEAA}"/>
              </a:ext>
            </a:extLst>
          </p:cNvPr>
          <p:cNvSpPr txBox="1"/>
          <p:nvPr/>
        </p:nvSpPr>
        <p:spPr>
          <a:xfrm>
            <a:off x="8859420" y="865275"/>
            <a:ext cx="307777" cy="369332"/>
          </a:xfrm>
          <a:prstGeom prst="rect">
            <a:avLst/>
          </a:prstGeom>
          <a:noFill/>
        </p:spPr>
        <p:txBody>
          <a:bodyPr wrap="none" lIns="0" tIns="0" rIns="0" bIns="0" rtlCol="0" anchor="ctr" anchorCtr="1">
            <a:spAutoFit/>
          </a:bodyPr>
          <a:lstStyle/>
          <a:p>
            <a:pPr algn="ctr"/>
            <a:r>
              <a:rPr lang="en-US" altLang="zh-CN" sz="2400" b="1" dirty="0">
                <a:latin typeface="Times New Roman" panose="02020603050405020304" pitchFamily="18" charset="0"/>
                <a:cs typeface="Times New Roman" panose="02020603050405020304" pitchFamily="18" charset="0"/>
              </a:rPr>
              <a:t>76</a:t>
            </a:r>
            <a:endParaRPr lang="zh-CN" altLang="en-US" sz="2400" b="1" dirty="0">
              <a:latin typeface="Times New Roman" panose="02020603050405020304" pitchFamily="18" charset="0"/>
              <a:cs typeface="Times New Roman" panose="02020603050405020304" pitchFamily="18" charset="0"/>
            </a:endParaRPr>
          </a:p>
        </p:txBody>
      </p:sp>
      <p:sp>
        <p:nvSpPr>
          <p:cNvPr id="37" name="文本框 36">
            <a:extLst>
              <a:ext uri="{FF2B5EF4-FFF2-40B4-BE49-F238E27FC236}">
                <a16:creationId xmlns:a16="http://schemas.microsoft.com/office/drawing/2014/main" id="{53392B66-8174-4C1D-96E6-0800680ACC09}"/>
              </a:ext>
            </a:extLst>
          </p:cNvPr>
          <p:cNvSpPr txBox="1"/>
          <p:nvPr/>
        </p:nvSpPr>
        <p:spPr>
          <a:xfrm>
            <a:off x="9327971" y="871999"/>
            <a:ext cx="307777" cy="369332"/>
          </a:xfrm>
          <a:prstGeom prst="rect">
            <a:avLst/>
          </a:prstGeom>
          <a:noFill/>
        </p:spPr>
        <p:txBody>
          <a:bodyPr wrap="none" lIns="0" tIns="0" rIns="0" bIns="0" rtlCol="0" anchor="ctr" anchorCtr="1">
            <a:spAutoFit/>
          </a:bodyPr>
          <a:lstStyle/>
          <a:p>
            <a:pPr algn="ctr"/>
            <a:r>
              <a:rPr lang="en-US" altLang="zh-CN" sz="2400" b="1" dirty="0">
                <a:latin typeface="Times New Roman" panose="02020603050405020304" pitchFamily="18" charset="0"/>
                <a:cs typeface="Times New Roman" panose="02020603050405020304" pitchFamily="18" charset="0"/>
              </a:rPr>
              <a:t>13</a:t>
            </a:r>
            <a:endParaRPr lang="zh-CN" altLang="en-US" sz="2400" b="1" dirty="0">
              <a:latin typeface="Times New Roman" panose="02020603050405020304" pitchFamily="18" charset="0"/>
              <a:cs typeface="Times New Roman" panose="02020603050405020304" pitchFamily="18" charset="0"/>
            </a:endParaRPr>
          </a:p>
        </p:txBody>
      </p:sp>
      <p:sp>
        <p:nvSpPr>
          <p:cNvPr id="38" name="文本框 37">
            <a:extLst>
              <a:ext uri="{FF2B5EF4-FFF2-40B4-BE49-F238E27FC236}">
                <a16:creationId xmlns:a16="http://schemas.microsoft.com/office/drawing/2014/main" id="{5B1CA428-5578-405E-9CA8-F37C83B13EE2}"/>
              </a:ext>
            </a:extLst>
          </p:cNvPr>
          <p:cNvSpPr txBox="1"/>
          <p:nvPr/>
        </p:nvSpPr>
        <p:spPr>
          <a:xfrm>
            <a:off x="9788956" y="865560"/>
            <a:ext cx="307777" cy="369332"/>
          </a:xfrm>
          <a:prstGeom prst="rect">
            <a:avLst/>
          </a:prstGeom>
          <a:noFill/>
        </p:spPr>
        <p:txBody>
          <a:bodyPr wrap="none" lIns="0" tIns="0" rIns="0" bIns="0" rtlCol="0" anchor="ctr" anchorCtr="1">
            <a:spAutoFit/>
          </a:bodyPr>
          <a:lstStyle/>
          <a:p>
            <a:pPr algn="ctr"/>
            <a:r>
              <a:rPr lang="en-US" altLang="zh-CN" sz="2400" b="1" dirty="0">
                <a:latin typeface="Times New Roman" panose="02020603050405020304" pitchFamily="18" charset="0"/>
                <a:cs typeface="Times New Roman" panose="02020603050405020304" pitchFamily="18" charset="0"/>
              </a:rPr>
              <a:t>27</a:t>
            </a:r>
            <a:endParaRPr lang="zh-CN" altLang="en-US" sz="2400" b="1" dirty="0">
              <a:latin typeface="Times New Roman" panose="02020603050405020304" pitchFamily="18" charset="0"/>
              <a:cs typeface="Times New Roman" panose="02020603050405020304" pitchFamily="18" charset="0"/>
            </a:endParaRPr>
          </a:p>
        </p:txBody>
      </p:sp>
      <p:sp>
        <p:nvSpPr>
          <p:cNvPr id="40" name="文本框 39">
            <a:extLst>
              <a:ext uri="{FF2B5EF4-FFF2-40B4-BE49-F238E27FC236}">
                <a16:creationId xmlns:a16="http://schemas.microsoft.com/office/drawing/2014/main" id="{6D6CB580-759C-4A6C-88AE-2F6152BA02B9}"/>
              </a:ext>
            </a:extLst>
          </p:cNvPr>
          <p:cNvSpPr txBox="1"/>
          <p:nvPr/>
        </p:nvSpPr>
        <p:spPr>
          <a:xfrm>
            <a:off x="10244629" y="870780"/>
            <a:ext cx="307777" cy="369332"/>
          </a:xfrm>
          <a:prstGeom prst="rect">
            <a:avLst/>
          </a:prstGeom>
          <a:noFill/>
        </p:spPr>
        <p:txBody>
          <a:bodyPr wrap="none" lIns="0" tIns="0" rIns="0" bIns="0" rtlCol="0" anchor="ctr" anchorCtr="1">
            <a:spAutoFit/>
          </a:bodyPr>
          <a:lstStyle/>
          <a:p>
            <a:pPr algn="ctr"/>
            <a:r>
              <a:rPr lang="en-US" altLang="zh-CN" sz="2400" b="1" dirty="0">
                <a:latin typeface="Times New Roman" panose="02020603050405020304" pitchFamily="18" charset="0"/>
                <a:cs typeface="Times New Roman" panose="02020603050405020304" pitchFamily="18" charset="0"/>
              </a:rPr>
              <a:t>49</a:t>
            </a:r>
            <a:endParaRPr lang="zh-CN" altLang="en-US" sz="2400" b="1" dirty="0">
              <a:latin typeface="Times New Roman" panose="02020603050405020304" pitchFamily="18" charset="0"/>
              <a:cs typeface="Times New Roman" panose="02020603050405020304" pitchFamily="18" charset="0"/>
            </a:endParaRPr>
          </a:p>
        </p:txBody>
      </p:sp>
      <p:cxnSp>
        <p:nvCxnSpPr>
          <p:cNvPr id="41" name="直接连接符 40">
            <a:extLst>
              <a:ext uri="{FF2B5EF4-FFF2-40B4-BE49-F238E27FC236}">
                <a16:creationId xmlns:a16="http://schemas.microsoft.com/office/drawing/2014/main" id="{8F501684-2099-4F9D-8C58-227FD7F32BE4}"/>
              </a:ext>
            </a:extLst>
          </p:cNvPr>
          <p:cNvCxnSpPr/>
          <p:nvPr/>
        </p:nvCxnSpPr>
        <p:spPr>
          <a:xfrm>
            <a:off x="10249397" y="921917"/>
            <a:ext cx="308307"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2" name="文本框 81">
            <a:extLst>
              <a:ext uri="{FF2B5EF4-FFF2-40B4-BE49-F238E27FC236}">
                <a16:creationId xmlns:a16="http://schemas.microsoft.com/office/drawing/2014/main" id="{BB12DB5C-0FBB-42E2-A953-58535131BD45}"/>
              </a:ext>
            </a:extLst>
          </p:cNvPr>
          <p:cNvSpPr txBox="1"/>
          <p:nvPr/>
        </p:nvSpPr>
        <p:spPr>
          <a:xfrm>
            <a:off x="10703032" y="857179"/>
            <a:ext cx="307777" cy="369332"/>
          </a:xfrm>
          <a:prstGeom prst="rect">
            <a:avLst/>
          </a:prstGeom>
          <a:noFill/>
        </p:spPr>
        <p:txBody>
          <a:bodyPr wrap="none" lIns="0" tIns="0" rIns="0" bIns="0" rtlCol="0" anchor="ctr" anchorCtr="1">
            <a:spAutoFit/>
          </a:bodyPr>
          <a:lstStyle/>
          <a:p>
            <a:pPr algn="ctr"/>
            <a:r>
              <a:rPr lang="en-US" altLang="zh-CN" sz="2400" b="1" dirty="0">
                <a:latin typeface="Times New Roman" panose="02020603050405020304" pitchFamily="18" charset="0"/>
                <a:cs typeface="Times New Roman" panose="02020603050405020304" pitchFamily="18" charset="0"/>
              </a:rPr>
              <a:t>55</a:t>
            </a:r>
            <a:endParaRPr lang="zh-CN" altLang="en-US" sz="2400" b="1" dirty="0">
              <a:latin typeface="Times New Roman" panose="02020603050405020304" pitchFamily="18" charset="0"/>
              <a:cs typeface="Times New Roman" panose="02020603050405020304" pitchFamily="18" charset="0"/>
            </a:endParaRPr>
          </a:p>
        </p:txBody>
      </p:sp>
      <p:sp>
        <p:nvSpPr>
          <p:cNvPr id="83" name="文本框 82">
            <a:extLst>
              <a:ext uri="{FF2B5EF4-FFF2-40B4-BE49-F238E27FC236}">
                <a16:creationId xmlns:a16="http://schemas.microsoft.com/office/drawing/2014/main" id="{DD527D4D-3600-4717-A29C-343BDF83449A}"/>
              </a:ext>
            </a:extLst>
          </p:cNvPr>
          <p:cNvSpPr txBox="1"/>
          <p:nvPr/>
        </p:nvSpPr>
        <p:spPr>
          <a:xfrm>
            <a:off x="11164017" y="864766"/>
            <a:ext cx="307777" cy="369332"/>
          </a:xfrm>
          <a:prstGeom prst="rect">
            <a:avLst/>
          </a:prstGeom>
          <a:noFill/>
        </p:spPr>
        <p:txBody>
          <a:bodyPr wrap="none" lIns="0" tIns="0" rIns="0" bIns="0" rtlCol="0" anchor="ctr" anchorCtr="1">
            <a:spAutoFit/>
          </a:bodyPr>
          <a:lstStyle/>
          <a:p>
            <a:pPr algn="ctr"/>
            <a:r>
              <a:rPr lang="en-US" altLang="zh-CN" sz="2400" b="1" dirty="0">
                <a:latin typeface="Times New Roman" panose="02020603050405020304" pitchFamily="18" charset="0"/>
                <a:cs typeface="Times New Roman" panose="02020603050405020304" pitchFamily="18" charset="0"/>
              </a:rPr>
              <a:t>04</a:t>
            </a:r>
            <a:endParaRPr lang="zh-CN" altLang="en-US" sz="2400" b="1" dirty="0">
              <a:latin typeface="Times New Roman" panose="02020603050405020304" pitchFamily="18" charset="0"/>
              <a:cs typeface="Times New Roman" panose="02020603050405020304" pitchFamily="18" charset="0"/>
            </a:endParaRPr>
          </a:p>
        </p:txBody>
      </p:sp>
      <p:sp>
        <p:nvSpPr>
          <p:cNvPr id="57" name="文本框 56">
            <a:extLst>
              <a:ext uri="{FF2B5EF4-FFF2-40B4-BE49-F238E27FC236}">
                <a16:creationId xmlns:a16="http://schemas.microsoft.com/office/drawing/2014/main" id="{B7BFCADF-FE5C-4D14-9018-AC4CA68965F8}"/>
              </a:ext>
            </a:extLst>
          </p:cNvPr>
          <p:cNvSpPr txBox="1"/>
          <p:nvPr/>
        </p:nvSpPr>
        <p:spPr>
          <a:xfrm>
            <a:off x="5619834" y="862273"/>
            <a:ext cx="998991" cy="369332"/>
          </a:xfrm>
          <a:prstGeom prst="rect">
            <a:avLst/>
          </a:prstGeom>
          <a:noFill/>
        </p:spPr>
        <p:txBody>
          <a:bodyPr wrap="none" rtlCol="0">
            <a:spAutoFit/>
          </a:bodyPr>
          <a:lstStyle/>
          <a:p>
            <a:r>
              <a:rPr lang="zh-CN" altLang="en-US" b="1" dirty="0">
                <a:solidFill>
                  <a:srgbClr val="0006EE"/>
                </a:solidFill>
              </a:rPr>
              <a:t>第</a:t>
            </a:r>
            <a:r>
              <a:rPr lang="en-US" altLang="zh-CN" b="1" dirty="0">
                <a:solidFill>
                  <a:srgbClr val="0006EE"/>
                </a:solidFill>
              </a:rPr>
              <a:t>1</a:t>
            </a:r>
            <a:r>
              <a:rPr lang="zh-CN" altLang="en-US" b="1" dirty="0">
                <a:solidFill>
                  <a:srgbClr val="0006EE"/>
                </a:solidFill>
              </a:rPr>
              <a:t>趟：</a:t>
            </a:r>
          </a:p>
        </p:txBody>
      </p:sp>
      <p:sp>
        <p:nvSpPr>
          <p:cNvPr id="95" name="文本框 94">
            <a:extLst>
              <a:ext uri="{FF2B5EF4-FFF2-40B4-BE49-F238E27FC236}">
                <a16:creationId xmlns:a16="http://schemas.microsoft.com/office/drawing/2014/main" id="{9BD37A95-40C4-44B9-B867-9EF3D17434BA}"/>
              </a:ext>
            </a:extLst>
          </p:cNvPr>
          <p:cNvSpPr txBox="1"/>
          <p:nvPr/>
        </p:nvSpPr>
        <p:spPr>
          <a:xfrm>
            <a:off x="5015401" y="862273"/>
            <a:ext cx="734496" cy="369332"/>
          </a:xfrm>
          <a:prstGeom prst="rect">
            <a:avLst/>
          </a:prstGeom>
          <a:noFill/>
        </p:spPr>
        <p:txBody>
          <a:bodyPr wrap="none" rtlCol="0">
            <a:spAutoFit/>
          </a:bodyPr>
          <a:lstStyle/>
          <a:p>
            <a:r>
              <a:rPr lang="en-US" altLang="zh-CN" b="1" dirty="0">
                <a:solidFill>
                  <a:srgbClr val="00B050"/>
                </a:solidFill>
              </a:rPr>
              <a:t>dk=5</a:t>
            </a:r>
            <a:endParaRPr lang="zh-CN" altLang="en-US" b="1" dirty="0">
              <a:solidFill>
                <a:srgbClr val="00B050"/>
              </a:solidFill>
            </a:endParaRPr>
          </a:p>
        </p:txBody>
      </p:sp>
      <p:sp>
        <p:nvSpPr>
          <p:cNvPr id="84" name="文本框 83">
            <a:extLst>
              <a:ext uri="{FF2B5EF4-FFF2-40B4-BE49-F238E27FC236}">
                <a16:creationId xmlns:a16="http://schemas.microsoft.com/office/drawing/2014/main" id="{F43148C0-12BB-4520-8F9A-552403EA7250}"/>
              </a:ext>
            </a:extLst>
          </p:cNvPr>
          <p:cNvSpPr txBox="1"/>
          <p:nvPr/>
        </p:nvSpPr>
        <p:spPr>
          <a:xfrm>
            <a:off x="363359" y="868834"/>
            <a:ext cx="4158399" cy="1831271"/>
          </a:xfrm>
          <a:prstGeom prst="rect">
            <a:avLst/>
          </a:prstGeom>
          <a:noFill/>
        </p:spPr>
        <p:txBody>
          <a:bodyPr wrap="square" rtlCol="0">
            <a:spAutoFit/>
          </a:bodyPr>
          <a:lstStyle/>
          <a:p>
            <a:pPr algn="just"/>
            <a:r>
              <a:rPr lang="zh-CN" altLang="en-US" b="1"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算法</a:t>
            </a:r>
            <a:r>
              <a:rPr lang="en-US" altLang="zh-CN" b="1"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10.5</a:t>
            </a:r>
            <a:r>
              <a:rPr lang="zh-CN" altLang="en-US" b="1" dirty="0">
                <a:latin typeface="宋体" panose="02010600030101010101" pitchFamily="2" charset="-122"/>
                <a:ea typeface="宋体" panose="02010600030101010101" pitchFamily="2" charset="-122"/>
              </a:rPr>
              <a:t>的函数 </a:t>
            </a:r>
            <a:r>
              <a:rPr lang="en-US" altLang="zh-CN" b="1" dirty="0" err="1">
                <a:solidFill>
                  <a:srgbClr val="041ABC"/>
                </a:solidFill>
                <a:latin typeface="Courier New" panose="02070309020205020404" pitchFamily="49" charset="0"/>
                <a:ea typeface="宋体" panose="02010600030101010101" pitchFamily="2" charset="-122"/>
                <a:cs typeface="Courier New" panose="02070309020205020404" pitchFamily="49" charset="0"/>
              </a:rPr>
              <a:t>ShellInsert</a:t>
            </a:r>
            <a:r>
              <a:rPr lang="zh-CN" altLang="en-US" b="1"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rPr>
              <a:t> </a:t>
            </a:r>
            <a:r>
              <a:rPr lang="zh-CN" altLang="en-US" b="1" dirty="0">
                <a:latin typeface="宋体" panose="02010600030101010101" pitchFamily="2" charset="-122"/>
                <a:ea typeface="宋体" panose="02010600030101010101" pitchFamily="2" charset="-122"/>
              </a:rPr>
              <a:t>是增量为</a:t>
            </a:r>
            <a:r>
              <a:rPr lang="en-US" altLang="zh-CN" b="1" dirty="0">
                <a:solidFill>
                  <a:srgbClr val="C00000"/>
                </a:solidFill>
                <a:latin typeface="宋体" panose="02010600030101010101" pitchFamily="2" charset="-122"/>
                <a:ea typeface="宋体" panose="02010600030101010101" pitchFamily="2" charset="-122"/>
              </a:rPr>
              <a:t>dk</a:t>
            </a:r>
            <a:r>
              <a:rPr lang="zh-CN" altLang="en-US" b="1" dirty="0">
                <a:latin typeface="宋体" panose="02010600030101010101" pitchFamily="2" charset="-122"/>
                <a:ea typeface="宋体" panose="02010600030101010101" pitchFamily="2" charset="-122"/>
              </a:rPr>
              <a:t>的一趟希尔排序。该趟将记录划分为</a:t>
            </a:r>
            <a:r>
              <a:rPr lang="en-US" altLang="zh-CN" b="1" dirty="0">
                <a:solidFill>
                  <a:srgbClr val="C00000"/>
                </a:solidFill>
                <a:latin typeface="宋体" panose="02010600030101010101" pitchFamily="2" charset="-122"/>
                <a:ea typeface="宋体" panose="02010600030101010101" pitchFamily="2" charset="-122"/>
              </a:rPr>
              <a:t>dk</a:t>
            </a:r>
            <a:r>
              <a:rPr lang="zh-CN" altLang="en-US" b="1" dirty="0">
                <a:latin typeface="宋体" panose="02010600030101010101" pitchFamily="2" charset="-122"/>
                <a:ea typeface="宋体" panose="02010600030101010101" pitchFamily="2" charset="-122"/>
              </a:rPr>
              <a:t>个子序列。</a:t>
            </a:r>
            <a:endParaRPr lang="en-US" altLang="zh-CN" b="1" dirty="0">
              <a:latin typeface="宋体" panose="02010600030101010101" pitchFamily="2" charset="-122"/>
              <a:ea typeface="宋体" panose="02010600030101010101" pitchFamily="2" charset="-122"/>
            </a:endParaRPr>
          </a:p>
          <a:p>
            <a:pPr algn="just">
              <a:spcBef>
                <a:spcPts val="600"/>
              </a:spcBef>
            </a:pPr>
            <a:r>
              <a:rPr lang="zh-CN" altLang="en-US" b="1" dirty="0">
                <a:latin typeface="宋体" panose="02010600030101010101" pitchFamily="2" charset="-122"/>
                <a:ea typeface="宋体" panose="02010600030101010101" pitchFamily="2" charset="-122"/>
              </a:rPr>
              <a:t>可与</a:t>
            </a:r>
            <a:r>
              <a:rPr lang="zh-CN" altLang="en-US" b="1"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算法</a:t>
            </a:r>
            <a:r>
              <a:rPr lang="en-US" altLang="zh-CN" b="1"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10.1</a:t>
            </a:r>
            <a:r>
              <a:rPr lang="zh-CN" altLang="en-US" b="1" dirty="0">
                <a:latin typeface="宋体" panose="02010600030101010101" pitchFamily="2" charset="-122"/>
                <a:ea typeface="宋体" panose="02010600030101010101" pitchFamily="2" charset="-122"/>
              </a:rPr>
              <a:t>作对比，如果说直接插入排序是</a:t>
            </a:r>
            <a:r>
              <a:rPr lang="en-US" altLang="zh-CN" b="1" dirty="0">
                <a:solidFill>
                  <a:srgbClr val="C00000"/>
                </a:solidFill>
                <a:latin typeface="宋体" panose="02010600030101010101" pitchFamily="2" charset="-122"/>
                <a:ea typeface="宋体" panose="02010600030101010101" pitchFamily="2" charset="-122"/>
              </a:rPr>
              <a:t>dk=1</a:t>
            </a:r>
            <a:r>
              <a:rPr lang="zh-CN" altLang="en-US" b="1" dirty="0">
                <a:latin typeface="宋体" panose="02010600030101010101" pitchFamily="2" charset="-122"/>
                <a:ea typeface="宋体" panose="02010600030101010101" pitchFamily="2" charset="-122"/>
              </a:rPr>
              <a:t>的，那么算法</a:t>
            </a:r>
            <a:r>
              <a:rPr lang="en-US" altLang="zh-CN" b="1" dirty="0">
                <a:latin typeface="宋体" panose="02010600030101010101" pitchFamily="2" charset="-122"/>
                <a:ea typeface="宋体" panose="02010600030101010101" pitchFamily="2" charset="-122"/>
              </a:rPr>
              <a:t>10.4</a:t>
            </a:r>
            <a:r>
              <a:rPr lang="zh-CN" altLang="en-US" b="1" dirty="0">
                <a:latin typeface="宋体" panose="02010600030101010101" pitchFamily="2" charset="-122"/>
                <a:ea typeface="宋体" panose="02010600030101010101" pitchFamily="2" charset="-122"/>
              </a:rPr>
              <a:t>就是用</a:t>
            </a:r>
            <a:r>
              <a:rPr lang="en-US" altLang="zh-CN" b="1" dirty="0">
                <a:solidFill>
                  <a:srgbClr val="C00000"/>
                </a:solidFill>
                <a:latin typeface="宋体" panose="02010600030101010101" pitchFamily="2" charset="-122"/>
                <a:ea typeface="宋体" panose="02010600030101010101" pitchFamily="2" charset="-122"/>
              </a:rPr>
              <a:t>dk</a:t>
            </a:r>
            <a:r>
              <a:rPr lang="zh-CN" altLang="en-US" b="1" dirty="0">
                <a:latin typeface="宋体" panose="02010600030101010101" pitchFamily="2" charset="-122"/>
                <a:ea typeface="宋体" panose="02010600030101010101" pitchFamily="2" charset="-122"/>
              </a:rPr>
              <a:t>替换</a:t>
            </a:r>
            <a:r>
              <a:rPr lang="zh-CN" altLang="en-US" b="1"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算法</a:t>
            </a:r>
            <a:r>
              <a:rPr lang="en-US" altLang="zh-CN" b="1"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10.1</a:t>
            </a:r>
            <a:r>
              <a:rPr lang="zh-CN" altLang="en-US" b="1" dirty="0">
                <a:latin typeface="宋体" panose="02010600030101010101" pitchFamily="2" charset="-122"/>
                <a:ea typeface="宋体" panose="02010600030101010101" pitchFamily="2" charset="-122"/>
              </a:rPr>
              <a:t>中相应的</a:t>
            </a:r>
            <a:r>
              <a:rPr lang="en-US" altLang="zh-CN" b="1" dirty="0">
                <a:solidFill>
                  <a:srgbClr val="C00000"/>
                </a:solidFill>
                <a:latin typeface="宋体" panose="02010600030101010101" pitchFamily="2" charset="-122"/>
                <a:ea typeface="宋体" panose="02010600030101010101" pitchFamily="2" charset="-122"/>
              </a:rPr>
              <a:t>1</a:t>
            </a:r>
            <a:r>
              <a:rPr lang="zh-CN" altLang="en-US" b="1" dirty="0">
                <a:latin typeface="宋体" panose="02010600030101010101" pitchFamily="2" charset="-122"/>
                <a:ea typeface="宋体" panose="02010600030101010101" pitchFamily="2" charset="-122"/>
              </a:rPr>
              <a:t>而得到的。</a:t>
            </a:r>
          </a:p>
        </p:txBody>
      </p:sp>
      <p:sp>
        <p:nvSpPr>
          <p:cNvPr id="86" name="文本框 85">
            <a:extLst>
              <a:ext uri="{FF2B5EF4-FFF2-40B4-BE49-F238E27FC236}">
                <a16:creationId xmlns:a16="http://schemas.microsoft.com/office/drawing/2014/main" id="{52DC0981-0109-4FA3-BB3A-0D29429B8075}"/>
              </a:ext>
            </a:extLst>
          </p:cNvPr>
          <p:cNvSpPr txBox="1"/>
          <p:nvPr/>
        </p:nvSpPr>
        <p:spPr>
          <a:xfrm>
            <a:off x="271148" y="3054599"/>
            <a:ext cx="8581556" cy="3539430"/>
          </a:xfrm>
          <a:prstGeom prst="rect">
            <a:avLst/>
          </a:prstGeom>
          <a:solidFill>
            <a:srgbClr val="F2F7FC"/>
          </a:solidFill>
          <a:ln>
            <a:solidFill>
              <a:srgbClr val="002060"/>
            </a:solidFill>
          </a:ln>
        </p:spPr>
        <p:txBody>
          <a:bodyPr wrap="square">
            <a:spAutoFit/>
          </a:bodyPr>
          <a:lstStyle/>
          <a:p>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void </a:t>
            </a:r>
            <a:r>
              <a:rPr lang="en-US" altLang="zh-CN" sz="1600" b="1" dirty="0" err="1">
                <a:latin typeface="Courier New" panose="02070309020205020404" pitchFamily="49" charset="0"/>
                <a:cs typeface="Courier New" panose="02070309020205020404" pitchFamily="49" charset="0"/>
              </a:rPr>
              <a:t>ShellInsert</a:t>
            </a:r>
            <a:r>
              <a:rPr lang="en-US" altLang="zh-CN" sz="1600" b="1" dirty="0">
                <a:latin typeface="Courier New" panose="02070309020205020404" pitchFamily="49" charset="0"/>
                <a:cs typeface="Courier New" panose="02070309020205020404" pitchFamily="49" charset="0"/>
              </a:rPr>
              <a:t>(</a:t>
            </a:r>
            <a:r>
              <a:rPr lang="en-US" altLang="zh-CN" sz="1600" b="1" dirty="0" err="1">
                <a:latin typeface="Courier New" panose="02070309020205020404" pitchFamily="49" charset="0"/>
                <a:cs typeface="Courier New" panose="02070309020205020404" pitchFamily="49" charset="0"/>
              </a:rPr>
              <a:t>SqList</a:t>
            </a:r>
            <a:r>
              <a:rPr lang="en-US" altLang="zh-CN" sz="1600" b="1" dirty="0">
                <a:latin typeface="Courier New" panose="02070309020205020404" pitchFamily="49" charset="0"/>
                <a:cs typeface="Courier New" panose="02070309020205020404" pitchFamily="49" charset="0"/>
              </a:rPr>
              <a:t> L,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C00000"/>
                </a:solidFill>
                <a:latin typeface="Courier New" panose="02070309020205020404" pitchFamily="49" charset="0"/>
                <a:cs typeface="Courier New" panose="02070309020205020404" pitchFamily="49" charset="0"/>
              </a:rPr>
              <a:t>dk</a:t>
            </a:r>
            <a:r>
              <a:rPr lang="en-US" altLang="zh-CN"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en-US" altLang="zh-CN" sz="1600" b="1" dirty="0">
                <a:latin typeface="Courier New" panose="02070309020205020404" pitchFamily="49" charset="0"/>
                <a:cs typeface="Courier New" panose="02070309020205020404" pitchFamily="49" charset="0"/>
              </a:rPr>
              <a:t>  </a:t>
            </a:r>
            <a:r>
              <a:rPr lang="en-US" altLang="zh-CN" sz="1600" b="1" dirty="0">
                <a:solidFill>
                  <a:schemeClr val="accent6">
                    <a:lumMod val="75000"/>
                  </a:schemeClr>
                </a:solidFill>
                <a:latin typeface="Courier New" panose="02070309020205020404" pitchFamily="49" charset="0"/>
                <a:cs typeface="Courier New" panose="02070309020205020404" pitchFamily="49" charset="0"/>
              </a:rPr>
              <a:t>//</a:t>
            </a:r>
            <a:r>
              <a:rPr lang="en-US" altLang="zh-CN" sz="1600" b="1" dirty="0">
                <a:solidFill>
                  <a:srgbClr val="0070C0"/>
                </a:solidFill>
                <a:latin typeface="Courier New" panose="02070309020205020404" pitchFamily="49" charset="0"/>
                <a:cs typeface="Courier New" panose="02070309020205020404" pitchFamily="49" charset="0"/>
              </a:rPr>
              <a:t> </a:t>
            </a:r>
            <a:r>
              <a:rPr lang="zh-CN" altLang="en-US" sz="16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算法</a:t>
            </a:r>
            <a:r>
              <a:rPr lang="en-US" altLang="zh-CN" sz="16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10.5</a:t>
            </a:r>
          </a:p>
          <a:p>
            <a:r>
              <a:rPr lang="en-US" altLang="zh-CN" sz="1600" b="1" dirty="0">
                <a:latin typeface="Courier New" panose="02070309020205020404" pitchFamily="49" charset="0"/>
                <a:cs typeface="Courier New" panose="02070309020205020404" pitchFamily="49" charset="0"/>
              </a:rPr>
              <a:t>  </a:t>
            </a:r>
            <a:r>
              <a:rPr lang="en-US" altLang="zh-CN" sz="1600" dirty="0">
                <a:solidFill>
                  <a:schemeClr val="accent6">
                    <a:lumMod val="75000"/>
                  </a:schemeClr>
                </a:solidFill>
                <a:latin typeface="Courier New" panose="02070309020205020404" pitchFamily="49" charset="0"/>
                <a:cs typeface="Courier New" panose="02070309020205020404" pitchFamily="49" charset="0"/>
              </a:rPr>
              <a:t>// </a:t>
            </a:r>
            <a:r>
              <a:rPr lang="zh-CN" altLang="en-US" sz="1600" dirty="0">
                <a:solidFill>
                  <a:schemeClr val="accent6">
                    <a:lumMod val="75000"/>
                  </a:schemeClr>
                </a:solidFill>
                <a:latin typeface="Courier New" panose="02070309020205020404" pitchFamily="49" charset="0"/>
                <a:cs typeface="Courier New" panose="02070309020205020404" pitchFamily="49" charset="0"/>
              </a:rPr>
              <a:t>对顺序表</a:t>
            </a:r>
            <a:r>
              <a:rPr lang="en-US" altLang="zh-CN" sz="1600" dirty="0">
                <a:solidFill>
                  <a:schemeClr val="accent6">
                    <a:lumMod val="75000"/>
                  </a:schemeClr>
                </a:solidFill>
                <a:latin typeface="Courier New" panose="02070309020205020404" pitchFamily="49" charset="0"/>
                <a:cs typeface="Courier New" panose="02070309020205020404" pitchFamily="49" charset="0"/>
              </a:rPr>
              <a:t>L</a:t>
            </a:r>
            <a:r>
              <a:rPr lang="zh-CN" altLang="en-US" sz="1600" dirty="0">
                <a:solidFill>
                  <a:schemeClr val="accent6">
                    <a:lumMod val="75000"/>
                  </a:schemeClr>
                </a:solidFill>
                <a:latin typeface="Courier New" panose="02070309020205020404" pitchFamily="49" charset="0"/>
                <a:cs typeface="Courier New" panose="02070309020205020404" pitchFamily="49" charset="0"/>
              </a:rPr>
              <a:t>作一趟希尔插入排序。本算法对</a:t>
            </a:r>
            <a:r>
              <a:rPr lang="zh-CN" altLang="en-US" sz="1600" b="1" dirty="0">
                <a:solidFill>
                  <a:srgbClr val="C00000"/>
                </a:solidFill>
                <a:latin typeface="Courier New" panose="02070309020205020404" pitchFamily="49" charset="0"/>
                <a:cs typeface="Courier New" panose="02070309020205020404" pitchFamily="49" charset="0"/>
              </a:rPr>
              <a:t>算法</a:t>
            </a:r>
            <a:r>
              <a:rPr lang="en-US" altLang="zh-CN" sz="1600" b="1" dirty="0">
                <a:solidFill>
                  <a:srgbClr val="C00000"/>
                </a:solidFill>
                <a:latin typeface="Courier New" panose="02070309020205020404" pitchFamily="49" charset="0"/>
                <a:cs typeface="Courier New" panose="02070309020205020404" pitchFamily="49" charset="0"/>
              </a:rPr>
              <a:t>10.1</a:t>
            </a:r>
            <a:r>
              <a:rPr lang="zh-CN" altLang="en-US" sz="1600" dirty="0">
                <a:solidFill>
                  <a:schemeClr val="accent6">
                    <a:lumMod val="75000"/>
                  </a:schemeClr>
                </a:solidFill>
                <a:latin typeface="Courier New" panose="02070309020205020404" pitchFamily="49" charset="0"/>
                <a:cs typeface="Courier New" panose="02070309020205020404" pitchFamily="49" charset="0"/>
              </a:rPr>
              <a:t>作了以下修改：</a:t>
            </a:r>
          </a:p>
          <a:p>
            <a:r>
              <a:rPr lang="en-US" altLang="zh-CN" sz="1600" dirty="0">
                <a:solidFill>
                  <a:srgbClr val="0070C0"/>
                </a:solidFill>
                <a:latin typeface="Courier New" panose="02070309020205020404" pitchFamily="49" charset="0"/>
                <a:cs typeface="Courier New" panose="02070309020205020404" pitchFamily="49" charset="0"/>
              </a:rPr>
              <a:t>  </a:t>
            </a:r>
            <a:r>
              <a:rPr lang="en-US" altLang="zh-CN" sz="1600" dirty="0">
                <a:solidFill>
                  <a:schemeClr val="accent6">
                    <a:lumMod val="75000"/>
                  </a:schemeClr>
                </a:solidFill>
                <a:latin typeface="Courier New" panose="02070309020205020404" pitchFamily="49" charset="0"/>
                <a:cs typeface="Courier New" panose="02070309020205020404" pitchFamily="49" charset="0"/>
              </a:rPr>
              <a:t>//    1. </a:t>
            </a:r>
            <a:r>
              <a:rPr lang="zh-CN" altLang="en-US" sz="1600" dirty="0">
                <a:solidFill>
                  <a:schemeClr val="accent6">
                    <a:lumMod val="75000"/>
                  </a:schemeClr>
                </a:solidFill>
                <a:latin typeface="Courier New" panose="02070309020205020404" pitchFamily="49" charset="0"/>
                <a:cs typeface="Courier New" panose="02070309020205020404" pitchFamily="49" charset="0"/>
              </a:rPr>
              <a:t>本趟将记录划分为</a:t>
            </a:r>
            <a:r>
              <a:rPr lang="en-US" altLang="zh-CN" sz="1600" b="1" dirty="0">
                <a:solidFill>
                  <a:srgbClr val="C00000"/>
                </a:solidFill>
                <a:latin typeface="Courier New" panose="02070309020205020404" pitchFamily="49" charset="0"/>
                <a:cs typeface="Courier New" panose="02070309020205020404" pitchFamily="49" charset="0"/>
              </a:rPr>
              <a:t>dk</a:t>
            </a:r>
            <a:r>
              <a:rPr lang="zh-CN" altLang="en-US" sz="1600" dirty="0">
                <a:solidFill>
                  <a:schemeClr val="accent6">
                    <a:lumMod val="75000"/>
                  </a:schemeClr>
                </a:solidFill>
                <a:latin typeface="Courier New" panose="02070309020205020404" pitchFamily="49" charset="0"/>
                <a:cs typeface="Courier New" panose="02070309020205020404" pitchFamily="49" charset="0"/>
              </a:rPr>
              <a:t>个子序列；</a:t>
            </a:r>
            <a:endParaRPr lang="en-US" altLang="zh-CN" sz="1600" dirty="0">
              <a:solidFill>
                <a:schemeClr val="accent6">
                  <a:lumMod val="75000"/>
                </a:schemeClr>
              </a:solidFill>
              <a:latin typeface="Courier New" panose="02070309020205020404" pitchFamily="49" charset="0"/>
              <a:cs typeface="Courier New" panose="02070309020205020404" pitchFamily="49" charset="0"/>
            </a:endParaRPr>
          </a:p>
          <a:p>
            <a:r>
              <a:rPr lang="zh-CN" altLang="en-US" sz="1600" dirty="0">
                <a:solidFill>
                  <a:srgbClr val="0070C0"/>
                </a:solidFill>
                <a:latin typeface="Courier New" panose="02070309020205020404" pitchFamily="49" charset="0"/>
                <a:cs typeface="Courier New" panose="02070309020205020404" pitchFamily="49" charset="0"/>
              </a:rPr>
              <a:t>  </a:t>
            </a:r>
            <a:r>
              <a:rPr lang="en-US" altLang="zh-CN" sz="1600" dirty="0">
                <a:solidFill>
                  <a:schemeClr val="accent6">
                    <a:lumMod val="75000"/>
                  </a:schemeClr>
                </a:solidFill>
                <a:latin typeface="Courier New" panose="02070309020205020404" pitchFamily="49" charset="0"/>
                <a:cs typeface="Courier New" panose="02070309020205020404" pitchFamily="49" charset="0"/>
              </a:rPr>
              <a:t>//    2. </a:t>
            </a:r>
            <a:r>
              <a:rPr lang="zh-CN" altLang="en-US" sz="1600" dirty="0">
                <a:solidFill>
                  <a:schemeClr val="accent6">
                    <a:lumMod val="75000"/>
                  </a:schemeClr>
                </a:solidFill>
                <a:latin typeface="Courier New" panose="02070309020205020404" pitchFamily="49" charset="0"/>
                <a:cs typeface="Courier New" panose="02070309020205020404" pitchFamily="49" charset="0"/>
              </a:rPr>
              <a:t>前后记录位置的增量（距离）是</a:t>
            </a:r>
            <a:r>
              <a:rPr lang="en-US" altLang="zh-CN" sz="1600" b="1" dirty="0">
                <a:solidFill>
                  <a:srgbClr val="C00000"/>
                </a:solidFill>
                <a:latin typeface="Courier New" panose="02070309020205020404" pitchFamily="49" charset="0"/>
                <a:cs typeface="Courier New" panose="02070309020205020404" pitchFamily="49" charset="0"/>
              </a:rPr>
              <a:t>dk</a:t>
            </a:r>
            <a:r>
              <a:rPr lang="zh-CN" altLang="en-US" sz="1600" dirty="0">
                <a:solidFill>
                  <a:schemeClr val="accent6">
                    <a:lumMod val="75000"/>
                  </a:schemeClr>
                </a:solidFill>
                <a:latin typeface="Courier New" panose="02070309020205020404" pitchFamily="49" charset="0"/>
                <a:cs typeface="Courier New" panose="02070309020205020404" pitchFamily="49" charset="0"/>
              </a:rPr>
              <a:t>，而不是</a:t>
            </a:r>
            <a:r>
              <a:rPr lang="en-US" altLang="zh-CN" sz="1600" b="1" dirty="0">
                <a:solidFill>
                  <a:srgbClr val="C00000"/>
                </a:solidFill>
                <a:latin typeface="Courier New" panose="02070309020205020404" pitchFamily="49" charset="0"/>
                <a:cs typeface="Courier New" panose="02070309020205020404" pitchFamily="49" charset="0"/>
              </a:rPr>
              <a:t>1</a:t>
            </a:r>
            <a:r>
              <a:rPr lang="zh-CN" altLang="en-US" sz="1600" dirty="0">
                <a:solidFill>
                  <a:schemeClr val="accent6">
                    <a:lumMod val="75000"/>
                  </a:schemeClr>
                </a:solidFill>
                <a:latin typeface="Courier New" panose="02070309020205020404" pitchFamily="49" charset="0"/>
                <a:cs typeface="Courier New" panose="02070309020205020404" pitchFamily="49" charset="0"/>
              </a:rPr>
              <a:t>；</a:t>
            </a:r>
            <a:endParaRPr lang="en-US" altLang="zh-CN" sz="1600" dirty="0">
              <a:solidFill>
                <a:schemeClr val="accent6">
                  <a:lumMod val="75000"/>
                </a:schemeClr>
              </a:solidFill>
              <a:latin typeface="Courier New" panose="02070309020205020404" pitchFamily="49" charset="0"/>
              <a:cs typeface="Courier New" panose="02070309020205020404" pitchFamily="49" charset="0"/>
            </a:endParaRPr>
          </a:p>
          <a:p>
            <a:r>
              <a:rPr lang="en-US" altLang="zh-CN" sz="1600" dirty="0">
                <a:solidFill>
                  <a:srgbClr val="0070C0"/>
                </a:solidFill>
                <a:latin typeface="Courier New" panose="02070309020205020404" pitchFamily="49" charset="0"/>
                <a:cs typeface="Courier New" panose="02070309020205020404" pitchFamily="49" charset="0"/>
              </a:rPr>
              <a:t>  </a:t>
            </a:r>
            <a:r>
              <a:rPr lang="en-US" altLang="zh-CN" sz="1600" dirty="0">
                <a:solidFill>
                  <a:schemeClr val="accent6">
                    <a:lumMod val="75000"/>
                  </a:schemeClr>
                </a:solidFill>
                <a:latin typeface="Courier New" panose="02070309020205020404" pitchFamily="49" charset="0"/>
                <a:cs typeface="Courier New" panose="02070309020205020404" pitchFamily="49" charset="0"/>
              </a:rPr>
              <a:t>//    3.</a:t>
            </a:r>
            <a:r>
              <a:rPr lang="en-US" altLang="zh-CN" sz="1600" dirty="0">
                <a:solidFill>
                  <a:srgbClr val="0070C0"/>
                </a:solidFill>
                <a:latin typeface="Courier New" panose="02070309020205020404" pitchFamily="49" charset="0"/>
                <a:cs typeface="Courier New" panose="02070309020205020404" pitchFamily="49" charset="0"/>
              </a:rPr>
              <a:t> </a:t>
            </a:r>
            <a:r>
              <a:rPr lang="en-US" altLang="zh-CN" sz="1600" b="1" dirty="0">
                <a:solidFill>
                  <a:srgbClr val="C00000"/>
                </a:solidFill>
                <a:latin typeface="Courier New" panose="02070309020205020404" pitchFamily="49" charset="0"/>
                <a:cs typeface="Courier New" panose="02070309020205020404" pitchFamily="49" charset="0"/>
              </a:rPr>
              <a:t>r[0]</a:t>
            </a:r>
            <a:r>
              <a:rPr lang="zh-CN" altLang="en-US" sz="1600" dirty="0">
                <a:solidFill>
                  <a:schemeClr val="accent6">
                    <a:lumMod val="75000"/>
                  </a:schemeClr>
                </a:solidFill>
                <a:latin typeface="Courier New" panose="02070309020205020404" pitchFamily="49" charset="0"/>
                <a:cs typeface="Courier New" panose="02070309020205020404" pitchFamily="49" charset="0"/>
              </a:rPr>
              <a:t>只是暂存单元，不是哨兵。当</a:t>
            </a:r>
            <a:r>
              <a:rPr lang="en-US" altLang="zh-CN" sz="1600" b="1" dirty="0">
                <a:solidFill>
                  <a:srgbClr val="C00000"/>
                </a:solidFill>
                <a:latin typeface="Courier New" panose="02070309020205020404" pitchFamily="49" charset="0"/>
                <a:cs typeface="Courier New" panose="02070309020205020404" pitchFamily="49" charset="0"/>
              </a:rPr>
              <a:t>j&lt;=0</a:t>
            </a:r>
            <a:r>
              <a:rPr lang="zh-CN" altLang="en-US" sz="1600" dirty="0">
                <a:solidFill>
                  <a:schemeClr val="accent6">
                    <a:lumMod val="75000"/>
                  </a:schemeClr>
                </a:solidFill>
                <a:latin typeface="Courier New" panose="02070309020205020404" pitchFamily="49" charset="0"/>
                <a:cs typeface="Courier New" panose="02070309020205020404" pitchFamily="49" charset="0"/>
              </a:rPr>
              <a:t>时，插入位置已找到。</a:t>
            </a:r>
          </a:p>
          <a:p>
            <a:r>
              <a:rPr lang="en-US" altLang="zh-CN"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for</a:t>
            </a:r>
            <a:r>
              <a:rPr lang="en-US" altLang="zh-CN"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en-US" altLang="zh-CN" sz="1600" b="1" dirty="0">
                <a:latin typeface="Courier New" panose="02070309020205020404" pitchFamily="49" charset="0"/>
                <a:cs typeface="Courier New" panose="02070309020205020404" pitchFamily="49" charset="0"/>
              </a:rPr>
              <a:t> </a:t>
            </a:r>
            <a:r>
              <a:rPr lang="en-US" altLang="zh-CN" sz="1600" b="1" dirty="0" err="1">
                <a:latin typeface="Courier New" panose="02070309020205020404" pitchFamily="49" charset="0"/>
                <a:cs typeface="Courier New" panose="02070309020205020404" pitchFamily="49" charset="0"/>
              </a:rPr>
              <a:t>i</a:t>
            </a:r>
            <a:r>
              <a:rPr lang="en-US" altLang="zh-CN" sz="1600" b="1" dirty="0">
                <a:latin typeface="Courier New" panose="02070309020205020404" pitchFamily="49" charset="0"/>
                <a:cs typeface="Courier New" panose="02070309020205020404" pitchFamily="49" charset="0"/>
              </a:rPr>
              <a:t>=</a:t>
            </a:r>
            <a:r>
              <a:rPr lang="en-US" altLang="zh-CN" sz="1600" b="1" dirty="0">
                <a:solidFill>
                  <a:srgbClr val="C00000"/>
                </a:solidFill>
                <a:latin typeface="Courier New" panose="02070309020205020404" pitchFamily="49" charset="0"/>
                <a:cs typeface="Courier New" panose="02070309020205020404" pitchFamily="49" charset="0"/>
              </a:rPr>
              <a:t>dk</a:t>
            </a:r>
            <a:r>
              <a:rPr lang="en-US" altLang="zh-CN" sz="1600" b="1" dirty="0">
                <a:latin typeface="Courier New" panose="02070309020205020404" pitchFamily="49" charset="0"/>
                <a:cs typeface="Courier New" panose="02070309020205020404" pitchFamily="49" charset="0"/>
              </a:rPr>
              <a:t>+1; </a:t>
            </a:r>
            <a:r>
              <a:rPr lang="en-US" altLang="zh-CN" sz="1600" b="1" dirty="0" err="1">
                <a:latin typeface="Courier New" panose="02070309020205020404" pitchFamily="49" charset="0"/>
                <a:cs typeface="Courier New" panose="02070309020205020404" pitchFamily="49" charset="0"/>
              </a:rPr>
              <a:t>i</a:t>
            </a:r>
            <a:r>
              <a:rPr lang="en-US" altLang="zh-CN" sz="1600" b="1" dirty="0">
                <a:latin typeface="Courier New" panose="02070309020205020404" pitchFamily="49" charset="0"/>
                <a:cs typeface="Courier New" panose="02070309020205020404" pitchFamily="49" charset="0"/>
              </a:rPr>
              <a:t>&lt;=L-&gt;</a:t>
            </a:r>
            <a:r>
              <a:rPr lang="en-US" altLang="zh-CN" sz="1600" b="1" dirty="0" err="1">
                <a:latin typeface="Courier New" panose="02070309020205020404" pitchFamily="49" charset="0"/>
                <a:cs typeface="Courier New" panose="02070309020205020404" pitchFamily="49" charset="0"/>
              </a:rPr>
              <a:t>len</a:t>
            </a:r>
            <a:r>
              <a:rPr lang="en-US" altLang="zh-CN" sz="1600" b="1" dirty="0">
                <a:latin typeface="Courier New" panose="02070309020205020404" pitchFamily="49" charset="0"/>
                <a:cs typeface="Courier New" panose="02070309020205020404" pitchFamily="49" charset="0"/>
              </a:rPr>
              <a:t>; ++</a:t>
            </a:r>
            <a:r>
              <a:rPr lang="en-US" altLang="zh-CN" sz="1600" b="1" dirty="0" err="1">
                <a:latin typeface="Courier New" panose="02070309020205020404" pitchFamily="49" charset="0"/>
                <a:cs typeface="Courier New" panose="02070309020205020404" pitchFamily="49" charset="0"/>
              </a:rPr>
              <a:t>i</a:t>
            </a:r>
            <a:r>
              <a:rPr lang="en-US" altLang="zh-CN" sz="1600" b="1" dirty="0">
                <a:latin typeface="Courier New" panose="02070309020205020404" pitchFamily="49" charset="0"/>
                <a:cs typeface="Courier New" panose="02070309020205020404" pitchFamily="49" charset="0"/>
              </a:rPr>
              <a:t>)</a:t>
            </a:r>
          </a:p>
          <a:p>
            <a:r>
              <a:rPr lang="en-US" altLang="zh-CN"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0006EE"/>
                </a:solidFill>
                <a:latin typeface="Courier New" panose="02070309020205020404" pitchFamily="49" charset="0"/>
                <a:cs typeface="Courier New" panose="02070309020205020404" pitchFamily="49" charset="0"/>
              </a:rPr>
              <a:t>LT</a:t>
            </a:r>
            <a:r>
              <a:rPr lang="en-US" altLang="zh-CN" sz="1600" b="1" dirty="0">
                <a:latin typeface="Courier New" panose="02070309020205020404" pitchFamily="49" charset="0"/>
                <a:cs typeface="Courier New" panose="02070309020205020404" pitchFamily="49" charset="0"/>
              </a:rPr>
              <a:t>(</a:t>
            </a:r>
            <a:r>
              <a:rPr lang="en-US" altLang="zh-CN" sz="1600" b="1" dirty="0" err="1">
                <a:latin typeface="Courier New" panose="02070309020205020404" pitchFamily="49" charset="0"/>
                <a:cs typeface="Courier New" panose="02070309020205020404" pitchFamily="49" charset="0"/>
              </a:rPr>
              <a:t>L.r</a:t>
            </a:r>
            <a:r>
              <a:rPr lang="en-US" altLang="zh-CN" sz="1600" b="1" dirty="0">
                <a:latin typeface="Courier New" panose="02070309020205020404" pitchFamily="49" charset="0"/>
                <a:cs typeface="Courier New" panose="02070309020205020404" pitchFamily="49" charset="0"/>
              </a:rPr>
              <a:t>[</a:t>
            </a:r>
            <a:r>
              <a:rPr lang="en-US" altLang="zh-CN" sz="1600" b="1" dirty="0" err="1">
                <a:latin typeface="Courier New" panose="02070309020205020404" pitchFamily="49" charset="0"/>
                <a:cs typeface="Courier New" panose="02070309020205020404" pitchFamily="49" charset="0"/>
              </a:rPr>
              <a:t>i</a:t>
            </a:r>
            <a:r>
              <a:rPr lang="en-US" altLang="zh-CN" sz="1600" b="1" dirty="0">
                <a:latin typeface="Courier New" panose="02070309020205020404" pitchFamily="49" charset="0"/>
                <a:cs typeface="Courier New" panose="02070309020205020404" pitchFamily="49" charset="0"/>
              </a:rPr>
              <a:t>].key, </a:t>
            </a:r>
            <a:r>
              <a:rPr lang="en-US" altLang="zh-CN" sz="1600" b="1" dirty="0" err="1">
                <a:latin typeface="Courier New" panose="02070309020205020404" pitchFamily="49" charset="0"/>
                <a:cs typeface="Courier New" panose="02070309020205020404" pitchFamily="49" charset="0"/>
              </a:rPr>
              <a:t>L.r</a:t>
            </a:r>
            <a:r>
              <a:rPr lang="en-US" altLang="zh-CN" sz="1600" b="1" dirty="0">
                <a:latin typeface="Courier New" panose="02070309020205020404" pitchFamily="49" charset="0"/>
                <a:cs typeface="Courier New" panose="02070309020205020404" pitchFamily="49" charset="0"/>
              </a:rPr>
              <a:t>[</a:t>
            </a:r>
            <a:r>
              <a:rPr lang="en-US" altLang="zh-CN" sz="1600" b="1" dirty="0" err="1">
                <a:latin typeface="Courier New" panose="02070309020205020404" pitchFamily="49" charset="0"/>
                <a:cs typeface="Courier New" panose="02070309020205020404" pitchFamily="49" charset="0"/>
              </a:rPr>
              <a:t>i</a:t>
            </a:r>
            <a:r>
              <a:rPr lang="en-US" altLang="zh-CN" sz="1600" b="1" dirty="0">
                <a:latin typeface="Courier New" panose="02070309020205020404" pitchFamily="49" charset="0"/>
                <a:cs typeface="Courier New" panose="02070309020205020404" pitchFamily="49" charset="0"/>
              </a:rPr>
              <a:t>-</a:t>
            </a:r>
            <a:r>
              <a:rPr lang="en-US" altLang="zh-CN" sz="1600" b="1" dirty="0">
                <a:solidFill>
                  <a:srgbClr val="C00000"/>
                </a:solidFill>
                <a:latin typeface="Courier New" panose="02070309020205020404" pitchFamily="49" charset="0"/>
                <a:cs typeface="Courier New" panose="02070309020205020404" pitchFamily="49" charset="0"/>
              </a:rPr>
              <a:t>dk</a:t>
            </a:r>
            <a:r>
              <a:rPr lang="en-US" altLang="zh-CN" sz="1600" b="1" dirty="0">
                <a:latin typeface="Courier New" panose="02070309020205020404" pitchFamily="49" charset="0"/>
                <a:cs typeface="Courier New" panose="02070309020205020404" pitchFamily="49" charset="0"/>
              </a:rPr>
              <a:t>].key))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en-US" altLang="zh-CN" sz="1600" b="1" dirty="0">
                <a:latin typeface="Courier New" panose="02070309020205020404" pitchFamily="49" charset="0"/>
                <a:cs typeface="Courier New" panose="02070309020205020404" pitchFamily="49" charset="0"/>
              </a:rPr>
              <a:t> </a:t>
            </a:r>
            <a:r>
              <a:rPr lang="en-US" altLang="zh-CN" sz="1600" dirty="0">
                <a:solidFill>
                  <a:schemeClr val="accent6">
                    <a:lumMod val="75000"/>
                  </a:schemeClr>
                </a:solidFill>
                <a:latin typeface="Courier New" panose="02070309020205020404" pitchFamily="49" charset="0"/>
                <a:cs typeface="Courier New" panose="02070309020205020404" pitchFamily="49" charset="0"/>
              </a:rPr>
              <a:t>//</a:t>
            </a:r>
            <a:r>
              <a:rPr lang="en-US" altLang="zh-CN" sz="1600" dirty="0">
                <a:solidFill>
                  <a:srgbClr val="0070C0"/>
                </a:solidFill>
                <a:latin typeface="Courier New" panose="02070309020205020404" pitchFamily="49" charset="0"/>
                <a:cs typeface="Courier New" panose="02070309020205020404" pitchFamily="49" charset="0"/>
              </a:rPr>
              <a:t> </a:t>
            </a:r>
            <a:r>
              <a:rPr lang="en-US" altLang="zh-CN" sz="1600" b="1" dirty="0" err="1">
                <a:solidFill>
                  <a:srgbClr val="C00000"/>
                </a:solidFill>
                <a:latin typeface="Courier New" panose="02070309020205020404" pitchFamily="49" charset="0"/>
                <a:cs typeface="Courier New" panose="02070309020205020404" pitchFamily="49" charset="0"/>
              </a:rPr>
              <a:t>L.r</a:t>
            </a:r>
            <a:r>
              <a:rPr lang="en-US" altLang="zh-CN" sz="1600" b="1" dirty="0">
                <a:solidFill>
                  <a:srgbClr val="C00000"/>
                </a:solidFill>
                <a:latin typeface="Courier New" panose="02070309020205020404" pitchFamily="49" charset="0"/>
                <a:cs typeface="Courier New" panose="02070309020205020404" pitchFamily="49" charset="0"/>
              </a:rPr>
              <a:t>[</a:t>
            </a:r>
            <a:r>
              <a:rPr lang="en-US" altLang="zh-CN" sz="1600" b="1" dirty="0" err="1">
                <a:solidFill>
                  <a:srgbClr val="C00000"/>
                </a:solidFill>
                <a:latin typeface="Courier New" panose="02070309020205020404" pitchFamily="49" charset="0"/>
                <a:cs typeface="Courier New" panose="02070309020205020404" pitchFamily="49" charset="0"/>
              </a:rPr>
              <a:t>i</a:t>
            </a:r>
            <a:r>
              <a:rPr lang="en-US" altLang="zh-CN" sz="1600" b="1" dirty="0">
                <a:solidFill>
                  <a:srgbClr val="C00000"/>
                </a:solidFill>
                <a:latin typeface="Courier New" panose="02070309020205020404" pitchFamily="49" charset="0"/>
                <a:cs typeface="Courier New" panose="02070309020205020404" pitchFamily="49" charset="0"/>
              </a:rPr>
              <a:t>]</a:t>
            </a:r>
            <a:r>
              <a:rPr lang="zh-CN" altLang="en-US" sz="1600" dirty="0">
                <a:solidFill>
                  <a:schemeClr val="accent6">
                    <a:lumMod val="75000"/>
                  </a:schemeClr>
                </a:solidFill>
                <a:latin typeface="Courier New" panose="02070309020205020404" pitchFamily="49" charset="0"/>
                <a:cs typeface="Courier New" panose="02070309020205020404" pitchFamily="49" charset="0"/>
              </a:rPr>
              <a:t>较小则插入有序增量子表</a:t>
            </a:r>
          </a:p>
          <a:p>
            <a:r>
              <a:rPr lang="zh-CN" altLang="en-US" sz="1600" b="1" dirty="0">
                <a:latin typeface="Courier New" panose="02070309020205020404" pitchFamily="49" charset="0"/>
                <a:cs typeface="Courier New" panose="02070309020205020404" pitchFamily="49" charset="0"/>
              </a:rPr>
              <a:t>      </a:t>
            </a:r>
            <a:r>
              <a:rPr lang="en-US" altLang="zh-CN" sz="1600" b="1" dirty="0">
                <a:latin typeface="Courier New" panose="02070309020205020404" pitchFamily="49" charset="0"/>
                <a:cs typeface="Courier New" panose="02070309020205020404" pitchFamily="49" charset="0"/>
              </a:rPr>
              <a:t>L-&gt;r[0] = L-&gt;r[</a:t>
            </a:r>
            <a:r>
              <a:rPr lang="en-US" altLang="zh-CN" sz="1600" b="1" dirty="0" err="1">
                <a:latin typeface="Courier New" panose="02070309020205020404" pitchFamily="49" charset="0"/>
                <a:cs typeface="Courier New" panose="02070309020205020404" pitchFamily="49" charset="0"/>
              </a:rPr>
              <a:t>i</a:t>
            </a:r>
            <a:r>
              <a:rPr lang="en-US" altLang="zh-CN" sz="1600" b="1" dirty="0">
                <a:latin typeface="Courier New" panose="02070309020205020404" pitchFamily="49" charset="0"/>
                <a:cs typeface="Courier New" panose="02070309020205020404" pitchFamily="49" charset="0"/>
              </a:rPr>
              <a:t>];                 </a:t>
            </a:r>
            <a:r>
              <a:rPr lang="en-US" altLang="zh-CN" sz="1600" dirty="0">
                <a:solidFill>
                  <a:schemeClr val="accent6">
                    <a:lumMod val="75000"/>
                  </a:schemeClr>
                </a:solidFill>
                <a:latin typeface="Courier New" panose="02070309020205020404" pitchFamily="49" charset="0"/>
                <a:cs typeface="Courier New" panose="02070309020205020404" pitchFamily="49" charset="0"/>
              </a:rPr>
              <a:t>// </a:t>
            </a:r>
            <a:r>
              <a:rPr lang="zh-CN" altLang="en-US" sz="1600" dirty="0">
                <a:solidFill>
                  <a:schemeClr val="accent6">
                    <a:lumMod val="75000"/>
                  </a:schemeClr>
                </a:solidFill>
                <a:latin typeface="Courier New" panose="02070309020205020404" pitchFamily="49" charset="0"/>
                <a:cs typeface="Courier New" panose="02070309020205020404" pitchFamily="49" charset="0"/>
              </a:rPr>
              <a:t>先暂存在</a:t>
            </a:r>
            <a:r>
              <a:rPr lang="en-US" altLang="zh-CN" sz="1600" b="1" dirty="0">
                <a:solidFill>
                  <a:srgbClr val="C00000"/>
                </a:solidFill>
                <a:latin typeface="Courier New" panose="02070309020205020404" pitchFamily="49" charset="0"/>
                <a:cs typeface="Courier New" panose="02070309020205020404" pitchFamily="49" charset="0"/>
              </a:rPr>
              <a:t>L-&gt;r[0]</a:t>
            </a:r>
          </a:p>
          <a:p>
            <a:r>
              <a:rPr lang="en-US" altLang="zh-CN" sz="1600" b="1" dirty="0">
                <a:latin typeface="Courier New" panose="02070309020205020404" pitchFamily="49" charset="0"/>
                <a:cs typeface="Courier New" panose="02070309020205020404" pitchFamily="49" charset="0"/>
              </a:rPr>
              <a:t>      L-&gt;r[</a:t>
            </a:r>
            <a:r>
              <a:rPr lang="en-US" altLang="zh-CN" sz="1600" b="1" dirty="0" err="1">
                <a:latin typeface="Courier New" panose="02070309020205020404" pitchFamily="49" charset="0"/>
                <a:cs typeface="Courier New" panose="02070309020205020404" pitchFamily="49" charset="0"/>
              </a:rPr>
              <a:t>i</a:t>
            </a:r>
            <a:r>
              <a:rPr lang="en-US" altLang="zh-CN" sz="1600" b="1" dirty="0">
                <a:latin typeface="Courier New" panose="02070309020205020404" pitchFamily="49" charset="0"/>
                <a:cs typeface="Courier New" panose="02070309020205020404" pitchFamily="49" charset="0"/>
              </a:rPr>
              <a:t>] = L-&gt;r[</a:t>
            </a:r>
            <a:r>
              <a:rPr lang="en-US" altLang="zh-CN" sz="1600" b="1" dirty="0" err="1">
                <a:latin typeface="Courier New" panose="02070309020205020404" pitchFamily="49" charset="0"/>
                <a:cs typeface="Courier New" panose="02070309020205020404" pitchFamily="49" charset="0"/>
              </a:rPr>
              <a:t>i</a:t>
            </a:r>
            <a:r>
              <a:rPr lang="en-US" altLang="zh-CN" sz="1600" b="1" dirty="0">
                <a:latin typeface="Courier New" panose="02070309020205020404" pitchFamily="49" charset="0"/>
                <a:cs typeface="Courier New" panose="02070309020205020404" pitchFamily="49" charset="0"/>
              </a:rPr>
              <a:t>-</a:t>
            </a:r>
            <a:r>
              <a:rPr lang="en-US" altLang="zh-CN" sz="1600" b="1" dirty="0">
                <a:solidFill>
                  <a:srgbClr val="C00000"/>
                </a:solidFill>
                <a:latin typeface="Courier New" panose="02070309020205020404" pitchFamily="49" charset="0"/>
                <a:cs typeface="Courier New" panose="02070309020205020404" pitchFamily="49" charset="0"/>
              </a:rPr>
              <a:t>dk</a:t>
            </a:r>
            <a:r>
              <a:rPr lang="en-US" altLang="zh-CN" sz="1600" b="1" dirty="0">
                <a:latin typeface="Courier New" panose="02070309020205020404" pitchFamily="49" charset="0"/>
                <a:cs typeface="Courier New" panose="02070309020205020404" pitchFamily="49" charset="0"/>
              </a:rPr>
              <a:t>];</a:t>
            </a:r>
          </a:p>
          <a:p>
            <a:r>
              <a:rPr lang="en-US" altLang="zh-CN"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for</a:t>
            </a:r>
            <a:r>
              <a:rPr lang="en-US" altLang="zh-CN"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en-US" altLang="zh-CN" sz="1600" b="1" dirty="0">
                <a:latin typeface="Courier New" panose="02070309020205020404" pitchFamily="49" charset="0"/>
                <a:cs typeface="Courier New" panose="02070309020205020404" pitchFamily="49" charset="0"/>
              </a:rPr>
              <a:t> j=i-2</a:t>
            </a:r>
            <a:r>
              <a:rPr lang="en-US" altLang="zh-CN" sz="1600" b="1" dirty="0">
                <a:solidFill>
                  <a:srgbClr val="C00000"/>
                </a:solidFill>
                <a:latin typeface="Courier New" panose="02070309020205020404" pitchFamily="49" charset="0"/>
                <a:cs typeface="Courier New" panose="02070309020205020404" pitchFamily="49" charset="0"/>
              </a:rPr>
              <a:t>*dk</a:t>
            </a:r>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0006EE"/>
                </a:solidFill>
                <a:latin typeface="Courier New" panose="02070309020205020404" pitchFamily="49" charset="0"/>
                <a:cs typeface="Courier New" panose="02070309020205020404" pitchFamily="49" charset="0"/>
              </a:rPr>
              <a:t>j&gt;0 </a:t>
            </a:r>
            <a:r>
              <a:rPr lang="en-US" altLang="zh-CN" sz="1600" b="1" dirty="0">
                <a:solidFill>
                  <a:srgbClr val="0006EE"/>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&amp;&amp;</a:t>
            </a:r>
            <a:r>
              <a:rPr lang="en-US" altLang="zh-CN" sz="1600" b="1" dirty="0">
                <a:solidFill>
                  <a:srgbClr val="0006EE"/>
                </a:solidFill>
                <a:latin typeface="Courier New" panose="02070309020205020404" pitchFamily="49" charset="0"/>
                <a:cs typeface="Courier New" panose="02070309020205020404" pitchFamily="49" charset="0"/>
              </a:rPr>
              <a:t> LT</a:t>
            </a:r>
            <a:r>
              <a:rPr lang="en-US" altLang="zh-CN" sz="1600" b="1" dirty="0">
                <a:latin typeface="Courier New" panose="02070309020205020404" pitchFamily="49" charset="0"/>
                <a:cs typeface="Courier New" panose="02070309020205020404" pitchFamily="49" charset="0"/>
              </a:rPr>
              <a:t>(L-&gt;r[0], L-&gt;r[j]); j-=</a:t>
            </a:r>
            <a:r>
              <a:rPr lang="en-US" altLang="zh-CN" sz="1600" b="1" dirty="0">
                <a:solidFill>
                  <a:srgbClr val="C00000"/>
                </a:solidFill>
                <a:latin typeface="Courier New" panose="02070309020205020404" pitchFamily="49" charset="0"/>
                <a:cs typeface="Courier New" panose="02070309020205020404" pitchFamily="49" charset="0"/>
              </a:rPr>
              <a:t>dk</a:t>
            </a:r>
            <a:r>
              <a:rPr lang="en-US" altLang="zh-CN" sz="1600" b="1" dirty="0">
                <a:latin typeface="Courier New" panose="02070309020205020404" pitchFamily="49" charset="0"/>
                <a:cs typeface="Courier New" panose="02070309020205020404" pitchFamily="49" charset="0"/>
              </a:rPr>
              <a:t>)</a:t>
            </a:r>
          </a:p>
          <a:p>
            <a:r>
              <a:rPr lang="en-US" altLang="zh-CN" sz="1600" b="1" dirty="0">
                <a:latin typeface="Courier New" panose="02070309020205020404" pitchFamily="49" charset="0"/>
                <a:cs typeface="Courier New" panose="02070309020205020404" pitchFamily="49" charset="0"/>
              </a:rPr>
              <a:t>        L-&gt;r[</a:t>
            </a:r>
            <a:r>
              <a:rPr lang="en-US" altLang="zh-CN" sz="1600" b="1" dirty="0" err="1">
                <a:latin typeface="Courier New" panose="02070309020205020404" pitchFamily="49" charset="0"/>
                <a:cs typeface="Courier New" panose="02070309020205020404" pitchFamily="49" charset="0"/>
              </a:rPr>
              <a:t>j+</a:t>
            </a:r>
            <a:r>
              <a:rPr lang="en-US" altLang="zh-CN" sz="1600" b="1" dirty="0" err="1">
                <a:solidFill>
                  <a:srgbClr val="C00000"/>
                </a:solidFill>
                <a:latin typeface="Courier New" panose="02070309020205020404" pitchFamily="49" charset="0"/>
                <a:cs typeface="Courier New" panose="02070309020205020404" pitchFamily="49" charset="0"/>
              </a:rPr>
              <a:t>dk</a:t>
            </a:r>
            <a:r>
              <a:rPr lang="en-US" altLang="zh-CN" sz="1600" b="1" dirty="0">
                <a:latin typeface="Courier New" panose="02070309020205020404" pitchFamily="49" charset="0"/>
                <a:cs typeface="Courier New" panose="02070309020205020404" pitchFamily="49" charset="0"/>
              </a:rPr>
              <a:t>] = L-&gt;r[j];   </a:t>
            </a:r>
            <a:r>
              <a:rPr lang="en-US" altLang="zh-CN" sz="1600" dirty="0">
                <a:solidFill>
                  <a:schemeClr val="accent6">
                    <a:lumMod val="75000"/>
                  </a:schemeClr>
                </a:solidFill>
                <a:latin typeface="Courier New" panose="02070309020205020404" pitchFamily="49" charset="0"/>
                <a:cs typeface="Courier New" panose="02070309020205020404" pitchFamily="49" charset="0"/>
              </a:rPr>
              <a:t>// </a:t>
            </a:r>
            <a:r>
              <a:rPr lang="zh-CN" altLang="en-US" sz="1600" dirty="0">
                <a:solidFill>
                  <a:schemeClr val="accent6">
                    <a:lumMod val="75000"/>
                  </a:schemeClr>
                </a:solidFill>
                <a:latin typeface="Courier New" panose="02070309020205020404" pitchFamily="49" charset="0"/>
                <a:cs typeface="Courier New" panose="02070309020205020404" pitchFamily="49" charset="0"/>
              </a:rPr>
              <a:t>记录后移，查找插入位置</a:t>
            </a:r>
          </a:p>
          <a:p>
            <a:r>
              <a:rPr lang="zh-CN" altLang="en-US" sz="1600" b="1" dirty="0">
                <a:latin typeface="Courier New" panose="02070309020205020404" pitchFamily="49" charset="0"/>
                <a:cs typeface="Courier New" panose="02070309020205020404" pitchFamily="49" charset="0"/>
              </a:rPr>
              <a:t>      </a:t>
            </a:r>
            <a:r>
              <a:rPr lang="en-US" altLang="zh-CN" sz="1600" b="1" dirty="0">
                <a:latin typeface="Courier New" panose="02070309020205020404" pitchFamily="49" charset="0"/>
                <a:cs typeface="Courier New" panose="02070309020205020404" pitchFamily="49" charset="0"/>
              </a:rPr>
              <a:t>L-&gt;r[</a:t>
            </a:r>
            <a:r>
              <a:rPr lang="en-US" altLang="zh-CN" sz="1600" b="1" dirty="0" err="1">
                <a:latin typeface="Courier New" panose="02070309020205020404" pitchFamily="49" charset="0"/>
                <a:cs typeface="Courier New" panose="02070309020205020404" pitchFamily="49" charset="0"/>
              </a:rPr>
              <a:t>j+</a:t>
            </a:r>
            <a:r>
              <a:rPr lang="en-US" altLang="zh-CN" sz="1600" b="1" dirty="0" err="1">
                <a:solidFill>
                  <a:srgbClr val="C00000"/>
                </a:solidFill>
                <a:latin typeface="Courier New" panose="02070309020205020404" pitchFamily="49" charset="0"/>
                <a:cs typeface="Courier New" panose="02070309020205020404" pitchFamily="49" charset="0"/>
              </a:rPr>
              <a:t>dk</a:t>
            </a:r>
            <a:r>
              <a:rPr lang="en-US" altLang="zh-CN" sz="1600" b="1" dirty="0">
                <a:latin typeface="Courier New" panose="02070309020205020404" pitchFamily="49" charset="0"/>
                <a:cs typeface="Courier New" panose="02070309020205020404" pitchFamily="49" charset="0"/>
              </a:rPr>
              <a:t>] = L-&gt;r[0];     </a:t>
            </a:r>
            <a:r>
              <a:rPr lang="en-US" altLang="zh-CN" sz="1600" dirty="0">
                <a:solidFill>
                  <a:schemeClr val="accent6">
                    <a:lumMod val="75000"/>
                  </a:schemeClr>
                </a:solidFill>
                <a:latin typeface="Courier New" panose="02070309020205020404" pitchFamily="49" charset="0"/>
                <a:cs typeface="Courier New" panose="02070309020205020404" pitchFamily="49" charset="0"/>
              </a:rPr>
              <a:t>// </a:t>
            </a:r>
            <a:r>
              <a:rPr lang="zh-CN" altLang="en-US" sz="1600" dirty="0">
                <a:solidFill>
                  <a:schemeClr val="accent6">
                    <a:lumMod val="75000"/>
                  </a:schemeClr>
                </a:solidFill>
                <a:latin typeface="Courier New" panose="02070309020205020404" pitchFamily="49" charset="0"/>
                <a:cs typeface="Courier New" panose="02070309020205020404" pitchFamily="49" charset="0"/>
              </a:rPr>
              <a:t>插入</a:t>
            </a:r>
          </a:p>
          <a:p>
            <a:r>
              <a:rPr lang="zh-CN" altLang="en-US"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zh-CN" altLang="en-US" sz="1600" dirty="0">
              <a:solidFill>
                <a:srgbClr val="0070C0"/>
              </a:solidFill>
              <a:latin typeface="Courier New" panose="02070309020205020404" pitchFamily="49" charset="0"/>
              <a:cs typeface="Courier New" panose="02070309020205020404" pitchFamily="49" charset="0"/>
            </a:endParaRPr>
          </a:p>
        </p:txBody>
      </p:sp>
      <p:sp>
        <p:nvSpPr>
          <p:cNvPr id="2" name="文本框 1">
            <a:extLst>
              <a:ext uri="{FF2B5EF4-FFF2-40B4-BE49-F238E27FC236}">
                <a16:creationId xmlns:a16="http://schemas.microsoft.com/office/drawing/2014/main" id="{4D42EBFB-0F68-4189-B712-3266287645CA}"/>
              </a:ext>
            </a:extLst>
          </p:cNvPr>
          <p:cNvSpPr txBox="1"/>
          <p:nvPr/>
        </p:nvSpPr>
        <p:spPr>
          <a:xfrm>
            <a:off x="4124598" y="2797443"/>
            <a:ext cx="327334" cy="400110"/>
          </a:xfrm>
          <a:prstGeom prst="rect">
            <a:avLst/>
          </a:prstGeom>
          <a:noFill/>
        </p:spPr>
        <p:txBody>
          <a:bodyPr wrap="none" rtlCol="0">
            <a:spAutoFit/>
          </a:bodyPr>
          <a:lstStyle/>
          <a:p>
            <a:r>
              <a:rPr lang="en-US" altLang="zh-CN" sz="2000" b="1" dirty="0">
                <a:solidFill>
                  <a:srgbClr val="00B050"/>
                </a:solidFill>
                <a:effectLst>
                  <a:outerShdw blurRad="38100" dist="38100" dir="2700000" algn="tl">
                    <a:srgbClr val="000000">
                      <a:alpha val="43137"/>
                    </a:srgbClr>
                  </a:outerShdw>
                </a:effectLst>
              </a:rPr>
              <a:t>5</a:t>
            </a:r>
            <a:endParaRPr lang="zh-CN" altLang="en-US" sz="2000" b="1" dirty="0">
              <a:solidFill>
                <a:srgbClr val="00B050"/>
              </a:solidFill>
              <a:effectLst>
                <a:outerShdw blurRad="38100" dist="38100" dir="2700000" algn="tl">
                  <a:srgbClr val="000000">
                    <a:alpha val="43137"/>
                  </a:srgbClr>
                </a:outerShdw>
              </a:effectLst>
            </a:endParaRPr>
          </a:p>
        </p:txBody>
      </p:sp>
      <p:cxnSp>
        <p:nvCxnSpPr>
          <p:cNvPr id="96" name="直接连接符 95">
            <a:extLst>
              <a:ext uri="{FF2B5EF4-FFF2-40B4-BE49-F238E27FC236}">
                <a16:creationId xmlns:a16="http://schemas.microsoft.com/office/drawing/2014/main" id="{275C9B1E-64D6-4FA8-95AD-1548C1D2C578}"/>
              </a:ext>
            </a:extLst>
          </p:cNvPr>
          <p:cNvCxnSpPr/>
          <p:nvPr/>
        </p:nvCxnSpPr>
        <p:spPr>
          <a:xfrm>
            <a:off x="588141" y="4551848"/>
            <a:ext cx="3633746"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72E06B1E-0D6B-40C6-874C-8F9344C0A534}"/>
              </a:ext>
            </a:extLst>
          </p:cNvPr>
          <p:cNvCxnSpPr>
            <a:cxnSpLocks/>
          </p:cNvCxnSpPr>
          <p:nvPr/>
        </p:nvCxnSpPr>
        <p:spPr>
          <a:xfrm>
            <a:off x="830320" y="4788634"/>
            <a:ext cx="4398494"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4" name="直接连接符 103">
            <a:extLst>
              <a:ext uri="{FF2B5EF4-FFF2-40B4-BE49-F238E27FC236}">
                <a16:creationId xmlns:a16="http://schemas.microsoft.com/office/drawing/2014/main" id="{66FF4B96-51D0-415B-8E17-6A9E6BA6A1C6}"/>
              </a:ext>
            </a:extLst>
          </p:cNvPr>
          <p:cNvCxnSpPr>
            <a:cxnSpLocks/>
          </p:cNvCxnSpPr>
          <p:nvPr/>
        </p:nvCxnSpPr>
        <p:spPr>
          <a:xfrm>
            <a:off x="1075555" y="5050942"/>
            <a:ext cx="1954012"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1" name="直接连接符 110">
            <a:extLst>
              <a:ext uri="{FF2B5EF4-FFF2-40B4-BE49-F238E27FC236}">
                <a16:creationId xmlns:a16="http://schemas.microsoft.com/office/drawing/2014/main" id="{04112932-8C32-4F86-9E8F-3ADCEB3DD940}"/>
              </a:ext>
            </a:extLst>
          </p:cNvPr>
          <p:cNvCxnSpPr>
            <a:cxnSpLocks/>
          </p:cNvCxnSpPr>
          <p:nvPr/>
        </p:nvCxnSpPr>
        <p:spPr>
          <a:xfrm>
            <a:off x="1075555" y="5298089"/>
            <a:ext cx="2286412"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2" name="直接连接符 111">
            <a:extLst>
              <a:ext uri="{FF2B5EF4-FFF2-40B4-BE49-F238E27FC236}">
                <a16:creationId xmlns:a16="http://schemas.microsoft.com/office/drawing/2014/main" id="{89B2FAD8-9DD9-413B-BD05-0FF07D18EF1F}"/>
              </a:ext>
            </a:extLst>
          </p:cNvPr>
          <p:cNvCxnSpPr>
            <a:cxnSpLocks/>
          </p:cNvCxnSpPr>
          <p:nvPr/>
        </p:nvCxnSpPr>
        <p:spPr>
          <a:xfrm>
            <a:off x="1108851" y="5538781"/>
            <a:ext cx="6686162"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5" name="直接连接符 114">
            <a:extLst>
              <a:ext uri="{FF2B5EF4-FFF2-40B4-BE49-F238E27FC236}">
                <a16:creationId xmlns:a16="http://schemas.microsoft.com/office/drawing/2014/main" id="{BC349D82-8764-4BFD-991D-BB4CCB86BE12}"/>
              </a:ext>
            </a:extLst>
          </p:cNvPr>
          <p:cNvCxnSpPr>
            <a:cxnSpLocks/>
          </p:cNvCxnSpPr>
          <p:nvPr/>
        </p:nvCxnSpPr>
        <p:spPr>
          <a:xfrm>
            <a:off x="1075555" y="6044676"/>
            <a:ext cx="2286412"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45" name="文本框 44">
            <a:extLst>
              <a:ext uri="{FF2B5EF4-FFF2-40B4-BE49-F238E27FC236}">
                <a16:creationId xmlns:a16="http://schemas.microsoft.com/office/drawing/2014/main" id="{4A0AD7A5-7C74-4379-895A-7F6B7E571B5B}"/>
              </a:ext>
            </a:extLst>
          </p:cNvPr>
          <p:cNvSpPr txBox="1"/>
          <p:nvPr/>
        </p:nvSpPr>
        <p:spPr>
          <a:xfrm>
            <a:off x="9310533" y="233472"/>
            <a:ext cx="369012" cy="461665"/>
          </a:xfrm>
          <a:prstGeom prst="rect">
            <a:avLst/>
          </a:prstGeom>
          <a:noFill/>
        </p:spPr>
        <p:txBody>
          <a:bodyPr wrap="none" rtlCol="0">
            <a:spAutoFit/>
          </a:bodyPr>
          <a:lstStyle/>
          <a:p>
            <a:r>
              <a:rPr lang="en-US" altLang="zh-CN" sz="2400" b="1" dirty="0" err="1">
                <a:solidFill>
                  <a:srgbClr val="C00000"/>
                </a:solidFill>
                <a:latin typeface="Courier New" panose="02070309020205020404" pitchFamily="49" charset="0"/>
                <a:cs typeface="Courier New" panose="02070309020205020404" pitchFamily="49" charset="0"/>
              </a:rPr>
              <a:t>i</a:t>
            </a:r>
            <a:endParaRPr lang="zh-CN" altLang="en-US" sz="2400" b="1" dirty="0">
              <a:solidFill>
                <a:srgbClr val="C00000"/>
              </a:solidFill>
              <a:latin typeface="Courier New" panose="02070309020205020404" pitchFamily="49" charset="0"/>
              <a:cs typeface="Courier New" panose="02070309020205020404" pitchFamily="49" charset="0"/>
            </a:endParaRPr>
          </a:p>
        </p:txBody>
      </p:sp>
      <p:grpSp>
        <p:nvGrpSpPr>
          <p:cNvPr id="56" name="组合 55">
            <a:extLst>
              <a:ext uri="{FF2B5EF4-FFF2-40B4-BE49-F238E27FC236}">
                <a16:creationId xmlns:a16="http://schemas.microsoft.com/office/drawing/2014/main" id="{B09E6293-5C16-469B-9B4E-9D01C04E471E}"/>
              </a:ext>
            </a:extLst>
          </p:cNvPr>
          <p:cNvGrpSpPr/>
          <p:nvPr/>
        </p:nvGrpSpPr>
        <p:grpSpPr>
          <a:xfrm>
            <a:off x="9013309" y="1234607"/>
            <a:ext cx="2299342" cy="1819992"/>
            <a:chOff x="9013309" y="1234607"/>
            <a:chExt cx="2299342" cy="1819992"/>
          </a:xfrm>
        </p:grpSpPr>
        <p:cxnSp>
          <p:nvCxnSpPr>
            <p:cNvPr id="39" name="直接连接符 38">
              <a:extLst>
                <a:ext uri="{FF2B5EF4-FFF2-40B4-BE49-F238E27FC236}">
                  <a16:creationId xmlns:a16="http://schemas.microsoft.com/office/drawing/2014/main" id="{D0A6B27F-4BA8-4E29-9B25-DF1175935631}"/>
                </a:ext>
              </a:extLst>
            </p:cNvPr>
            <p:cNvCxnSpPr>
              <a:cxnSpLocks/>
              <a:stCxn id="36" idx="2"/>
            </p:cNvCxnSpPr>
            <p:nvPr/>
          </p:nvCxnSpPr>
          <p:spPr>
            <a:xfrm>
              <a:off x="9013309" y="1234607"/>
              <a:ext cx="1083424" cy="1819992"/>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13" name="直接连接符 112">
              <a:extLst>
                <a:ext uri="{FF2B5EF4-FFF2-40B4-BE49-F238E27FC236}">
                  <a16:creationId xmlns:a16="http://schemas.microsoft.com/office/drawing/2014/main" id="{4CA07E61-F7B0-4184-8497-3E11888D9E50}"/>
                </a:ext>
              </a:extLst>
            </p:cNvPr>
            <p:cNvCxnSpPr>
              <a:cxnSpLocks/>
              <a:stCxn id="25" idx="2"/>
            </p:cNvCxnSpPr>
            <p:nvPr/>
          </p:nvCxnSpPr>
          <p:spPr>
            <a:xfrm flipH="1">
              <a:off x="10254713" y="1238551"/>
              <a:ext cx="1057938" cy="1814646"/>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grpSp>
      <p:sp>
        <p:nvSpPr>
          <p:cNvPr id="114" name="文本框 113">
            <a:extLst>
              <a:ext uri="{FF2B5EF4-FFF2-40B4-BE49-F238E27FC236}">
                <a16:creationId xmlns:a16="http://schemas.microsoft.com/office/drawing/2014/main" id="{F350CF54-7A22-4852-93D7-9E9337D5E07F}"/>
              </a:ext>
            </a:extLst>
          </p:cNvPr>
          <p:cNvSpPr txBox="1"/>
          <p:nvPr/>
        </p:nvSpPr>
        <p:spPr>
          <a:xfrm>
            <a:off x="10081493" y="3023904"/>
            <a:ext cx="213200" cy="317651"/>
          </a:xfrm>
          <a:prstGeom prst="rect">
            <a:avLst/>
          </a:prstGeom>
          <a:noFill/>
        </p:spPr>
        <p:txBody>
          <a:bodyPr wrap="none" lIns="0" tIns="0" rIns="0" bIns="0" rtlCol="0" anchor="ctr" anchorCtr="1">
            <a:spAutoFit/>
          </a:bodyPr>
          <a:lstStyle/>
          <a:p>
            <a:pPr algn="ctr">
              <a:lnSpc>
                <a:spcPct val="85000"/>
              </a:lnSpc>
            </a:pPr>
            <a:r>
              <a:rPr lang="en-US" altLang="zh-CN" sz="2400" b="1" dirty="0">
                <a:solidFill>
                  <a:srgbClr val="C00000"/>
                </a:solidFill>
              </a:rPr>
              <a:t>&gt;</a:t>
            </a:r>
            <a:endParaRPr lang="zh-CN" altLang="en-US" sz="2400" b="1" dirty="0">
              <a:solidFill>
                <a:srgbClr val="C00000"/>
              </a:solidFill>
            </a:endParaRPr>
          </a:p>
        </p:txBody>
      </p:sp>
      <p:grpSp>
        <p:nvGrpSpPr>
          <p:cNvPr id="116" name="组合 115">
            <a:extLst>
              <a:ext uri="{FF2B5EF4-FFF2-40B4-BE49-F238E27FC236}">
                <a16:creationId xmlns:a16="http://schemas.microsoft.com/office/drawing/2014/main" id="{3798C1E4-B88D-4D83-8586-E0D487E0ED59}"/>
              </a:ext>
            </a:extLst>
          </p:cNvPr>
          <p:cNvGrpSpPr/>
          <p:nvPr/>
        </p:nvGrpSpPr>
        <p:grpSpPr>
          <a:xfrm>
            <a:off x="8541636" y="1231605"/>
            <a:ext cx="2300411" cy="1391555"/>
            <a:chOff x="9013309" y="1234607"/>
            <a:chExt cx="2300411" cy="1391555"/>
          </a:xfrm>
        </p:grpSpPr>
        <p:cxnSp>
          <p:nvCxnSpPr>
            <p:cNvPr id="117" name="直接连接符 116">
              <a:extLst>
                <a:ext uri="{FF2B5EF4-FFF2-40B4-BE49-F238E27FC236}">
                  <a16:creationId xmlns:a16="http://schemas.microsoft.com/office/drawing/2014/main" id="{2100D407-1CF2-4127-919E-FE443ABC519A}"/>
                </a:ext>
              </a:extLst>
            </p:cNvPr>
            <p:cNvCxnSpPr>
              <a:cxnSpLocks/>
            </p:cNvCxnSpPr>
            <p:nvPr/>
          </p:nvCxnSpPr>
          <p:spPr>
            <a:xfrm>
              <a:off x="9013309" y="1234607"/>
              <a:ext cx="1072606" cy="139155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8" name="直接连接符 117">
              <a:extLst>
                <a:ext uri="{FF2B5EF4-FFF2-40B4-BE49-F238E27FC236}">
                  <a16:creationId xmlns:a16="http://schemas.microsoft.com/office/drawing/2014/main" id="{0BD2CCB6-6EC8-4358-AF84-08507D37F720}"/>
                </a:ext>
              </a:extLst>
            </p:cNvPr>
            <p:cNvCxnSpPr>
              <a:cxnSpLocks/>
            </p:cNvCxnSpPr>
            <p:nvPr/>
          </p:nvCxnSpPr>
          <p:spPr>
            <a:xfrm flipH="1">
              <a:off x="10271868" y="1239953"/>
              <a:ext cx="1041852" cy="138620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19" name="文本框 118">
            <a:extLst>
              <a:ext uri="{FF2B5EF4-FFF2-40B4-BE49-F238E27FC236}">
                <a16:creationId xmlns:a16="http://schemas.microsoft.com/office/drawing/2014/main" id="{122203AB-BBCE-41E1-B28B-C91AEBD55D13}"/>
              </a:ext>
            </a:extLst>
          </p:cNvPr>
          <p:cNvSpPr txBox="1"/>
          <p:nvPr/>
        </p:nvSpPr>
        <p:spPr>
          <a:xfrm>
            <a:off x="9608124" y="2590817"/>
            <a:ext cx="213200" cy="317651"/>
          </a:xfrm>
          <a:prstGeom prst="rect">
            <a:avLst/>
          </a:prstGeom>
          <a:noFill/>
        </p:spPr>
        <p:txBody>
          <a:bodyPr wrap="none" lIns="0" tIns="0" rIns="0" bIns="0" rtlCol="0" anchor="ctr" anchorCtr="1">
            <a:spAutoFit/>
          </a:bodyPr>
          <a:lstStyle/>
          <a:p>
            <a:pPr algn="ctr">
              <a:lnSpc>
                <a:spcPct val="85000"/>
              </a:lnSpc>
            </a:pPr>
            <a:r>
              <a:rPr lang="en-US" altLang="zh-CN" sz="2400" b="1" dirty="0">
                <a:solidFill>
                  <a:srgbClr val="C00000"/>
                </a:solidFill>
              </a:rPr>
              <a:t>&gt;</a:t>
            </a:r>
            <a:endParaRPr lang="zh-CN" altLang="en-US" sz="2400" b="1" dirty="0">
              <a:solidFill>
                <a:srgbClr val="C00000"/>
              </a:solidFill>
            </a:endParaRPr>
          </a:p>
        </p:txBody>
      </p:sp>
      <p:grpSp>
        <p:nvGrpSpPr>
          <p:cNvPr id="120" name="组合 119">
            <a:extLst>
              <a:ext uri="{FF2B5EF4-FFF2-40B4-BE49-F238E27FC236}">
                <a16:creationId xmlns:a16="http://schemas.microsoft.com/office/drawing/2014/main" id="{3057443A-A2C5-4EC2-A42A-EFB311FB60C6}"/>
              </a:ext>
            </a:extLst>
          </p:cNvPr>
          <p:cNvGrpSpPr/>
          <p:nvPr/>
        </p:nvGrpSpPr>
        <p:grpSpPr>
          <a:xfrm>
            <a:off x="8086213" y="1257953"/>
            <a:ext cx="2300411" cy="954128"/>
            <a:chOff x="9013309" y="1234607"/>
            <a:chExt cx="2300411" cy="954128"/>
          </a:xfrm>
        </p:grpSpPr>
        <p:cxnSp>
          <p:nvCxnSpPr>
            <p:cNvPr id="121" name="直接连接符 120">
              <a:extLst>
                <a:ext uri="{FF2B5EF4-FFF2-40B4-BE49-F238E27FC236}">
                  <a16:creationId xmlns:a16="http://schemas.microsoft.com/office/drawing/2014/main" id="{85D329EA-99EE-4847-BF05-DFE43B5065DF}"/>
                </a:ext>
              </a:extLst>
            </p:cNvPr>
            <p:cNvCxnSpPr>
              <a:cxnSpLocks/>
            </p:cNvCxnSpPr>
            <p:nvPr/>
          </p:nvCxnSpPr>
          <p:spPr>
            <a:xfrm>
              <a:off x="9013309" y="1234607"/>
              <a:ext cx="1080984" cy="954128"/>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22" name="直接连接符 121">
              <a:extLst>
                <a:ext uri="{FF2B5EF4-FFF2-40B4-BE49-F238E27FC236}">
                  <a16:creationId xmlns:a16="http://schemas.microsoft.com/office/drawing/2014/main" id="{8A07CEB0-5041-4687-90E0-445EEF4315C5}"/>
                </a:ext>
              </a:extLst>
            </p:cNvPr>
            <p:cNvCxnSpPr>
              <a:cxnSpLocks/>
            </p:cNvCxnSpPr>
            <p:nvPr/>
          </p:nvCxnSpPr>
          <p:spPr>
            <a:xfrm flipH="1">
              <a:off x="10270077" y="1239953"/>
              <a:ext cx="1043643" cy="948782"/>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grpSp>
      <p:sp>
        <p:nvSpPr>
          <p:cNvPr id="123" name="文本框 122">
            <a:extLst>
              <a:ext uri="{FF2B5EF4-FFF2-40B4-BE49-F238E27FC236}">
                <a16:creationId xmlns:a16="http://schemas.microsoft.com/office/drawing/2014/main" id="{B1875490-3A50-4039-B0D8-1544CE38642F}"/>
              </a:ext>
            </a:extLst>
          </p:cNvPr>
          <p:cNvSpPr txBox="1"/>
          <p:nvPr/>
        </p:nvSpPr>
        <p:spPr>
          <a:xfrm>
            <a:off x="9155752" y="2164479"/>
            <a:ext cx="213200" cy="317651"/>
          </a:xfrm>
          <a:prstGeom prst="rect">
            <a:avLst/>
          </a:prstGeom>
          <a:noFill/>
        </p:spPr>
        <p:txBody>
          <a:bodyPr wrap="none" lIns="0" tIns="0" rIns="0" bIns="0" rtlCol="0" anchor="ctr" anchorCtr="1">
            <a:spAutoFit/>
          </a:bodyPr>
          <a:lstStyle/>
          <a:p>
            <a:pPr algn="ctr">
              <a:lnSpc>
                <a:spcPct val="85000"/>
              </a:lnSpc>
            </a:pPr>
            <a:r>
              <a:rPr lang="en-US" altLang="zh-CN" sz="2400" b="1" dirty="0">
                <a:solidFill>
                  <a:srgbClr val="C00000"/>
                </a:solidFill>
              </a:rPr>
              <a:t>&gt;</a:t>
            </a:r>
            <a:endParaRPr lang="zh-CN" altLang="en-US" sz="2400" b="1" dirty="0">
              <a:solidFill>
                <a:srgbClr val="C00000"/>
              </a:solidFill>
            </a:endParaRPr>
          </a:p>
        </p:txBody>
      </p:sp>
      <p:sp>
        <p:nvSpPr>
          <p:cNvPr id="124" name="文本框 123">
            <a:extLst>
              <a:ext uri="{FF2B5EF4-FFF2-40B4-BE49-F238E27FC236}">
                <a16:creationId xmlns:a16="http://schemas.microsoft.com/office/drawing/2014/main" id="{B7E66947-FEC6-417A-B449-466BE69F7FD1}"/>
              </a:ext>
            </a:extLst>
          </p:cNvPr>
          <p:cNvSpPr txBox="1"/>
          <p:nvPr/>
        </p:nvSpPr>
        <p:spPr>
          <a:xfrm>
            <a:off x="8715926" y="1792239"/>
            <a:ext cx="213200" cy="317651"/>
          </a:xfrm>
          <a:prstGeom prst="rect">
            <a:avLst/>
          </a:prstGeom>
          <a:noFill/>
        </p:spPr>
        <p:txBody>
          <a:bodyPr wrap="none" lIns="0" tIns="0" rIns="0" bIns="0" rtlCol="0" anchor="ctr" anchorCtr="1">
            <a:spAutoFit/>
          </a:bodyPr>
          <a:lstStyle/>
          <a:p>
            <a:pPr algn="ctr">
              <a:lnSpc>
                <a:spcPct val="85000"/>
              </a:lnSpc>
            </a:pPr>
            <a:r>
              <a:rPr lang="en-US" altLang="zh-CN" sz="2400" b="1" dirty="0">
                <a:solidFill>
                  <a:srgbClr val="C00000"/>
                </a:solidFill>
              </a:rPr>
              <a:t>&gt;</a:t>
            </a:r>
            <a:endParaRPr lang="zh-CN" altLang="en-US" sz="2400" b="1" dirty="0">
              <a:solidFill>
                <a:srgbClr val="C00000"/>
              </a:solidFill>
            </a:endParaRPr>
          </a:p>
        </p:txBody>
      </p:sp>
      <p:sp>
        <p:nvSpPr>
          <p:cNvPr id="125" name="文本框 124">
            <a:extLst>
              <a:ext uri="{FF2B5EF4-FFF2-40B4-BE49-F238E27FC236}">
                <a16:creationId xmlns:a16="http://schemas.microsoft.com/office/drawing/2014/main" id="{283ABD8E-70F3-4672-AD4F-B61543E9EA8F}"/>
              </a:ext>
            </a:extLst>
          </p:cNvPr>
          <p:cNvSpPr txBox="1"/>
          <p:nvPr/>
        </p:nvSpPr>
        <p:spPr>
          <a:xfrm>
            <a:off x="8266374" y="1344662"/>
            <a:ext cx="213200" cy="317651"/>
          </a:xfrm>
          <a:prstGeom prst="rect">
            <a:avLst/>
          </a:prstGeom>
          <a:noFill/>
        </p:spPr>
        <p:txBody>
          <a:bodyPr wrap="none" lIns="0" tIns="0" rIns="0" bIns="0" rtlCol="0" anchor="ctr" anchorCtr="1">
            <a:spAutoFit/>
          </a:bodyPr>
          <a:lstStyle/>
          <a:p>
            <a:pPr algn="ctr">
              <a:lnSpc>
                <a:spcPct val="85000"/>
              </a:lnSpc>
            </a:pPr>
            <a:r>
              <a:rPr lang="en-US" altLang="zh-CN" sz="2400" b="1" dirty="0">
                <a:solidFill>
                  <a:srgbClr val="C00000"/>
                </a:solidFill>
              </a:rPr>
              <a:t>&gt;</a:t>
            </a:r>
            <a:endParaRPr lang="zh-CN" altLang="en-US" sz="2400" b="1" dirty="0">
              <a:solidFill>
                <a:srgbClr val="C00000"/>
              </a:solidFill>
            </a:endParaRPr>
          </a:p>
        </p:txBody>
      </p:sp>
      <p:grpSp>
        <p:nvGrpSpPr>
          <p:cNvPr id="126" name="组合 125">
            <a:extLst>
              <a:ext uri="{FF2B5EF4-FFF2-40B4-BE49-F238E27FC236}">
                <a16:creationId xmlns:a16="http://schemas.microsoft.com/office/drawing/2014/main" id="{A09918CB-9ABD-411F-9FB8-C59775183CF0}"/>
              </a:ext>
            </a:extLst>
          </p:cNvPr>
          <p:cNvGrpSpPr/>
          <p:nvPr/>
        </p:nvGrpSpPr>
        <p:grpSpPr>
          <a:xfrm>
            <a:off x="7670242" y="1251046"/>
            <a:ext cx="2300412" cy="570369"/>
            <a:chOff x="9013309" y="1234607"/>
            <a:chExt cx="2300412" cy="570369"/>
          </a:xfrm>
        </p:grpSpPr>
        <p:cxnSp>
          <p:nvCxnSpPr>
            <p:cNvPr id="127" name="直接连接符 126">
              <a:extLst>
                <a:ext uri="{FF2B5EF4-FFF2-40B4-BE49-F238E27FC236}">
                  <a16:creationId xmlns:a16="http://schemas.microsoft.com/office/drawing/2014/main" id="{01E95C7F-6E4B-4C1C-8FC1-BD88FD04CE6C}"/>
                </a:ext>
              </a:extLst>
            </p:cNvPr>
            <p:cNvCxnSpPr>
              <a:cxnSpLocks/>
            </p:cNvCxnSpPr>
            <p:nvPr/>
          </p:nvCxnSpPr>
          <p:spPr>
            <a:xfrm>
              <a:off x="9013309" y="1234607"/>
              <a:ext cx="1030087" cy="570369"/>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 name="直接连接符 127">
              <a:extLst>
                <a:ext uri="{FF2B5EF4-FFF2-40B4-BE49-F238E27FC236}">
                  <a16:creationId xmlns:a16="http://schemas.microsoft.com/office/drawing/2014/main" id="{01F53D99-B4A2-4F7B-9EA0-E3012D83581B}"/>
                </a:ext>
              </a:extLst>
            </p:cNvPr>
            <p:cNvCxnSpPr>
              <a:cxnSpLocks/>
            </p:cNvCxnSpPr>
            <p:nvPr/>
          </p:nvCxnSpPr>
          <p:spPr>
            <a:xfrm flipH="1">
              <a:off x="10224279" y="1239953"/>
              <a:ext cx="1089442" cy="546858"/>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129" name="组合 128">
            <a:extLst>
              <a:ext uri="{FF2B5EF4-FFF2-40B4-BE49-F238E27FC236}">
                <a16:creationId xmlns:a16="http://schemas.microsoft.com/office/drawing/2014/main" id="{FC21C0A3-D00D-4B2F-921A-136EAB8A06BA}"/>
              </a:ext>
            </a:extLst>
          </p:cNvPr>
          <p:cNvGrpSpPr/>
          <p:nvPr/>
        </p:nvGrpSpPr>
        <p:grpSpPr>
          <a:xfrm>
            <a:off x="7163719" y="1250863"/>
            <a:ext cx="2300412" cy="131243"/>
            <a:chOff x="9013309" y="1234607"/>
            <a:chExt cx="2300412" cy="131243"/>
          </a:xfrm>
        </p:grpSpPr>
        <p:cxnSp>
          <p:nvCxnSpPr>
            <p:cNvPr id="130" name="直接连接符 129">
              <a:extLst>
                <a:ext uri="{FF2B5EF4-FFF2-40B4-BE49-F238E27FC236}">
                  <a16:creationId xmlns:a16="http://schemas.microsoft.com/office/drawing/2014/main" id="{49156CDE-BC3B-401B-9C04-DCEF59F32584}"/>
                </a:ext>
              </a:extLst>
            </p:cNvPr>
            <p:cNvCxnSpPr>
              <a:cxnSpLocks/>
            </p:cNvCxnSpPr>
            <p:nvPr/>
          </p:nvCxnSpPr>
          <p:spPr>
            <a:xfrm>
              <a:off x="9013309" y="1234607"/>
              <a:ext cx="1094358" cy="131243"/>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1" name="直接连接符 130">
              <a:extLst>
                <a:ext uri="{FF2B5EF4-FFF2-40B4-BE49-F238E27FC236}">
                  <a16:creationId xmlns:a16="http://schemas.microsoft.com/office/drawing/2014/main" id="{5DBDE4A8-8066-4442-B327-D83D3821A777}"/>
                </a:ext>
              </a:extLst>
            </p:cNvPr>
            <p:cNvCxnSpPr>
              <a:cxnSpLocks/>
            </p:cNvCxnSpPr>
            <p:nvPr/>
          </p:nvCxnSpPr>
          <p:spPr>
            <a:xfrm flipH="1">
              <a:off x="10281943" y="1239953"/>
              <a:ext cx="1031778" cy="125897"/>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3" name="矩形: 圆角 2">
            <a:extLst>
              <a:ext uri="{FF2B5EF4-FFF2-40B4-BE49-F238E27FC236}">
                <a16:creationId xmlns:a16="http://schemas.microsoft.com/office/drawing/2014/main" id="{D3132735-63F2-4D82-8731-37D02C91FEF2}"/>
              </a:ext>
            </a:extLst>
          </p:cNvPr>
          <p:cNvSpPr/>
          <p:nvPr/>
        </p:nvSpPr>
        <p:spPr>
          <a:xfrm>
            <a:off x="1416445" y="270544"/>
            <a:ext cx="2968941" cy="442827"/>
          </a:xfrm>
          <a:prstGeom prst="roundRect">
            <a:avLst/>
          </a:prstGeom>
          <a:solidFill>
            <a:schemeClr val="tx2">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2400" b="1" dirty="0">
                <a:solidFill>
                  <a:srgbClr val="C00000"/>
                </a:solidFill>
                <a:effectLst>
                  <a:outerShdw blurRad="38100" dist="38100" dir="2700000" algn="tl">
                    <a:srgbClr val="000000">
                      <a:alpha val="43137"/>
                    </a:srgbClr>
                  </a:outerShdw>
                </a:effectLst>
              </a:rPr>
              <a:t>算法</a:t>
            </a:r>
            <a:r>
              <a:rPr lang="en-US" altLang="zh-CN" sz="2400" b="1" dirty="0">
                <a:solidFill>
                  <a:srgbClr val="C00000"/>
                </a:solidFill>
                <a:effectLst>
                  <a:outerShdw blurRad="38100" dist="38100" dir="2700000" algn="tl">
                    <a:srgbClr val="000000">
                      <a:alpha val="43137"/>
                    </a:srgbClr>
                  </a:outerShdw>
                </a:effectLst>
              </a:rPr>
              <a:t>10.5  </a:t>
            </a:r>
            <a:r>
              <a:rPr lang="zh-CN" altLang="en-US" sz="2400" b="1" dirty="0">
                <a:solidFill>
                  <a:srgbClr val="002060"/>
                </a:solidFill>
                <a:effectLst>
                  <a:outerShdw blurRad="38100" dist="38100" dir="2700000" algn="tl">
                    <a:srgbClr val="000000">
                      <a:alpha val="43137"/>
                    </a:srgbClr>
                  </a:outerShdw>
                </a:effectLst>
              </a:rPr>
              <a:t>希尔排序</a:t>
            </a:r>
          </a:p>
        </p:txBody>
      </p:sp>
    </p:spTree>
    <p:extLst>
      <p:ext uri="{BB962C8B-B14F-4D97-AF65-F5344CB8AC3E}">
        <p14:creationId xmlns:p14="http://schemas.microsoft.com/office/powerpoint/2010/main" val="2204340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4">
                                            <p:txEl>
                                              <p:pRg st="0" end="0"/>
                                            </p:txEl>
                                          </p:spTgt>
                                        </p:tgtEl>
                                        <p:attrNameLst>
                                          <p:attrName>style.visibility</p:attrName>
                                        </p:attrNameLst>
                                      </p:cBhvr>
                                      <p:to>
                                        <p:strVal val="visible"/>
                                      </p:to>
                                    </p:set>
                                    <p:animEffect transition="in" filter="wipe(up)">
                                      <p:cBhvr>
                                        <p:cTn id="7" dur="500"/>
                                        <p:tgtEl>
                                          <p:spTgt spid="8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grpId="0" nodeType="clickEffect">
                                  <p:stCondLst>
                                    <p:cond delay="0"/>
                                  </p:stCondLst>
                                  <p:childTnLst>
                                    <p:set>
                                      <p:cBhvr>
                                        <p:cTn id="11" dur="1" fill="hold">
                                          <p:stCondLst>
                                            <p:cond delay="0"/>
                                          </p:stCondLst>
                                        </p:cTn>
                                        <p:tgtEl>
                                          <p:spTgt spid="86"/>
                                        </p:tgtEl>
                                        <p:attrNameLst>
                                          <p:attrName>style.visibility</p:attrName>
                                        </p:attrNameLst>
                                      </p:cBhvr>
                                      <p:to>
                                        <p:strVal val="visible"/>
                                      </p:to>
                                    </p:set>
                                    <p:anim calcmode="lin" valueType="num">
                                      <p:cBhvr>
                                        <p:cTn id="12" dur="1000" fill="hold"/>
                                        <p:tgtEl>
                                          <p:spTgt spid="86"/>
                                        </p:tgtEl>
                                        <p:attrNameLst>
                                          <p:attrName>ppt_w</p:attrName>
                                        </p:attrNameLst>
                                      </p:cBhvr>
                                      <p:tavLst>
                                        <p:tav tm="0">
                                          <p:val>
                                            <p:fltVal val="0"/>
                                          </p:val>
                                        </p:tav>
                                        <p:tav tm="100000">
                                          <p:val>
                                            <p:strVal val="#ppt_w"/>
                                          </p:val>
                                        </p:tav>
                                      </p:tavLst>
                                    </p:anim>
                                    <p:anim calcmode="lin" valueType="num">
                                      <p:cBhvr>
                                        <p:cTn id="13" dur="1000" fill="hold"/>
                                        <p:tgtEl>
                                          <p:spTgt spid="86"/>
                                        </p:tgtEl>
                                        <p:attrNameLst>
                                          <p:attrName>ppt_h</p:attrName>
                                        </p:attrNameLst>
                                      </p:cBhvr>
                                      <p:tavLst>
                                        <p:tav tm="0">
                                          <p:val>
                                            <p:fltVal val="0"/>
                                          </p:val>
                                        </p:tav>
                                        <p:tav tm="100000">
                                          <p:val>
                                            <p:strVal val="#ppt_h"/>
                                          </p:val>
                                        </p:tav>
                                      </p:tavLst>
                                    </p:anim>
                                    <p:anim calcmode="lin" valueType="num">
                                      <p:cBhvr>
                                        <p:cTn id="14" dur="1000" fill="hold"/>
                                        <p:tgtEl>
                                          <p:spTgt spid="86"/>
                                        </p:tgtEl>
                                        <p:attrNameLst>
                                          <p:attrName>style.rotation</p:attrName>
                                        </p:attrNameLst>
                                      </p:cBhvr>
                                      <p:tavLst>
                                        <p:tav tm="0">
                                          <p:val>
                                            <p:fltVal val="90"/>
                                          </p:val>
                                        </p:tav>
                                        <p:tav tm="100000">
                                          <p:val>
                                            <p:fltVal val="0"/>
                                          </p:val>
                                        </p:tav>
                                      </p:tavLst>
                                    </p:anim>
                                    <p:animEffect transition="in" filter="fade">
                                      <p:cBhvr>
                                        <p:cTn id="15" dur="1000"/>
                                        <p:tgtEl>
                                          <p:spTgt spid="86"/>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84">
                                            <p:txEl>
                                              <p:pRg st="1" end="1"/>
                                            </p:txEl>
                                          </p:spTgt>
                                        </p:tgtEl>
                                        <p:attrNameLst>
                                          <p:attrName>style.visibility</p:attrName>
                                        </p:attrNameLst>
                                      </p:cBhvr>
                                      <p:to>
                                        <p:strVal val="visible"/>
                                      </p:to>
                                    </p:set>
                                    <p:animEffect transition="in" filter="wipe(up)">
                                      <p:cBhvr>
                                        <p:cTn id="20" dur="500"/>
                                        <p:tgtEl>
                                          <p:spTgt spid="84">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81"/>
                                        </p:tgtEl>
                                        <p:attrNameLst>
                                          <p:attrName>style.visibility</p:attrName>
                                        </p:attrNameLst>
                                      </p:cBhvr>
                                      <p:to>
                                        <p:strVal val="visible"/>
                                      </p:to>
                                    </p:set>
                                    <p:animEffect transition="in" filter="fade">
                                      <p:cBhvr>
                                        <p:cTn id="25" dur="1000"/>
                                        <p:tgtEl>
                                          <p:spTgt spid="81"/>
                                        </p:tgtEl>
                                      </p:cBhvr>
                                    </p:animEffect>
                                    <p:anim calcmode="lin" valueType="num">
                                      <p:cBhvr>
                                        <p:cTn id="26" dur="1000" fill="hold"/>
                                        <p:tgtEl>
                                          <p:spTgt spid="81"/>
                                        </p:tgtEl>
                                        <p:attrNameLst>
                                          <p:attrName>ppt_x</p:attrName>
                                        </p:attrNameLst>
                                      </p:cBhvr>
                                      <p:tavLst>
                                        <p:tav tm="0">
                                          <p:val>
                                            <p:strVal val="#ppt_x"/>
                                          </p:val>
                                        </p:tav>
                                        <p:tav tm="100000">
                                          <p:val>
                                            <p:strVal val="#ppt_x"/>
                                          </p:val>
                                        </p:tav>
                                      </p:tavLst>
                                    </p:anim>
                                    <p:anim calcmode="lin" valueType="num">
                                      <p:cBhvr>
                                        <p:cTn id="27" dur="1000" fill="hold"/>
                                        <p:tgtEl>
                                          <p:spTgt spid="81"/>
                                        </p:tgtEl>
                                        <p:attrNameLst>
                                          <p:attrName>ppt_y</p:attrName>
                                        </p:attrNameLst>
                                      </p:cBhvr>
                                      <p:tavLst>
                                        <p:tav tm="0">
                                          <p:val>
                                            <p:strVal val="#ppt_y+.1"/>
                                          </p:val>
                                        </p:tav>
                                        <p:tav tm="100000">
                                          <p:val>
                                            <p:strVal val="#ppt_y"/>
                                          </p:val>
                                        </p:tav>
                                      </p:tavLst>
                                    </p:anim>
                                  </p:childTnLst>
                                </p:cTn>
                              </p:par>
                            </p:childTnLst>
                          </p:cTn>
                        </p:par>
                        <p:par>
                          <p:cTn id="28" fill="hold">
                            <p:stCondLst>
                              <p:cond delay="1000"/>
                            </p:stCondLst>
                            <p:childTnLst>
                              <p:par>
                                <p:cTn id="29" presetID="31" presetClass="entr" presetSubtype="0" fill="hold" grpId="0" nodeType="afterEffect">
                                  <p:stCondLst>
                                    <p:cond delay="0"/>
                                  </p:stCondLst>
                                  <p:childTnLst>
                                    <p:set>
                                      <p:cBhvr>
                                        <p:cTn id="30" dur="1" fill="hold">
                                          <p:stCondLst>
                                            <p:cond delay="0"/>
                                          </p:stCondLst>
                                        </p:cTn>
                                        <p:tgtEl>
                                          <p:spTgt spid="32"/>
                                        </p:tgtEl>
                                        <p:attrNameLst>
                                          <p:attrName>style.visibility</p:attrName>
                                        </p:attrNameLst>
                                      </p:cBhvr>
                                      <p:to>
                                        <p:strVal val="visible"/>
                                      </p:to>
                                    </p:set>
                                    <p:anim calcmode="lin" valueType="num">
                                      <p:cBhvr>
                                        <p:cTn id="31" dur="500" fill="hold"/>
                                        <p:tgtEl>
                                          <p:spTgt spid="32"/>
                                        </p:tgtEl>
                                        <p:attrNameLst>
                                          <p:attrName>ppt_w</p:attrName>
                                        </p:attrNameLst>
                                      </p:cBhvr>
                                      <p:tavLst>
                                        <p:tav tm="0">
                                          <p:val>
                                            <p:fltVal val="0"/>
                                          </p:val>
                                        </p:tav>
                                        <p:tav tm="100000">
                                          <p:val>
                                            <p:strVal val="#ppt_w"/>
                                          </p:val>
                                        </p:tav>
                                      </p:tavLst>
                                    </p:anim>
                                    <p:anim calcmode="lin" valueType="num">
                                      <p:cBhvr>
                                        <p:cTn id="32" dur="500" fill="hold"/>
                                        <p:tgtEl>
                                          <p:spTgt spid="32"/>
                                        </p:tgtEl>
                                        <p:attrNameLst>
                                          <p:attrName>ppt_h</p:attrName>
                                        </p:attrNameLst>
                                      </p:cBhvr>
                                      <p:tavLst>
                                        <p:tav tm="0">
                                          <p:val>
                                            <p:fltVal val="0"/>
                                          </p:val>
                                        </p:tav>
                                        <p:tav tm="100000">
                                          <p:val>
                                            <p:strVal val="#ppt_h"/>
                                          </p:val>
                                        </p:tav>
                                      </p:tavLst>
                                    </p:anim>
                                    <p:anim calcmode="lin" valueType="num">
                                      <p:cBhvr>
                                        <p:cTn id="33" dur="500" fill="hold"/>
                                        <p:tgtEl>
                                          <p:spTgt spid="32"/>
                                        </p:tgtEl>
                                        <p:attrNameLst>
                                          <p:attrName>style.rotation</p:attrName>
                                        </p:attrNameLst>
                                      </p:cBhvr>
                                      <p:tavLst>
                                        <p:tav tm="0">
                                          <p:val>
                                            <p:fltVal val="90"/>
                                          </p:val>
                                        </p:tav>
                                        <p:tav tm="100000">
                                          <p:val>
                                            <p:fltVal val="0"/>
                                          </p:val>
                                        </p:tav>
                                      </p:tavLst>
                                    </p:anim>
                                    <p:animEffect transition="in" filter="fade">
                                      <p:cBhvr>
                                        <p:cTn id="34" dur="500"/>
                                        <p:tgtEl>
                                          <p:spTgt spid="32"/>
                                        </p:tgtEl>
                                      </p:cBhvr>
                                    </p:animEffect>
                                  </p:childTnLst>
                                </p:cTn>
                              </p:par>
                            </p:childTnLst>
                          </p:cTn>
                        </p:par>
                        <p:par>
                          <p:cTn id="35" fill="hold">
                            <p:stCondLst>
                              <p:cond delay="1500"/>
                            </p:stCondLst>
                            <p:childTnLst>
                              <p:par>
                                <p:cTn id="36" presetID="31" presetClass="entr" presetSubtype="0" fill="hold" grpId="0" nodeType="afterEffect">
                                  <p:stCondLst>
                                    <p:cond delay="0"/>
                                  </p:stCondLst>
                                  <p:childTnLst>
                                    <p:set>
                                      <p:cBhvr>
                                        <p:cTn id="37" dur="1" fill="hold">
                                          <p:stCondLst>
                                            <p:cond delay="0"/>
                                          </p:stCondLst>
                                        </p:cTn>
                                        <p:tgtEl>
                                          <p:spTgt spid="33"/>
                                        </p:tgtEl>
                                        <p:attrNameLst>
                                          <p:attrName>style.visibility</p:attrName>
                                        </p:attrNameLst>
                                      </p:cBhvr>
                                      <p:to>
                                        <p:strVal val="visible"/>
                                      </p:to>
                                    </p:set>
                                    <p:anim calcmode="lin" valueType="num">
                                      <p:cBhvr>
                                        <p:cTn id="38" dur="500" fill="hold"/>
                                        <p:tgtEl>
                                          <p:spTgt spid="33"/>
                                        </p:tgtEl>
                                        <p:attrNameLst>
                                          <p:attrName>ppt_w</p:attrName>
                                        </p:attrNameLst>
                                      </p:cBhvr>
                                      <p:tavLst>
                                        <p:tav tm="0">
                                          <p:val>
                                            <p:fltVal val="0"/>
                                          </p:val>
                                        </p:tav>
                                        <p:tav tm="100000">
                                          <p:val>
                                            <p:strVal val="#ppt_w"/>
                                          </p:val>
                                        </p:tav>
                                      </p:tavLst>
                                    </p:anim>
                                    <p:anim calcmode="lin" valueType="num">
                                      <p:cBhvr>
                                        <p:cTn id="39" dur="500" fill="hold"/>
                                        <p:tgtEl>
                                          <p:spTgt spid="33"/>
                                        </p:tgtEl>
                                        <p:attrNameLst>
                                          <p:attrName>ppt_h</p:attrName>
                                        </p:attrNameLst>
                                      </p:cBhvr>
                                      <p:tavLst>
                                        <p:tav tm="0">
                                          <p:val>
                                            <p:fltVal val="0"/>
                                          </p:val>
                                        </p:tav>
                                        <p:tav tm="100000">
                                          <p:val>
                                            <p:strVal val="#ppt_h"/>
                                          </p:val>
                                        </p:tav>
                                      </p:tavLst>
                                    </p:anim>
                                    <p:anim calcmode="lin" valueType="num">
                                      <p:cBhvr>
                                        <p:cTn id="40" dur="500" fill="hold"/>
                                        <p:tgtEl>
                                          <p:spTgt spid="33"/>
                                        </p:tgtEl>
                                        <p:attrNameLst>
                                          <p:attrName>style.rotation</p:attrName>
                                        </p:attrNameLst>
                                      </p:cBhvr>
                                      <p:tavLst>
                                        <p:tav tm="0">
                                          <p:val>
                                            <p:fltVal val="90"/>
                                          </p:val>
                                        </p:tav>
                                        <p:tav tm="100000">
                                          <p:val>
                                            <p:fltVal val="0"/>
                                          </p:val>
                                        </p:tav>
                                      </p:tavLst>
                                    </p:anim>
                                    <p:animEffect transition="in" filter="fade">
                                      <p:cBhvr>
                                        <p:cTn id="41" dur="500"/>
                                        <p:tgtEl>
                                          <p:spTgt spid="33"/>
                                        </p:tgtEl>
                                      </p:cBhvr>
                                    </p:animEffect>
                                  </p:childTnLst>
                                </p:cTn>
                              </p:par>
                            </p:childTnLst>
                          </p:cTn>
                        </p:par>
                        <p:par>
                          <p:cTn id="42" fill="hold">
                            <p:stCondLst>
                              <p:cond delay="2000"/>
                            </p:stCondLst>
                            <p:childTnLst>
                              <p:par>
                                <p:cTn id="43" presetID="31" presetClass="entr" presetSubtype="0" fill="hold" grpId="0" nodeType="afterEffect">
                                  <p:stCondLst>
                                    <p:cond delay="0"/>
                                  </p:stCondLst>
                                  <p:childTnLst>
                                    <p:set>
                                      <p:cBhvr>
                                        <p:cTn id="44" dur="1" fill="hold">
                                          <p:stCondLst>
                                            <p:cond delay="0"/>
                                          </p:stCondLst>
                                        </p:cTn>
                                        <p:tgtEl>
                                          <p:spTgt spid="34"/>
                                        </p:tgtEl>
                                        <p:attrNameLst>
                                          <p:attrName>style.visibility</p:attrName>
                                        </p:attrNameLst>
                                      </p:cBhvr>
                                      <p:to>
                                        <p:strVal val="visible"/>
                                      </p:to>
                                    </p:set>
                                    <p:anim calcmode="lin" valueType="num">
                                      <p:cBhvr>
                                        <p:cTn id="45" dur="500" fill="hold"/>
                                        <p:tgtEl>
                                          <p:spTgt spid="34"/>
                                        </p:tgtEl>
                                        <p:attrNameLst>
                                          <p:attrName>ppt_w</p:attrName>
                                        </p:attrNameLst>
                                      </p:cBhvr>
                                      <p:tavLst>
                                        <p:tav tm="0">
                                          <p:val>
                                            <p:fltVal val="0"/>
                                          </p:val>
                                        </p:tav>
                                        <p:tav tm="100000">
                                          <p:val>
                                            <p:strVal val="#ppt_w"/>
                                          </p:val>
                                        </p:tav>
                                      </p:tavLst>
                                    </p:anim>
                                    <p:anim calcmode="lin" valueType="num">
                                      <p:cBhvr>
                                        <p:cTn id="46" dur="500" fill="hold"/>
                                        <p:tgtEl>
                                          <p:spTgt spid="34"/>
                                        </p:tgtEl>
                                        <p:attrNameLst>
                                          <p:attrName>ppt_h</p:attrName>
                                        </p:attrNameLst>
                                      </p:cBhvr>
                                      <p:tavLst>
                                        <p:tav tm="0">
                                          <p:val>
                                            <p:fltVal val="0"/>
                                          </p:val>
                                        </p:tav>
                                        <p:tav tm="100000">
                                          <p:val>
                                            <p:strVal val="#ppt_h"/>
                                          </p:val>
                                        </p:tav>
                                      </p:tavLst>
                                    </p:anim>
                                    <p:anim calcmode="lin" valueType="num">
                                      <p:cBhvr>
                                        <p:cTn id="47" dur="500" fill="hold"/>
                                        <p:tgtEl>
                                          <p:spTgt spid="34"/>
                                        </p:tgtEl>
                                        <p:attrNameLst>
                                          <p:attrName>style.rotation</p:attrName>
                                        </p:attrNameLst>
                                      </p:cBhvr>
                                      <p:tavLst>
                                        <p:tav tm="0">
                                          <p:val>
                                            <p:fltVal val="90"/>
                                          </p:val>
                                        </p:tav>
                                        <p:tav tm="100000">
                                          <p:val>
                                            <p:fltVal val="0"/>
                                          </p:val>
                                        </p:tav>
                                      </p:tavLst>
                                    </p:anim>
                                    <p:animEffect transition="in" filter="fade">
                                      <p:cBhvr>
                                        <p:cTn id="48" dur="500"/>
                                        <p:tgtEl>
                                          <p:spTgt spid="34"/>
                                        </p:tgtEl>
                                      </p:cBhvr>
                                    </p:animEffect>
                                  </p:childTnLst>
                                </p:cTn>
                              </p:par>
                            </p:childTnLst>
                          </p:cTn>
                        </p:par>
                        <p:par>
                          <p:cTn id="49" fill="hold">
                            <p:stCondLst>
                              <p:cond delay="2500"/>
                            </p:stCondLst>
                            <p:childTnLst>
                              <p:par>
                                <p:cTn id="50" presetID="31" presetClass="entr" presetSubtype="0" fill="hold" grpId="0" nodeType="afterEffect">
                                  <p:stCondLst>
                                    <p:cond delay="0"/>
                                  </p:stCondLst>
                                  <p:childTnLst>
                                    <p:set>
                                      <p:cBhvr>
                                        <p:cTn id="51" dur="1" fill="hold">
                                          <p:stCondLst>
                                            <p:cond delay="0"/>
                                          </p:stCondLst>
                                        </p:cTn>
                                        <p:tgtEl>
                                          <p:spTgt spid="35"/>
                                        </p:tgtEl>
                                        <p:attrNameLst>
                                          <p:attrName>style.visibility</p:attrName>
                                        </p:attrNameLst>
                                      </p:cBhvr>
                                      <p:to>
                                        <p:strVal val="visible"/>
                                      </p:to>
                                    </p:set>
                                    <p:anim calcmode="lin" valueType="num">
                                      <p:cBhvr>
                                        <p:cTn id="52" dur="500" fill="hold"/>
                                        <p:tgtEl>
                                          <p:spTgt spid="35"/>
                                        </p:tgtEl>
                                        <p:attrNameLst>
                                          <p:attrName>ppt_w</p:attrName>
                                        </p:attrNameLst>
                                      </p:cBhvr>
                                      <p:tavLst>
                                        <p:tav tm="0">
                                          <p:val>
                                            <p:fltVal val="0"/>
                                          </p:val>
                                        </p:tav>
                                        <p:tav tm="100000">
                                          <p:val>
                                            <p:strVal val="#ppt_w"/>
                                          </p:val>
                                        </p:tav>
                                      </p:tavLst>
                                    </p:anim>
                                    <p:anim calcmode="lin" valueType="num">
                                      <p:cBhvr>
                                        <p:cTn id="53" dur="500" fill="hold"/>
                                        <p:tgtEl>
                                          <p:spTgt spid="35"/>
                                        </p:tgtEl>
                                        <p:attrNameLst>
                                          <p:attrName>ppt_h</p:attrName>
                                        </p:attrNameLst>
                                      </p:cBhvr>
                                      <p:tavLst>
                                        <p:tav tm="0">
                                          <p:val>
                                            <p:fltVal val="0"/>
                                          </p:val>
                                        </p:tav>
                                        <p:tav tm="100000">
                                          <p:val>
                                            <p:strVal val="#ppt_h"/>
                                          </p:val>
                                        </p:tav>
                                      </p:tavLst>
                                    </p:anim>
                                    <p:anim calcmode="lin" valueType="num">
                                      <p:cBhvr>
                                        <p:cTn id="54" dur="500" fill="hold"/>
                                        <p:tgtEl>
                                          <p:spTgt spid="35"/>
                                        </p:tgtEl>
                                        <p:attrNameLst>
                                          <p:attrName>style.rotation</p:attrName>
                                        </p:attrNameLst>
                                      </p:cBhvr>
                                      <p:tavLst>
                                        <p:tav tm="0">
                                          <p:val>
                                            <p:fltVal val="90"/>
                                          </p:val>
                                        </p:tav>
                                        <p:tav tm="100000">
                                          <p:val>
                                            <p:fltVal val="0"/>
                                          </p:val>
                                        </p:tav>
                                      </p:tavLst>
                                    </p:anim>
                                    <p:animEffect transition="in" filter="fade">
                                      <p:cBhvr>
                                        <p:cTn id="55" dur="500"/>
                                        <p:tgtEl>
                                          <p:spTgt spid="35"/>
                                        </p:tgtEl>
                                      </p:cBhvr>
                                    </p:animEffect>
                                  </p:childTnLst>
                                </p:cTn>
                              </p:par>
                            </p:childTnLst>
                          </p:cTn>
                        </p:par>
                        <p:par>
                          <p:cTn id="56" fill="hold">
                            <p:stCondLst>
                              <p:cond delay="3000"/>
                            </p:stCondLst>
                            <p:childTnLst>
                              <p:par>
                                <p:cTn id="57" presetID="31" presetClass="entr" presetSubtype="0" fill="hold" grpId="0" nodeType="afterEffect">
                                  <p:stCondLst>
                                    <p:cond delay="0"/>
                                  </p:stCondLst>
                                  <p:childTnLst>
                                    <p:set>
                                      <p:cBhvr>
                                        <p:cTn id="58" dur="1" fill="hold">
                                          <p:stCondLst>
                                            <p:cond delay="0"/>
                                          </p:stCondLst>
                                        </p:cTn>
                                        <p:tgtEl>
                                          <p:spTgt spid="36"/>
                                        </p:tgtEl>
                                        <p:attrNameLst>
                                          <p:attrName>style.visibility</p:attrName>
                                        </p:attrNameLst>
                                      </p:cBhvr>
                                      <p:to>
                                        <p:strVal val="visible"/>
                                      </p:to>
                                    </p:set>
                                    <p:anim calcmode="lin" valueType="num">
                                      <p:cBhvr>
                                        <p:cTn id="59" dur="500" fill="hold"/>
                                        <p:tgtEl>
                                          <p:spTgt spid="36"/>
                                        </p:tgtEl>
                                        <p:attrNameLst>
                                          <p:attrName>ppt_w</p:attrName>
                                        </p:attrNameLst>
                                      </p:cBhvr>
                                      <p:tavLst>
                                        <p:tav tm="0">
                                          <p:val>
                                            <p:fltVal val="0"/>
                                          </p:val>
                                        </p:tav>
                                        <p:tav tm="100000">
                                          <p:val>
                                            <p:strVal val="#ppt_w"/>
                                          </p:val>
                                        </p:tav>
                                      </p:tavLst>
                                    </p:anim>
                                    <p:anim calcmode="lin" valueType="num">
                                      <p:cBhvr>
                                        <p:cTn id="60" dur="500" fill="hold"/>
                                        <p:tgtEl>
                                          <p:spTgt spid="36"/>
                                        </p:tgtEl>
                                        <p:attrNameLst>
                                          <p:attrName>ppt_h</p:attrName>
                                        </p:attrNameLst>
                                      </p:cBhvr>
                                      <p:tavLst>
                                        <p:tav tm="0">
                                          <p:val>
                                            <p:fltVal val="0"/>
                                          </p:val>
                                        </p:tav>
                                        <p:tav tm="100000">
                                          <p:val>
                                            <p:strVal val="#ppt_h"/>
                                          </p:val>
                                        </p:tav>
                                      </p:tavLst>
                                    </p:anim>
                                    <p:anim calcmode="lin" valueType="num">
                                      <p:cBhvr>
                                        <p:cTn id="61" dur="500" fill="hold"/>
                                        <p:tgtEl>
                                          <p:spTgt spid="36"/>
                                        </p:tgtEl>
                                        <p:attrNameLst>
                                          <p:attrName>style.rotation</p:attrName>
                                        </p:attrNameLst>
                                      </p:cBhvr>
                                      <p:tavLst>
                                        <p:tav tm="0">
                                          <p:val>
                                            <p:fltVal val="90"/>
                                          </p:val>
                                        </p:tav>
                                        <p:tav tm="100000">
                                          <p:val>
                                            <p:fltVal val="0"/>
                                          </p:val>
                                        </p:tav>
                                      </p:tavLst>
                                    </p:anim>
                                    <p:animEffect transition="in" filter="fade">
                                      <p:cBhvr>
                                        <p:cTn id="62" dur="500"/>
                                        <p:tgtEl>
                                          <p:spTgt spid="36"/>
                                        </p:tgtEl>
                                      </p:cBhvr>
                                    </p:animEffect>
                                  </p:childTnLst>
                                </p:cTn>
                              </p:par>
                            </p:childTnLst>
                          </p:cTn>
                        </p:par>
                        <p:par>
                          <p:cTn id="63" fill="hold">
                            <p:stCondLst>
                              <p:cond delay="3500"/>
                            </p:stCondLst>
                            <p:childTnLst>
                              <p:par>
                                <p:cTn id="64" presetID="31" presetClass="entr" presetSubtype="0" fill="hold" grpId="0" nodeType="afterEffect">
                                  <p:stCondLst>
                                    <p:cond delay="0"/>
                                  </p:stCondLst>
                                  <p:childTnLst>
                                    <p:set>
                                      <p:cBhvr>
                                        <p:cTn id="65" dur="1" fill="hold">
                                          <p:stCondLst>
                                            <p:cond delay="0"/>
                                          </p:stCondLst>
                                        </p:cTn>
                                        <p:tgtEl>
                                          <p:spTgt spid="37"/>
                                        </p:tgtEl>
                                        <p:attrNameLst>
                                          <p:attrName>style.visibility</p:attrName>
                                        </p:attrNameLst>
                                      </p:cBhvr>
                                      <p:to>
                                        <p:strVal val="visible"/>
                                      </p:to>
                                    </p:set>
                                    <p:anim calcmode="lin" valueType="num">
                                      <p:cBhvr>
                                        <p:cTn id="66" dur="500" fill="hold"/>
                                        <p:tgtEl>
                                          <p:spTgt spid="37"/>
                                        </p:tgtEl>
                                        <p:attrNameLst>
                                          <p:attrName>ppt_w</p:attrName>
                                        </p:attrNameLst>
                                      </p:cBhvr>
                                      <p:tavLst>
                                        <p:tav tm="0">
                                          <p:val>
                                            <p:fltVal val="0"/>
                                          </p:val>
                                        </p:tav>
                                        <p:tav tm="100000">
                                          <p:val>
                                            <p:strVal val="#ppt_w"/>
                                          </p:val>
                                        </p:tav>
                                      </p:tavLst>
                                    </p:anim>
                                    <p:anim calcmode="lin" valueType="num">
                                      <p:cBhvr>
                                        <p:cTn id="67" dur="500" fill="hold"/>
                                        <p:tgtEl>
                                          <p:spTgt spid="37"/>
                                        </p:tgtEl>
                                        <p:attrNameLst>
                                          <p:attrName>ppt_h</p:attrName>
                                        </p:attrNameLst>
                                      </p:cBhvr>
                                      <p:tavLst>
                                        <p:tav tm="0">
                                          <p:val>
                                            <p:fltVal val="0"/>
                                          </p:val>
                                        </p:tav>
                                        <p:tav tm="100000">
                                          <p:val>
                                            <p:strVal val="#ppt_h"/>
                                          </p:val>
                                        </p:tav>
                                      </p:tavLst>
                                    </p:anim>
                                    <p:anim calcmode="lin" valueType="num">
                                      <p:cBhvr>
                                        <p:cTn id="68" dur="500" fill="hold"/>
                                        <p:tgtEl>
                                          <p:spTgt spid="37"/>
                                        </p:tgtEl>
                                        <p:attrNameLst>
                                          <p:attrName>style.rotation</p:attrName>
                                        </p:attrNameLst>
                                      </p:cBhvr>
                                      <p:tavLst>
                                        <p:tav tm="0">
                                          <p:val>
                                            <p:fltVal val="90"/>
                                          </p:val>
                                        </p:tav>
                                        <p:tav tm="100000">
                                          <p:val>
                                            <p:fltVal val="0"/>
                                          </p:val>
                                        </p:tav>
                                      </p:tavLst>
                                    </p:anim>
                                    <p:animEffect transition="in" filter="fade">
                                      <p:cBhvr>
                                        <p:cTn id="69" dur="500"/>
                                        <p:tgtEl>
                                          <p:spTgt spid="37"/>
                                        </p:tgtEl>
                                      </p:cBhvr>
                                    </p:animEffect>
                                  </p:childTnLst>
                                </p:cTn>
                              </p:par>
                            </p:childTnLst>
                          </p:cTn>
                        </p:par>
                        <p:par>
                          <p:cTn id="70" fill="hold">
                            <p:stCondLst>
                              <p:cond delay="4000"/>
                            </p:stCondLst>
                            <p:childTnLst>
                              <p:par>
                                <p:cTn id="71" presetID="31" presetClass="entr" presetSubtype="0" fill="hold" grpId="0" nodeType="afterEffect">
                                  <p:stCondLst>
                                    <p:cond delay="0"/>
                                  </p:stCondLst>
                                  <p:childTnLst>
                                    <p:set>
                                      <p:cBhvr>
                                        <p:cTn id="72" dur="1" fill="hold">
                                          <p:stCondLst>
                                            <p:cond delay="0"/>
                                          </p:stCondLst>
                                        </p:cTn>
                                        <p:tgtEl>
                                          <p:spTgt spid="38"/>
                                        </p:tgtEl>
                                        <p:attrNameLst>
                                          <p:attrName>style.visibility</p:attrName>
                                        </p:attrNameLst>
                                      </p:cBhvr>
                                      <p:to>
                                        <p:strVal val="visible"/>
                                      </p:to>
                                    </p:set>
                                    <p:anim calcmode="lin" valueType="num">
                                      <p:cBhvr>
                                        <p:cTn id="73" dur="500" fill="hold"/>
                                        <p:tgtEl>
                                          <p:spTgt spid="38"/>
                                        </p:tgtEl>
                                        <p:attrNameLst>
                                          <p:attrName>ppt_w</p:attrName>
                                        </p:attrNameLst>
                                      </p:cBhvr>
                                      <p:tavLst>
                                        <p:tav tm="0">
                                          <p:val>
                                            <p:fltVal val="0"/>
                                          </p:val>
                                        </p:tav>
                                        <p:tav tm="100000">
                                          <p:val>
                                            <p:strVal val="#ppt_w"/>
                                          </p:val>
                                        </p:tav>
                                      </p:tavLst>
                                    </p:anim>
                                    <p:anim calcmode="lin" valueType="num">
                                      <p:cBhvr>
                                        <p:cTn id="74" dur="500" fill="hold"/>
                                        <p:tgtEl>
                                          <p:spTgt spid="38"/>
                                        </p:tgtEl>
                                        <p:attrNameLst>
                                          <p:attrName>ppt_h</p:attrName>
                                        </p:attrNameLst>
                                      </p:cBhvr>
                                      <p:tavLst>
                                        <p:tav tm="0">
                                          <p:val>
                                            <p:fltVal val="0"/>
                                          </p:val>
                                        </p:tav>
                                        <p:tav tm="100000">
                                          <p:val>
                                            <p:strVal val="#ppt_h"/>
                                          </p:val>
                                        </p:tav>
                                      </p:tavLst>
                                    </p:anim>
                                    <p:anim calcmode="lin" valueType="num">
                                      <p:cBhvr>
                                        <p:cTn id="75" dur="500" fill="hold"/>
                                        <p:tgtEl>
                                          <p:spTgt spid="38"/>
                                        </p:tgtEl>
                                        <p:attrNameLst>
                                          <p:attrName>style.rotation</p:attrName>
                                        </p:attrNameLst>
                                      </p:cBhvr>
                                      <p:tavLst>
                                        <p:tav tm="0">
                                          <p:val>
                                            <p:fltVal val="90"/>
                                          </p:val>
                                        </p:tav>
                                        <p:tav tm="100000">
                                          <p:val>
                                            <p:fltVal val="0"/>
                                          </p:val>
                                        </p:tav>
                                      </p:tavLst>
                                    </p:anim>
                                    <p:animEffect transition="in" filter="fade">
                                      <p:cBhvr>
                                        <p:cTn id="76" dur="500"/>
                                        <p:tgtEl>
                                          <p:spTgt spid="38"/>
                                        </p:tgtEl>
                                      </p:cBhvr>
                                    </p:animEffect>
                                  </p:childTnLst>
                                </p:cTn>
                              </p:par>
                            </p:childTnLst>
                          </p:cTn>
                        </p:par>
                        <p:par>
                          <p:cTn id="77" fill="hold">
                            <p:stCondLst>
                              <p:cond delay="4500"/>
                            </p:stCondLst>
                            <p:childTnLst>
                              <p:par>
                                <p:cTn id="78" presetID="31" presetClass="entr" presetSubtype="0" fill="hold" grpId="1" nodeType="afterEffect">
                                  <p:stCondLst>
                                    <p:cond delay="0"/>
                                  </p:stCondLst>
                                  <p:childTnLst>
                                    <p:set>
                                      <p:cBhvr>
                                        <p:cTn id="79" dur="1" fill="hold">
                                          <p:stCondLst>
                                            <p:cond delay="0"/>
                                          </p:stCondLst>
                                        </p:cTn>
                                        <p:tgtEl>
                                          <p:spTgt spid="40"/>
                                        </p:tgtEl>
                                        <p:attrNameLst>
                                          <p:attrName>style.visibility</p:attrName>
                                        </p:attrNameLst>
                                      </p:cBhvr>
                                      <p:to>
                                        <p:strVal val="visible"/>
                                      </p:to>
                                    </p:set>
                                    <p:anim calcmode="lin" valueType="num">
                                      <p:cBhvr>
                                        <p:cTn id="80" dur="500" fill="hold"/>
                                        <p:tgtEl>
                                          <p:spTgt spid="40"/>
                                        </p:tgtEl>
                                        <p:attrNameLst>
                                          <p:attrName>ppt_w</p:attrName>
                                        </p:attrNameLst>
                                      </p:cBhvr>
                                      <p:tavLst>
                                        <p:tav tm="0">
                                          <p:val>
                                            <p:fltVal val="0"/>
                                          </p:val>
                                        </p:tav>
                                        <p:tav tm="100000">
                                          <p:val>
                                            <p:strVal val="#ppt_w"/>
                                          </p:val>
                                        </p:tav>
                                      </p:tavLst>
                                    </p:anim>
                                    <p:anim calcmode="lin" valueType="num">
                                      <p:cBhvr>
                                        <p:cTn id="81" dur="500" fill="hold"/>
                                        <p:tgtEl>
                                          <p:spTgt spid="40"/>
                                        </p:tgtEl>
                                        <p:attrNameLst>
                                          <p:attrName>ppt_h</p:attrName>
                                        </p:attrNameLst>
                                      </p:cBhvr>
                                      <p:tavLst>
                                        <p:tav tm="0">
                                          <p:val>
                                            <p:fltVal val="0"/>
                                          </p:val>
                                        </p:tav>
                                        <p:tav tm="100000">
                                          <p:val>
                                            <p:strVal val="#ppt_h"/>
                                          </p:val>
                                        </p:tav>
                                      </p:tavLst>
                                    </p:anim>
                                    <p:anim calcmode="lin" valueType="num">
                                      <p:cBhvr>
                                        <p:cTn id="82" dur="500" fill="hold"/>
                                        <p:tgtEl>
                                          <p:spTgt spid="40"/>
                                        </p:tgtEl>
                                        <p:attrNameLst>
                                          <p:attrName>style.rotation</p:attrName>
                                        </p:attrNameLst>
                                      </p:cBhvr>
                                      <p:tavLst>
                                        <p:tav tm="0">
                                          <p:val>
                                            <p:fltVal val="90"/>
                                          </p:val>
                                        </p:tav>
                                        <p:tav tm="100000">
                                          <p:val>
                                            <p:fltVal val="0"/>
                                          </p:val>
                                        </p:tav>
                                      </p:tavLst>
                                    </p:anim>
                                    <p:animEffect transition="in" filter="fade">
                                      <p:cBhvr>
                                        <p:cTn id="83" dur="500"/>
                                        <p:tgtEl>
                                          <p:spTgt spid="40"/>
                                        </p:tgtEl>
                                      </p:cBhvr>
                                    </p:animEffect>
                                  </p:childTnLst>
                                </p:cTn>
                              </p:par>
                              <p:par>
                                <p:cTn id="84" presetID="16" presetClass="entr" presetSubtype="21" fill="hold" nodeType="withEffect">
                                  <p:stCondLst>
                                    <p:cond delay="0"/>
                                  </p:stCondLst>
                                  <p:childTnLst>
                                    <p:set>
                                      <p:cBhvr>
                                        <p:cTn id="85" dur="1" fill="hold">
                                          <p:stCondLst>
                                            <p:cond delay="0"/>
                                          </p:stCondLst>
                                        </p:cTn>
                                        <p:tgtEl>
                                          <p:spTgt spid="41"/>
                                        </p:tgtEl>
                                        <p:attrNameLst>
                                          <p:attrName>style.visibility</p:attrName>
                                        </p:attrNameLst>
                                      </p:cBhvr>
                                      <p:to>
                                        <p:strVal val="visible"/>
                                      </p:to>
                                    </p:set>
                                    <p:animEffect transition="in" filter="barn(inVertical)">
                                      <p:cBhvr>
                                        <p:cTn id="86" dur="500"/>
                                        <p:tgtEl>
                                          <p:spTgt spid="41"/>
                                        </p:tgtEl>
                                      </p:cBhvr>
                                    </p:animEffect>
                                  </p:childTnLst>
                                </p:cTn>
                              </p:par>
                            </p:childTnLst>
                          </p:cTn>
                        </p:par>
                        <p:par>
                          <p:cTn id="87" fill="hold">
                            <p:stCondLst>
                              <p:cond delay="5000"/>
                            </p:stCondLst>
                            <p:childTnLst>
                              <p:par>
                                <p:cTn id="88" presetID="31" presetClass="entr" presetSubtype="0" fill="hold" grpId="0" nodeType="afterEffect">
                                  <p:stCondLst>
                                    <p:cond delay="0"/>
                                  </p:stCondLst>
                                  <p:childTnLst>
                                    <p:set>
                                      <p:cBhvr>
                                        <p:cTn id="89" dur="1" fill="hold">
                                          <p:stCondLst>
                                            <p:cond delay="0"/>
                                          </p:stCondLst>
                                        </p:cTn>
                                        <p:tgtEl>
                                          <p:spTgt spid="82"/>
                                        </p:tgtEl>
                                        <p:attrNameLst>
                                          <p:attrName>style.visibility</p:attrName>
                                        </p:attrNameLst>
                                      </p:cBhvr>
                                      <p:to>
                                        <p:strVal val="visible"/>
                                      </p:to>
                                    </p:set>
                                    <p:anim calcmode="lin" valueType="num">
                                      <p:cBhvr>
                                        <p:cTn id="90" dur="500" fill="hold"/>
                                        <p:tgtEl>
                                          <p:spTgt spid="82"/>
                                        </p:tgtEl>
                                        <p:attrNameLst>
                                          <p:attrName>ppt_w</p:attrName>
                                        </p:attrNameLst>
                                      </p:cBhvr>
                                      <p:tavLst>
                                        <p:tav tm="0">
                                          <p:val>
                                            <p:fltVal val="0"/>
                                          </p:val>
                                        </p:tav>
                                        <p:tav tm="100000">
                                          <p:val>
                                            <p:strVal val="#ppt_w"/>
                                          </p:val>
                                        </p:tav>
                                      </p:tavLst>
                                    </p:anim>
                                    <p:anim calcmode="lin" valueType="num">
                                      <p:cBhvr>
                                        <p:cTn id="91" dur="500" fill="hold"/>
                                        <p:tgtEl>
                                          <p:spTgt spid="82"/>
                                        </p:tgtEl>
                                        <p:attrNameLst>
                                          <p:attrName>ppt_h</p:attrName>
                                        </p:attrNameLst>
                                      </p:cBhvr>
                                      <p:tavLst>
                                        <p:tav tm="0">
                                          <p:val>
                                            <p:fltVal val="0"/>
                                          </p:val>
                                        </p:tav>
                                        <p:tav tm="100000">
                                          <p:val>
                                            <p:strVal val="#ppt_h"/>
                                          </p:val>
                                        </p:tav>
                                      </p:tavLst>
                                    </p:anim>
                                    <p:anim calcmode="lin" valueType="num">
                                      <p:cBhvr>
                                        <p:cTn id="92" dur="500" fill="hold"/>
                                        <p:tgtEl>
                                          <p:spTgt spid="82"/>
                                        </p:tgtEl>
                                        <p:attrNameLst>
                                          <p:attrName>style.rotation</p:attrName>
                                        </p:attrNameLst>
                                      </p:cBhvr>
                                      <p:tavLst>
                                        <p:tav tm="0">
                                          <p:val>
                                            <p:fltVal val="90"/>
                                          </p:val>
                                        </p:tav>
                                        <p:tav tm="100000">
                                          <p:val>
                                            <p:fltVal val="0"/>
                                          </p:val>
                                        </p:tav>
                                      </p:tavLst>
                                    </p:anim>
                                    <p:animEffect transition="in" filter="fade">
                                      <p:cBhvr>
                                        <p:cTn id="93" dur="500"/>
                                        <p:tgtEl>
                                          <p:spTgt spid="82"/>
                                        </p:tgtEl>
                                      </p:cBhvr>
                                    </p:animEffect>
                                  </p:childTnLst>
                                </p:cTn>
                              </p:par>
                            </p:childTnLst>
                          </p:cTn>
                        </p:par>
                        <p:par>
                          <p:cTn id="94" fill="hold">
                            <p:stCondLst>
                              <p:cond delay="5500"/>
                            </p:stCondLst>
                            <p:childTnLst>
                              <p:par>
                                <p:cTn id="95" presetID="31" presetClass="entr" presetSubtype="0" fill="hold" grpId="0" nodeType="afterEffect">
                                  <p:stCondLst>
                                    <p:cond delay="0"/>
                                  </p:stCondLst>
                                  <p:childTnLst>
                                    <p:set>
                                      <p:cBhvr>
                                        <p:cTn id="96" dur="1" fill="hold">
                                          <p:stCondLst>
                                            <p:cond delay="0"/>
                                          </p:stCondLst>
                                        </p:cTn>
                                        <p:tgtEl>
                                          <p:spTgt spid="83"/>
                                        </p:tgtEl>
                                        <p:attrNameLst>
                                          <p:attrName>style.visibility</p:attrName>
                                        </p:attrNameLst>
                                      </p:cBhvr>
                                      <p:to>
                                        <p:strVal val="visible"/>
                                      </p:to>
                                    </p:set>
                                    <p:anim calcmode="lin" valueType="num">
                                      <p:cBhvr>
                                        <p:cTn id="97" dur="500" fill="hold"/>
                                        <p:tgtEl>
                                          <p:spTgt spid="83"/>
                                        </p:tgtEl>
                                        <p:attrNameLst>
                                          <p:attrName>ppt_w</p:attrName>
                                        </p:attrNameLst>
                                      </p:cBhvr>
                                      <p:tavLst>
                                        <p:tav tm="0">
                                          <p:val>
                                            <p:fltVal val="0"/>
                                          </p:val>
                                        </p:tav>
                                        <p:tav tm="100000">
                                          <p:val>
                                            <p:strVal val="#ppt_w"/>
                                          </p:val>
                                        </p:tav>
                                      </p:tavLst>
                                    </p:anim>
                                    <p:anim calcmode="lin" valueType="num">
                                      <p:cBhvr>
                                        <p:cTn id="98" dur="500" fill="hold"/>
                                        <p:tgtEl>
                                          <p:spTgt spid="83"/>
                                        </p:tgtEl>
                                        <p:attrNameLst>
                                          <p:attrName>ppt_h</p:attrName>
                                        </p:attrNameLst>
                                      </p:cBhvr>
                                      <p:tavLst>
                                        <p:tav tm="0">
                                          <p:val>
                                            <p:fltVal val="0"/>
                                          </p:val>
                                        </p:tav>
                                        <p:tav tm="100000">
                                          <p:val>
                                            <p:strVal val="#ppt_h"/>
                                          </p:val>
                                        </p:tav>
                                      </p:tavLst>
                                    </p:anim>
                                    <p:anim calcmode="lin" valueType="num">
                                      <p:cBhvr>
                                        <p:cTn id="99" dur="500" fill="hold"/>
                                        <p:tgtEl>
                                          <p:spTgt spid="83"/>
                                        </p:tgtEl>
                                        <p:attrNameLst>
                                          <p:attrName>style.rotation</p:attrName>
                                        </p:attrNameLst>
                                      </p:cBhvr>
                                      <p:tavLst>
                                        <p:tav tm="0">
                                          <p:val>
                                            <p:fltVal val="90"/>
                                          </p:val>
                                        </p:tav>
                                        <p:tav tm="100000">
                                          <p:val>
                                            <p:fltVal val="0"/>
                                          </p:val>
                                        </p:tav>
                                      </p:tavLst>
                                    </p:anim>
                                    <p:animEffect transition="in" filter="fade">
                                      <p:cBhvr>
                                        <p:cTn id="100" dur="500"/>
                                        <p:tgtEl>
                                          <p:spTgt spid="83"/>
                                        </p:tgtEl>
                                      </p:cBhvr>
                                    </p:animEffect>
                                  </p:childTnLst>
                                </p:cTn>
                              </p:par>
                            </p:childTnLst>
                          </p:cTn>
                        </p:par>
                      </p:childTnLst>
                    </p:cTn>
                  </p:par>
                  <p:par>
                    <p:cTn id="101" fill="hold">
                      <p:stCondLst>
                        <p:cond delay="indefinite"/>
                      </p:stCondLst>
                      <p:childTnLst>
                        <p:par>
                          <p:cTn id="102" fill="hold">
                            <p:stCondLst>
                              <p:cond delay="0"/>
                            </p:stCondLst>
                            <p:childTnLst>
                              <p:par>
                                <p:cTn id="103" presetID="22" presetClass="entr" presetSubtype="8" fill="hold" grpId="0" nodeType="clickEffect">
                                  <p:stCondLst>
                                    <p:cond delay="0"/>
                                  </p:stCondLst>
                                  <p:childTnLst>
                                    <p:set>
                                      <p:cBhvr>
                                        <p:cTn id="104" dur="1" fill="hold">
                                          <p:stCondLst>
                                            <p:cond delay="0"/>
                                          </p:stCondLst>
                                        </p:cTn>
                                        <p:tgtEl>
                                          <p:spTgt spid="57"/>
                                        </p:tgtEl>
                                        <p:attrNameLst>
                                          <p:attrName>style.visibility</p:attrName>
                                        </p:attrNameLst>
                                      </p:cBhvr>
                                      <p:to>
                                        <p:strVal val="visible"/>
                                      </p:to>
                                    </p:set>
                                    <p:animEffect transition="in" filter="wipe(left)">
                                      <p:cBhvr>
                                        <p:cTn id="105" dur="1000"/>
                                        <p:tgtEl>
                                          <p:spTgt spid="57"/>
                                        </p:tgtEl>
                                      </p:cBhvr>
                                    </p:animEffect>
                                  </p:childTnLst>
                                </p:cTn>
                              </p:par>
                            </p:childTnLst>
                          </p:cTn>
                        </p:par>
                        <p:par>
                          <p:cTn id="106" fill="hold">
                            <p:stCondLst>
                              <p:cond delay="1000"/>
                            </p:stCondLst>
                            <p:childTnLst>
                              <p:par>
                                <p:cTn id="107" presetID="22" presetClass="entr" presetSubtype="8" fill="hold" grpId="0" nodeType="afterEffect">
                                  <p:stCondLst>
                                    <p:cond delay="0"/>
                                  </p:stCondLst>
                                  <p:childTnLst>
                                    <p:set>
                                      <p:cBhvr>
                                        <p:cTn id="108" dur="1" fill="hold">
                                          <p:stCondLst>
                                            <p:cond delay="0"/>
                                          </p:stCondLst>
                                        </p:cTn>
                                        <p:tgtEl>
                                          <p:spTgt spid="95"/>
                                        </p:tgtEl>
                                        <p:attrNameLst>
                                          <p:attrName>style.visibility</p:attrName>
                                        </p:attrNameLst>
                                      </p:cBhvr>
                                      <p:to>
                                        <p:strVal val="visible"/>
                                      </p:to>
                                    </p:set>
                                    <p:animEffect transition="in" filter="wipe(left)">
                                      <p:cBhvr>
                                        <p:cTn id="109" dur="1000"/>
                                        <p:tgtEl>
                                          <p:spTgt spid="95"/>
                                        </p:tgtEl>
                                      </p:cBhvr>
                                    </p:animEffect>
                                  </p:childTnLst>
                                </p:cTn>
                              </p:par>
                            </p:childTnLst>
                          </p:cTn>
                        </p:par>
                        <p:par>
                          <p:cTn id="110" fill="hold">
                            <p:stCondLst>
                              <p:cond delay="2000"/>
                            </p:stCondLst>
                            <p:childTnLst>
                              <p:par>
                                <p:cTn id="111" presetID="47" presetClass="entr" presetSubtype="0" fill="hold" grpId="0" nodeType="afterEffect">
                                  <p:stCondLst>
                                    <p:cond delay="0"/>
                                  </p:stCondLst>
                                  <p:childTnLst>
                                    <p:set>
                                      <p:cBhvr>
                                        <p:cTn id="112" dur="1" fill="hold">
                                          <p:stCondLst>
                                            <p:cond delay="0"/>
                                          </p:stCondLst>
                                        </p:cTn>
                                        <p:tgtEl>
                                          <p:spTgt spid="2"/>
                                        </p:tgtEl>
                                        <p:attrNameLst>
                                          <p:attrName>style.visibility</p:attrName>
                                        </p:attrNameLst>
                                      </p:cBhvr>
                                      <p:to>
                                        <p:strVal val="visible"/>
                                      </p:to>
                                    </p:set>
                                    <p:animEffect transition="in" filter="fade">
                                      <p:cBhvr>
                                        <p:cTn id="113" dur="1000"/>
                                        <p:tgtEl>
                                          <p:spTgt spid="2"/>
                                        </p:tgtEl>
                                      </p:cBhvr>
                                    </p:animEffect>
                                    <p:anim calcmode="lin" valueType="num">
                                      <p:cBhvr>
                                        <p:cTn id="114" dur="1000" fill="hold"/>
                                        <p:tgtEl>
                                          <p:spTgt spid="2"/>
                                        </p:tgtEl>
                                        <p:attrNameLst>
                                          <p:attrName>ppt_x</p:attrName>
                                        </p:attrNameLst>
                                      </p:cBhvr>
                                      <p:tavLst>
                                        <p:tav tm="0">
                                          <p:val>
                                            <p:strVal val="#ppt_x"/>
                                          </p:val>
                                        </p:tav>
                                        <p:tav tm="100000">
                                          <p:val>
                                            <p:strVal val="#ppt_x"/>
                                          </p:val>
                                        </p:tav>
                                      </p:tavLst>
                                    </p:anim>
                                    <p:anim calcmode="lin" valueType="num">
                                      <p:cBhvr>
                                        <p:cTn id="115" dur="1000" fill="hold"/>
                                        <p:tgtEl>
                                          <p:spTgt spid="2"/>
                                        </p:tgtEl>
                                        <p:attrNameLst>
                                          <p:attrName>ppt_y</p:attrName>
                                        </p:attrNameLst>
                                      </p:cBhvr>
                                      <p:tavLst>
                                        <p:tav tm="0">
                                          <p:val>
                                            <p:strVal val="#ppt_y-.1"/>
                                          </p:val>
                                        </p:tav>
                                        <p:tav tm="100000">
                                          <p:val>
                                            <p:strVal val="#ppt_y"/>
                                          </p:val>
                                        </p:tav>
                                      </p:tavLst>
                                    </p:anim>
                                  </p:childTnLst>
                                </p:cTn>
                              </p:par>
                            </p:childTnLst>
                          </p:cTn>
                        </p:par>
                        <p:par>
                          <p:cTn id="116" fill="hold">
                            <p:stCondLst>
                              <p:cond delay="3000"/>
                            </p:stCondLst>
                            <p:childTnLst>
                              <p:par>
                                <p:cTn id="117" presetID="3" presetClass="emph" presetSubtype="2" fill="hold" grpId="2" nodeType="afterEffect">
                                  <p:stCondLst>
                                    <p:cond delay="0"/>
                                  </p:stCondLst>
                                  <p:childTnLst>
                                    <p:animClr clrSpc="rgb" dir="cw">
                                      <p:cBhvr override="childStyle">
                                        <p:cTn id="118" dur="500" fill="hold"/>
                                        <p:tgtEl>
                                          <p:spTgt spid="32"/>
                                        </p:tgtEl>
                                        <p:attrNameLst>
                                          <p:attrName>style.color</p:attrName>
                                        </p:attrNameLst>
                                      </p:cBhvr>
                                      <p:to>
                                        <a:srgbClr val="BF4F14"/>
                                      </p:to>
                                    </p:animClr>
                                  </p:childTnLst>
                                </p:cTn>
                              </p:par>
                            </p:childTnLst>
                          </p:cTn>
                        </p:par>
                        <p:par>
                          <p:cTn id="119" fill="hold">
                            <p:stCondLst>
                              <p:cond delay="3500"/>
                            </p:stCondLst>
                            <p:childTnLst>
                              <p:par>
                                <p:cTn id="120" presetID="3" presetClass="emph" presetSubtype="2" fill="hold" grpId="3" nodeType="afterEffect">
                                  <p:stCondLst>
                                    <p:cond delay="0"/>
                                  </p:stCondLst>
                                  <p:childTnLst>
                                    <p:animClr clrSpc="rgb" dir="cw">
                                      <p:cBhvr override="childStyle">
                                        <p:cTn id="121" dur="500" fill="hold"/>
                                        <p:tgtEl>
                                          <p:spTgt spid="37"/>
                                        </p:tgtEl>
                                        <p:attrNameLst>
                                          <p:attrName>style.color</p:attrName>
                                        </p:attrNameLst>
                                      </p:cBhvr>
                                      <p:to>
                                        <a:srgbClr val="BF4F14"/>
                                      </p:to>
                                    </p:animClr>
                                  </p:childTnLst>
                                </p:cTn>
                              </p:par>
                            </p:childTnLst>
                          </p:cTn>
                        </p:par>
                        <p:par>
                          <p:cTn id="122" fill="hold">
                            <p:stCondLst>
                              <p:cond delay="4000"/>
                            </p:stCondLst>
                            <p:childTnLst>
                              <p:par>
                                <p:cTn id="123" presetID="3" presetClass="emph" presetSubtype="2" fill="hold" grpId="2" nodeType="afterEffect">
                                  <p:stCondLst>
                                    <p:cond delay="0"/>
                                  </p:stCondLst>
                                  <p:childTnLst>
                                    <p:animClr clrSpc="rgb" dir="cw">
                                      <p:cBhvr override="childStyle">
                                        <p:cTn id="124" dur="500" fill="hold"/>
                                        <p:tgtEl>
                                          <p:spTgt spid="33"/>
                                        </p:tgtEl>
                                        <p:attrNameLst>
                                          <p:attrName>style.color</p:attrName>
                                        </p:attrNameLst>
                                      </p:cBhvr>
                                      <p:to>
                                        <a:srgbClr val="833C0B"/>
                                      </p:to>
                                    </p:animClr>
                                  </p:childTnLst>
                                </p:cTn>
                              </p:par>
                            </p:childTnLst>
                          </p:cTn>
                        </p:par>
                        <p:par>
                          <p:cTn id="125" fill="hold">
                            <p:stCondLst>
                              <p:cond delay="4500"/>
                            </p:stCondLst>
                            <p:childTnLst>
                              <p:par>
                                <p:cTn id="126" presetID="3" presetClass="emph" presetSubtype="2" fill="hold" grpId="3" nodeType="afterEffect">
                                  <p:stCondLst>
                                    <p:cond delay="0"/>
                                  </p:stCondLst>
                                  <p:childTnLst>
                                    <p:animClr clrSpc="rgb" dir="cw">
                                      <p:cBhvr override="childStyle">
                                        <p:cTn id="127" dur="500" fill="hold"/>
                                        <p:tgtEl>
                                          <p:spTgt spid="38"/>
                                        </p:tgtEl>
                                        <p:attrNameLst>
                                          <p:attrName>style.color</p:attrName>
                                        </p:attrNameLst>
                                      </p:cBhvr>
                                      <p:to>
                                        <a:srgbClr val="833C0B"/>
                                      </p:to>
                                    </p:animClr>
                                  </p:childTnLst>
                                </p:cTn>
                              </p:par>
                            </p:childTnLst>
                          </p:cTn>
                        </p:par>
                        <p:par>
                          <p:cTn id="128" fill="hold">
                            <p:stCondLst>
                              <p:cond delay="5000"/>
                            </p:stCondLst>
                            <p:childTnLst>
                              <p:par>
                                <p:cTn id="129" presetID="3" presetClass="emph" presetSubtype="2" fill="hold" grpId="2" nodeType="afterEffect">
                                  <p:stCondLst>
                                    <p:cond delay="0"/>
                                  </p:stCondLst>
                                  <p:childTnLst>
                                    <p:animClr clrSpc="rgb" dir="cw">
                                      <p:cBhvr override="childStyle">
                                        <p:cTn id="130" dur="500" fill="hold"/>
                                        <p:tgtEl>
                                          <p:spTgt spid="34"/>
                                        </p:tgtEl>
                                        <p:attrNameLst>
                                          <p:attrName>style.color</p:attrName>
                                        </p:attrNameLst>
                                      </p:cBhvr>
                                      <p:to>
                                        <a:srgbClr val="0070C0"/>
                                      </p:to>
                                    </p:animClr>
                                  </p:childTnLst>
                                </p:cTn>
                              </p:par>
                            </p:childTnLst>
                          </p:cTn>
                        </p:par>
                        <p:par>
                          <p:cTn id="131" fill="hold">
                            <p:stCondLst>
                              <p:cond delay="5500"/>
                            </p:stCondLst>
                            <p:childTnLst>
                              <p:par>
                                <p:cTn id="132" presetID="3" presetClass="emph" presetSubtype="2" fill="hold" grpId="0" nodeType="afterEffect">
                                  <p:stCondLst>
                                    <p:cond delay="0"/>
                                  </p:stCondLst>
                                  <p:childTnLst>
                                    <p:animClr clrSpc="rgb" dir="cw">
                                      <p:cBhvr override="childStyle">
                                        <p:cTn id="133" dur="500" fill="hold"/>
                                        <p:tgtEl>
                                          <p:spTgt spid="40"/>
                                        </p:tgtEl>
                                        <p:attrNameLst>
                                          <p:attrName>style.color</p:attrName>
                                        </p:attrNameLst>
                                      </p:cBhvr>
                                      <p:to>
                                        <a:srgbClr val="0070C0"/>
                                      </p:to>
                                    </p:animClr>
                                  </p:childTnLst>
                                </p:cTn>
                              </p:par>
                            </p:childTnLst>
                          </p:cTn>
                        </p:par>
                        <p:par>
                          <p:cTn id="134" fill="hold">
                            <p:stCondLst>
                              <p:cond delay="6000"/>
                            </p:stCondLst>
                            <p:childTnLst>
                              <p:par>
                                <p:cTn id="135" presetID="3" presetClass="emph" presetSubtype="2" fill="hold" grpId="2" nodeType="afterEffect">
                                  <p:stCondLst>
                                    <p:cond delay="0"/>
                                  </p:stCondLst>
                                  <p:childTnLst>
                                    <p:animClr clrSpc="rgb" dir="cw">
                                      <p:cBhvr override="childStyle">
                                        <p:cTn id="136" dur="500" fill="hold"/>
                                        <p:tgtEl>
                                          <p:spTgt spid="35"/>
                                        </p:tgtEl>
                                        <p:attrNameLst>
                                          <p:attrName>style.color</p:attrName>
                                        </p:attrNameLst>
                                      </p:cBhvr>
                                      <p:to>
                                        <a:srgbClr val="FF0000"/>
                                      </p:to>
                                    </p:animClr>
                                  </p:childTnLst>
                                </p:cTn>
                              </p:par>
                            </p:childTnLst>
                          </p:cTn>
                        </p:par>
                        <p:par>
                          <p:cTn id="137" fill="hold">
                            <p:stCondLst>
                              <p:cond delay="6500"/>
                            </p:stCondLst>
                            <p:childTnLst>
                              <p:par>
                                <p:cTn id="138" presetID="3" presetClass="emph" presetSubtype="2" fill="hold" grpId="3" nodeType="afterEffect">
                                  <p:stCondLst>
                                    <p:cond delay="0"/>
                                  </p:stCondLst>
                                  <p:childTnLst>
                                    <p:animClr clrSpc="rgb" dir="cw">
                                      <p:cBhvr override="childStyle">
                                        <p:cTn id="139" dur="500" fill="hold"/>
                                        <p:tgtEl>
                                          <p:spTgt spid="82"/>
                                        </p:tgtEl>
                                        <p:attrNameLst>
                                          <p:attrName>style.color</p:attrName>
                                        </p:attrNameLst>
                                      </p:cBhvr>
                                      <p:to>
                                        <a:srgbClr val="FF0000"/>
                                      </p:to>
                                    </p:animClr>
                                  </p:childTnLst>
                                </p:cTn>
                              </p:par>
                            </p:childTnLst>
                          </p:cTn>
                        </p:par>
                        <p:par>
                          <p:cTn id="140" fill="hold">
                            <p:stCondLst>
                              <p:cond delay="7000"/>
                            </p:stCondLst>
                            <p:childTnLst>
                              <p:par>
                                <p:cTn id="141" presetID="3" presetClass="emph" presetSubtype="2" fill="hold" grpId="2" nodeType="afterEffect">
                                  <p:stCondLst>
                                    <p:cond delay="0"/>
                                  </p:stCondLst>
                                  <p:childTnLst>
                                    <p:animClr clrSpc="rgb" dir="cw">
                                      <p:cBhvr override="childStyle">
                                        <p:cTn id="142" dur="500" fill="hold"/>
                                        <p:tgtEl>
                                          <p:spTgt spid="36"/>
                                        </p:tgtEl>
                                        <p:attrNameLst>
                                          <p:attrName>style.color</p:attrName>
                                        </p:attrNameLst>
                                      </p:cBhvr>
                                      <p:to>
                                        <a:srgbClr val="00B050"/>
                                      </p:to>
                                    </p:animClr>
                                  </p:childTnLst>
                                </p:cTn>
                              </p:par>
                            </p:childTnLst>
                          </p:cTn>
                        </p:par>
                        <p:par>
                          <p:cTn id="143" fill="hold">
                            <p:stCondLst>
                              <p:cond delay="7500"/>
                            </p:stCondLst>
                            <p:childTnLst>
                              <p:par>
                                <p:cTn id="144" presetID="3" presetClass="emph" presetSubtype="2" fill="hold" grpId="3" nodeType="afterEffect">
                                  <p:stCondLst>
                                    <p:cond delay="0"/>
                                  </p:stCondLst>
                                  <p:childTnLst>
                                    <p:animClr clrSpc="rgb" dir="cw">
                                      <p:cBhvr override="childStyle">
                                        <p:cTn id="145" dur="500" fill="hold"/>
                                        <p:tgtEl>
                                          <p:spTgt spid="83"/>
                                        </p:tgtEl>
                                        <p:attrNameLst>
                                          <p:attrName>style.color</p:attrName>
                                        </p:attrNameLst>
                                      </p:cBhvr>
                                      <p:to>
                                        <a:srgbClr val="00B050"/>
                                      </p:to>
                                    </p:animClr>
                                  </p:childTnLst>
                                </p:cTn>
                              </p:par>
                            </p:childTnLst>
                          </p:cTn>
                        </p:par>
                      </p:childTnLst>
                    </p:cTn>
                  </p:par>
                  <p:par>
                    <p:cTn id="146" fill="hold">
                      <p:stCondLst>
                        <p:cond delay="indefinite"/>
                      </p:stCondLst>
                      <p:childTnLst>
                        <p:par>
                          <p:cTn id="147" fill="hold">
                            <p:stCondLst>
                              <p:cond delay="0"/>
                            </p:stCondLst>
                            <p:childTnLst>
                              <p:par>
                                <p:cTn id="148" presetID="22" presetClass="entr" presetSubtype="8" fill="hold" nodeType="clickEffect">
                                  <p:stCondLst>
                                    <p:cond delay="0"/>
                                  </p:stCondLst>
                                  <p:childTnLst>
                                    <p:set>
                                      <p:cBhvr>
                                        <p:cTn id="149" dur="1" fill="hold">
                                          <p:stCondLst>
                                            <p:cond delay="0"/>
                                          </p:stCondLst>
                                        </p:cTn>
                                        <p:tgtEl>
                                          <p:spTgt spid="96"/>
                                        </p:tgtEl>
                                        <p:attrNameLst>
                                          <p:attrName>style.visibility</p:attrName>
                                        </p:attrNameLst>
                                      </p:cBhvr>
                                      <p:to>
                                        <p:strVal val="visible"/>
                                      </p:to>
                                    </p:set>
                                    <p:animEffect transition="in" filter="wipe(left)">
                                      <p:cBhvr>
                                        <p:cTn id="150" dur="500"/>
                                        <p:tgtEl>
                                          <p:spTgt spid="96"/>
                                        </p:tgtEl>
                                      </p:cBhvr>
                                    </p:animEffect>
                                  </p:childTnLst>
                                </p:cTn>
                              </p:par>
                            </p:childTnLst>
                          </p:cTn>
                        </p:par>
                      </p:childTnLst>
                    </p:cTn>
                  </p:par>
                  <p:par>
                    <p:cTn id="151" fill="hold">
                      <p:stCondLst>
                        <p:cond delay="indefinite"/>
                      </p:stCondLst>
                      <p:childTnLst>
                        <p:par>
                          <p:cTn id="152" fill="hold">
                            <p:stCondLst>
                              <p:cond delay="0"/>
                            </p:stCondLst>
                            <p:childTnLst>
                              <p:par>
                                <p:cTn id="153" presetID="47" presetClass="entr" presetSubtype="0" fill="hold" grpId="0" nodeType="clickEffect">
                                  <p:stCondLst>
                                    <p:cond delay="0"/>
                                  </p:stCondLst>
                                  <p:childTnLst>
                                    <p:set>
                                      <p:cBhvr>
                                        <p:cTn id="154" dur="1" fill="hold">
                                          <p:stCondLst>
                                            <p:cond delay="0"/>
                                          </p:stCondLst>
                                        </p:cTn>
                                        <p:tgtEl>
                                          <p:spTgt spid="45"/>
                                        </p:tgtEl>
                                        <p:attrNameLst>
                                          <p:attrName>style.visibility</p:attrName>
                                        </p:attrNameLst>
                                      </p:cBhvr>
                                      <p:to>
                                        <p:strVal val="visible"/>
                                      </p:to>
                                    </p:set>
                                    <p:animEffect transition="in" filter="fade">
                                      <p:cBhvr>
                                        <p:cTn id="155" dur="1000"/>
                                        <p:tgtEl>
                                          <p:spTgt spid="45"/>
                                        </p:tgtEl>
                                      </p:cBhvr>
                                    </p:animEffect>
                                    <p:anim calcmode="lin" valueType="num">
                                      <p:cBhvr>
                                        <p:cTn id="156" dur="1000" fill="hold"/>
                                        <p:tgtEl>
                                          <p:spTgt spid="45"/>
                                        </p:tgtEl>
                                        <p:attrNameLst>
                                          <p:attrName>ppt_x</p:attrName>
                                        </p:attrNameLst>
                                      </p:cBhvr>
                                      <p:tavLst>
                                        <p:tav tm="0">
                                          <p:val>
                                            <p:strVal val="#ppt_x"/>
                                          </p:val>
                                        </p:tav>
                                        <p:tav tm="100000">
                                          <p:val>
                                            <p:strVal val="#ppt_x"/>
                                          </p:val>
                                        </p:tav>
                                      </p:tavLst>
                                    </p:anim>
                                    <p:anim calcmode="lin" valueType="num">
                                      <p:cBhvr>
                                        <p:cTn id="157" dur="1000" fill="hold"/>
                                        <p:tgtEl>
                                          <p:spTgt spid="45"/>
                                        </p:tgtEl>
                                        <p:attrNameLst>
                                          <p:attrName>ppt_y</p:attrName>
                                        </p:attrNameLst>
                                      </p:cBhvr>
                                      <p:tavLst>
                                        <p:tav tm="0">
                                          <p:val>
                                            <p:strVal val="#ppt_y-.1"/>
                                          </p:val>
                                        </p:tav>
                                        <p:tav tm="100000">
                                          <p:val>
                                            <p:strVal val="#ppt_y"/>
                                          </p:val>
                                        </p:tav>
                                      </p:tavLst>
                                    </p:anim>
                                  </p:childTnLst>
                                </p:cTn>
                              </p:par>
                            </p:childTnLst>
                          </p:cTn>
                        </p:par>
                      </p:childTnLst>
                    </p:cTn>
                  </p:par>
                  <p:par>
                    <p:cTn id="158" fill="hold">
                      <p:stCondLst>
                        <p:cond delay="indefinite"/>
                      </p:stCondLst>
                      <p:childTnLst>
                        <p:par>
                          <p:cTn id="159" fill="hold">
                            <p:stCondLst>
                              <p:cond delay="0"/>
                            </p:stCondLst>
                            <p:childTnLst>
                              <p:par>
                                <p:cTn id="160" presetID="22" presetClass="exit" presetSubtype="1" fill="hold" nodeType="clickEffect">
                                  <p:stCondLst>
                                    <p:cond delay="0"/>
                                  </p:stCondLst>
                                  <p:childTnLst>
                                    <p:animEffect transition="out" filter="wipe(up)">
                                      <p:cBhvr>
                                        <p:cTn id="161" dur="500"/>
                                        <p:tgtEl>
                                          <p:spTgt spid="96"/>
                                        </p:tgtEl>
                                      </p:cBhvr>
                                    </p:animEffect>
                                    <p:set>
                                      <p:cBhvr>
                                        <p:cTn id="162" dur="1" fill="hold">
                                          <p:stCondLst>
                                            <p:cond delay="499"/>
                                          </p:stCondLst>
                                        </p:cTn>
                                        <p:tgtEl>
                                          <p:spTgt spid="96"/>
                                        </p:tgtEl>
                                        <p:attrNameLst>
                                          <p:attrName>style.visibility</p:attrName>
                                        </p:attrNameLst>
                                      </p:cBhvr>
                                      <p:to>
                                        <p:strVal val="hidden"/>
                                      </p:to>
                                    </p:set>
                                  </p:childTnLst>
                                </p:cTn>
                              </p:par>
                            </p:childTnLst>
                          </p:cTn>
                        </p:par>
                        <p:par>
                          <p:cTn id="163" fill="hold">
                            <p:stCondLst>
                              <p:cond delay="500"/>
                            </p:stCondLst>
                            <p:childTnLst>
                              <p:par>
                                <p:cTn id="164" presetID="22" presetClass="entr" presetSubtype="8" fill="hold" nodeType="afterEffect">
                                  <p:stCondLst>
                                    <p:cond delay="0"/>
                                  </p:stCondLst>
                                  <p:childTnLst>
                                    <p:set>
                                      <p:cBhvr>
                                        <p:cTn id="165" dur="1" fill="hold">
                                          <p:stCondLst>
                                            <p:cond delay="0"/>
                                          </p:stCondLst>
                                        </p:cTn>
                                        <p:tgtEl>
                                          <p:spTgt spid="103"/>
                                        </p:tgtEl>
                                        <p:attrNameLst>
                                          <p:attrName>style.visibility</p:attrName>
                                        </p:attrNameLst>
                                      </p:cBhvr>
                                      <p:to>
                                        <p:strVal val="visible"/>
                                      </p:to>
                                    </p:set>
                                    <p:animEffect transition="in" filter="wipe(left)">
                                      <p:cBhvr>
                                        <p:cTn id="166" dur="1000"/>
                                        <p:tgtEl>
                                          <p:spTgt spid="103"/>
                                        </p:tgtEl>
                                      </p:cBhvr>
                                    </p:animEffect>
                                  </p:childTnLst>
                                </p:cTn>
                              </p:par>
                            </p:childTnLst>
                          </p:cTn>
                        </p:par>
                      </p:childTnLst>
                    </p:cTn>
                  </p:par>
                  <p:par>
                    <p:cTn id="167" fill="hold">
                      <p:stCondLst>
                        <p:cond delay="indefinite"/>
                      </p:stCondLst>
                      <p:childTnLst>
                        <p:par>
                          <p:cTn id="168" fill="hold">
                            <p:stCondLst>
                              <p:cond delay="0"/>
                            </p:stCondLst>
                            <p:childTnLst>
                              <p:par>
                                <p:cTn id="169" presetID="22" presetClass="entr" presetSubtype="1" fill="hold" nodeType="clickEffect">
                                  <p:stCondLst>
                                    <p:cond delay="0"/>
                                  </p:stCondLst>
                                  <p:childTnLst>
                                    <p:set>
                                      <p:cBhvr>
                                        <p:cTn id="170" dur="1" fill="hold">
                                          <p:stCondLst>
                                            <p:cond delay="0"/>
                                          </p:stCondLst>
                                        </p:cTn>
                                        <p:tgtEl>
                                          <p:spTgt spid="129"/>
                                        </p:tgtEl>
                                        <p:attrNameLst>
                                          <p:attrName>style.visibility</p:attrName>
                                        </p:attrNameLst>
                                      </p:cBhvr>
                                      <p:to>
                                        <p:strVal val="visible"/>
                                      </p:to>
                                    </p:set>
                                    <p:animEffect transition="in" filter="wipe(up)">
                                      <p:cBhvr>
                                        <p:cTn id="171" dur="1000"/>
                                        <p:tgtEl>
                                          <p:spTgt spid="129"/>
                                        </p:tgtEl>
                                      </p:cBhvr>
                                    </p:animEffect>
                                  </p:childTnLst>
                                </p:cTn>
                              </p:par>
                            </p:childTnLst>
                          </p:cTn>
                        </p:par>
                        <p:par>
                          <p:cTn id="172" fill="hold">
                            <p:stCondLst>
                              <p:cond delay="1000"/>
                            </p:stCondLst>
                            <p:childTnLst>
                              <p:par>
                                <p:cTn id="173" presetID="45" presetClass="entr" presetSubtype="0" fill="hold" grpId="0" nodeType="afterEffect">
                                  <p:stCondLst>
                                    <p:cond delay="0"/>
                                  </p:stCondLst>
                                  <p:childTnLst>
                                    <p:set>
                                      <p:cBhvr>
                                        <p:cTn id="174" dur="1" fill="hold">
                                          <p:stCondLst>
                                            <p:cond delay="0"/>
                                          </p:stCondLst>
                                        </p:cTn>
                                        <p:tgtEl>
                                          <p:spTgt spid="125"/>
                                        </p:tgtEl>
                                        <p:attrNameLst>
                                          <p:attrName>style.visibility</p:attrName>
                                        </p:attrNameLst>
                                      </p:cBhvr>
                                      <p:to>
                                        <p:strVal val="visible"/>
                                      </p:to>
                                    </p:set>
                                    <p:animEffect transition="in" filter="fade">
                                      <p:cBhvr>
                                        <p:cTn id="175" dur="2000"/>
                                        <p:tgtEl>
                                          <p:spTgt spid="125"/>
                                        </p:tgtEl>
                                      </p:cBhvr>
                                    </p:animEffect>
                                    <p:anim calcmode="lin" valueType="num">
                                      <p:cBhvr>
                                        <p:cTn id="176" dur="2000" fill="hold"/>
                                        <p:tgtEl>
                                          <p:spTgt spid="125"/>
                                        </p:tgtEl>
                                        <p:attrNameLst>
                                          <p:attrName>ppt_w</p:attrName>
                                        </p:attrNameLst>
                                      </p:cBhvr>
                                      <p:tavLst>
                                        <p:tav tm="0" fmla="#ppt_w*sin(2.5*pi*$)">
                                          <p:val>
                                            <p:fltVal val="0"/>
                                          </p:val>
                                        </p:tav>
                                        <p:tav tm="100000">
                                          <p:val>
                                            <p:fltVal val="1"/>
                                          </p:val>
                                        </p:tav>
                                      </p:tavLst>
                                    </p:anim>
                                    <p:anim calcmode="lin" valueType="num">
                                      <p:cBhvr>
                                        <p:cTn id="177" dur="2000" fill="hold"/>
                                        <p:tgtEl>
                                          <p:spTgt spid="125"/>
                                        </p:tgtEl>
                                        <p:attrNameLst>
                                          <p:attrName>ppt_h</p:attrName>
                                        </p:attrNameLst>
                                      </p:cBhvr>
                                      <p:tavLst>
                                        <p:tav tm="0">
                                          <p:val>
                                            <p:strVal val="#ppt_h"/>
                                          </p:val>
                                        </p:tav>
                                        <p:tav tm="100000">
                                          <p:val>
                                            <p:strVal val="#ppt_h"/>
                                          </p:val>
                                        </p:tav>
                                      </p:tavLst>
                                    </p:anim>
                                  </p:childTnLst>
                                </p:cTn>
                              </p:par>
                            </p:childTnLst>
                          </p:cTn>
                        </p:par>
                      </p:childTnLst>
                    </p:cTn>
                  </p:par>
                  <p:par>
                    <p:cTn id="178" fill="hold">
                      <p:stCondLst>
                        <p:cond delay="indefinite"/>
                      </p:stCondLst>
                      <p:childTnLst>
                        <p:par>
                          <p:cTn id="179" fill="hold">
                            <p:stCondLst>
                              <p:cond delay="0"/>
                            </p:stCondLst>
                            <p:childTnLst>
                              <p:par>
                                <p:cTn id="180" presetID="22" presetClass="exit" presetSubtype="1" fill="hold" nodeType="clickEffect">
                                  <p:stCondLst>
                                    <p:cond delay="0"/>
                                  </p:stCondLst>
                                  <p:childTnLst>
                                    <p:animEffect transition="out" filter="wipe(up)">
                                      <p:cBhvr>
                                        <p:cTn id="181" dur="500"/>
                                        <p:tgtEl>
                                          <p:spTgt spid="103"/>
                                        </p:tgtEl>
                                      </p:cBhvr>
                                    </p:animEffect>
                                    <p:set>
                                      <p:cBhvr>
                                        <p:cTn id="182" dur="1" fill="hold">
                                          <p:stCondLst>
                                            <p:cond delay="499"/>
                                          </p:stCondLst>
                                        </p:cTn>
                                        <p:tgtEl>
                                          <p:spTgt spid="103"/>
                                        </p:tgtEl>
                                        <p:attrNameLst>
                                          <p:attrName>style.visibility</p:attrName>
                                        </p:attrNameLst>
                                      </p:cBhvr>
                                      <p:to>
                                        <p:strVal val="hidden"/>
                                      </p:to>
                                    </p:set>
                                  </p:childTnLst>
                                </p:cTn>
                              </p:par>
                            </p:childTnLst>
                          </p:cTn>
                        </p:par>
                        <p:par>
                          <p:cTn id="183" fill="hold">
                            <p:stCondLst>
                              <p:cond delay="500"/>
                            </p:stCondLst>
                            <p:childTnLst>
                              <p:par>
                                <p:cTn id="184" presetID="22" presetClass="entr" presetSubtype="8" fill="hold" nodeType="afterEffect">
                                  <p:stCondLst>
                                    <p:cond delay="0"/>
                                  </p:stCondLst>
                                  <p:childTnLst>
                                    <p:set>
                                      <p:cBhvr>
                                        <p:cTn id="185" dur="1" fill="hold">
                                          <p:stCondLst>
                                            <p:cond delay="0"/>
                                          </p:stCondLst>
                                        </p:cTn>
                                        <p:tgtEl>
                                          <p:spTgt spid="104"/>
                                        </p:tgtEl>
                                        <p:attrNameLst>
                                          <p:attrName>style.visibility</p:attrName>
                                        </p:attrNameLst>
                                      </p:cBhvr>
                                      <p:to>
                                        <p:strVal val="visible"/>
                                      </p:to>
                                    </p:set>
                                    <p:animEffect transition="in" filter="wipe(left)">
                                      <p:cBhvr>
                                        <p:cTn id="186" dur="1000"/>
                                        <p:tgtEl>
                                          <p:spTgt spid="104"/>
                                        </p:tgtEl>
                                      </p:cBhvr>
                                    </p:animEffect>
                                  </p:childTnLst>
                                </p:cTn>
                              </p:par>
                            </p:childTnLst>
                          </p:cTn>
                        </p:par>
                      </p:childTnLst>
                    </p:cTn>
                  </p:par>
                  <p:par>
                    <p:cTn id="187" fill="hold">
                      <p:stCondLst>
                        <p:cond delay="indefinite"/>
                      </p:stCondLst>
                      <p:childTnLst>
                        <p:par>
                          <p:cTn id="188" fill="hold">
                            <p:stCondLst>
                              <p:cond delay="0"/>
                            </p:stCondLst>
                            <p:childTnLst>
                              <p:par>
                                <p:cTn id="189" presetID="22" presetClass="exit" presetSubtype="1" fill="hold" nodeType="clickEffect">
                                  <p:stCondLst>
                                    <p:cond delay="0"/>
                                  </p:stCondLst>
                                  <p:childTnLst>
                                    <p:animEffect transition="out" filter="wipe(up)">
                                      <p:cBhvr>
                                        <p:cTn id="190" dur="500"/>
                                        <p:tgtEl>
                                          <p:spTgt spid="104"/>
                                        </p:tgtEl>
                                      </p:cBhvr>
                                    </p:animEffect>
                                    <p:set>
                                      <p:cBhvr>
                                        <p:cTn id="191" dur="1" fill="hold">
                                          <p:stCondLst>
                                            <p:cond delay="499"/>
                                          </p:stCondLst>
                                        </p:cTn>
                                        <p:tgtEl>
                                          <p:spTgt spid="104"/>
                                        </p:tgtEl>
                                        <p:attrNameLst>
                                          <p:attrName>style.visibility</p:attrName>
                                        </p:attrNameLst>
                                      </p:cBhvr>
                                      <p:to>
                                        <p:strVal val="hidden"/>
                                      </p:to>
                                    </p:set>
                                  </p:childTnLst>
                                </p:cTn>
                              </p:par>
                            </p:childTnLst>
                          </p:cTn>
                        </p:par>
                        <p:par>
                          <p:cTn id="192" fill="hold">
                            <p:stCondLst>
                              <p:cond delay="500"/>
                            </p:stCondLst>
                            <p:childTnLst>
                              <p:par>
                                <p:cTn id="193" presetID="37" presetClass="path" presetSubtype="0" accel="50000" decel="50000" fill="hold" grpId="1" nodeType="afterEffect">
                                  <p:stCondLst>
                                    <p:cond delay="0"/>
                                  </p:stCondLst>
                                  <p:childTnLst>
                                    <p:animMotion origin="layout" path="M 2.29167E-6 -0.00023 L -0.06081 0.03981 C -0.07344 0.04884 -0.09245 0.05393 -0.11237 0.05393 C -0.13503 0.05393 -0.15326 0.04884 -0.16589 0.03981 L -0.22656 -0.00023 " pathEditMode="relative" rAng="0" ptsTypes="AAAAA">
                                      <p:cBhvr>
                                        <p:cTn id="194" dur="2000" fill="hold"/>
                                        <p:tgtEl>
                                          <p:spTgt spid="37"/>
                                        </p:tgtEl>
                                        <p:attrNameLst>
                                          <p:attrName>ppt_x</p:attrName>
                                          <p:attrName>ppt_y</p:attrName>
                                        </p:attrNameLst>
                                      </p:cBhvr>
                                      <p:rCtr x="-11328" y="2708"/>
                                    </p:animMotion>
                                  </p:childTnLst>
                                </p:cTn>
                              </p:par>
                            </p:childTnLst>
                          </p:cTn>
                        </p:par>
                        <p:par>
                          <p:cTn id="195" fill="hold">
                            <p:stCondLst>
                              <p:cond delay="2500"/>
                            </p:stCondLst>
                            <p:childTnLst>
                              <p:par>
                                <p:cTn id="196" presetID="22" presetClass="entr" presetSubtype="8" fill="hold" nodeType="afterEffect">
                                  <p:stCondLst>
                                    <p:cond delay="0"/>
                                  </p:stCondLst>
                                  <p:childTnLst>
                                    <p:set>
                                      <p:cBhvr>
                                        <p:cTn id="197" dur="1" fill="hold">
                                          <p:stCondLst>
                                            <p:cond delay="0"/>
                                          </p:stCondLst>
                                        </p:cTn>
                                        <p:tgtEl>
                                          <p:spTgt spid="111"/>
                                        </p:tgtEl>
                                        <p:attrNameLst>
                                          <p:attrName>style.visibility</p:attrName>
                                        </p:attrNameLst>
                                      </p:cBhvr>
                                      <p:to>
                                        <p:strVal val="visible"/>
                                      </p:to>
                                    </p:set>
                                    <p:animEffect transition="in" filter="wipe(left)">
                                      <p:cBhvr>
                                        <p:cTn id="198" dur="1000"/>
                                        <p:tgtEl>
                                          <p:spTgt spid="111"/>
                                        </p:tgtEl>
                                      </p:cBhvr>
                                    </p:animEffect>
                                  </p:childTnLst>
                                </p:cTn>
                              </p:par>
                            </p:childTnLst>
                          </p:cTn>
                        </p:par>
                        <p:par>
                          <p:cTn id="199" fill="hold">
                            <p:stCondLst>
                              <p:cond delay="3500"/>
                            </p:stCondLst>
                            <p:childTnLst>
                              <p:par>
                                <p:cTn id="200" presetID="37" presetClass="path" presetSubtype="0" accel="50000" decel="50000" fill="hold" grpId="1" nodeType="afterEffect">
                                  <p:stCondLst>
                                    <p:cond delay="0"/>
                                  </p:stCondLst>
                                  <p:childTnLst>
                                    <p:animMotion origin="layout" path="M -0.00143 0.00093 L 0.04961 0.04097 C 0.06028 0.05 0.0763 0.05509 0.09297 0.05509 C 0.11211 0.05509 0.12734 0.05 0.13802 0.04097 L 0.18919 0.00093 " pathEditMode="relative" rAng="0" ptsTypes="AAAAA">
                                      <p:cBhvr>
                                        <p:cTn id="201" dur="2000" fill="hold"/>
                                        <p:tgtEl>
                                          <p:spTgt spid="32"/>
                                        </p:tgtEl>
                                        <p:attrNameLst>
                                          <p:attrName>ppt_x</p:attrName>
                                          <p:attrName>ppt_y</p:attrName>
                                        </p:attrNameLst>
                                      </p:cBhvr>
                                      <p:rCtr x="9531" y="2708"/>
                                    </p:animMotion>
                                  </p:childTnLst>
                                </p:cTn>
                              </p:par>
                            </p:childTnLst>
                          </p:cTn>
                        </p:par>
                      </p:childTnLst>
                    </p:cTn>
                  </p:par>
                  <p:par>
                    <p:cTn id="202" fill="hold">
                      <p:stCondLst>
                        <p:cond delay="indefinite"/>
                      </p:stCondLst>
                      <p:childTnLst>
                        <p:par>
                          <p:cTn id="203" fill="hold">
                            <p:stCondLst>
                              <p:cond delay="0"/>
                            </p:stCondLst>
                            <p:childTnLst>
                              <p:par>
                                <p:cTn id="204" presetID="22" presetClass="exit" presetSubtype="1" fill="hold" nodeType="clickEffect">
                                  <p:stCondLst>
                                    <p:cond delay="0"/>
                                  </p:stCondLst>
                                  <p:childTnLst>
                                    <p:animEffect transition="out" filter="wipe(up)">
                                      <p:cBhvr>
                                        <p:cTn id="205" dur="500"/>
                                        <p:tgtEl>
                                          <p:spTgt spid="111"/>
                                        </p:tgtEl>
                                      </p:cBhvr>
                                    </p:animEffect>
                                    <p:set>
                                      <p:cBhvr>
                                        <p:cTn id="206" dur="1" fill="hold">
                                          <p:stCondLst>
                                            <p:cond delay="499"/>
                                          </p:stCondLst>
                                        </p:cTn>
                                        <p:tgtEl>
                                          <p:spTgt spid="111"/>
                                        </p:tgtEl>
                                        <p:attrNameLst>
                                          <p:attrName>style.visibility</p:attrName>
                                        </p:attrNameLst>
                                      </p:cBhvr>
                                      <p:to>
                                        <p:strVal val="hidden"/>
                                      </p:to>
                                    </p:set>
                                  </p:childTnLst>
                                </p:cTn>
                              </p:par>
                            </p:childTnLst>
                          </p:cTn>
                        </p:par>
                        <p:par>
                          <p:cTn id="207" fill="hold">
                            <p:stCondLst>
                              <p:cond delay="2500"/>
                            </p:stCondLst>
                            <p:childTnLst>
                              <p:par>
                                <p:cTn id="208" presetID="22" presetClass="entr" presetSubtype="8" fill="hold" nodeType="afterEffect">
                                  <p:stCondLst>
                                    <p:cond delay="0"/>
                                  </p:stCondLst>
                                  <p:childTnLst>
                                    <p:set>
                                      <p:cBhvr>
                                        <p:cTn id="209" dur="1" fill="hold">
                                          <p:stCondLst>
                                            <p:cond delay="0"/>
                                          </p:stCondLst>
                                        </p:cTn>
                                        <p:tgtEl>
                                          <p:spTgt spid="112"/>
                                        </p:tgtEl>
                                        <p:attrNameLst>
                                          <p:attrName>style.visibility</p:attrName>
                                        </p:attrNameLst>
                                      </p:cBhvr>
                                      <p:to>
                                        <p:strVal val="visible"/>
                                      </p:to>
                                    </p:set>
                                    <p:animEffect transition="in" filter="wipe(left)">
                                      <p:cBhvr>
                                        <p:cTn id="210" dur="1000"/>
                                        <p:tgtEl>
                                          <p:spTgt spid="112"/>
                                        </p:tgtEl>
                                      </p:cBhvr>
                                    </p:animEffect>
                                  </p:childTnLst>
                                </p:cTn>
                              </p:par>
                            </p:childTnLst>
                          </p:cTn>
                        </p:par>
                      </p:childTnLst>
                    </p:cTn>
                  </p:par>
                  <p:par>
                    <p:cTn id="211" fill="hold">
                      <p:stCondLst>
                        <p:cond delay="indefinite"/>
                      </p:stCondLst>
                      <p:childTnLst>
                        <p:par>
                          <p:cTn id="212" fill="hold">
                            <p:stCondLst>
                              <p:cond delay="0"/>
                            </p:stCondLst>
                            <p:childTnLst>
                              <p:par>
                                <p:cTn id="213" presetID="22" presetClass="exit" presetSubtype="1" fill="hold" nodeType="clickEffect">
                                  <p:stCondLst>
                                    <p:cond delay="0"/>
                                  </p:stCondLst>
                                  <p:childTnLst>
                                    <p:animEffect transition="out" filter="wipe(up)">
                                      <p:cBhvr>
                                        <p:cTn id="214" dur="500"/>
                                        <p:tgtEl>
                                          <p:spTgt spid="112"/>
                                        </p:tgtEl>
                                      </p:cBhvr>
                                    </p:animEffect>
                                    <p:set>
                                      <p:cBhvr>
                                        <p:cTn id="215" dur="1" fill="hold">
                                          <p:stCondLst>
                                            <p:cond delay="499"/>
                                          </p:stCondLst>
                                        </p:cTn>
                                        <p:tgtEl>
                                          <p:spTgt spid="112"/>
                                        </p:tgtEl>
                                        <p:attrNameLst>
                                          <p:attrName>style.visibility</p:attrName>
                                        </p:attrNameLst>
                                      </p:cBhvr>
                                      <p:to>
                                        <p:strVal val="hidden"/>
                                      </p:to>
                                    </p:set>
                                  </p:childTnLst>
                                </p:cTn>
                              </p:par>
                            </p:childTnLst>
                          </p:cTn>
                        </p:par>
                        <p:par>
                          <p:cTn id="216" fill="hold">
                            <p:stCondLst>
                              <p:cond delay="500"/>
                            </p:stCondLst>
                            <p:childTnLst>
                              <p:par>
                                <p:cTn id="217" presetID="22" presetClass="entr" presetSubtype="8" fill="hold" nodeType="afterEffect">
                                  <p:stCondLst>
                                    <p:cond delay="0"/>
                                  </p:stCondLst>
                                  <p:childTnLst>
                                    <p:set>
                                      <p:cBhvr>
                                        <p:cTn id="218" dur="1" fill="hold">
                                          <p:stCondLst>
                                            <p:cond delay="0"/>
                                          </p:stCondLst>
                                        </p:cTn>
                                        <p:tgtEl>
                                          <p:spTgt spid="115"/>
                                        </p:tgtEl>
                                        <p:attrNameLst>
                                          <p:attrName>style.visibility</p:attrName>
                                        </p:attrNameLst>
                                      </p:cBhvr>
                                      <p:to>
                                        <p:strVal val="visible"/>
                                      </p:to>
                                    </p:set>
                                    <p:animEffect transition="in" filter="wipe(left)">
                                      <p:cBhvr>
                                        <p:cTn id="219" dur="1000"/>
                                        <p:tgtEl>
                                          <p:spTgt spid="115"/>
                                        </p:tgtEl>
                                      </p:cBhvr>
                                    </p:animEffect>
                                  </p:childTnLst>
                                </p:cTn>
                              </p:par>
                            </p:childTnLst>
                          </p:cTn>
                        </p:par>
                        <p:par>
                          <p:cTn id="220" fill="hold">
                            <p:stCondLst>
                              <p:cond delay="1500"/>
                            </p:stCondLst>
                            <p:childTnLst>
                              <p:par>
                                <p:cTn id="221" presetID="37" presetClass="path" presetSubtype="0" accel="50000" decel="50000" fill="hold" grpId="2" nodeType="afterEffect">
                                  <p:stCondLst>
                                    <p:cond delay="0"/>
                                  </p:stCondLst>
                                  <p:childTnLst>
                                    <p:animMotion origin="layout" path="M -0.22656 -0.00024 L -0.21667 0.03981 C -0.21459 0.04884 -0.21146 0.05393 -0.20821 0.05393 C -0.20443 0.05393 -0.20143 0.04884 -0.19935 0.03981 L -0.18933 -0.00024 " pathEditMode="relative" rAng="0" ptsTypes="AAAAA">
                                      <p:cBhvr>
                                        <p:cTn id="222" dur="2000" fill="hold"/>
                                        <p:tgtEl>
                                          <p:spTgt spid="37"/>
                                        </p:tgtEl>
                                        <p:attrNameLst>
                                          <p:attrName>ppt_x</p:attrName>
                                          <p:attrName>ppt_y</p:attrName>
                                        </p:attrNameLst>
                                      </p:cBhvr>
                                      <p:rCtr x="1862" y="2708"/>
                                    </p:animMotion>
                                  </p:childTnLst>
                                </p:cTn>
                              </p:par>
                            </p:childTnLst>
                          </p:cTn>
                        </p:par>
                      </p:childTnLst>
                    </p:cTn>
                  </p:par>
                  <p:par>
                    <p:cTn id="223" fill="hold">
                      <p:stCondLst>
                        <p:cond delay="indefinite"/>
                      </p:stCondLst>
                      <p:childTnLst>
                        <p:par>
                          <p:cTn id="224" fill="hold">
                            <p:stCondLst>
                              <p:cond delay="0"/>
                            </p:stCondLst>
                            <p:childTnLst>
                              <p:par>
                                <p:cTn id="225" presetID="22" presetClass="exit" presetSubtype="1" fill="hold" nodeType="clickEffect">
                                  <p:stCondLst>
                                    <p:cond delay="0"/>
                                  </p:stCondLst>
                                  <p:childTnLst>
                                    <p:animEffect transition="out" filter="wipe(up)">
                                      <p:cBhvr>
                                        <p:cTn id="226" dur="500"/>
                                        <p:tgtEl>
                                          <p:spTgt spid="115"/>
                                        </p:tgtEl>
                                      </p:cBhvr>
                                    </p:animEffect>
                                    <p:set>
                                      <p:cBhvr>
                                        <p:cTn id="227" dur="1" fill="hold">
                                          <p:stCondLst>
                                            <p:cond delay="499"/>
                                          </p:stCondLst>
                                        </p:cTn>
                                        <p:tgtEl>
                                          <p:spTgt spid="115"/>
                                        </p:tgtEl>
                                        <p:attrNameLst>
                                          <p:attrName>style.visibility</p:attrName>
                                        </p:attrNameLst>
                                      </p:cBhvr>
                                      <p:to>
                                        <p:strVal val="hidden"/>
                                      </p:to>
                                    </p:set>
                                  </p:childTnLst>
                                </p:cTn>
                              </p:par>
                            </p:childTnLst>
                          </p:cTn>
                        </p:par>
                      </p:childTnLst>
                    </p:cTn>
                  </p:par>
                  <p:par>
                    <p:cTn id="228" fill="hold">
                      <p:stCondLst>
                        <p:cond delay="indefinite"/>
                      </p:stCondLst>
                      <p:childTnLst>
                        <p:par>
                          <p:cTn id="229" fill="hold">
                            <p:stCondLst>
                              <p:cond delay="0"/>
                            </p:stCondLst>
                            <p:childTnLst>
                              <p:par>
                                <p:cTn id="230" presetID="22" presetClass="entr" presetSubtype="8" fill="hold" nodeType="clickEffect">
                                  <p:stCondLst>
                                    <p:cond delay="0"/>
                                  </p:stCondLst>
                                  <p:childTnLst>
                                    <p:set>
                                      <p:cBhvr>
                                        <p:cTn id="231" dur="1" fill="hold">
                                          <p:stCondLst>
                                            <p:cond delay="0"/>
                                          </p:stCondLst>
                                        </p:cTn>
                                        <p:tgtEl>
                                          <p:spTgt spid="96"/>
                                        </p:tgtEl>
                                        <p:attrNameLst>
                                          <p:attrName>style.visibility</p:attrName>
                                        </p:attrNameLst>
                                      </p:cBhvr>
                                      <p:to>
                                        <p:strVal val="visible"/>
                                      </p:to>
                                    </p:set>
                                    <p:animEffect transition="in" filter="wipe(left)">
                                      <p:cBhvr>
                                        <p:cTn id="232" dur="1000"/>
                                        <p:tgtEl>
                                          <p:spTgt spid="96"/>
                                        </p:tgtEl>
                                      </p:cBhvr>
                                    </p:animEffect>
                                  </p:childTnLst>
                                </p:cTn>
                              </p:par>
                            </p:childTnLst>
                          </p:cTn>
                        </p:par>
                      </p:childTnLst>
                    </p:cTn>
                  </p:par>
                  <p:par>
                    <p:cTn id="233" fill="hold">
                      <p:stCondLst>
                        <p:cond delay="indefinite"/>
                      </p:stCondLst>
                      <p:childTnLst>
                        <p:par>
                          <p:cTn id="234" fill="hold">
                            <p:stCondLst>
                              <p:cond delay="0"/>
                            </p:stCondLst>
                            <p:childTnLst>
                              <p:par>
                                <p:cTn id="235" presetID="63" presetClass="path" presetSubtype="0" accel="50000" decel="50000" fill="hold" grpId="1" nodeType="clickEffect">
                                  <p:stCondLst>
                                    <p:cond delay="0"/>
                                  </p:stCondLst>
                                  <p:childTnLst>
                                    <p:animMotion origin="layout" path="M 3.95833E-6 -2.59259E-6 L 0.03776 -0.00115 " pathEditMode="relative" rAng="0" ptsTypes="AA">
                                      <p:cBhvr>
                                        <p:cTn id="236" dur="2000" fill="hold"/>
                                        <p:tgtEl>
                                          <p:spTgt spid="45"/>
                                        </p:tgtEl>
                                        <p:attrNameLst>
                                          <p:attrName>ppt_x</p:attrName>
                                          <p:attrName>ppt_y</p:attrName>
                                        </p:attrNameLst>
                                      </p:cBhvr>
                                      <p:rCtr x="1888" y="-69"/>
                                    </p:animMotion>
                                  </p:childTnLst>
                                </p:cTn>
                              </p:par>
                            </p:childTnLst>
                          </p:cTn>
                        </p:par>
                      </p:childTnLst>
                    </p:cTn>
                  </p:par>
                  <p:par>
                    <p:cTn id="237" fill="hold">
                      <p:stCondLst>
                        <p:cond delay="indefinite"/>
                      </p:stCondLst>
                      <p:childTnLst>
                        <p:par>
                          <p:cTn id="238" fill="hold">
                            <p:stCondLst>
                              <p:cond delay="0"/>
                            </p:stCondLst>
                            <p:childTnLst>
                              <p:par>
                                <p:cTn id="239" presetID="22" presetClass="exit" presetSubtype="1" fill="hold" nodeType="clickEffect">
                                  <p:stCondLst>
                                    <p:cond delay="0"/>
                                  </p:stCondLst>
                                  <p:childTnLst>
                                    <p:animEffect transition="out" filter="wipe(up)">
                                      <p:cBhvr>
                                        <p:cTn id="240" dur="500"/>
                                        <p:tgtEl>
                                          <p:spTgt spid="96"/>
                                        </p:tgtEl>
                                      </p:cBhvr>
                                    </p:animEffect>
                                    <p:set>
                                      <p:cBhvr>
                                        <p:cTn id="241" dur="1" fill="hold">
                                          <p:stCondLst>
                                            <p:cond delay="499"/>
                                          </p:stCondLst>
                                        </p:cTn>
                                        <p:tgtEl>
                                          <p:spTgt spid="96"/>
                                        </p:tgtEl>
                                        <p:attrNameLst>
                                          <p:attrName>style.visibility</p:attrName>
                                        </p:attrNameLst>
                                      </p:cBhvr>
                                      <p:to>
                                        <p:strVal val="hidden"/>
                                      </p:to>
                                    </p:set>
                                  </p:childTnLst>
                                </p:cTn>
                              </p:par>
                            </p:childTnLst>
                          </p:cTn>
                        </p:par>
                        <p:par>
                          <p:cTn id="242" fill="hold">
                            <p:stCondLst>
                              <p:cond delay="500"/>
                            </p:stCondLst>
                            <p:childTnLst>
                              <p:par>
                                <p:cTn id="243" presetID="22" presetClass="entr" presetSubtype="8" fill="hold" nodeType="afterEffect">
                                  <p:stCondLst>
                                    <p:cond delay="0"/>
                                  </p:stCondLst>
                                  <p:childTnLst>
                                    <p:set>
                                      <p:cBhvr>
                                        <p:cTn id="244" dur="1" fill="hold">
                                          <p:stCondLst>
                                            <p:cond delay="0"/>
                                          </p:stCondLst>
                                        </p:cTn>
                                        <p:tgtEl>
                                          <p:spTgt spid="103"/>
                                        </p:tgtEl>
                                        <p:attrNameLst>
                                          <p:attrName>style.visibility</p:attrName>
                                        </p:attrNameLst>
                                      </p:cBhvr>
                                      <p:to>
                                        <p:strVal val="visible"/>
                                      </p:to>
                                    </p:set>
                                    <p:animEffect transition="in" filter="wipe(left)">
                                      <p:cBhvr>
                                        <p:cTn id="245" dur="1000"/>
                                        <p:tgtEl>
                                          <p:spTgt spid="103"/>
                                        </p:tgtEl>
                                      </p:cBhvr>
                                    </p:animEffect>
                                  </p:childTnLst>
                                </p:cTn>
                              </p:par>
                            </p:childTnLst>
                          </p:cTn>
                        </p:par>
                      </p:childTnLst>
                    </p:cTn>
                  </p:par>
                  <p:par>
                    <p:cTn id="246" fill="hold">
                      <p:stCondLst>
                        <p:cond delay="indefinite"/>
                      </p:stCondLst>
                      <p:childTnLst>
                        <p:par>
                          <p:cTn id="247" fill="hold">
                            <p:stCondLst>
                              <p:cond delay="0"/>
                            </p:stCondLst>
                            <p:childTnLst>
                              <p:par>
                                <p:cTn id="248" presetID="22" presetClass="entr" presetSubtype="1" fill="hold" nodeType="clickEffect">
                                  <p:stCondLst>
                                    <p:cond delay="0"/>
                                  </p:stCondLst>
                                  <p:childTnLst>
                                    <p:set>
                                      <p:cBhvr>
                                        <p:cTn id="249" dur="1" fill="hold">
                                          <p:stCondLst>
                                            <p:cond delay="0"/>
                                          </p:stCondLst>
                                        </p:cTn>
                                        <p:tgtEl>
                                          <p:spTgt spid="126"/>
                                        </p:tgtEl>
                                        <p:attrNameLst>
                                          <p:attrName>style.visibility</p:attrName>
                                        </p:attrNameLst>
                                      </p:cBhvr>
                                      <p:to>
                                        <p:strVal val="visible"/>
                                      </p:to>
                                    </p:set>
                                    <p:animEffect transition="in" filter="wipe(up)">
                                      <p:cBhvr>
                                        <p:cTn id="250" dur="1000"/>
                                        <p:tgtEl>
                                          <p:spTgt spid="126"/>
                                        </p:tgtEl>
                                      </p:cBhvr>
                                    </p:animEffect>
                                  </p:childTnLst>
                                </p:cTn>
                              </p:par>
                            </p:childTnLst>
                          </p:cTn>
                        </p:par>
                        <p:par>
                          <p:cTn id="251" fill="hold">
                            <p:stCondLst>
                              <p:cond delay="1000"/>
                            </p:stCondLst>
                            <p:childTnLst>
                              <p:par>
                                <p:cTn id="252" presetID="45" presetClass="entr" presetSubtype="0" fill="hold" grpId="0" nodeType="afterEffect">
                                  <p:stCondLst>
                                    <p:cond delay="0"/>
                                  </p:stCondLst>
                                  <p:childTnLst>
                                    <p:set>
                                      <p:cBhvr>
                                        <p:cTn id="253" dur="1" fill="hold">
                                          <p:stCondLst>
                                            <p:cond delay="0"/>
                                          </p:stCondLst>
                                        </p:cTn>
                                        <p:tgtEl>
                                          <p:spTgt spid="124"/>
                                        </p:tgtEl>
                                        <p:attrNameLst>
                                          <p:attrName>style.visibility</p:attrName>
                                        </p:attrNameLst>
                                      </p:cBhvr>
                                      <p:to>
                                        <p:strVal val="visible"/>
                                      </p:to>
                                    </p:set>
                                    <p:animEffect transition="in" filter="fade">
                                      <p:cBhvr>
                                        <p:cTn id="254" dur="2000"/>
                                        <p:tgtEl>
                                          <p:spTgt spid="124"/>
                                        </p:tgtEl>
                                      </p:cBhvr>
                                    </p:animEffect>
                                    <p:anim calcmode="lin" valueType="num">
                                      <p:cBhvr>
                                        <p:cTn id="255" dur="2000" fill="hold"/>
                                        <p:tgtEl>
                                          <p:spTgt spid="124"/>
                                        </p:tgtEl>
                                        <p:attrNameLst>
                                          <p:attrName>ppt_w</p:attrName>
                                        </p:attrNameLst>
                                      </p:cBhvr>
                                      <p:tavLst>
                                        <p:tav tm="0" fmla="#ppt_w*sin(2.5*pi*$)">
                                          <p:val>
                                            <p:fltVal val="0"/>
                                          </p:val>
                                        </p:tav>
                                        <p:tav tm="100000">
                                          <p:val>
                                            <p:fltVal val="1"/>
                                          </p:val>
                                        </p:tav>
                                      </p:tavLst>
                                    </p:anim>
                                    <p:anim calcmode="lin" valueType="num">
                                      <p:cBhvr>
                                        <p:cTn id="256" dur="2000" fill="hold"/>
                                        <p:tgtEl>
                                          <p:spTgt spid="124"/>
                                        </p:tgtEl>
                                        <p:attrNameLst>
                                          <p:attrName>ppt_h</p:attrName>
                                        </p:attrNameLst>
                                      </p:cBhvr>
                                      <p:tavLst>
                                        <p:tav tm="0">
                                          <p:val>
                                            <p:strVal val="#ppt_h"/>
                                          </p:val>
                                        </p:tav>
                                        <p:tav tm="100000">
                                          <p:val>
                                            <p:strVal val="#ppt_h"/>
                                          </p:val>
                                        </p:tav>
                                      </p:tavLst>
                                    </p:anim>
                                  </p:childTnLst>
                                </p:cTn>
                              </p:par>
                            </p:childTnLst>
                          </p:cTn>
                        </p:par>
                        <p:par>
                          <p:cTn id="257" fill="hold">
                            <p:stCondLst>
                              <p:cond delay="3000"/>
                            </p:stCondLst>
                            <p:childTnLst>
                              <p:par>
                                <p:cTn id="258" presetID="22" presetClass="exit" presetSubtype="1" fill="hold" nodeType="afterEffect">
                                  <p:stCondLst>
                                    <p:cond delay="0"/>
                                  </p:stCondLst>
                                  <p:childTnLst>
                                    <p:animEffect transition="out" filter="wipe(up)">
                                      <p:cBhvr>
                                        <p:cTn id="259" dur="500"/>
                                        <p:tgtEl>
                                          <p:spTgt spid="103"/>
                                        </p:tgtEl>
                                      </p:cBhvr>
                                    </p:animEffect>
                                    <p:set>
                                      <p:cBhvr>
                                        <p:cTn id="260" dur="1" fill="hold">
                                          <p:stCondLst>
                                            <p:cond delay="499"/>
                                          </p:stCondLst>
                                        </p:cTn>
                                        <p:tgtEl>
                                          <p:spTgt spid="103"/>
                                        </p:tgtEl>
                                        <p:attrNameLst>
                                          <p:attrName>style.visibility</p:attrName>
                                        </p:attrNameLst>
                                      </p:cBhvr>
                                      <p:to>
                                        <p:strVal val="hidden"/>
                                      </p:to>
                                    </p:set>
                                  </p:childTnLst>
                                </p:cTn>
                              </p:par>
                            </p:childTnLst>
                          </p:cTn>
                        </p:par>
                        <p:par>
                          <p:cTn id="261" fill="hold">
                            <p:stCondLst>
                              <p:cond delay="3500"/>
                            </p:stCondLst>
                            <p:childTnLst>
                              <p:par>
                                <p:cTn id="262" presetID="22" presetClass="entr" presetSubtype="8" fill="hold" nodeType="afterEffect">
                                  <p:stCondLst>
                                    <p:cond delay="0"/>
                                  </p:stCondLst>
                                  <p:childTnLst>
                                    <p:set>
                                      <p:cBhvr>
                                        <p:cTn id="263" dur="1" fill="hold">
                                          <p:stCondLst>
                                            <p:cond delay="0"/>
                                          </p:stCondLst>
                                        </p:cTn>
                                        <p:tgtEl>
                                          <p:spTgt spid="104"/>
                                        </p:tgtEl>
                                        <p:attrNameLst>
                                          <p:attrName>style.visibility</p:attrName>
                                        </p:attrNameLst>
                                      </p:cBhvr>
                                      <p:to>
                                        <p:strVal val="visible"/>
                                      </p:to>
                                    </p:set>
                                    <p:animEffect transition="in" filter="wipe(left)">
                                      <p:cBhvr>
                                        <p:cTn id="264" dur="1000"/>
                                        <p:tgtEl>
                                          <p:spTgt spid="104"/>
                                        </p:tgtEl>
                                      </p:cBhvr>
                                    </p:animEffect>
                                  </p:childTnLst>
                                </p:cTn>
                              </p:par>
                            </p:childTnLst>
                          </p:cTn>
                        </p:par>
                        <p:par>
                          <p:cTn id="265" fill="hold">
                            <p:stCondLst>
                              <p:cond delay="4500"/>
                            </p:stCondLst>
                            <p:childTnLst>
                              <p:par>
                                <p:cTn id="266" presetID="37" presetClass="path" presetSubtype="0" accel="50000" decel="50000" fill="hold" grpId="1" nodeType="afterEffect">
                                  <p:stCondLst>
                                    <p:cond delay="0"/>
                                  </p:stCondLst>
                                  <p:childTnLst>
                                    <p:animMotion origin="layout" path="M -0.00065 0.00093 L -0.07149 0.04097 C -0.0862 0.05 -0.1082 0.05509 -0.13151 0.05509 C -0.15781 0.05509 -0.17891 0.05 -0.19362 0.04097 L -0.26432 0.00093 " pathEditMode="relative" rAng="0" ptsTypes="AAAAA">
                                      <p:cBhvr>
                                        <p:cTn id="267" dur="2000" fill="hold"/>
                                        <p:tgtEl>
                                          <p:spTgt spid="38"/>
                                        </p:tgtEl>
                                        <p:attrNameLst>
                                          <p:attrName>ppt_x</p:attrName>
                                          <p:attrName>ppt_y</p:attrName>
                                        </p:attrNameLst>
                                      </p:cBhvr>
                                      <p:rCtr x="-13190" y="2708"/>
                                    </p:animMotion>
                                  </p:childTnLst>
                                </p:cTn>
                              </p:par>
                            </p:childTnLst>
                          </p:cTn>
                        </p:par>
                      </p:childTnLst>
                    </p:cTn>
                  </p:par>
                  <p:par>
                    <p:cTn id="268" fill="hold">
                      <p:stCondLst>
                        <p:cond delay="indefinite"/>
                      </p:stCondLst>
                      <p:childTnLst>
                        <p:par>
                          <p:cTn id="269" fill="hold">
                            <p:stCondLst>
                              <p:cond delay="0"/>
                            </p:stCondLst>
                            <p:childTnLst>
                              <p:par>
                                <p:cTn id="270" presetID="22" presetClass="exit" presetSubtype="1" fill="hold" nodeType="clickEffect">
                                  <p:stCondLst>
                                    <p:cond delay="0"/>
                                  </p:stCondLst>
                                  <p:childTnLst>
                                    <p:animEffect transition="out" filter="wipe(up)">
                                      <p:cBhvr>
                                        <p:cTn id="271" dur="500"/>
                                        <p:tgtEl>
                                          <p:spTgt spid="104"/>
                                        </p:tgtEl>
                                      </p:cBhvr>
                                    </p:animEffect>
                                    <p:set>
                                      <p:cBhvr>
                                        <p:cTn id="272" dur="1" fill="hold">
                                          <p:stCondLst>
                                            <p:cond delay="499"/>
                                          </p:stCondLst>
                                        </p:cTn>
                                        <p:tgtEl>
                                          <p:spTgt spid="104"/>
                                        </p:tgtEl>
                                        <p:attrNameLst>
                                          <p:attrName>style.visibility</p:attrName>
                                        </p:attrNameLst>
                                      </p:cBhvr>
                                      <p:to>
                                        <p:strVal val="hidden"/>
                                      </p:to>
                                    </p:set>
                                  </p:childTnLst>
                                </p:cTn>
                              </p:par>
                            </p:childTnLst>
                          </p:cTn>
                        </p:par>
                        <p:par>
                          <p:cTn id="273" fill="hold">
                            <p:stCondLst>
                              <p:cond delay="500"/>
                            </p:stCondLst>
                            <p:childTnLst>
                              <p:par>
                                <p:cTn id="274" presetID="22" presetClass="entr" presetSubtype="8" fill="hold" nodeType="afterEffect">
                                  <p:stCondLst>
                                    <p:cond delay="0"/>
                                  </p:stCondLst>
                                  <p:childTnLst>
                                    <p:set>
                                      <p:cBhvr>
                                        <p:cTn id="275" dur="1" fill="hold">
                                          <p:stCondLst>
                                            <p:cond delay="0"/>
                                          </p:stCondLst>
                                        </p:cTn>
                                        <p:tgtEl>
                                          <p:spTgt spid="111"/>
                                        </p:tgtEl>
                                        <p:attrNameLst>
                                          <p:attrName>style.visibility</p:attrName>
                                        </p:attrNameLst>
                                      </p:cBhvr>
                                      <p:to>
                                        <p:strVal val="visible"/>
                                      </p:to>
                                    </p:set>
                                    <p:animEffect transition="in" filter="wipe(left)">
                                      <p:cBhvr>
                                        <p:cTn id="276" dur="1000"/>
                                        <p:tgtEl>
                                          <p:spTgt spid="111"/>
                                        </p:tgtEl>
                                      </p:cBhvr>
                                    </p:animEffect>
                                  </p:childTnLst>
                                </p:cTn>
                              </p:par>
                            </p:childTnLst>
                          </p:cTn>
                        </p:par>
                        <p:par>
                          <p:cTn id="277" fill="hold">
                            <p:stCondLst>
                              <p:cond delay="1500"/>
                            </p:stCondLst>
                            <p:childTnLst>
                              <p:par>
                                <p:cTn id="278" presetID="37" presetClass="path" presetSubtype="0" accel="50000" decel="50000" fill="hold" grpId="1" nodeType="afterEffect">
                                  <p:stCondLst>
                                    <p:cond delay="0"/>
                                  </p:stCondLst>
                                  <p:childTnLst>
                                    <p:animMotion origin="layout" path="M 0.00065 2.22222E-6 L 0.05092 0.04074 C 0.06133 0.05 0.07709 0.05509 0.09362 0.05509 C 0.11237 0.05509 0.12735 0.05 0.13777 0.04074 L 0.18816 2.22222E-6 " pathEditMode="relative" rAng="0" ptsTypes="AAAAA">
                                      <p:cBhvr>
                                        <p:cTn id="279" dur="2000" fill="hold"/>
                                        <p:tgtEl>
                                          <p:spTgt spid="33"/>
                                        </p:tgtEl>
                                        <p:attrNameLst>
                                          <p:attrName>ppt_x</p:attrName>
                                          <p:attrName>ppt_y</p:attrName>
                                        </p:attrNameLst>
                                      </p:cBhvr>
                                      <p:rCtr x="9375" y="2755"/>
                                    </p:animMotion>
                                  </p:childTnLst>
                                </p:cTn>
                              </p:par>
                            </p:childTnLst>
                          </p:cTn>
                        </p:par>
                      </p:childTnLst>
                    </p:cTn>
                  </p:par>
                  <p:par>
                    <p:cTn id="280" fill="hold">
                      <p:stCondLst>
                        <p:cond delay="indefinite"/>
                      </p:stCondLst>
                      <p:childTnLst>
                        <p:par>
                          <p:cTn id="281" fill="hold">
                            <p:stCondLst>
                              <p:cond delay="0"/>
                            </p:stCondLst>
                            <p:childTnLst>
                              <p:par>
                                <p:cTn id="282" presetID="22" presetClass="exit" presetSubtype="1" fill="hold" nodeType="clickEffect">
                                  <p:stCondLst>
                                    <p:cond delay="0"/>
                                  </p:stCondLst>
                                  <p:childTnLst>
                                    <p:animEffect transition="out" filter="wipe(up)">
                                      <p:cBhvr>
                                        <p:cTn id="283" dur="500"/>
                                        <p:tgtEl>
                                          <p:spTgt spid="111"/>
                                        </p:tgtEl>
                                      </p:cBhvr>
                                    </p:animEffect>
                                    <p:set>
                                      <p:cBhvr>
                                        <p:cTn id="284" dur="1" fill="hold">
                                          <p:stCondLst>
                                            <p:cond delay="499"/>
                                          </p:stCondLst>
                                        </p:cTn>
                                        <p:tgtEl>
                                          <p:spTgt spid="111"/>
                                        </p:tgtEl>
                                        <p:attrNameLst>
                                          <p:attrName>style.visibility</p:attrName>
                                        </p:attrNameLst>
                                      </p:cBhvr>
                                      <p:to>
                                        <p:strVal val="hidden"/>
                                      </p:to>
                                    </p:set>
                                  </p:childTnLst>
                                </p:cTn>
                              </p:par>
                            </p:childTnLst>
                          </p:cTn>
                        </p:par>
                        <p:par>
                          <p:cTn id="285" fill="hold">
                            <p:stCondLst>
                              <p:cond delay="500"/>
                            </p:stCondLst>
                            <p:childTnLst>
                              <p:par>
                                <p:cTn id="286" presetID="22" presetClass="entr" presetSubtype="8" fill="hold" nodeType="afterEffect">
                                  <p:stCondLst>
                                    <p:cond delay="0"/>
                                  </p:stCondLst>
                                  <p:childTnLst>
                                    <p:set>
                                      <p:cBhvr>
                                        <p:cTn id="287" dur="1" fill="hold">
                                          <p:stCondLst>
                                            <p:cond delay="0"/>
                                          </p:stCondLst>
                                        </p:cTn>
                                        <p:tgtEl>
                                          <p:spTgt spid="112"/>
                                        </p:tgtEl>
                                        <p:attrNameLst>
                                          <p:attrName>style.visibility</p:attrName>
                                        </p:attrNameLst>
                                      </p:cBhvr>
                                      <p:to>
                                        <p:strVal val="visible"/>
                                      </p:to>
                                    </p:set>
                                    <p:animEffect transition="in" filter="wipe(left)">
                                      <p:cBhvr>
                                        <p:cTn id="288" dur="1000"/>
                                        <p:tgtEl>
                                          <p:spTgt spid="112"/>
                                        </p:tgtEl>
                                      </p:cBhvr>
                                    </p:animEffect>
                                  </p:childTnLst>
                                </p:cTn>
                              </p:par>
                            </p:childTnLst>
                          </p:cTn>
                        </p:par>
                        <p:par>
                          <p:cTn id="289" fill="hold">
                            <p:stCondLst>
                              <p:cond delay="1500"/>
                            </p:stCondLst>
                            <p:childTnLst>
                              <p:par>
                                <p:cTn id="290" presetID="22" presetClass="exit" presetSubtype="1" fill="hold" nodeType="afterEffect">
                                  <p:stCondLst>
                                    <p:cond delay="0"/>
                                  </p:stCondLst>
                                  <p:childTnLst>
                                    <p:animEffect transition="out" filter="wipe(up)">
                                      <p:cBhvr>
                                        <p:cTn id="291" dur="500"/>
                                        <p:tgtEl>
                                          <p:spTgt spid="112"/>
                                        </p:tgtEl>
                                      </p:cBhvr>
                                    </p:animEffect>
                                    <p:set>
                                      <p:cBhvr>
                                        <p:cTn id="292" dur="1" fill="hold">
                                          <p:stCondLst>
                                            <p:cond delay="499"/>
                                          </p:stCondLst>
                                        </p:cTn>
                                        <p:tgtEl>
                                          <p:spTgt spid="112"/>
                                        </p:tgtEl>
                                        <p:attrNameLst>
                                          <p:attrName>style.visibility</p:attrName>
                                        </p:attrNameLst>
                                      </p:cBhvr>
                                      <p:to>
                                        <p:strVal val="hidden"/>
                                      </p:to>
                                    </p:set>
                                  </p:childTnLst>
                                </p:cTn>
                              </p:par>
                            </p:childTnLst>
                          </p:cTn>
                        </p:par>
                        <p:par>
                          <p:cTn id="293" fill="hold">
                            <p:stCondLst>
                              <p:cond delay="2000"/>
                            </p:stCondLst>
                            <p:childTnLst>
                              <p:par>
                                <p:cTn id="294" presetID="22" presetClass="entr" presetSubtype="8" fill="hold" nodeType="afterEffect">
                                  <p:stCondLst>
                                    <p:cond delay="0"/>
                                  </p:stCondLst>
                                  <p:childTnLst>
                                    <p:set>
                                      <p:cBhvr>
                                        <p:cTn id="295" dur="1" fill="hold">
                                          <p:stCondLst>
                                            <p:cond delay="0"/>
                                          </p:stCondLst>
                                        </p:cTn>
                                        <p:tgtEl>
                                          <p:spTgt spid="115"/>
                                        </p:tgtEl>
                                        <p:attrNameLst>
                                          <p:attrName>style.visibility</p:attrName>
                                        </p:attrNameLst>
                                      </p:cBhvr>
                                      <p:to>
                                        <p:strVal val="visible"/>
                                      </p:to>
                                    </p:set>
                                    <p:animEffect transition="in" filter="wipe(left)">
                                      <p:cBhvr>
                                        <p:cTn id="296" dur="1000"/>
                                        <p:tgtEl>
                                          <p:spTgt spid="115"/>
                                        </p:tgtEl>
                                      </p:cBhvr>
                                    </p:animEffect>
                                  </p:childTnLst>
                                </p:cTn>
                              </p:par>
                            </p:childTnLst>
                          </p:cTn>
                        </p:par>
                        <p:par>
                          <p:cTn id="297" fill="hold">
                            <p:stCondLst>
                              <p:cond delay="3000"/>
                            </p:stCondLst>
                            <p:childTnLst>
                              <p:par>
                                <p:cTn id="298" presetID="37" presetClass="path" presetSubtype="0" accel="50000" decel="50000" fill="hold" grpId="2" nodeType="afterEffect">
                                  <p:stCondLst>
                                    <p:cond delay="0"/>
                                  </p:stCondLst>
                                  <p:childTnLst>
                                    <p:animMotion origin="layout" path="M -0.26432 0.00092 L -0.24427 0.04097 C -0.24011 0.05 -0.23373 0.05509 -0.22709 0.05509 C -0.21966 0.05509 -0.21354 0.05 -0.20938 0.04097 L -0.18919 0.00092 " pathEditMode="relative" rAng="0" ptsTypes="AAAAA">
                                      <p:cBhvr>
                                        <p:cTn id="299" dur="2000" fill="hold"/>
                                        <p:tgtEl>
                                          <p:spTgt spid="38"/>
                                        </p:tgtEl>
                                        <p:attrNameLst>
                                          <p:attrName>ppt_x</p:attrName>
                                          <p:attrName>ppt_y</p:attrName>
                                        </p:attrNameLst>
                                      </p:cBhvr>
                                      <p:rCtr x="3750" y="2708"/>
                                    </p:animMotion>
                                  </p:childTnLst>
                                </p:cTn>
                              </p:par>
                            </p:childTnLst>
                          </p:cTn>
                        </p:par>
                      </p:childTnLst>
                    </p:cTn>
                  </p:par>
                  <p:par>
                    <p:cTn id="300" fill="hold">
                      <p:stCondLst>
                        <p:cond delay="indefinite"/>
                      </p:stCondLst>
                      <p:childTnLst>
                        <p:par>
                          <p:cTn id="301" fill="hold">
                            <p:stCondLst>
                              <p:cond delay="0"/>
                            </p:stCondLst>
                            <p:childTnLst>
                              <p:par>
                                <p:cTn id="302" presetID="22" presetClass="exit" presetSubtype="1" fill="hold" nodeType="clickEffect">
                                  <p:stCondLst>
                                    <p:cond delay="0"/>
                                  </p:stCondLst>
                                  <p:childTnLst>
                                    <p:animEffect transition="out" filter="wipe(up)">
                                      <p:cBhvr>
                                        <p:cTn id="303" dur="500"/>
                                        <p:tgtEl>
                                          <p:spTgt spid="115"/>
                                        </p:tgtEl>
                                      </p:cBhvr>
                                    </p:animEffect>
                                    <p:set>
                                      <p:cBhvr>
                                        <p:cTn id="304" dur="1" fill="hold">
                                          <p:stCondLst>
                                            <p:cond delay="499"/>
                                          </p:stCondLst>
                                        </p:cTn>
                                        <p:tgtEl>
                                          <p:spTgt spid="115"/>
                                        </p:tgtEl>
                                        <p:attrNameLst>
                                          <p:attrName>style.visibility</p:attrName>
                                        </p:attrNameLst>
                                      </p:cBhvr>
                                      <p:to>
                                        <p:strVal val="hidden"/>
                                      </p:to>
                                    </p:set>
                                  </p:childTnLst>
                                </p:cTn>
                              </p:par>
                              <p:par>
                                <p:cTn id="305" presetID="22" presetClass="entr" presetSubtype="8" fill="hold" nodeType="withEffect">
                                  <p:stCondLst>
                                    <p:cond delay="0"/>
                                  </p:stCondLst>
                                  <p:childTnLst>
                                    <p:set>
                                      <p:cBhvr>
                                        <p:cTn id="306" dur="1" fill="hold">
                                          <p:stCondLst>
                                            <p:cond delay="0"/>
                                          </p:stCondLst>
                                        </p:cTn>
                                        <p:tgtEl>
                                          <p:spTgt spid="96"/>
                                        </p:tgtEl>
                                        <p:attrNameLst>
                                          <p:attrName>style.visibility</p:attrName>
                                        </p:attrNameLst>
                                      </p:cBhvr>
                                      <p:to>
                                        <p:strVal val="visible"/>
                                      </p:to>
                                    </p:set>
                                    <p:animEffect transition="in" filter="wipe(left)">
                                      <p:cBhvr>
                                        <p:cTn id="307" dur="1000"/>
                                        <p:tgtEl>
                                          <p:spTgt spid="96"/>
                                        </p:tgtEl>
                                      </p:cBhvr>
                                    </p:animEffect>
                                  </p:childTnLst>
                                </p:cTn>
                              </p:par>
                            </p:childTnLst>
                          </p:cTn>
                        </p:par>
                      </p:childTnLst>
                    </p:cTn>
                  </p:par>
                  <p:par>
                    <p:cTn id="308" fill="hold">
                      <p:stCondLst>
                        <p:cond delay="indefinite"/>
                      </p:stCondLst>
                      <p:childTnLst>
                        <p:par>
                          <p:cTn id="309" fill="hold">
                            <p:stCondLst>
                              <p:cond delay="0"/>
                            </p:stCondLst>
                            <p:childTnLst>
                              <p:par>
                                <p:cTn id="310" presetID="63" presetClass="path" presetSubtype="0" accel="50000" decel="50000" fill="hold" grpId="2" nodeType="clickEffect">
                                  <p:stCondLst>
                                    <p:cond delay="0"/>
                                  </p:stCondLst>
                                  <p:childTnLst>
                                    <p:animMotion origin="layout" path="M 0.03776 -0.00115 L 0.07539 -0.00092 " pathEditMode="relative" rAng="0" ptsTypes="AA">
                                      <p:cBhvr>
                                        <p:cTn id="311" dur="2000" fill="hold"/>
                                        <p:tgtEl>
                                          <p:spTgt spid="45"/>
                                        </p:tgtEl>
                                        <p:attrNameLst>
                                          <p:attrName>ppt_x</p:attrName>
                                          <p:attrName>ppt_y</p:attrName>
                                        </p:attrNameLst>
                                      </p:cBhvr>
                                      <p:rCtr x="1875" y="0"/>
                                    </p:animMotion>
                                  </p:childTnLst>
                                </p:cTn>
                              </p:par>
                            </p:childTnLst>
                          </p:cTn>
                        </p:par>
                      </p:childTnLst>
                    </p:cTn>
                  </p:par>
                  <p:par>
                    <p:cTn id="312" fill="hold">
                      <p:stCondLst>
                        <p:cond delay="indefinite"/>
                      </p:stCondLst>
                      <p:childTnLst>
                        <p:par>
                          <p:cTn id="313" fill="hold">
                            <p:stCondLst>
                              <p:cond delay="0"/>
                            </p:stCondLst>
                            <p:childTnLst>
                              <p:par>
                                <p:cTn id="314" presetID="22" presetClass="exit" presetSubtype="1" fill="hold" nodeType="clickEffect">
                                  <p:stCondLst>
                                    <p:cond delay="0"/>
                                  </p:stCondLst>
                                  <p:childTnLst>
                                    <p:animEffect transition="out" filter="wipe(up)">
                                      <p:cBhvr>
                                        <p:cTn id="315" dur="500"/>
                                        <p:tgtEl>
                                          <p:spTgt spid="96"/>
                                        </p:tgtEl>
                                      </p:cBhvr>
                                    </p:animEffect>
                                    <p:set>
                                      <p:cBhvr>
                                        <p:cTn id="316" dur="1" fill="hold">
                                          <p:stCondLst>
                                            <p:cond delay="499"/>
                                          </p:stCondLst>
                                        </p:cTn>
                                        <p:tgtEl>
                                          <p:spTgt spid="96"/>
                                        </p:tgtEl>
                                        <p:attrNameLst>
                                          <p:attrName>style.visibility</p:attrName>
                                        </p:attrNameLst>
                                      </p:cBhvr>
                                      <p:to>
                                        <p:strVal val="hidden"/>
                                      </p:to>
                                    </p:set>
                                  </p:childTnLst>
                                </p:cTn>
                              </p:par>
                              <p:par>
                                <p:cTn id="317" presetID="22" presetClass="entr" presetSubtype="8" fill="hold" nodeType="withEffect">
                                  <p:stCondLst>
                                    <p:cond delay="0"/>
                                  </p:stCondLst>
                                  <p:childTnLst>
                                    <p:set>
                                      <p:cBhvr>
                                        <p:cTn id="318" dur="1" fill="hold">
                                          <p:stCondLst>
                                            <p:cond delay="0"/>
                                          </p:stCondLst>
                                        </p:cTn>
                                        <p:tgtEl>
                                          <p:spTgt spid="103"/>
                                        </p:tgtEl>
                                        <p:attrNameLst>
                                          <p:attrName>style.visibility</p:attrName>
                                        </p:attrNameLst>
                                      </p:cBhvr>
                                      <p:to>
                                        <p:strVal val="visible"/>
                                      </p:to>
                                    </p:set>
                                    <p:animEffect transition="in" filter="wipe(left)">
                                      <p:cBhvr>
                                        <p:cTn id="319" dur="1000"/>
                                        <p:tgtEl>
                                          <p:spTgt spid="103"/>
                                        </p:tgtEl>
                                      </p:cBhvr>
                                    </p:animEffect>
                                  </p:childTnLst>
                                </p:cTn>
                              </p:par>
                            </p:childTnLst>
                          </p:cTn>
                        </p:par>
                      </p:childTnLst>
                    </p:cTn>
                  </p:par>
                  <p:par>
                    <p:cTn id="320" fill="hold">
                      <p:stCondLst>
                        <p:cond delay="indefinite"/>
                      </p:stCondLst>
                      <p:childTnLst>
                        <p:par>
                          <p:cTn id="321" fill="hold">
                            <p:stCondLst>
                              <p:cond delay="0"/>
                            </p:stCondLst>
                            <p:childTnLst>
                              <p:par>
                                <p:cTn id="322" presetID="22" presetClass="entr" presetSubtype="1" fill="hold" nodeType="clickEffect">
                                  <p:stCondLst>
                                    <p:cond delay="0"/>
                                  </p:stCondLst>
                                  <p:childTnLst>
                                    <p:set>
                                      <p:cBhvr>
                                        <p:cTn id="323" dur="1" fill="hold">
                                          <p:stCondLst>
                                            <p:cond delay="0"/>
                                          </p:stCondLst>
                                        </p:cTn>
                                        <p:tgtEl>
                                          <p:spTgt spid="120"/>
                                        </p:tgtEl>
                                        <p:attrNameLst>
                                          <p:attrName>style.visibility</p:attrName>
                                        </p:attrNameLst>
                                      </p:cBhvr>
                                      <p:to>
                                        <p:strVal val="visible"/>
                                      </p:to>
                                    </p:set>
                                    <p:animEffect transition="in" filter="wipe(up)">
                                      <p:cBhvr>
                                        <p:cTn id="324" dur="1000"/>
                                        <p:tgtEl>
                                          <p:spTgt spid="120"/>
                                        </p:tgtEl>
                                      </p:cBhvr>
                                    </p:animEffect>
                                  </p:childTnLst>
                                </p:cTn>
                              </p:par>
                            </p:childTnLst>
                          </p:cTn>
                        </p:par>
                        <p:par>
                          <p:cTn id="325" fill="hold">
                            <p:stCondLst>
                              <p:cond delay="1000"/>
                            </p:stCondLst>
                            <p:childTnLst>
                              <p:par>
                                <p:cTn id="326" presetID="45" presetClass="entr" presetSubtype="0" fill="hold" grpId="0" nodeType="afterEffect">
                                  <p:stCondLst>
                                    <p:cond delay="0"/>
                                  </p:stCondLst>
                                  <p:childTnLst>
                                    <p:set>
                                      <p:cBhvr>
                                        <p:cTn id="327" dur="1" fill="hold">
                                          <p:stCondLst>
                                            <p:cond delay="0"/>
                                          </p:stCondLst>
                                        </p:cTn>
                                        <p:tgtEl>
                                          <p:spTgt spid="123"/>
                                        </p:tgtEl>
                                        <p:attrNameLst>
                                          <p:attrName>style.visibility</p:attrName>
                                        </p:attrNameLst>
                                      </p:cBhvr>
                                      <p:to>
                                        <p:strVal val="visible"/>
                                      </p:to>
                                    </p:set>
                                    <p:animEffect transition="in" filter="fade">
                                      <p:cBhvr>
                                        <p:cTn id="328" dur="2000"/>
                                        <p:tgtEl>
                                          <p:spTgt spid="123"/>
                                        </p:tgtEl>
                                      </p:cBhvr>
                                    </p:animEffect>
                                    <p:anim calcmode="lin" valueType="num">
                                      <p:cBhvr>
                                        <p:cTn id="329" dur="2000" fill="hold"/>
                                        <p:tgtEl>
                                          <p:spTgt spid="123"/>
                                        </p:tgtEl>
                                        <p:attrNameLst>
                                          <p:attrName>ppt_w</p:attrName>
                                        </p:attrNameLst>
                                      </p:cBhvr>
                                      <p:tavLst>
                                        <p:tav tm="0" fmla="#ppt_w*sin(2.5*pi*$)">
                                          <p:val>
                                            <p:fltVal val="0"/>
                                          </p:val>
                                        </p:tav>
                                        <p:tav tm="100000">
                                          <p:val>
                                            <p:fltVal val="1"/>
                                          </p:val>
                                        </p:tav>
                                      </p:tavLst>
                                    </p:anim>
                                    <p:anim calcmode="lin" valueType="num">
                                      <p:cBhvr>
                                        <p:cTn id="330" dur="2000" fill="hold"/>
                                        <p:tgtEl>
                                          <p:spTgt spid="123"/>
                                        </p:tgtEl>
                                        <p:attrNameLst>
                                          <p:attrName>ppt_h</p:attrName>
                                        </p:attrNameLst>
                                      </p:cBhvr>
                                      <p:tavLst>
                                        <p:tav tm="0">
                                          <p:val>
                                            <p:strVal val="#ppt_h"/>
                                          </p:val>
                                        </p:tav>
                                        <p:tav tm="100000">
                                          <p:val>
                                            <p:strVal val="#ppt_h"/>
                                          </p:val>
                                        </p:tav>
                                      </p:tavLst>
                                    </p:anim>
                                  </p:childTnLst>
                                </p:cTn>
                              </p:par>
                            </p:childTnLst>
                          </p:cTn>
                        </p:par>
                      </p:childTnLst>
                    </p:cTn>
                  </p:par>
                  <p:par>
                    <p:cTn id="331" fill="hold">
                      <p:stCondLst>
                        <p:cond delay="indefinite"/>
                      </p:stCondLst>
                      <p:childTnLst>
                        <p:par>
                          <p:cTn id="332" fill="hold">
                            <p:stCondLst>
                              <p:cond delay="0"/>
                            </p:stCondLst>
                            <p:childTnLst>
                              <p:par>
                                <p:cTn id="333" presetID="22" presetClass="exit" presetSubtype="1" fill="hold" nodeType="clickEffect">
                                  <p:stCondLst>
                                    <p:cond delay="0"/>
                                  </p:stCondLst>
                                  <p:childTnLst>
                                    <p:animEffect transition="out" filter="wipe(up)">
                                      <p:cBhvr>
                                        <p:cTn id="334" dur="500"/>
                                        <p:tgtEl>
                                          <p:spTgt spid="103"/>
                                        </p:tgtEl>
                                      </p:cBhvr>
                                    </p:animEffect>
                                    <p:set>
                                      <p:cBhvr>
                                        <p:cTn id="335" dur="1" fill="hold">
                                          <p:stCondLst>
                                            <p:cond delay="499"/>
                                          </p:stCondLst>
                                        </p:cTn>
                                        <p:tgtEl>
                                          <p:spTgt spid="103"/>
                                        </p:tgtEl>
                                        <p:attrNameLst>
                                          <p:attrName>style.visibility</p:attrName>
                                        </p:attrNameLst>
                                      </p:cBhvr>
                                      <p:to>
                                        <p:strVal val="hidden"/>
                                      </p:to>
                                    </p:set>
                                  </p:childTnLst>
                                </p:cTn>
                              </p:par>
                              <p:par>
                                <p:cTn id="336" presetID="22" presetClass="entr" presetSubtype="8" fill="hold" nodeType="withEffect">
                                  <p:stCondLst>
                                    <p:cond delay="0"/>
                                  </p:stCondLst>
                                  <p:childTnLst>
                                    <p:set>
                                      <p:cBhvr>
                                        <p:cTn id="337" dur="1" fill="hold">
                                          <p:stCondLst>
                                            <p:cond delay="0"/>
                                          </p:stCondLst>
                                        </p:cTn>
                                        <p:tgtEl>
                                          <p:spTgt spid="104"/>
                                        </p:tgtEl>
                                        <p:attrNameLst>
                                          <p:attrName>style.visibility</p:attrName>
                                        </p:attrNameLst>
                                      </p:cBhvr>
                                      <p:to>
                                        <p:strVal val="visible"/>
                                      </p:to>
                                    </p:set>
                                    <p:animEffect transition="in" filter="wipe(left)">
                                      <p:cBhvr>
                                        <p:cTn id="338" dur="1000"/>
                                        <p:tgtEl>
                                          <p:spTgt spid="104"/>
                                        </p:tgtEl>
                                      </p:cBhvr>
                                    </p:animEffect>
                                  </p:childTnLst>
                                </p:cTn>
                              </p:par>
                            </p:childTnLst>
                          </p:cTn>
                        </p:par>
                      </p:childTnLst>
                    </p:cTn>
                  </p:par>
                  <p:par>
                    <p:cTn id="339" fill="hold">
                      <p:stCondLst>
                        <p:cond delay="indefinite"/>
                      </p:stCondLst>
                      <p:childTnLst>
                        <p:par>
                          <p:cTn id="340" fill="hold">
                            <p:stCondLst>
                              <p:cond delay="0"/>
                            </p:stCondLst>
                            <p:childTnLst>
                              <p:par>
                                <p:cTn id="341" presetID="37" presetClass="path" presetSubtype="0" accel="50000" decel="50000" fill="hold" grpId="2" nodeType="clickEffect">
                                  <p:stCondLst>
                                    <p:cond delay="0"/>
                                  </p:stCondLst>
                                  <p:childTnLst>
                                    <p:animMotion origin="layout" path="M 0.00221 4.44444E-6 L -0.07891 0.03865 C -0.0957 0.04745 -0.12109 0.05231 -0.14766 0.05231 C -0.17786 0.05231 -0.20221 0.04745 -0.21901 0.03865 L -0.3 4.44444E-6 " pathEditMode="relative" rAng="0" ptsTypes="AAAAA">
                                      <p:cBhvr>
                                        <p:cTn id="342" dur="2000" fill="hold"/>
                                        <p:tgtEl>
                                          <p:spTgt spid="40"/>
                                        </p:tgtEl>
                                        <p:attrNameLst>
                                          <p:attrName>ppt_x</p:attrName>
                                          <p:attrName>ppt_y</p:attrName>
                                        </p:attrNameLst>
                                      </p:cBhvr>
                                      <p:rCtr x="-15117" y="2616"/>
                                    </p:animMotion>
                                  </p:childTnLst>
                                </p:cTn>
                              </p:par>
                              <p:par>
                                <p:cTn id="343" presetID="37" presetClass="path" presetSubtype="0" accel="50000" decel="50000" fill="hold" nodeType="withEffect">
                                  <p:stCondLst>
                                    <p:cond delay="0"/>
                                  </p:stCondLst>
                                  <p:childTnLst>
                                    <p:animMotion origin="layout" path="M -4.79167E-6 -7.40741E-7 L -0.08085 0.05208 C -0.09765 0.06389 -0.12291 0.0706 -0.14934 0.0706 C -0.17942 0.0706 -0.20364 0.06389 -0.22044 0.05208 L -0.30104 -7.40741E-7 " pathEditMode="relative" rAng="0" ptsTypes="AAAAA">
                                      <p:cBhvr>
                                        <p:cTn id="344" dur="2000" fill="hold"/>
                                        <p:tgtEl>
                                          <p:spTgt spid="41"/>
                                        </p:tgtEl>
                                        <p:attrNameLst>
                                          <p:attrName>ppt_x</p:attrName>
                                          <p:attrName>ppt_y</p:attrName>
                                        </p:attrNameLst>
                                      </p:cBhvr>
                                      <p:rCtr x="-15052" y="3519"/>
                                    </p:animMotion>
                                  </p:childTnLst>
                                </p:cTn>
                              </p:par>
                            </p:childTnLst>
                          </p:cTn>
                        </p:par>
                      </p:childTnLst>
                    </p:cTn>
                  </p:par>
                  <p:par>
                    <p:cTn id="345" fill="hold">
                      <p:stCondLst>
                        <p:cond delay="indefinite"/>
                      </p:stCondLst>
                      <p:childTnLst>
                        <p:par>
                          <p:cTn id="346" fill="hold">
                            <p:stCondLst>
                              <p:cond delay="0"/>
                            </p:stCondLst>
                            <p:childTnLst>
                              <p:par>
                                <p:cTn id="347" presetID="22" presetClass="exit" presetSubtype="1" fill="hold" nodeType="clickEffect">
                                  <p:stCondLst>
                                    <p:cond delay="0"/>
                                  </p:stCondLst>
                                  <p:childTnLst>
                                    <p:animEffect transition="out" filter="wipe(up)">
                                      <p:cBhvr>
                                        <p:cTn id="348" dur="500"/>
                                        <p:tgtEl>
                                          <p:spTgt spid="104"/>
                                        </p:tgtEl>
                                      </p:cBhvr>
                                    </p:animEffect>
                                    <p:set>
                                      <p:cBhvr>
                                        <p:cTn id="349" dur="1" fill="hold">
                                          <p:stCondLst>
                                            <p:cond delay="499"/>
                                          </p:stCondLst>
                                        </p:cTn>
                                        <p:tgtEl>
                                          <p:spTgt spid="104"/>
                                        </p:tgtEl>
                                        <p:attrNameLst>
                                          <p:attrName>style.visibility</p:attrName>
                                        </p:attrNameLst>
                                      </p:cBhvr>
                                      <p:to>
                                        <p:strVal val="hidden"/>
                                      </p:to>
                                    </p:set>
                                  </p:childTnLst>
                                </p:cTn>
                              </p:par>
                              <p:par>
                                <p:cTn id="350" presetID="22" presetClass="entr" presetSubtype="8" fill="hold" nodeType="withEffect">
                                  <p:stCondLst>
                                    <p:cond delay="0"/>
                                  </p:stCondLst>
                                  <p:childTnLst>
                                    <p:set>
                                      <p:cBhvr>
                                        <p:cTn id="351" dur="1" fill="hold">
                                          <p:stCondLst>
                                            <p:cond delay="0"/>
                                          </p:stCondLst>
                                        </p:cTn>
                                        <p:tgtEl>
                                          <p:spTgt spid="111"/>
                                        </p:tgtEl>
                                        <p:attrNameLst>
                                          <p:attrName>style.visibility</p:attrName>
                                        </p:attrNameLst>
                                      </p:cBhvr>
                                      <p:to>
                                        <p:strVal val="visible"/>
                                      </p:to>
                                    </p:set>
                                    <p:animEffect transition="in" filter="wipe(left)">
                                      <p:cBhvr>
                                        <p:cTn id="352" dur="1000"/>
                                        <p:tgtEl>
                                          <p:spTgt spid="111"/>
                                        </p:tgtEl>
                                      </p:cBhvr>
                                    </p:animEffect>
                                  </p:childTnLst>
                                </p:cTn>
                              </p:par>
                            </p:childTnLst>
                          </p:cTn>
                        </p:par>
                        <p:par>
                          <p:cTn id="353" fill="hold">
                            <p:stCondLst>
                              <p:cond delay="1000"/>
                            </p:stCondLst>
                            <p:childTnLst>
                              <p:par>
                                <p:cTn id="354" presetID="37" presetClass="path" presetSubtype="0" accel="50000" decel="50000" fill="hold" grpId="1" nodeType="afterEffect">
                                  <p:stCondLst>
                                    <p:cond delay="0"/>
                                  </p:stCondLst>
                                  <p:childTnLst>
                                    <p:animMotion origin="layout" path="M 0.00274 2.22222E-6 L 0.05313 0.04074 C 0.06367 0.05 0.07943 0.05509 0.09597 0.05509 C 0.11472 0.05509 0.12982 0.05 0.14037 0.04074 L 0.19089 2.22222E-6 " pathEditMode="relative" rAng="0" ptsTypes="AAAAA">
                                      <p:cBhvr>
                                        <p:cTn id="355" dur="2000" fill="hold"/>
                                        <p:tgtEl>
                                          <p:spTgt spid="34"/>
                                        </p:tgtEl>
                                        <p:attrNameLst>
                                          <p:attrName>ppt_x</p:attrName>
                                          <p:attrName>ppt_y</p:attrName>
                                        </p:attrNameLst>
                                      </p:cBhvr>
                                      <p:rCtr x="9401" y="2755"/>
                                    </p:animMotion>
                                  </p:childTnLst>
                                </p:cTn>
                              </p:par>
                            </p:childTnLst>
                          </p:cTn>
                        </p:par>
                      </p:childTnLst>
                    </p:cTn>
                  </p:par>
                  <p:par>
                    <p:cTn id="356" fill="hold">
                      <p:stCondLst>
                        <p:cond delay="indefinite"/>
                      </p:stCondLst>
                      <p:childTnLst>
                        <p:par>
                          <p:cTn id="357" fill="hold">
                            <p:stCondLst>
                              <p:cond delay="0"/>
                            </p:stCondLst>
                            <p:childTnLst>
                              <p:par>
                                <p:cTn id="358" presetID="22" presetClass="exit" presetSubtype="1" fill="hold" nodeType="clickEffect">
                                  <p:stCondLst>
                                    <p:cond delay="0"/>
                                  </p:stCondLst>
                                  <p:childTnLst>
                                    <p:animEffect transition="out" filter="wipe(up)">
                                      <p:cBhvr>
                                        <p:cTn id="359" dur="500"/>
                                        <p:tgtEl>
                                          <p:spTgt spid="111"/>
                                        </p:tgtEl>
                                      </p:cBhvr>
                                    </p:animEffect>
                                    <p:set>
                                      <p:cBhvr>
                                        <p:cTn id="360" dur="1" fill="hold">
                                          <p:stCondLst>
                                            <p:cond delay="499"/>
                                          </p:stCondLst>
                                        </p:cTn>
                                        <p:tgtEl>
                                          <p:spTgt spid="111"/>
                                        </p:tgtEl>
                                        <p:attrNameLst>
                                          <p:attrName>style.visibility</p:attrName>
                                        </p:attrNameLst>
                                      </p:cBhvr>
                                      <p:to>
                                        <p:strVal val="hidden"/>
                                      </p:to>
                                    </p:set>
                                  </p:childTnLst>
                                </p:cTn>
                              </p:par>
                              <p:par>
                                <p:cTn id="361" presetID="22" presetClass="entr" presetSubtype="8" fill="hold" nodeType="withEffect">
                                  <p:stCondLst>
                                    <p:cond delay="0"/>
                                  </p:stCondLst>
                                  <p:childTnLst>
                                    <p:set>
                                      <p:cBhvr>
                                        <p:cTn id="362" dur="1" fill="hold">
                                          <p:stCondLst>
                                            <p:cond delay="0"/>
                                          </p:stCondLst>
                                        </p:cTn>
                                        <p:tgtEl>
                                          <p:spTgt spid="112"/>
                                        </p:tgtEl>
                                        <p:attrNameLst>
                                          <p:attrName>style.visibility</p:attrName>
                                        </p:attrNameLst>
                                      </p:cBhvr>
                                      <p:to>
                                        <p:strVal val="visible"/>
                                      </p:to>
                                    </p:set>
                                    <p:animEffect transition="in" filter="wipe(left)">
                                      <p:cBhvr>
                                        <p:cTn id="363" dur="1000"/>
                                        <p:tgtEl>
                                          <p:spTgt spid="112"/>
                                        </p:tgtEl>
                                      </p:cBhvr>
                                    </p:animEffect>
                                  </p:childTnLst>
                                </p:cTn>
                              </p:par>
                            </p:childTnLst>
                          </p:cTn>
                        </p:par>
                      </p:childTnLst>
                    </p:cTn>
                  </p:par>
                  <p:par>
                    <p:cTn id="364" fill="hold">
                      <p:stCondLst>
                        <p:cond delay="indefinite"/>
                      </p:stCondLst>
                      <p:childTnLst>
                        <p:par>
                          <p:cTn id="365" fill="hold">
                            <p:stCondLst>
                              <p:cond delay="0"/>
                            </p:stCondLst>
                            <p:childTnLst>
                              <p:par>
                                <p:cTn id="366" presetID="22" presetClass="exit" presetSubtype="1" fill="hold" nodeType="clickEffect">
                                  <p:stCondLst>
                                    <p:cond delay="0"/>
                                  </p:stCondLst>
                                  <p:childTnLst>
                                    <p:animEffect transition="out" filter="wipe(up)">
                                      <p:cBhvr>
                                        <p:cTn id="367" dur="500"/>
                                        <p:tgtEl>
                                          <p:spTgt spid="112"/>
                                        </p:tgtEl>
                                      </p:cBhvr>
                                    </p:animEffect>
                                    <p:set>
                                      <p:cBhvr>
                                        <p:cTn id="368" dur="1" fill="hold">
                                          <p:stCondLst>
                                            <p:cond delay="499"/>
                                          </p:stCondLst>
                                        </p:cTn>
                                        <p:tgtEl>
                                          <p:spTgt spid="112"/>
                                        </p:tgtEl>
                                        <p:attrNameLst>
                                          <p:attrName>style.visibility</p:attrName>
                                        </p:attrNameLst>
                                      </p:cBhvr>
                                      <p:to>
                                        <p:strVal val="hidden"/>
                                      </p:to>
                                    </p:set>
                                  </p:childTnLst>
                                </p:cTn>
                              </p:par>
                              <p:par>
                                <p:cTn id="369" presetID="22" presetClass="entr" presetSubtype="8" fill="hold" nodeType="withEffect">
                                  <p:stCondLst>
                                    <p:cond delay="0"/>
                                  </p:stCondLst>
                                  <p:childTnLst>
                                    <p:set>
                                      <p:cBhvr>
                                        <p:cTn id="370" dur="1" fill="hold">
                                          <p:stCondLst>
                                            <p:cond delay="0"/>
                                          </p:stCondLst>
                                        </p:cTn>
                                        <p:tgtEl>
                                          <p:spTgt spid="115"/>
                                        </p:tgtEl>
                                        <p:attrNameLst>
                                          <p:attrName>style.visibility</p:attrName>
                                        </p:attrNameLst>
                                      </p:cBhvr>
                                      <p:to>
                                        <p:strVal val="visible"/>
                                      </p:to>
                                    </p:set>
                                    <p:animEffect transition="in" filter="wipe(left)">
                                      <p:cBhvr>
                                        <p:cTn id="371" dur="1000"/>
                                        <p:tgtEl>
                                          <p:spTgt spid="115"/>
                                        </p:tgtEl>
                                      </p:cBhvr>
                                    </p:animEffect>
                                  </p:childTnLst>
                                </p:cTn>
                              </p:par>
                            </p:childTnLst>
                          </p:cTn>
                        </p:par>
                        <p:par>
                          <p:cTn id="372" fill="hold">
                            <p:stCondLst>
                              <p:cond delay="1000"/>
                            </p:stCondLst>
                            <p:childTnLst>
                              <p:par>
                                <p:cTn id="373" presetID="37" presetClass="path" presetSubtype="0" accel="50000" decel="50000" fill="hold" grpId="3" nodeType="afterEffect">
                                  <p:stCondLst>
                                    <p:cond delay="0"/>
                                  </p:stCondLst>
                                  <p:childTnLst>
                                    <p:animMotion origin="layout" path="M -0.30169 -0.00023 L -0.27161 0.03681 C -0.26536 0.04514 -0.25598 0.04977 -0.24609 0.04977 C -0.23476 0.04977 -0.22578 0.04514 -0.21953 0.03681 L -0.18932 -0.00023 " pathEditMode="relative" rAng="0" ptsTypes="AAAAA">
                                      <p:cBhvr>
                                        <p:cTn id="374" dur="2000" fill="hold"/>
                                        <p:tgtEl>
                                          <p:spTgt spid="40"/>
                                        </p:tgtEl>
                                        <p:attrNameLst>
                                          <p:attrName>ppt_x</p:attrName>
                                          <p:attrName>ppt_y</p:attrName>
                                        </p:attrNameLst>
                                      </p:cBhvr>
                                      <p:rCtr x="5612" y="2500"/>
                                    </p:animMotion>
                                  </p:childTnLst>
                                </p:cTn>
                              </p:par>
                              <p:par>
                                <p:cTn id="375" presetID="37" presetClass="path" presetSubtype="0" accel="50000" decel="50000" fill="hold" nodeType="withEffect">
                                  <p:stCondLst>
                                    <p:cond delay="0"/>
                                  </p:stCondLst>
                                  <p:childTnLst>
                                    <p:animMotion origin="layout" path="M -0.30209 0.00093 L -0.27175 0.04907 C -0.2655 0.05972 -0.25599 0.0662 -0.24597 0.0662 C -0.23451 0.0662 -0.2254 0.05972 -0.21915 0.04907 L -0.18855 0.00093 " pathEditMode="relative" rAng="0" ptsTypes="AAAAA">
                                      <p:cBhvr>
                                        <p:cTn id="376" dur="2000" fill="hold"/>
                                        <p:tgtEl>
                                          <p:spTgt spid="41"/>
                                        </p:tgtEl>
                                        <p:attrNameLst>
                                          <p:attrName>ppt_x</p:attrName>
                                          <p:attrName>ppt_y</p:attrName>
                                        </p:attrNameLst>
                                      </p:cBhvr>
                                      <p:rCtr x="5677" y="3264"/>
                                    </p:animMotion>
                                  </p:childTnLst>
                                </p:cTn>
                              </p:par>
                            </p:childTnLst>
                          </p:cTn>
                        </p:par>
                      </p:childTnLst>
                    </p:cTn>
                  </p:par>
                  <p:par>
                    <p:cTn id="377" fill="hold">
                      <p:stCondLst>
                        <p:cond delay="indefinite"/>
                      </p:stCondLst>
                      <p:childTnLst>
                        <p:par>
                          <p:cTn id="378" fill="hold">
                            <p:stCondLst>
                              <p:cond delay="0"/>
                            </p:stCondLst>
                            <p:childTnLst>
                              <p:par>
                                <p:cTn id="379" presetID="22" presetClass="exit" presetSubtype="1" fill="hold" nodeType="clickEffect">
                                  <p:stCondLst>
                                    <p:cond delay="0"/>
                                  </p:stCondLst>
                                  <p:childTnLst>
                                    <p:animEffect transition="out" filter="wipe(up)">
                                      <p:cBhvr>
                                        <p:cTn id="380" dur="500"/>
                                        <p:tgtEl>
                                          <p:spTgt spid="115"/>
                                        </p:tgtEl>
                                      </p:cBhvr>
                                    </p:animEffect>
                                    <p:set>
                                      <p:cBhvr>
                                        <p:cTn id="381" dur="1" fill="hold">
                                          <p:stCondLst>
                                            <p:cond delay="499"/>
                                          </p:stCondLst>
                                        </p:cTn>
                                        <p:tgtEl>
                                          <p:spTgt spid="115"/>
                                        </p:tgtEl>
                                        <p:attrNameLst>
                                          <p:attrName>style.visibility</p:attrName>
                                        </p:attrNameLst>
                                      </p:cBhvr>
                                      <p:to>
                                        <p:strVal val="hidden"/>
                                      </p:to>
                                    </p:set>
                                  </p:childTnLst>
                                </p:cTn>
                              </p:par>
                            </p:childTnLst>
                          </p:cTn>
                        </p:par>
                        <p:par>
                          <p:cTn id="382" fill="hold">
                            <p:stCondLst>
                              <p:cond delay="500"/>
                            </p:stCondLst>
                            <p:childTnLst>
                              <p:par>
                                <p:cTn id="383" presetID="22" presetClass="entr" presetSubtype="8" fill="hold" nodeType="afterEffect">
                                  <p:stCondLst>
                                    <p:cond delay="0"/>
                                  </p:stCondLst>
                                  <p:childTnLst>
                                    <p:set>
                                      <p:cBhvr>
                                        <p:cTn id="384" dur="1" fill="hold">
                                          <p:stCondLst>
                                            <p:cond delay="0"/>
                                          </p:stCondLst>
                                        </p:cTn>
                                        <p:tgtEl>
                                          <p:spTgt spid="96"/>
                                        </p:tgtEl>
                                        <p:attrNameLst>
                                          <p:attrName>style.visibility</p:attrName>
                                        </p:attrNameLst>
                                      </p:cBhvr>
                                      <p:to>
                                        <p:strVal val="visible"/>
                                      </p:to>
                                    </p:set>
                                    <p:animEffect transition="in" filter="wipe(left)">
                                      <p:cBhvr>
                                        <p:cTn id="385" dur="1000"/>
                                        <p:tgtEl>
                                          <p:spTgt spid="96"/>
                                        </p:tgtEl>
                                      </p:cBhvr>
                                    </p:animEffect>
                                  </p:childTnLst>
                                </p:cTn>
                              </p:par>
                            </p:childTnLst>
                          </p:cTn>
                        </p:par>
                      </p:childTnLst>
                    </p:cTn>
                  </p:par>
                  <p:par>
                    <p:cTn id="386" fill="hold">
                      <p:stCondLst>
                        <p:cond delay="indefinite"/>
                      </p:stCondLst>
                      <p:childTnLst>
                        <p:par>
                          <p:cTn id="387" fill="hold">
                            <p:stCondLst>
                              <p:cond delay="0"/>
                            </p:stCondLst>
                            <p:childTnLst>
                              <p:par>
                                <p:cTn id="388" presetID="63" presetClass="path" presetSubtype="0" accel="50000" decel="50000" fill="hold" grpId="3" nodeType="clickEffect">
                                  <p:stCondLst>
                                    <p:cond delay="0"/>
                                  </p:stCondLst>
                                  <p:childTnLst>
                                    <p:animMotion origin="layout" path="M 0.07539 -0.00092 L 0.11263 -0.00069 " pathEditMode="relative" rAng="0" ptsTypes="AA">
                                      <p:cBhvr>
                                        <p:cTn id="389" dur="2000" fill="hold"/>
                                        <p:tgtEl>
                                          <p:spTgt spid="45"/>
                                        </p:tgtEl>
                                        <p:attrNameLst>
                                          <p:attrName>ppt_x</p:attrName>
                                          <p:attrName>ppt_y</p:attrName>
                                        </p:attrNameLst>
                                      </p:cBhvr>
                                      <p:rCtr x="1862" y="0"/>
                                    </p:animMotion>
                                  </p:childTnLst>
                                </p:cTn>
                              </p:par>
                            </p:childTnLst>
                          </p:cTn>
                        </p:par>
                      </p:childTnLst>
                    </p:cTn>
                  </p:par>
                  <p:par>
                    <p:cTn id="390" fill="hold">
                      <p:stCondLst>
                        <p:cond delay="indefinite"/>
                      </p:stCondLst>
                      <p:childTnLst>
                        <p:par>
                          <p:cTn id="391" fill="hold">
                            <p:stCondLst>
                              <p:cond delay="0"/>
                            </p:stCondLst>
                            <p:childTnLst>
                              <p:par>
                                <p:cTn id="392" presetID="22" presetClass="exit" presetSubtype="1" fill="hold" nodeType="clickEffect">
                                  <p:stCondLst>
                                    <p:cond delay="0"/>
                                  </p:stCondLst>
                                  <p:childTnLst>
                                    <p:animEffect transition="out" filter="wipe(up)">
                                      <p:cBhvr>
                                        <p:cTn id="393" dur="500"/>
                                        <p:tgtEl>
                                          <p:spTgt spid="96"/>
                                        </p:tgtEl>
                                      </p:cBhvr>
                                    </p:animEffect>
                                    <p:set>
                                      <p:cBhvr>
                                        <p:cTn id="394" dur="1" fill="hold">
                                          <p:stCondLst>
                                            <p:cond delay="499"/>
                                          </p:stCondLst>
                                        </p:cTn>
                                        <p:tgtEl>
                                          <p:spTgt spid="96"/>
                                        </p:tgtEl>
                                        <p:attrNameLst>
                                          <p:attrName>style.visibility</p:attrName>
                                        </p:attrNameLst>
                                      </p:cBhvr>
                                      <p:to>
                                        <p:strVal val="hidden"/>
                                      </p:to>
                                    </p:set>
                                  </p:childTnLst>
                                </p:cTn>
                              </p:par>
                            </p:childTnLst>
                          </p:cTn>
                        </p:par>
                        <p:par>
                          <p:cTn id="395" fill="hold">
                            <p:stCondLst>
                              <p:cond delay="500"/>
                            </p:stCondLst>
                            <p:childTnLst>
                              <p:par>
                                <p:cTn id="396" presetID="22" presetClass="entr" presetSubtype="8" fill="hold" nodeType="afterEffect">
                                  <p:stCondLst>
                                    <p:cond delay="0"/>
                                  </p:stCondLst>
                                  <p:childTnLst>
                                    <p:set>
                                      <p:cBhvr>
                                        <p:cTn id="397" dur="1" fill="hold">
                                          <p:stCondLst>
                                            <p:cond delay="0"/>
                                          </p:stCondLst>
                                        </p:cTn>
                                        <p:tgtEl>
                                          <p:spTgt spid="103"/>
                                        </p:tgtEl>
                                        <p:attrNameLst>
                                          <p:attrName>style.visibility</p:attrName>
                                        </p:attrNameLst>
                                      </p:cBhvr>
                                      <p:to>
                                        <p:strVal val="visible"/>
                                      </p:to>
                                    </p:set>
                                    <p:animEffect transition="in" filter="wipe(left)">
                                      <p:cBhvr>
                                        <p:cTn id="398" dur="1000"/>
                                        <p:tgtEl>
                                          <p:spTgt spid="103"/>
                                        </p:tgtEl>
                                      </p:cBhvr>
                                    </p:animEffect>
                                  </p:childTnLst>
                                </p:cTn>
                              </p:par>
                            </p:childTnLst>
                          </p:cTn>
                        </p:par>
                      </p:childTnLst>
                    </p:cTn>
                  </p:par>
                  <p:par>
                    <p:cTn id="399" fill="hold">
                      <p:stCondLst>
                        <p:cond delay="indefinite"/>
                      </p:stCondLst>
                      <p:childTnLst>
                        <p:par>
                          <p:cTn id="400" fill="hold">
                            <p:stCondLst>
                              <p:cond delay="0"/>
                            </p:stCondLst>
                            <p:childTnLst>
                              <p:par>
                                <p:cTn id="401" presetID="22" presetClass="entr" presetSubtype="1" fill="hold" nodeType="clickEffect">
                                  <p:stCondLst>
                                    <p:cond delay="0"/>
                                  </p:stCondLst>
                                  <p:childTnLst>
                                    <p:set>
                                      <p:cBhvr>
                                        <p:cTn id="402" dur="1" fill="hold">
                                          <p:stCondLst>
                                            <p:cond delay="0"/>
                                          </p:stCondLst>
                                        </p:cTn>
                                        <p:tgtEl>
                                          <p:spTgt spid="116"/>
                                        </p:tgtEl>
                                        <p:attrNameLst>
                                          <p:attrName>style.visibility</p:attrName>
                                        </p:attrNameLst>
                                      </p:cBhvr>
                                      <p:to>
                                        <p:strVal val="visible"/>
                                      </p:to>
                                    </p:set>
                                    <p:animEffect transition="in" filter="wipe(up)">
                                      <p:cBhvr>
                                        <p:cTn id="403" dur="1000"/>
                                        <p:tgtEl>
                                          <p:spTgt spid="116"/>
                                        </p:tgtEl>
                                      </p:cBhvr>
                                    </p:animEffect>
                                  </p:childTnLst>
                                </p:cTn>
                              </p:par>
                            </p:childTnLst>
                          </p:cTn>
                        </p:par>
                        <p:par>
                          <p:cTn id="404" fill="hold">
                            <p:stCondLst>
                              <p:cond delay="1000"/>
                            </p:stCondLst>
                            <p:childTnLst>
                              <p:par>
                                <p:cTn id="405" presetID="45" presetClass="entr" presetSubtype="0" fill="hold" grpId="0" nodeType="afterEffect">
                                  <p:stCondLst>
                                    <p:cond delay="0"/>
                                  </p:stCondLst>
                                  <p:childTnLst>
                                    <p:set>
                                      <p:cBhvr>
                                        <p:cTn id="406" dur="1" fill="hold">
                                          <p:stCondLst>
                                            <p:cond delay="0"/>
                                          </p:stCondLst>
                                        </p:cTn>
                                        <p:tgtEl>
                                          <p:spTgt spid="119"/>
                                        </p:tgtEl>
                                        <p:attrNameLst>
                                          <p:attrName>style.visibility</p:attrName>
                                        </p:attrNameLst>
                                      </p:cBhvr>
                                      <p:to>
                                        <p:strVal val="visible"/>
                                      </p:to>
                                    </p:set>
                                    <p:animEffect transition="in" filter="fade">
                                      <p:cBhvr>
                                        <p:cTn id="407" dur="2000"/>
                                        <p:tgtEl>
                                          <p:spTgt spid="119"/>
                                        </p:tgtEl>
                                      </p:cBhvr>
                                    </p:animEffect>
                                    <p:anim calcmode="lin" valueType="num">
                                      <p:cBhvr>
                                        <p:cTn id="408" dur="2000" fill="hold"/>
                                        <p:tgtEl>
                                          <p:spTgt spid="119"/>
                                        </p:tgtEl>
                                        <p:attrNameLst>
                                          <p:attrName>ppt_w</p:attrName>
                                        </p:attrNameLst>
                                      </p:cBhvr>
                                      <p:tavLst>
                                        <p:tav tm="0" fmla="#ppt_w*sin(2.5*pi*$)">
                                          <p:val>
                                            <p:fltVal val="0"/>
                                          </p:val>
                                        </p:tav>
                                        <p:tav tm="100000">
                                          <p:val>
                                            <p:fltVal val="1"/>
                                          </p:val>
                                        </p:tav>
                                      </p:tavLst>
                                    </p:anim>
                                    <p:anim calcmode="lin" valueType="num">
                                      <p:cBhvr>
                                        <p:cTn id="409" dur="2000" fill="hold"/>
                                        <p:tgtEl>
                                          <p:spTgt spid="119"/>
                                        </p:tgtEl>
                                        <p:attrNameLst>
                                          <p:attrName>ppt_h</p:attrName>
                                        </p:attrNameLst>
                                      </p:cBhvr>
                                      <p:tavLst>
                                        <p:tav tm="0">
                                          <p:val>
                                            <p:strVal val="#ppt_h"/>
                                          </p:val>
                                        </p:tav>
                                        <p:tav tm="100000">
                                          <p:val>
                                            <p:strVal val="#ppt_h"/>
                                          </p:val>
                                        </p:tav>
                                      </p:tavLst>
                                    </p:anim>
                                  </p:childTnLst>
                                </p:cTn>
                              </p:par>
                            </p:childTnLst>
                          </p:cTn>
                        </p:par>
                      </p:childTnLst>
                    </p:cTn>
                  </p:par>
                  <p:par>
                    <p:cTn id="410" fill="hold">
                      <p:stCondLst>
                        <p:cond delay="indefinite"/>
                      </p:stCondLst>
                      <p:childTnLst>
                        <p:par>
                          <p:cTn id="411" fill="hold">
                            <p:stCondLst>
                              <p:cond delay="0"/>
                            </p:stCondLst>
                            <p:childTnLst>
                              <p:par>
                                <p:cTn id="412" presetID="22" presetClass="exit" presetSubtype="1" fill="hold" nodeType="clickEffect">
                                  <p:stCondLst>
                                    <p:cond delay="0"/>
                                  </p:stCondLst>
                                  <p:childTnLst>
                                    <p:animEffect transition="out" filter="wipe(up)">
                                      <p:cBhvr>
                                        <p:cTn id="413" dur="500"/>
                                        <p:tgtEl>
                                          <p:spTgt spid="103"/>
                                        </p:tgtEl>
                                      </p:cBhvr>
                                    </p:animEffect>
                                    <p:set>
                                      <p:cBhvr>
                                        <p:cTn id="414" dur="1" fill="hold">
                                          <p:stCondLst>
                                            <p:cond delay="499"/>
                                          </p:stCondLst>
                                        </p:cTn>
                                        <p:tgtEl>
                                          <p:spTgt spid="103"/>
                                        </p:tgtEl>
                                        <p:attrNameLst>
                                          <p:attrName>style.visibility</p:attrName>
                                        </p:attrNameLst>
                                      </p:cBhvr>
                                      <p:to>
                                        <p:strVal val="hidden"/>
                                      </p:to>
                                    </p:set>
                                  </p:childTnLst>
                                </p:cTn>
                              </p:par>
                            </p:childTnLst>
                          </p:cTn>
                        </p:par>
                        <p:par>
                          <p:cTn id="415" fill="hold">
                            <p:stCondLst>
                              <p:cond delay="500"/>
                            </p:stCondLst>
                            <p:childTnLst>
                              <p:par>
                                <p:cTn id="416" presetID="22" presetClass="entr" presetSubtype="8" fill="hold" nodeType="afterEffect">
                                  <p:stCondLst>
                                    <p:cond delay="0"/>
                                  </p:stCondLst>
                                  <p:childTnLst>
                                    <p:set>
                                      <p:cBhvr>
                                        <p:cTn id="417" dur="1" fill="hold">
                                          <p:stCondLst>
                                            <p:cond delay="0"/>
                                          </p:stCondLst>
                                        </p:cTn>
                                        <p:tgtEl>
                                          <p:spTgt spid="104"/>
                                        </p:tgtEl>
                                        <p:attrNameLst>
                                          <p:attrName>style.visibility</p:attrName>
                                        </p:attrNameLst>
                                      </p:cBhvr>
                                      <p:to>
                                        <p:strVal val="visible"/>
                                      </p:to>
                                    </p:set>
                                    <p:animEffect transition="in" filter="wipe(left)">
                                      <p:cBhvr>
                                        <p:cTn id="418" dur="1000"/>
                                        <p:tgtEl>
                                          <p:spTgt spid="104"/>
                                        </p:tgtEl>
                                      </p:cBhvr>
                                    </p:animEffect>
                                  </p:childTnLst>
                                </p:cTn>
                              </p:par>
                            </p:childTnLst>
                          </p:cTn>
                        </p:par>
                        <p:par>
                          <p:cTn id="419" fill="hold">
                            <p:stCondLst>
                              <p:cond delay="1500"/>
                            </p:stCondLst>
                            <p:childTnLst>
                              <p:par>
                                <p:cTn id="420" presetID="37" presetClass="path" presetSubtype="0" accel="50000" decel="50000" fill="hold" grpId="1" nodeType="afterEffect">
                                  <p:stCondLst>
                                    <p:cond delay="0"/>
                                  </p:stCondLst>
                                  <p:childTnLst>
                                    <p:animMotion origin="layout" path="M -0.00013 0.0007 L -0.09114 0.03866 C -0.11002 0.04722 -0.13841 0.05209 -0.16822 0.05209 C -0.20208 0.05209 -0.22929 0.04722 -0.24817 0.03866 L -0.33906 0.0007 " pathEditMode="relative" rAng="0" ptsTypes="AAAAA">
                                      <p:cBhvr>
                                        <p:cTn id="421" dur="2000" fill="hold"/>
                                        <p:tgtEl>
                                          <p:spTgt spid="82"/>
                                        </p:tgtEl>
                                        <p:attrNameLst>
                                          <p:attrName>ppt_x</p:attrName>
                                          <p:attrName>ppt_y</p:attrName>
                                        </p:attrNameLst>
                                      </p:cBhvr>
                                      <p:rCtr x="-16953" y="2569"/>
                                    </p:animMotion>
                                  </p:childTnLst>
                                </p:cTn>
                              </p:par>
                            </p:childTnLst>
                          </p:cTn>
                        </p:par>
                      </p:childTnLst>
                    </p:cTn>
                  </p:par>
                  <p:par>
                    <p:cTn id="422" fill="hold">
                      <p:stCondLst>
                        <p:cond delay="indefinite"/>
                      </p:stCondLst>
                      <p:childTnLst>
                        <p:par>
                          <p:cTn id="423" fill="hold">
                            <p:stCondLst>
                              <p:cond delay="0"/>
                            </p:stCondLst>
                            <p:childTnLst>
                              <p:par>
                                <p:cTn id="424" presetID="22" presetClass="exit" presetSubtype="1" fill="hold" nodeType="clickEffect">
                                  <p:stCondLst>
                                    <p:cond delay="0"/>
                                  </p:stCondLst>
                                  <p:childTnLst>
                                    <p:animEffect transition="out" filter="wipe(up)">
                                      <p:cBhvr>
                                        <p:cTn id="425" dur="500"/>
                                        <p:tgtEl>
                                          <p:spTgt spid="104"/>
                                        </p:tgtEl>
                                      </p:cBhvr>
                                    </p:animEffect>
                                    <p:set>
                                      <p:cBhvr>
                                        <p:cTn id="426" dur="1" fill="hold">
                                          <p:stCondLst>
                                            <p:cond delay="499"/>
                                          </p:stCondLst>
                                        </p:cTn>
                                        <p:tgtEl>
                                          <p:spTgt spid="104"/>
                                        </p:tgtEl>
                                        <p:attrNameLst>
                                          <p:attrName>style.visibility</p:attrName>
                                        </p:attrNameLst>
                                      </p:cBhvr>
                                      <p:to>
                                        <p:strVal val="hidden"/>
                                      </p:to>
                                    </p:set>
                                  </p:childTnLst>
                                </p:cTn>
                              </p:par>
                            </p:childTnLst>
                          </p:cTn>
                        </p:par>
                        <p:par>
                          <p:cTn id="427" fill="hold">
                            <p:stCondLst>
                              <p:cond delay="500"/>
                            </p:stCondLst>
                            <p:childTnLst>
                              <p:par>
                                <p:cTn id="428" presetID="22" presetClass="entr" presetSubtype="8" fill="hold" nodeType="afterEffect">
                                  <p:stCondLst>
                                    <p:cond delay="0"/>
                                  </p:stCondLst>
                                  <p:childTnLst>
                                    <p:set>
                                      <p:cBhvr>
                                        <p:cTn id="429" dur="1" fill="hold">
                                          <p:stCondLst>
                                            <p:cond delay="0"/>
                                          </p:stCondLst>
                                        </p:cTn>
                                        <p:tgtEl>
                                          <p:spTgt spid="111"/>
                                        </p:tgtEl>
                                        <p:attrNameLst>
                                          <p:attrName>style.visibility</p:attrName>
                                        </p:attrNameLst>
                                      </p:cBhvr>
                                      <p:to>
                                        <p:strVal val="visible"/>
                                      </p:to>
                                    </p:set>
                                    <p:animEffect transition="in" filter="wipe(left)">
                                      <p:cBhvr>
                                        <p:cTn id="430" dur="1000"/>
                                        <p:tgtEl>
                                          <p:spTgt spid="111"/>
                                        </p:tgtEl>
                                      </p:cBhvr>
                                    </p:animEffect>
                                  </p:childTnLst>
                                </p:cTn>
                              </p:par>
                            </p:childTnLst>
                          </p:cTn>
                        </p:par>
                        <p:par>
                          <p:cTn id="431" fill="hold">
                            <p:stCondLst>
                              <p:cond delay="1500"/>
                            </p:stCondLst>
                            <p:childTnLst>
                              <p:par>
                                <p:cTn id="432" presetID="37" presetClass="path" presetSubtype="0" accel="50000" decel="50000" fill="hold" grpId="1" nodeType="afterEffect">
                                  <p:stCondLst>
                                    <p:cond delay="0"/>
                                  </p:stCondLst>
                                  <p:childTnLst>
                                    <p:animMotion origin="layout" path="M -0.0026 4.81481E-6 L 0.04831 0.04004 C 0.05899 0.04907 0.07487 0.05393 0.09167 0.05393 C 0.11068 0.05393 0.12591 0.04907 0.13659 0.04004 L 0.18763 4.81481E-6 " pathEditMode="relative" rAng="0" ptsTypes="AAAAA">
                                      <p:cBhvr>
                                        <p:cTn id="433" dur="2000" fill="hold"/>
                                        <p:tgtEl>
                                          <p:spTgt spid="35"/>
                                        </p:tgtEl>
                                        <p:attrNameLst>
                                          <p:attrName>ppt_x</p:attrName>
                                          <p:attrName>ppt_y</p:attrName>
                                        </p:attrNameLst>
                                      </p:cBhvr>
                                      <p:rCtr x="9505" y="2685"/>
                                    </p:animMotion>
                                  </p:childTnLst>
                                </p:cTn>
                              </p:par>
                            </p:childTnLst>
                          </p:cTn>
                        </p:par>
                      </p:childTnLst>
                    </p:cTn>
                  </p:par>
                  <p:par>
                    <p:cTn id="434" fill="hold">
                      <p:stCondLst>
                        <p:cond delay="indefinite"/>
                      </p:stCondLst>
                      <p:childTnLst>
                        <p:par>
                          <p:cTn id="435" fill="hold">
                            <p:stCondLst>
                              <p:cond delay="0"/>
                            </p:stCondLst>
                            <p:childTnLst>
                              <p:par>
                                <p:cTn id="436" presetID="22" presetClass="exit" presetSubtype="1" fill="hold" nodeType="clickEffect">
                                  <p:stCondLst>
                                    <p:cond delay="0"/>
                                  </p:stCondLst>
                                  <p:childTnLst>
                                    <p:animEffect transition="out" filter="wipe(up)">
                                      <p:cBhvr>
                                        <p:cTn id="437" dur="500"/>
                                        <p:tgtEl>
                                          <p:spTgt spid="111"/>
                                        </p:tgtEl>
                                      </p:cBhvr>
                                    </p:animEffect>
                                    <p:set>
                                      <p:cBhvr>
                                        <p:cTn id="438" dur="1" fill="hold">
                                          <p:stCondLst>
                                            <p:cond delay="499"/>
                                          </p:stCondLst>
                                        </p:cTn>
                                        <p:tgtEl>
                                          <p:spTgt spid="111"/>
                                        </p:tgtEl>
                                        <p:attrNameLst>
                                          <p:attrName>style.visibility</p:attrName>
                                        </p:attrNameLst>
                                      </p:cBhvr>
                                      <p:to>
                                        <p:strVal val="hidden"/>
                                      </p:to>
                                    </p:set>
                                  </p:childTnLst>
                                </p:cTn>
                              </p:par>
                            </p:childTnLst>
                          </p:cTn>
                        </p:par>
                        <p:par>
                          <p:cTn id="439" fill="hold">
                            <p:stCondLst>
                              <p:cond delay="500"/>
                            </p:stCondLst>
                            <p:childTnLst>
                              <p:par>
                                <p:cTn id="440" presetID="22" presetClass="entr" presetSubtype="8" fill="hold" nodeType="afterEffect">
                                  <p:stCondLst>
                                    <p:cond delay="0"/>
                                  </p:stCondLst>
                                  <p:childTnLst>
                                    <p:set>
                                      <p:cBhvr>
                                        <p:cTn id="441" dur="1" fill="hold">
                                          <p:stCondLst>
                                            <p:cond delay="0"/>
                                          </p:stCondLst>
                                        </p:cTn>
                                        <p:tgtEl>
                                          <p:spTgt spid="112"/>
                                        </p:tgtEl>
                                        <p:attrNameLst>
                                          <p:attrName>style.visibility</p:attrName>
                                        </p:attrNameLst>
                                      </p:cBhvr>
                                      <p:to>
                                        <p:strVal val="visible"/>
                                      </p:to>
                                    </p:set>
                                    <p:animEffect transition="in" filter="wipe(left)">
                                      <p:cBhvr>
                                        <p:cTn id="442" dur="1000"/>
                                        <p:tgtEl>
                                          <p:spTgt spid="112"/>
                                        </p:tgtEl>
                                      </p:cBhvr>
                                    </p:animEffect>
                                  </p:childTnLst>
                                </p:cTn>
                              </p:par>
                            </p:childTnLst>
                          </p:cTn>
                        </p:par>
                      </p:childTnLst>
                    </p:cTn>
                  </p:par>
                  <p:par>
                    <p:cTn id="443" fill="hold">
                      <p:stCondLst>
                        <p:cond delay="indefinite"/>
                      </p:stCondLst>
                      <p:childTnLst>
                        <p:par>
                          <p:cTn id="444" fill="hold">
                            <p:stCondLst>
                              <p:cond delay="0"/>
                            </p:stCondLst>
                            <p:childTnLst>
                              <p:par>
                                <p:cTn id="445" presetID="22" presetClass="exit" presetSubtype="1" fill="hold" nodeType="clickEffect">
                                  <p:stCondLst>
                                    <p:cond delay="0"/>
                                  </p:stCondLst>
                                  <p:childTnLst>
                                    <p:animEffect transition="out" filter="wipe(up)">
                                      <p:cBhvr>
                                        <p:cTn id="446" dur="500"/>
                                        <p:tgtEl>
                                          <p:spTgt spid="112"/>
                                        </p:tgtEl>
                                      </p:cBhvr>
                                    </p:animEffect>
                                    <p:set>
                                      <p:cBhvr>
                                        <p:cTn id="447" dur="1" fill="hold">
                                          <p:stCondLst>
                                            <p:cond delay="499"/>
                                          </p:stCondLst>
                                        </p:cTn>
                                        <p:tgtEl>
                                          <p:spTgt spid="112"/>
                                        </p:tgtEl>
                                        <p:attrNameLst>
                                          <p:attrName>style.visibility</p:attrName>
                                        </p:attrNameLst>
                                      </p:cBhvr>
                                      <p:to>
                                        <p:strVal val="hidden"/>
                                      </p:to>
                                    </p:set>
                                  </p:childTnLst>
                                </p:cTn>
                              </p:par>
                            </p:childTnLst>
                          </p:cTn>
                        </p:par>
                        <p:par>
                          <p:cTn id="448" fill="hold">
                            <p:stCondLst>
                              <p:cond delay="500"/>
                            </p:stCondLst>
                            <p:childTnLst>
                              <p:par>
                                <p:cTn id="449" presetID="22" presetClass="entr" presetSubtype="8" fill="hold" nodeType="afterEffect">
                                  <p:stCondLst>
                                    <p:cond delay="0"/>
                                  </p:stCondLst>
                                  <p:childTnLst>
                                    <p:set>
                                      <p:cBhvr>
                                        <p:cTn id="450" dur="1" fill="hold">
                                          <p:stCondLst>
                                            <p:cond delay="0"/>
                                          </p:stCondLst>
                                        </p:cTn>
                                        <p:tgtEl>
                                          <p:spTgt spid="115"/>
                                        </p:tgtEl>
                                        <p:attrNameLst>
                                          <p:attrName>style.visibility</p:attrName>
                                        </p:attrNameLst>
                                      </p:cBhvr>
                                      <p:to>
                                        <p:strVal val="visible"/>
                                      </p:to>
                                    </p:set>
                                    <p:animEffect transition="in" filter="wipe(left)">
                                      <p:cBhvr>
                                        <p:cTn id="451" dur="1000"/>
                                        <p:tgtEl>
                                          <p:spTgt spid="115"/>
                                        </p:tgtEl>
                                      </p:cBhvr>
                                    </p:animEffect>
                                  </p:childTnLst>
                                </p:cTn>
                              </p:par>
                            </p:childTnLst>
                          </p:cTn>
                        </p:par>
                        <p:par>
                          <p:cTn id="452" fill="hold">
                            <p:stCondLst>
                              <p:cond delay="1500"/>
                            </p:stCondLst>
                            <p:childTnLst>
                              <p:par>
                                <p:cTn id="453" presetID="37" presetClass="path" presetSubtype="0" accel="50000" decel="50000" fill="hold" grpId="2" nodeType="afterEffect">
                                  <p:stCondLst>
                                    <p:cond delay="0"/>
                                  </p:stCondLst>
                                  <p:childTnLst>
                                    <p:animMotion origin="layout" path="M -0.33906 0.0007 L -0.29895 0.04144 C -0.29062 0.0507 -0.27812 0.05579 -0.26497 0.05579 C -0.25 0.05579 -0.23802 0.0507 -0.22968 0.04144 L -0.18945 0.0007 " pathEditMode="relative" rAng="0" ptsTypes="AAAAA">
                                      <p:cBhvr>
                                        <p:cTn id="454" dur="2000" fill="hold"/>
                                        <p:tgtEl>
                                          <p:spTgt spid="82"/>
                                        </p:tgtEl>
                                        <p:attrNameLst>
                                          <p:attrName>ppt_x</p:attrName>
                                          <p:attrName>ppt_y</p:attrName>
                                        </p:attrNameLst>
                                      </p:cBhvr>
                                      <p:rCtr x="7474" y="2755"/>
                                    </p:animMotion>
                                  </p:childTnLst>
                                </p:cTn>
                              </p:par>
                            </p:childTnLst>
                          </p:cTn>
                        </p:par>
                      </p:childTnLst>
                    </p:cTn>
                  </p:par>
                  <p:par>
                    <p:cTn id="455" fill="hold">
                      <p:stCondLst>
                        <p:cond delay="indefinite"/>
                      </p:stCondLst>
                      <p:childTnLst>
                        <p:par>
                          <p:cTn id="456" fill="hold">
                            <p:stCondLst>
                              <p:cond delay="0"/>
                            </p:stCondLst>
                            <p:childTnLst>
                              <p:par>
                                <p:cTn id="457" presetID="22" presetClass="exit" presetSubtype="1" fill="hold" nodeType="clickEffect">
                                  <p:stCondLst>
                                    <p:cond delay="0"/>
                                  </p:stCondLst>
                                  <p:childTnLst>
                                    <p:animEffect transition="out" filter="wipe(up)">
                                      <p:cBhvr>
                                        <p:cTn id="458" dur="500"/>
                                        <p:tgtEl>
                                          <p:spTgt spid="115"/>
                                        </p:tgtEl>
                                      </p:cBhvr>
                                    </p:animEffect>
                                    <p:set>
                                      <p:cBhvr>
                                        <p:cTn id="459" dur="1" fill="hold">
                                          <p:stCondLst>
                                            <p:cond delay="499"/>
                                          </p:stCondLst>
                                        </p:cTn>
                                        <p:tgtEl>
                                          <p:spTgt spid="115"/>
                                        </p:tgtEl>
                                        <p:attrNameLst>
                                          <p:attrName>style.visibility</p:attrName>
                                        </p:attrNameLst>
                                      </p:cBhvr>
                                      <p:to>
                                        <p:strVal val="hidden"/>
                                      </p:to>
                                    </p:set>
                                  </p:childTnLst>
                                </p:cTn>
                              </p:par>
                            </p:childTnLst>
                          </p:cTn>
                        </p:par>
                        <p:par>
                          <p:cTn id="460" fill="hold">
                            <p:stCondLst>
                              <p:cond delay="500"/>
                            </p:stCondLst>
                            <p:childTnLst>
                              <p:par>
                                <p:cTn id="461" presetID="22" presetClass="entr" presetSubtype="8" fill="hold" nodeType="afterEffect">
                                  <p:stCondLst>
                                    <p:cond delay="0"/>
                                  </p:stCondLst>
                                  <p:childTnLst>
                                    <p:set>
                                      <p:cBhvr>
                                        <p:cTn id="462" dur="1" fill="hold">
                                          <p:stCondLst>
                                            <p:cond delay="0"/>
                                          </p:stCondLst>
                                        </p:cTn>
                                        <p:tgtEl>
                                          <p:spTgt spid="96"/>
                                        </p:tgtEl>
                                        <p:attrNameLst>
                                          <p:attrName>style.visibility</p:attrName>
                                        </p:attrNameLst>
                                      </p:cBhvr>
                                      <p:to>
                                        <p:strVal val="visible"/>
                                      </p:to>
                                    </p:set>
                                    <p:animEffect transition="in" filter="wipe(left)">
                                      <p:cBhvr>
                                        <p:cTn id="463" dur="1000"/>
                                        <p:tgtEl>
                                          <p:spTgt spid="96"/>
                                        </p:tgtEl>
                                      </p:cBhvr>
                                    </p:animEffect>
                                  </p:childTnLst>
                                </p:cTn>
                              </p:par>
                            </p:childTnLst>
                          </p:cTn>
                        </p:par>
                      </p:childTnLst>
                    </p:cTn>
                  </p:par>
                  <p:par>
                    <p:cTn id="464" fill="hold">
                      <p:stCondLst>
                        <p:cond delay="indefinite"/>
                      </p:stCondLst>
                      <p:childTnLst>
                        <p:par>
                          <p:cTn id="465" fill="hold">
                            <p:stCondLst>
                              <p:cond delay="0"/>
                            </p:stCondLst>
                            <p:childTnLst>
                              <p:par>
                                <p:cTn id="466" presetID="63" presetClass="path" presetSubtype="0" accel="50000" decel="50000" fill="hold" grpId="4" nodeType="clickEffect">
                                  <p:stCondLst>
                                    <p:cond delay="0"/>
                                  </p:stCondLst>
                                  <p:childTnLst>
                                    <p:animMotion origin="layout" path="M 0.11263 -0.00069 L 0.15026 -0.00023 " pathEditMode="relative" rAng="0" ptsTypes="AA">
                                      <p:cBhvr>
                                        <p:cTn id="467" dur="2000" fill="hold"/>
                                        <p:tgtEl>
                                          <p:spTgt spid="45"/>
                                        </p:tgtEl>
                                        <p:attrNameLst>
                                          <p:attrName>ppt_x</p:attrName>
                                          <p:attrName>ppt_y</p:attrName>
                                        </p:attrNameLst>
                                      </p:cBhvr>
                                      <p:rCtr x="1875" y="23"/>
                                    </p:animMotion>
                                  </p:childTnLst>
                                </p:cTn>
                              </p:par>
                            </p:childTnLst>
                          </p:cTn>
                        </p:par>
                      </p:childTnLst>
                    </p:cTn>
                  </p:par>
                  <p:par>
                    <p:cTn id="468" fill="hold">
                      <p:stCondLst>
                        <p:cond delay="indefinite"/>
                      </p:stCondLst>
                      <p:childTnLst>
                        <p:par>
                          <p:cTn id="469" fill="hold">
                            <p:stCondLst>
                              <p:cond delay="0"/>
                            </p:stCondLst>
                            <p:childTnLst>
                              <p:par>
                                <p:cTn id="470" presetID="22" presetClass="exit" presetSubtype="1" fill="hold" nodeType="clickEffect">
                                  <p:stCondLst>
                                    <p:cond delay="0"/>
                                  </p:stCondLst>
                                  <p:childTnLst>
                                    <p:animEffect transition="out" filter="wipe(up)">
                                      <p:cBhvr>
                                        <p:cTn id="471" dur="500"/>
                                        <p:tgtEl>
                                          <p:spTgt spid="96"/>
                                        </p:tgtEl>
                                      </p:cBhvr>
                                    </p:animEffect>
                                    <p:set>
                                      <p:cBhvr>
                                        <p:cTn id="472" dur="1" fill="hold">
                                          <p:stCondLst>
                                            <p:cond delay="499"/>
                                          </p:stCondLst>
                                        </p:cTn>
                                        <p:tgtEl>
                                          <p:spTgt spid="96"/>
                                        </p:tgtEl>
                                        <p:attrNameLst>
                                          <p:attrName>style.visibility</p:attrName>
                                        </p:attrNameLst>
                                      </p:cBhvr>
                                      <p:to>
                                        <p:strVal val="hidden"/>
                                      </p:to>
                                    </p:set>
                                  </p:childTnLst>
                                </p:cTn>
                              </p:par>
                            </p:childTnLst>
                          </p:cTn>
                        </p:par>
                        <p:par>
                          <p:cTn id="473" fill="hold">
                            <p:stCondLst>
                              <p:cond delay="500"/>
                            </p:stCondLst>
                            <p:childTnLst>
                              <p:par>
                                <p:cTn id="474" presetID="22" presetClass="entr" presetSubtype="8" fill="hold" nodeType="afterEffect">
                                  <p:stCondLst>
                                    <p:cond delay="0"/>
                                  </p:stCondLst>
                                  <p:childTnLst>
                                    <p:set>
                                      <p:cBhvr>
                                        <p:cTn id="475" dur="1" fill="hold">
                                          <p:stCondLst>
                                            <p:cond delay="0"/>
                                          </p:stCondLst>
                                        </p:cTn>
                                        <p:tgtEl>
                                          <p:spTgt spid="103"/>
                                        </p:tgtEl>
                                        <p:attrNameLst>
                                          <p:attrName>style.visibility</p:attrName>
                                        </p:attrNameLst>
                                      </p:cBhvr>
                                      <p:to>
                                        <p:strVal val="visible"/>
                                      </p:to>
                                    </p:set>
                                    <p:animEffect transition="in" filter="wipe(left)">
                                      <p:cBhvr>
                                        <p:cTn id="476" dur="1000"/>
                                        <p:tgtEl>
                                          <p:spTgt spid="103"/>
                                        </p:tgtEl>
                                      </p:cBhvr>
                                    </p:animEffect>
                                  </p:childTnLst>
                                </p:cTn>
                              </p:par>
                            </p:childTnLst>
                          </p:cTn>
                        </p:par>
                      </p:childTnLst>
                    </p:cTn>
                  </p:par>
                  <p:par>
                    <p:cTn id="477" fill="hold">
                      <p:stCondLst>
                        <p:cond delay="indefinite"/>
                      </p:stCondLst>
                      <p:childTnLst>
                        <p:par>
                          <p:cTn id="478" fill="hold">
                            <p:stCondLst>
                              <p:cond delay="0"/>
                            </p:stCondLst>
                            <p:childTnLst>
                              <p:par>
                                <p:cTn id="479" presetID="22" presetClass="entr" presetSubtype="1" fill="hold" nodeType="clickEffect">
                                  <p:stCondLst>
                                    <p:cond delay="0"/>
                                  </p:stCondLst>
                                  <p:childTnLst>
                                    <p:set>
                                      <p:cBhvr>
                                        <p:cTn id="480" dur="1" fill="hold">
                                          <p:stCondLst>
                                            <p:cond delay="0"/>
                                          </p:stCondLst>
                                        </p:cTn>
                                        <p:tgtEl>
                                          <p:spTgt spid="56"/>
                                        </p:tgtEl>
                                        <p:attrNameLst>
                                          <p:attrName>style.visibility</p:attrName>
                                        </p:attrNameLst>
                                      </p:cBhvr>
                                      <p:to>
                                        <p:strVal val="visible"/>
                                      </p:to>
                                    </p:set>
                                    <p:animEffect transition="in" filter="wipe(up)">
                                      <p:cBhvr>
                                        <p:cTn id="481" dur="1000"/>
                                        <p:tgtEl>
                                          <p:spTgt spid="56"/>
                                        </p:tgtEl>
                                      </p:cBhvr>
                                    </p:animEffect>
                                  </p:childTnLst>
                                </p:cTn>
                              </p:par>
                            </p:childTnLst>
                          </p:cTn>
                        </p:par>
                        <p:par>
                          <p:cTn id="482" fill="hold">
                            <p:stCondLst>
                              <p:cond delay="1000"/>
                            </p:stCondLst>
                            <p:childTnLst>
                              <p:par>
                                <p:cTn id="483" presetID="45" presetClass="entr" presetSubtype="0" fill="hold" grpId="0" nodeType="afterEffect">
                                  <p:stCondLst>
                                    <p:cond delay="0"/>
                                  </p:stCondLst>
                                  <p:childTnLst>
                                    <p:set>
                                      <p:cBhvr>
                                        <p:cTn id="484" dur="1" fill="hold">
                                          <p:stCondLst>
                                            <p:cond delay="0"/>
                                          </p:stCondLst>
                                        </p:cTn>
                                        <p:tgtEl>
                                          <p:spTgt spid="114"/>
                                        </p:tgtEl>
                                        <p:attrNameLst>
                                          <p:attrName>style.visibility</p:attrName>
                                        </p:attrNameLst>
                                      </p:cBhvr>
                                      <p:to>
                                        <p:strVal val="visible"/>
                                      </p:to>
                                    </p:set>
                                    <p:animEffect transition="in" filter="fade">
                                      <p:cBhvr>
                                        <p:cTn id="485" dur="2000"/>
                                        <p:tgtEl>
                                          <p:spTgt spid="114"/>
                                        </p:tgtEl>
                                      </p:cBhvr>
                                    </p:animEffect>
                                    <p:anim calcmode="lin" valueType="num">
                                      <p:cBhvr>
                                        <p:cTn id="486" dur="2000" fill="hold"/>
                                        <p:tgtEl>
                                          <p:spTgt spid="114"/>
                                        </p:tgtEl>
                                        <p:attrNameLst>
                                          <p:attrName>ppt_w</p:attrName>
                                        </p:attrNameLst>
                                      </p:cBhvr>
                                      <p:tavLst>
                                        <p:tav tm="0" fmla="#ppt_w*sin(2.5*pi*$)">
                                          <p:val>
                                            <p:fltVal val="0"/>
                                          </p:val>
                                        </p:tav>
                                        <p:tav tm="100000">
                                          <p:val>
                                            <p:fltVal val="1"/>
                                          </p:val>
                                        </p:tav>
                                      </p:tavLst>
                                    </p:anim>
                                    <p:anim calcmode="lin" valueType="num">
                                      <p:cBhvr>
                                        <p:cTn id="487" dur="2000" fill="hold"/>
                                        <p:tgtEl>
                                          <p:spTgt spid="114"/>
                                        </p:tgtEl>
                                        <p:attrNameLst>
                                          <p:attrName>ppt_h</p:attrName>
                                        </p:attrNameLst>
                                      </p:cBhvr>
                                      <p:tavLst>
                                        <p:tav tm="0">
                                          <p:val>
                                            <p:strVal val="#ppt_h"/>
                                          </p:val>
                                        </p:tav>
                                        <p:tav tm="100000">
                                          <p:val>
                                            <p:strVal val="#ppt_h"/>
                                          </p:val>
                                        </p:tav>
                                      </p:tavLst>
                                    </p:anim>
                                  </p:childTnLst>
                                </p:cTn>
                              </p:par>
                            </p:childTnLst>
                          </p:cTn>
                        </p:par>
                        <p:par>
                          <p:cTn id="488" fill="hold">
                            <p:stCondLst>
                              <p:cond delay="3000"/>
                            </p:stCondLst>
                            <p:childTnLst>
                              <p:par>
                                <p:cTn id="489" presetID="37" presetClass="path" presetSubtype="0" accel="50000" decel="50000" fill="hold" grpId="1" nodeType="afterEffect">
                                  <p:stCondLst>
                                    <p:cond delay="0"/>
                                  </p:stCondLst>
                                  <p:childTnLst>
                                    <p:animMotion origin="layout" path="M -0.00013 0.00093 L -0.1013 0.03889 C -0.1224 0.04745 -0.15404 0.05208 -0.18711 0.05208 C -0.22487 0.05208 -0.25508 0.04745 -0.27617 0.03889 L -0.37721 0.00093 " pathEditMode="relative" rAng="0" ptsTypes="AAAAA">
                                      <p:cBhvr>
                                        <p:cTn id="490" dur="2000" fill="hold"/>
                                        <p:tgtEl>
                                          <p:spTgt spid="83"/>
                                        </p:tgtEl>
                                        <p:attrNameLst>
                                          <p:attrName>ppt_x</p:attrName>
                                          <p:attrName>ppt_y</p:attrName>
                                        </p:attrNameLst>
                                      </p:cBhvr>
                                      <p:rCtr x="-18854" y="2546"/>
                                    </p:animMotion>
                                  </p:childTnLst>
                                </p:cTn>
                              </p:par>
                            </p:childTnLst>
                          </p:cTn>
                        </p:par>
                      </p:childTnLst>
                    </p:cTn>
                  </p:par>
                  <p:par>
                    <p:cTn id="491" fill="hold">
                      <p:stCondLst>
                        <p:cond delay="indefinite"/>
                      </p:stCondLst>
                      <p:childTnLst>
                        <p:par>
                          <p:cTn id="492" fill="hold">
                            <p:stCondLst>
                              <p:cond delay="0"/>
                            </p:stCondLst>
                            <p:childTnLst>
                              <p:par>
                                <p:cTn id="493" presetID="22" presetClass="exit" presetSubtype="1" fill="hold" nodeType="clickEffect">
                                  <p:stCondLst>
                                    <p:cond delay="0"/>
                                  </p:stCondLst>
                                  <p:childTnLst>
                                    <p:animEffect transition="out" filter="wipe(up)">
                                      <p:cBhvr>
                                        <p:cTn id="494" dur="500"/>
                                        <p:tgtEl>
                                          <p:spTgt spid="103"/>
                                        </p:tgtEl>
                                      </p:cBhvr>
                                    </p:animEffect>
                                    <p:set>
                                      <p:cBhvr>
                                        <p:cTn id="495" dur="1" fill="hold">
                                          <p:stCondLst>
                                            <p:cond delay="499"/>
                                          </p:stCondLst>
                                        </p:cTn>
                                        <p:tgtEl>
                                          <p:spTgt spid="103"/>
                                        </p:tgtEl>
                                        <p:attrNameLst>
                                          <p:attrName>style.visibility</p:attrName>
                                        </p:attrNameLst>
                                      </p:cBhvr>
                                      <p:to>
                                        <p:strVal val="hidden"/>
                                      </p:to>
                                    </p:set>
                                  </p:childTnLst>
                                </p:cTn>
                              </p:par>
                            </p:childTnLst>
                          </p:cTn>
                        </p:par>
                        <p:par>
                          <p:cTn id="496" fill="hold">
                            <p:stCondLst>
                              <p:cond delay="500"/>
                            </p:stCondLst>
                            <p:childTnLst>
                              <p:par>
                                <p:cTn id="497" presetID="22" presetClass="entr" presetSubtype="8" fill="hold" nodeType="afterEffect">
                                  <p:stCondLst>
                                    <p:cond delay="0"/>
                                  </p:stCondLst>
                                  <p:childTnLst>
                                    <p:set>
                                      <p:cBhvr>
                                        <p:cTn id="498" dur="1" fill="hold">
                                          <p:stCondLst>
                                            <p:cond delay="0"/>
                                          </p:stCondLst>
                                        </p:cTn>
                                        <p:tgtEl>
                                          <p:spTgt spid="104"/>
                                        </p:tgtEl>
                                        <p:attrNameLst>
                                          <p:attrName>style.visibility</p:attrName>
                                        </p:attrNameLst>
                                      </p:cBhvr>
                                      <p:to>
                                        <p:strVal val="visible"/>
                                      </p:to>
                                    </p:set>
                                    <p:animEffect transition="in" filter="wipe(left)">
                                      <p:cBhvr>
                                        <p:cTn id="499" dur="1000"/>
                                        <p:tgtEl>
                                          <p:spTgt spid="104"/>
                                        </p:tgtEl>
                                      </p:cBhvr>
                                    </p:animEffect>
                                  </p:childTnLst>
                                </p:cTn>
                              </p:par>
                            </p:childTnLst>
                          </p:cTn>
                        </p:par>
                      </p:childTnLst>
                    </p:cTn>
                  </p:par>
                  <p:par>
                    <p:cTn id="500" fill="hold">
                      <p:stCondLst>
                        <p:cond delay="indefinite"/>
                      </p:stCondLst>
                      <p:childTnLst>
                        <p:par>
                          <p:cTn id="501" fill="hold">
                            <p:stCondLst>
                              <p:cond delay="0"/>
                            </p:stCondLst>
                            <p:childTnLst>
                              <p:par>
                                <p:cTn id="502" presetID="22" presetClass="exit" presetSubtype="1" fill="hold" nodeType="clickEffect">
                                  <p:stCondLst>
                                    <p:cond delay="0"/>
                                  </p:stCondLst>
                                  <p:childTnLst>
                                    <p:animEffect transition="out" filter="wipe(up)">
                                      <p:cBhvr>
                                        <p:cTn id="503" dur="500"/>
                                        <p:tgtEl>
                                          <p:spTgt spid="104"/>
                                        </p:tgtEl>
                                      </p:cBhvr>
                                    </p:animEffect>
                                    <p:set>
                                      <p:cBhvr>
                                        <p:cTn id="504" dur="1" fill="hold">
                                          <p:stCondLst>
                                            <p:cond delay="499"/>
                                          </p:stCondLst>
                                        </p:cTn>
                                        <p:tgtEl>
                                          <p:spTgt spid="104"/>
                                        </p:tgtEl>
                                        <p:attrNameLst>
                                          <p:attrName>style.visibility</p:attrName>
                                        </p:attrNameLst>
                                      </p:cBhvr>
                                      <p:to>
                                        <p:strVal val="hidden"/>
                                      </p:to>
                                    </p:set>
                                  </p:childTnLst>
                                </p:cTn>
                              </p:par>
                            </p:childTnLst>
                          </p:cTn>
                        </p:par>
                        <p:par>
                          <p:cTn id="505" fill="hold">
                            <p:stCondLst>
                              <p:cond delay="500"/>
                            </p:stCondLst>
                            <p:childTnLst>
                              <p:par>
                                <p:cTn id="506" presetID="22" presetClass="entr" presetSubtype="8" fill="hold" nodeType="afterEffect">
                                  <p:stCondLst>
                                    <p:cond delay="0"/>
                                  </p:stCondLst>
                                  <p:childTnLst>
                                    <p:set>
                                      <p:cBhvr>
                                        <p:cTn id="507" dur="1" fill="hold">
                                          <p:stCondLst>
                                            <p:cond delay="0"/>
                                          </p:stCondLst>
                                        </p:cTn>
                                        <p:tgtEl>
                                          <p:spTgt spid="111"/>
                                        </p:tgtEl>
                                        <p:attrNameLst>
                                          <p:attrName>style.visibility</p:attrName>
                                        </p:attrNameLst>
                                      </p:cBhvr>
                                      <p:to>
                                        <p:strVal val="visible"/>
                                      </p:to>
                                    </p:set>
                                    <p:animEffect transition="in" filter="wipe(left)">
                                      <p:cBhvr>
                                        <p:cTn id="508" dur="1000"/>
                                        <p:tgtEl>
                                          <p:spTgt spid="111"/>
                                        </p:tgtEl>
                                      </p:cBhvr>
                                    </p:animEffect>
                                  </p:childTnLst>
                                </p:cTn>
                              </p:par>
                            </p:childTnLst>
                          </p:cTn>
                        </p:par>
                        <p:par>
                          <p:cTn id="509" fill="hold">
                            <p:stCondLst>
                              <p:cond delay="1500"/>
                            </p:stCondLst>
                            <p:childTnLst>
                              <p:par>
                                <p:cTn id="510" presetID="37" presetClass="path" presetSubtype="0" accel="50000" decel="50000" fill="hold" grpId="1" nodeType="afterEffect">
                                  <p:stCondLst>
                                    <p:cond delay="0"/>
                                  </p:stCondLst>
                                  <p:childTnLst>
                                    <p:animMotion origin="layout" path="M -0.00065 0.00093 L 0.05013 0.04097 C 0.06067 0.05 0.07656 0.05509 0.09323 0.05509 C 0.11224 0.05509 0.12747 0.05 0.13802 0.04097 L 0.18893 0.00093 " pathEditMode="relative" rAng="0" ptsTypes="AAAAA">
                                      <p:cBhvr>
                                        <p:cTn id="511" dur="2000" fill="hold"/>
                                        <p:tgtEl>
                                          <p:spTgt spid="36"/>
                                        </p:tgtEl>
                                        <p:attrNameLst>
                                          <p:attrName>ppt_x</p:attrName>
                                          <p:attrName>ppt_y</p:attrName>
                                        </p:attrNameLst>
                                      </p:cBhvr>
                                      <p:rCtr x="9479" y="2708"/>
                                    </p:animMotion>
                                  </p:childTnLst>
                                </p:cTn>
                              </p:par>
                            </p:childTnLst>
                          </p:cTn>
                        </p:par>
                      </p:childTnLst>
                    </p:cTn>
                  </p:par>
                  <p:par>
                    <p:cTn id="512" fill="hold">
                      <p:stCondLst>
                        <p:cond delay="indefinite"/>
                      </p:stCondLst>
                      <p:childTnLst>
                        <p:par>
                          <p:cTn id="513" fill="hold">
                            <p:stCondLst>
                              <p:cond delay="0"/>
                            </p:stCondLst>
                            <p:childTnLst>
                              <p:par>
                                <p:cTn id="514" presetID="22" presetClass="exit" presetSubtype="1" fill="hold" nodeType="clickEffect">
                                  <p:stCondLst>
                                    <p:cond delay="0"/>
                                  </p:stCondLst>
                                  <p:childTnLst>
                                    <p:animEffect transition="out" filter="wipe(up)">
                                      <p:cBhvr>
                                        <p:cTn id="515" dur="500"/>
                                        <p:tgtEl>
                                          <p:spTgt spid="111"/>
                                        </p:tgtEl>
                                      </p:cBhvr>
                                    </p:animEffect>
                                    <p:set>
                                      <p:cBhvr>
                                        <p:cTn id="516" dur="1" fill="hold">
                                          <p:stCondLst>
                                            <p:cond delay="499"/>
                                          </p:stCondLst>
                                        </p:cTn>
                                        <p:tgtEl>
                                          <p:spTgt spid="111"/>
                                        </p:tgtEl>
                                        <p:attrNameLst>
                                          <p:attrName>style.visibility</p:attrName>
                                        </p:attrNameLst>
                                      </p:cBhvr>
                                      <p:to>
                                        <p:strVal val="hidden"/>
                                      </p:to>
                                    </p:set>
                                  </p:childTnLst>
                                </p:cTn>
                              </p:par>
                            </p:childTnLst>
                          </p:cTn>
                        </p:par>
                        <p:par>
                          <p:cTn id="517" fill="hold">
                            <p:stCondLst>
                              <p:cond delay="500"/>
                            </p:stCondLst>
                            <p:childTnLst>
                              <p:par>
                                <p:cTn id="518" presetID="22" presetClass="entr" presetSubtype="4" fill="hold" nodeType="afterEffect">
                                  <p:stCondLst>
                                    <p:cond delay="0"/>
                                  </p:stCondLst>
                                  <p:childTnLst>
                                    <p:set>
                                      <p:cBhvr>
                                        <p:cTn id="519" dur="1" fill="hold">
                                          <p:stCondLst>
                                            <p:cond delay="0"/>
                                          </p:stCondLst>
                                        </p:cTn>
                                        <p:tgtEl>
                                          <p:spTgt spid="112"/>
                                        </p:tgtEl>
                                        <p:attrNameLst>
                                          <p:attrName>style.visibility</p:attrName>
                                        </p:attrNameLst>
                                      </p:cBhvr>
                                      <p:to>
                                        <p:strVal val="visible"/>
                                      </p:to>
                                    </p:set>
                                    <p:animEffect transition="in" filter="wipe(down)">
                                      <p:cBhvr>
                                        <p:cTn id="520" dur="1000"/>
                                        <p:tgtEl>
                                          <p:spTgt spid="112"/>
                                        </p:tgtEl>
                                      </p:cBhvr>
                                    </p:animEffect>
                                  </p:childTnLst>
                                </p:cTn>
                              </p:par>
                            </p:childTnLst>
                          </p:cTn>
                        </p:par>
                      </p:childTnLst>
                    </p:cTn>
                  </p:par>
                  <p:par>
                    <p:cTn id="521" fill="hold">
                      <p:stCondLst>
                        <p:cond delay="indefinite"/>
                      </p:stCondLst>
                      <p:childTnLst>
                        <p:par>
                          <p:cTn id="522" fill="hold">
                            <p:stCondLst>
                              <p:cond delay="0"/>
                            </p:stCondLst>
                            <p:childTnLst>
                              <p:par>
                                <p:cTn id="523" presetID="22" presetClass="exit" presetSubtype="1" fill="hold" nodeType="clickEffect">
                                  <p:stCondLst>
                                    <p:cond delay="0"/>
                                  </p:stCondLst>
                                  <p:childTnLst>
                                    <p:animEffect transition="out" filter="wipe(up)">
                                      <p:cBhvr>
                                        <p:cTn id="524" dur="500"/>
                                        <p:tgtEl>
                                          <p:spTgt spid="112"/>
                                        </p:tgtEl>
                                      </p:cBhvr>
                                    </p:animEffect>
                                    <p:set>
                                      <p:cBhvr>
                                        <p:cTn id="525" dur="1" fill="hold">
                                          <p:stCondLst>
                                            <p:cond delay="499"/>
                                          </p:stCondLst>
                                        </p:cTn>
                                        <p:tgtEl>
                                          <p:spTgt spid="112"/>
                                        </p:tgtEl>
                                        <p:attrNameLst>
                                          <p:attrName>style.visibility</p:attrName>
                                        </p:attrNameLst>
                                      </p:cBhvr>
                                      <p:to>
                                        <p:strVal val="hidden"/>
                                      </p:to>
                                    </p:set>
                                  </p:childTnLst>
                                </p:cTn>
                              </p:par>
                            </p:childTnLst>
                          </p:cTn>
                        </p:par>
                        <p:par>
                          <p:cTn id="526" fill="hold">
                            <p:stCondLst>
                              <p:cond delay="500"/>
                            </p:stCondLst>
                            <p:childTnLst>
                              <p:par>
                                <p:cTn id="527" presetID="22" presetClass="entr" presetSubtype="8" fill="hold" nodeType="afterEffect">
                                  <p:stCondLst>
                                    <p:cond delay="0"/>
                                  </p:stCondLst>
                                  <p:childTnLst>
                                    <p:set>
                                      <p:cBhvr>
                                        <p:cTn id="528" dur="1" fill="hold">
                                          <p:stCondLst>
                                            <p:cond delay="0"/>
                                          </p:stCondLst>
                                        </p:cTn>
                                        <p:tgtEl>
                                          <p:spTgt spid="115"/>
                                        </p:tgtEl>
                                        <p:attrNameLst>
                                          <p:attrName>style.visibility</p:attrName>
                                        </p:attrNameLst>
                                      </p:cBhvr>
                                      <p:to>
                                        <p:strVal val="visible"/>
                                      </p:to>
                                    </p:set>
                                    <p:animEffect transition="in" filter="wipe(left)">
                                      <p:cBhvr>
                                        <p:cTn id="529" dur="1000"/>
                                        <p:tgtEl>
                                          <p:spTgt spid="115"/>
                                        </p:tgtEl>
                                      </p:cBhvr>
                                    </p:animEffect>
                                  </p:childTnLst>
                                </p:cTn>
                              </p:par>
                            </p:childTnLst>
                          </p:cTn>
                        </p:par>
                        <p:par>
                          <p:cTn id="530" fill="hold">
                            <p:stCondLst>
                              <p:cond delay="1500"/>
                            </p:stCondLst>
                            <p:childTnLst>
                              <p:par>
                                <p:cTn id="531" presetID="37" presetClass="path" presetSubtype="0" accel="50000" decel="50000" fill="hold" grpId="2" nodeType="afterEffect">
                                  <p:stCondLst>
                                    <p:cond delay="0"/>
                                  </p:stCondLst>
                                  <p:childTnLst>
                                    <p:animMotion origin="layout" path="M -0.37721 0.00092 L -0.32708 0.04027 C -0.31667 0.04907 -0.30091 0.05393 -0.28438 0.05393 C -0.26576 0.05393 -0.25065 0.04907 -0.24024 0.04027 L -0.18998 0.00092 " pathEditMode="relative" rAng="0" ptsTypes="AAAAA">
                                      <p:cBhvr>
                                        <p:cTn id="532" dur="2000" fill="hold"/>
                                        <p:tgtEl>
                                          <p:spTgt spid="83"/>
                                        </p:tgtEl>
                                        <p:attrNameLst>
                                          <p:attrName>ppt_x</p:attrName>
                                          <p:attrName>ppt_y</p:attrName>
                                        </p:attrNameLst>
                                      </p:cBhvr>
                                      <p:rCtr x="9362" y="2639"/>
                                    </p:animMotion>
                                  </p:childTnLst>
                                </p:cTn>
                              </p:par>
                            </p:childTnLst>
                          </p:cTn>
                        </p:par>
                      </p:childTnLst>
                    </p:cTn>
                  </p:par>
                  <p:par>
                    <p:cTn id="533" fill="hold">
                      <p:stCondLst>
                        <p:cond delay="indefinite"/>
                      </p:stCondLst>
                      <p:childTnLst>
                        <p:par>
                          <p:cTn id="534" fill="hold">
                            <p:stCondLst>
                              <p:cond delay="0"/>
                            </p:stCondLst>
                            <p:childTnLst>
                              <p:par>
                                <p:cTn id="535" presetID="22" presetClass="exit" presetSubtype="1" fill="hold" nodeType="clickEffect">
                                  <p:stCondLst>
                                    <p:cond delay="0"/>
                                  </p:stCondLst>
                                  <p:childTnLst>
                                    <p:animEffect transition="out" filter="wipe(up)">
                                      <p:cBhvr>
                                        <p:cTn id="536" dur="500"/>
                                        <p:tgtEl>
                                          <p:spTgt spid="115"/>
                                        </p:tgtEl>
                                      </p:cBhvr>
                                    </p:animEffect>
                                    <p:set>
                                      <p:cBhvr>
                                        <p:cTn id="537" dur="1" fill="hold">
                                          <p:stCondLst>
                                            <p:cond delay="499"/>
                                          </p:stCondLst>
                                        </p:cTn>
                                        <p:tgtEl>
                                          <p:spTgt spid="115"/>
                                        </p:tgtEl>
                                        <p:attrNameLst>
                                          <p:attrName>style.visibility</p:attrName>
                                        </p:attrNameLst>
                                      </p:cBhvr>
                                      <p:to>
                                        <p:strVal val="hidden"/>
                                      </p:to>
                                    </p:set>
                                  </p:childTnLst>
                                </p:cTn>
                              </p:par>
                            </p:childTnLst>
                          </p:cTn>
                        </p:par>
                      </p:childTnLst>
                    </p:cTn>
                  </p:par>
                  <p:par>
                    <p:cTn id="538" fill="hold">
                      <p:stCondLst>
                        <p:cond delay="indefinite"/>
                      </p:stCondLst>
                      <p:childTnLst>
                        <p:par>
                          <p:cTn id="539" fill="hold">
                            <p:stCondLst>
                              <p:cond delay="0"/>
                            </p:stCondLst>
                            <p:childTnLst>
                              <p:par>
                                <p:cTn id="540" presetID="45" presetClass="entr" presetSubtype="0" fill="hold" nodeType="clickEffect">
                                  <p:stCondLst>
                                    <p:cond delay="0"/>
                                  </p:stCondLst>
                                  <p:childTnLst>
                                    <p:set>
                                      <p:cBhvr>
                                        <p:cTn id="541" dur="1" fill="hold">
                                          <p:stCondLst>
                                            <p:cond delay="0"/>
                                          </p:stCondLst>
                                        </p:cTn>
                                        <p:tgtEl>
                                          <p:spTgt spid="96"/>
                                        </p:tgtEl>
                                        <p:attrNameLst>
                                          <p:attrName>style.visibility</p:attrName>
                                        </p:attrNameLst>
                                      </p:cBhvr>
                                      <p:to>
                                        <p:strVal val="visible"/>
                                      </p:to>
                                    </p:set>
                                    <p:animEffect transition="in" filter="fade">
                                      <p:cBhvr>
                                        <p:cTn id="542" dur="2000"/>
                                        <p:tgtEl>
                                          <p:spTgt spid="96"/>
                                        </p:tgtEl>
                                      </p:cBhvr>
                                    </p:animEffect>
                                    <p:anim calcmode="lin" valueType="num">
                                      <p:cBhvr>
                                        <p:cTn id="543" dur="2000" fill="hold"/>
                                        <p:tgtEl>
                                          <p:spTgt spid="96"/>
                                        </p:tgtEl>
                                        <p:attrNameLst>
                                          <p:attrName>ppt_w</p:attrName>
                                        </p:attrNameLst>
                                      </p:cBhvr>
                                      <p:tavLst>
                                        <p:tav tm="0" fmla="#ppt_w*sin(2.5*pi*$)">
                                          <p:val>
                                            <p:fltVal val="0"/>
                                          </p:val>
                                        </p:tav>
                                        <p:tav tm="100000">
                                          <p:val>
                                            <p:fltVal val="1"/>
                                          </p:val>
                                        </p:tav>
                                      </p:tavLst>
                                    </p:anim>
                                    <p:anim calcmode="lin" valueType="num">
                                      <p:cBhvr>
                                        <p:cTn id="544" dur="2000" fill="hold"/>
                                        <p:tgtEl>
                                          <p:spTgt spid="96"/>
                                        </p:tgtEl>
                                        <p:attrNameLst>
                                          <p:attrName>ppt_h</p:attrName>
                                        </p:attrNameLst>
                                      </p:cBhvr>
                                      <p:tavLst>
                                        <p:tav tm="0">
                                          <p:val>
                                            <p:strVal val="#ppt_h"/>
                                          </p:val>
                                        </p:tav>
                                        <p:tav tm="100000">
                                          <p:val>
                                            <p:strVal val="#ppt_h"/>
                                          </p:val>
                                        </p:tav>
                                      </p:tavLst>
                                    </p:anim>
                                  </p:childTnLst>
                                </p:cTn>
                              </p:par>
                            </p:childTnLst>
                          </p:cTn>
                        </p:par>
                      </p:childTnLst>
                    </p:cTn>
                  </p:par>
                  <p:par>
                    <p:cTn id="545" fill="hold">
                      <p:stCondLst>
                        <p:cond delay="indefinite"/>
                      </p:stCondLst>
                      <p:childTnLst>
                        <p:par>
                          <p:cTn id="546" fill="hold">
                            <p:stCondLst>
                              <p:cond delay="0"/>
                            </p:stCondLst>
                            <p:childTnLst>
                              <p:par>
                                <p:cTn id="547" presetID="63" presetClass="path" presetSubtype="0" accel="50000" decel="50000" fill="hold" grpId="5" nodeType="clickEffect">
                                  <p:stCondLst>
                                    <p:cond delay="0"/>
                                  </p:stCondLst>
                                  <p:childTnLst>
                                    <p:animMotion origin="layout" path="M 0.15026 -0.00023 L 0.18802 -2.59259E-6 " pathEditMode="relative" rAng="0" ptsTypes="AA">
                                      <p:cBhvr>
                                        <p:cTn id="548" dur="2000" fill="hold"/>
                                        <p:tgtEl>
                                          <p:spTgt spid="45"/>
                                        </p:tgtEl>
                                        <p:attrNameLst>
                                          <p:attrName>ppt_x</p:attrName>
                                          <p:attrName>ppt_y</p:attrName>
                                        </p:attrNameLst>
                                      </p:cBhvr>
                                      <p:rCtr x="1888" y="0"/>
                                    </p:animMotion>
                                  </p:childTnLst>
                                </p:cTn>
                              </p:par>
                            </p:childTnLst>
                          </p:cTn>
                        </p:par>
                      </p:childTnLst>
                    </p:cTn>
                  </p:par>
                  <p:par>
                    <p:cTn id="549" fill="hold">
                      <p:stCondLst>
                        <p:cond delay="indefinite"/>
                      </p:stCondLst>
                      <p:childTnLst>
                        <p:par>
                          <p:cTn id="550" fill="hold">
                            <p:stCondLst>
                              <p:cond delay="0"/>
                            </p:stCondLst>
                            <p:childTnLst>
                              <p:par>
                                <p:cTn id="551" presetID="22" presetClass="exit" presetSubtype="1" fill="hold" nodeType="clickEffect">
                                  <p:stCondLst>
                                    <p:cond delay="0"/>
                                  </p:stCondLst>
                                  <p:childTnLst>
                                    <p:animEffect transition="out" filter="wipe(up)">
                                      <p:cBhvr>
                                        <p:cTn id="552" dur="500"/>
                                        <p:tgtEl>
                                          <p:spTgt spid="96"/>
                                        </p:tgtEl>
                                      </p:cBhvr>
                                    </p:animEffect>
                                    <p:set>
                                      <p:cBhvr>
                                        <p:cTn id="553" dur="1" fill="hold">
                                          <p:stCondLst>
                                            <p:cond delay="499"/>
                                          </p:stCondLst>
                                        </p:cTn>
                                        <p:tgtEl>
                                          <p:spTgt spid="9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2" grpId="1"/>
      <p:bldP spid="32" grpId="2"/>
      <p:bldP spid="33" grpId="0"/>
      <p:bldP spid="33" grpId="1"/>
      <p:bldP spid="33" grpId="2"/>
      <p:bldP spid="34" grpId="0"/>
      <p:bldP spid="34" grpId="1"/>
      <p:bldP spid="34" grpId="2"/>
      <p:bldP spid="35" grpId="0"/>
      <p:bldP spid="35" grpId="1"/>
      <p:bldP spid="35" grpId="2"/>
      <p:bldP spid="36" grpId="0"/>
      <p:bldP spid="36" grpId="1"/>
      <p:bldP spid="36" grpId="2"/>
      <p:bldP spid="37" grpId="0"/>
      <p:bldP spid="37" grpId="1"/>
      <p:bldP spid="37" grpId="2"/>
      <p:bldP spid="37" grpId="3"/>
      <p:bldP spid="38" grpId="0"/>
      <p:bldP spid="38" grpId="1"/>
      <p:bldP spid="38" grpId="2"/>
      <p:bldP spid="38" grpId="3"/>
      <p:bldP spid="40" grpId="0"/>
      <p:bldP spid="40" grpId="1"/>
      <p:bldP spid="40" grpId="2"/>
      <p:bldP spid="40" grpId="3"/>
      <p:bldP spid="82" grpId="0"/>
      <p:bldP spid="82" grpId="1"/>
      <p:bldP spid="82" grpId="2"/>
      <p:bldP spid="82" grpId="3"/>
      <p:bldP spid="83" grpId="0"/>
      <p:bldP spid="83" grpId="1"/>
      <p:bldP spid="83" grpId="2"/>
      <p:bldP spid="83" grpId="3"/>
      <p:bldP spid="57" grpId="0"/>
      <p:bldP spid="95" grpId="0"/>
      <p:bldP spid="84" grpId="0" uiExpand="1" build="p"/>
      <p:bldP spid="86" grpId="0" animBg="1"/>
      <p:bldP spid="2" grpId="0"/>
      <p:bldP spid="45" grpId="0"/>
      <p:bldP spid="45" grpId="1"/>
      <p:bldP spid="45" grpId="2"/>
      <p:bldP spid="45" grpId="3"/>
      <p:bldP spid="45" grpId="4"/>
      <p:bldP spid="45" grpId="5"/>
      <p:bldP spid="114" grpId="0"/>
      <p:bldP spid="119" grpId="0"/>
      <p:bldP spid="123" grpId="0"/>
      <p:bldP spid="124" grpId="0"/>
      <p:bldP spid="12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8C0F6FC-724D-4441-8E44-1B844B7D8391}"/>
              </a:ext>
            </a:extLst>
          </p:cNvPr>
          <p:cNvGrpSpPr/>
          <p:nvPr/>
        </p:nvGrpSpPr>
        <p:grpSpPr>
          <a:xfrm>
            <a:off x="6485241" y="437322"/>
            <a:ext cx="5058274" cy="804192"/>
            <a:chOff x="6434792" y="964977"/>
            <a:chExt cx="5058274" cy="748358"/>
          </a:xfrm>
        </p:grpSpPr>
        <p:grpSp>
          <p:nvGrpSpPr>
            <p:cNvPr id="6" name="组合 5">
              <a:extLst>
                <a:ext uri="{FF2B5EF4-FFF2-40B4-BE49-F238E27FC236}">
                  <a16:creationId xmlns:a16="http://schemas.microsoft.com/office/drawing/2014/main" id="{DA9AB8D6-EAC1-43CB-9191-AFCA3AD6078B}"/>
                </a:ext>
              </a:extLst>
            </p:cNvPr>
            <p:cNvGrpSpPr/>
            <p:nvPr/>
          </p:nvGrpSpPr>
          <p:grpSpPr>
            <a:xfrm>
              <a:off x="6434792" y="964977"/>
              <a:ext cx="5058274" cy="748358"/>
              <a:chOff x="5178729" y="1066010"/>
              <a:chExt cx="4469711" cy="620519"/>
            </a:xfrm>
          </p:grpSpPr>
          <p:grpSp>
            <p:nvGrpSpPr>
              <p:cNvPr id="11" name="组合 10">
                <a:extLst>
                  <a:ext uri="{FF2B5EF4-FFF2-40B4-BE49-F238E27FC236}">
                    <a16:creationId xmlns:a16="http://schemas.microsoft.com/office/drawing/2014/main" id="{1565BC83-5709-4805-94EC-AC38C5BFC561}"/>
                  </a:ext>
                </a:extLst>
              </p:cNvPr>
              <p:cNvGrpSpPr/>
              <p:nvPr/>
            </p:nvGrpSpPr>
            <p:grpSpPr>
              <a:xfrm>
                <a:off x="7211309" y="1066010"/>
                <a:ext cx="406116" cy="620452"/>
                <a:chOff x="7881869" y="1848118"/>
                <a:chExt cx="406116" cy="620452"/>
              </a:xfrm>
            </p:grpSpPr>
            <p:sp>
              <p:nvSpPr>
                <p:cNvPr id="36" name="矩形 35">
                  <a:extLst>
                    <a:ext uri="{FF2B5EF4-FFF2-40B4-BE49-F238E27FC236}">
                      <a16:creationId xmlns:a16="http://schemas.microsoft.com/office/drawing/2014/main" id="{63073E5F-FC25-4DB8-BDDB-87DD9C9CA93B}"/>
                    </a:ext>
                  </a:extLst>
                </p:cNvPr>
                <p:cNvSpPr/>
                <p:nvPr/>
              </p:nvSpPr>
              <p:spPr>
                <a:xfrm>
                  <a:off x="7881870" y="1848118"/>
                  <a:ext cx="406115"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rgbClr val="0070C0"/>
                      </a:solidFill>
                    </a:rPr>
                    <a:t>5</a:t>
                  </a:r>
                  <a:endParaRPr lang="zh-CN" altLang="en-US" sz="1600" b="1" dirty="0">
                    <a:solidFill>
                      <a:srgbClr val="0070C0"/>
                    </a:solidFill>
                  </a:endParaRPr>
                </a:p>
              </p:txBody>
            </p:sp>
            <p:sp>
              <p:nvSpPr>
                <p:cNvPr id="37" name="矩形 36">
                  <a:extLst>
                    <a:ext uri="{FF2B5EF4-FFF2-40B4-BE49-F238E27FC236}">
                      <a16:creationId xmlns:a16="http://schemas.microsoft.com/office/drawing/2014/main" id="{42101BE9-0D56-4B12-93DD-C3FB28CAA593}"/>
                    </a:ext>
                  </a:extLst>
                </p:cNvPr>
                <p:cNvSpPr/>
                <p:nvPr/>
              </p:nvSpPr>
              <p:spPr>
                <a:xfrm>
                  <a:off x="7881869" y="2160793"/>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grpSp>
            <p:nvGrpSpPr>
              <p:cNvPr id="12" name="组合 11">
                <a:extLst>
                  <a:ext uri="{FF2B5EF4-FFF2-40B4-BE49-F238E27FC236}">
                    <a16:creationId xmlns:a16="http://schemas.microsoft.com/office/drawing/2014/main" id="{4E21A045-D1C4-49E6-98EE-C9C519081E0A}"/>
                  </a:ext>
                </a:extLst>
              </p:cNvPr>
              <p:cNvGrpSpPr/>
              <p:nvPr/>
            </p:nvGrpSpPr>
            <p:grpSpPr>
              <a:xfrm>
                <a:off x="7617424" y="1067394"/>
                <a:ext cx="406116" cy="619135"/>
                <a:chOff x="7881869" y="1848118"/>
                <a:chExt cx="406116" cy="619135"/>
              </a:xfrm>
            </p:grpSpPr>
            <p:sp>
              <p:nvSpPr>
                <p:cNvPr id="34" name="矩形 33">
                  <a:extLst>
                    <a:ext uri="{FF2B5EF4-FFF2-40B4-BE49-F238E27FC236}">
                      <a16:creationId xmlns:a16="http://schemas.microsoft.com/office/drawing/2014/main" id="{699FFD38-BC8D-4100-92D7-FFE3AB6EB621}"/>
                    </a:ext>
                  </a:extLst>
                </p:cNvPr>
                <p:cNvSpPr/>
                <p:nvPr/>
              </p:nvSpPr>
              <p:spPr>
                <a:xfrm>
                  <a:off x="7881870" y="1848118"/>
                  <a:ext cx="406115"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rgbClr val="0070C0"/>
                      </a:solidFill>
                    </a:rPr>
                    <a:t>6</a:t>
                  </a:r>
                  <a:endParaRPr lang="zh-CN" altLang="en-US" sz="1600" b="1" dirty="0">
                    <a:solidFill>
                      <a:srgbClr val="0070C0"/>
                    </a:solidFill>
                  </a:endParaRPr>
                </a:p>
              </p:txBody>
            </p:sp>
            <p:sp>
              <p:nvSpPr>
                <p:cNvPr id="35" name="矩形 34">
                  <a:extLst>
                    <a:ext uri="{FF2B5EF4-FFF2-40B4-BE49-F238E27FC236}">
                      <a16:creationId xmlns:a16="http://schemas.microsoft.com/office/drawing/2014/main" id="{E3C5C518-9C44-4A02-B7A3-45C546EA438B}"/>
                    </a:ext>
                  </a:extLst>
                </p:cNvPr>
                <p:cNvSpPr/>
                <p:nvPr/>
              </p:nvSpPr>
              <p:spPr>
                <a:xfrm>
                  <a:off x="7881869" y="2159476"/>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grpSp>
            <p:nvGrpSpPr>
              <p:cNvPr id="13" name="组合 12">
                <a:extLst>
                  <a:ext uri="{FF2B5EF4-FFF2-40B4-BE49-F238E27FC236}">
                    <a16:creationId xmlns:a16="http://schemas.microsoft.com/office/drawing/2014/main" id="{0DEACF00-9E59-458C-B763-517E246C9581}"/>
                  </a:ext>
                </a:extLst>
              </p:cNvPr>
              <p:cNvGrpSpPr/>
              <p:nvPr/>
            </p:nvGrpSpPr>
            <p:grpSpPr>
              <a:xfrm>
                <a:off x="8024039" y="1066010"/>
                <a:ext cx="406116" cy="620452"/>
                <a:chOff x="7881869" y="1848118"/>
                <a:chExt cx="406116" cy="620452"/>
              </a:xfrm>
            </p:grpSpPr>
            <p:sp>
              <p:nvSpPr>
                <p:cNvPr id="32" name="矩形 31">
                  <a:extLst>
                    <a:ext uri="{FF2B5EF4-FFF2-40B4-BE49-F238E27FC236}">
                      <a16:creationId xmlns:a16="http://schemas.microsoft.com/office/drawing/2014/main" id="{FC8EBDD4-E225-47DC-B5A2-B5A90EAD9819}"/>
                    </a:ext>
                  </a:extLst>
                </p:cNvPr>
                <p:cNvSpPr/>
                <p:nvPr/>
              </p:nvSpPr>
              <p:spPr>
                <a:xfrm>
                  <a:off x="7881870" y="1848118"/>
                  <a:ext cx="406115"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rgbClr val="0070C0"/>
                      </a:solidFill>
                    </a:rPr>
                    <a:t>7</a:t>
                  </a:r>
                  <a:endParaRPr lang="zh-CN" altLang="en-US" sz="1600" b="1" dirty="0">
                    <a:solidFill>
                      <a:srgbClr val="0070C0"/>
                    </a:solidFill>
                  </a:endParaRPr>
                </a:p>
              </p:txBody>
            </p:sp>
            <p:sp>
              <p:nvSpPr>
                <p:cNvPr id="33" name="矩形 32">
                  <a:extLst>
                    <a:ext uri="{FF2B5EF4-FFF2-40B4-BE49-F238E27FC236}">
                      <a16:creationId xmlns:a16="http://schemas.microsoft.com/office/drawing/2014/main" id="{D61601FF-5EDE-4FBD-BB09-F04E66D79344}"/>
                    </a:ext>
                  </a:extLst>
                </p:cNvPr>
                <p:cNvSpPr/>
                <p:nvPr/>
              </p:nvSpPr>
              <p:spPr>
                <a:xfrm>
                  <a:off x="7881869" y="2160793"/>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grpSp>
            <p:nvGrpSpPr>
              <p:cNvPr id="14" name="组合 13">
                <a:extLst>
                  <a:ext uri="{FF2B5EF4-FFF2-40B4-BE49-F238E27FC236}">
                    <a16:creationId xmlns:a16="http://schemas.microsoft.com/office/drawing/2014/main" id="{1596FD0F-A480-4C59-BEB0-20E9CBA8FBEF}"/>
                  </a:ext>
                </a:extLst>
              </p:cNvPr>
              <p:cNvGrpSpPr/>
              <p:nvPr/>
            </p:nvGrpSpPr>
            <p:grpSpPr>
              <a:xfrm>
                <a:off x="8430155" y="1067394"/>
                <a:ext cx="1218285" cy="617841"/>
                <a:chOff x="7881870" y="1848118"/>
                <a:chExt cx="1218285" cy="617841"/>
              </a:xfrm>
            </p:grpSpPr>
            <p:sp>
              <p:nvSpPr>
                <p:cNvPr id="30" name="矩形 29">
                  <a:extLst>
                    <a:ext uri="{FF2B5EF4-FFF2-40B4-BE49-F238E27FC236}">
                      <a16:creationId xmlns:a16="http://schemas.microsoft.com/office/drawing/2014/main" id="{AD272236-C2BA-400D-9D8A-63EA7AE9BBD0}"/>
                    </a:ext>
                  </a:extLst>
                </p:cNvPr>
                <p:cNvSpPr/>
                <p:nvPr/>
              </p:nvSpPr>
              <p:spPr>
                <a:xfrm>
                  <a:off x="7881870" y="1848118"/>
                  <a:ext cx="406115"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rgbClr val="0070C0"/>
                      </a:solidFill>
                    </a:rPr>
                    <a:t>8</a:t>
                  </a:r>
                  <a:endParaRPr lang="zh-CN" altLang="en-US" sz="1600" b="1" dirty="0">
                    <a:solidFill>
                      <a:srgbClr val="0070C0"/>
                    </a:solidFill>
                  </a:endParaRPr>
                </a:p>
              </p:txBody>
            </p:sp>
            <p:sp>
              <p:nvSpPr>
                <p:cNvPr id="31" name="矩形 30">
                  <a:extLst>
                    <a:ext uri="{FF2B5EF4-FFF2-40B4-BE49-F238E27FC236}">
                      <a16:creationId xmlns:a16="http://schemas.microsoft.com/office/drawing/2014/main" id="{A7C958BB-0F32-40C6-9BFC-B8730C0AAB6B}"/>
                    </a:ext>
                  </a:extLst>
                </p:cNvPr>
                <p:cNvSpPr/>
                <p:nvPr/>
              </p:nvSpPr>
              <p:spPr>
                <a:xfrm>
                  <a:off x="8694040" y="2158182"/>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grpSp>
            <p:nvGrpSpPr>
              <p:cNvPr id="15" name="组合 14">
                <a:extLst>
                  <a:ext uri="{FF2B5EF4-FFF2-40B4-BE49-F238E27FC236}">
                    <a16:creationId xmlns:a16="http://schemas.microsoft.com/office/drawing/2014/main" id="{70011FB9-E86A-48D0-9247-93A900294AE9}"/>
                  </a:ext>
                </a:extLst>
              </p:cNvPr>
              <p:cNvGrpSpPr/>
              <p:nvPr/>
            </p:nvGrpSpPr>
            <p:grpSpPr>
              <a:xfrm>
                <a:off x="5585848" y="1066010"/>
                <a:ext cx="411505" cy="620452"/>
                <a:chOff x="7881870" y="1848118"/>
                <a:chExt cx="411505" cy="620452"/>
              </a:xfrm>
            </p:grpSpPr>
            <p:sp>
              <p:nvSpPr>
                <p:cNvPr id="28" name="矩形 27">
                  <a:extLst>
                    <a:ext uri="{FF2B5EF4-FFF2-40B4-BE49-F238E27FC236}">
                      <a16:creationId xmlns:a16="http://schemas.microsoft.com/office/drawing/2014/main" id="{934B55B2-B0D4-4672-8CA8-CD2DB908573B}"/>
                    </a:ext>
                  </a:extLst>
                </p:cNvPr>
                <p:cNvSpPr/>
                <p:nvPr/>
              </p:nvSpPr>
              <p:spPr>
                <a:xfrm>
                  <a:off x="7881870" y="1848118"/>
                  <a:ext cx="406115"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rgbClr val="0070C0"/>
                      </a:solidFill>
                    </a:rPr>
                    <a:t>1</a:t>
                  </a:r>
                  <a:endParaRPr lang="zh-CN" altLang="en-US" sz="1600" b="1" dirty="0">
                    <a:solidFill>
                      <a:srgbClr val="0070C0"/>
                    </a:solidFill>
                  </a:endParaRPr>
                </a:p>
              </p:txBody>
            </p:sp>
            <p:sp>
              <p:nvSpPr>
                <p:cNvPr id="29" name="矩形 28">
                  <a:extLst>
                    <a:ext uri="{FF2B5EF4-FFF2-40B4-BE49-F238E27FC236}">
                      <a16:creationId xmlns:a16="http://schemas.microsoft.com/office/drawing/2014/main" id="{CB3BFE6D-39AE-4170-AA22-E7C48BC3201D}"/>
                    </a:ext>
                  </a:extLst>
                </p:cNvPr>
                <p:cNvSpPr/>
                <p:nvPr/>
              </p:nvSpPr>
              <p:spPr>
                <a:xfrm>
                  <a:off x="7887260" y="2160793"/>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grpSp>
            <p:nvGrpSpPr>
              <p:cNvPr id="16" name="组合 15">
                <a:extLst>
                  <a:ext uri="{FF2B5EF4-FFF2-40B4-BE49-F238E27FC236}">
                    <a16:creationId xmlns:a16="http://schemas.microsoft.com/office/drawing/2014/main" id="{B2037FDD-D06E-47A0-9BB4-1807418C721B}"/>
                  </a:ext>
                </a:extLst>
              </p:cNvPr>
              <p:cNvGrpSpPr/>
              <p:nvPr/>
            </p:nvGrpSpPr>
            <p:grpSpPr>
              <a:xfrm>
                <a:off x="5991963" y="1067394"/>
                <a:ext cx="420900" cy="619135"/>
                <a:chOff x="7881870" y="1848118"/>
                <a:chExt cx="420900" cy="619135"/>
              </a:xfrm>
            </p:grpSpPr>
            <p:sp>
              <p:nvSpPr>
                <p:cNvPr id="26" name="矩形 25">
                  <a:extLst>
                    <a:ext uri="{FF2B5EF4-FFF2-40B4-BE49-F238E27FC236}">
                      <a16:creationId xmlns:a16="http://schemas.microsoft.com/office/drawing/2014/main" id="{5CA9967A-DE1B-4C0D-9AF6-F6D4B8A5E166}"/>
                    </a:ext>
                  </a:extLst>
                </p:cNvPr>
                <p:cNvSpPr/>
                <p:nvPr/>
              </p:nvSpPr>
              <p:spPr>
                <a:xfrm>
                  <a:off x="7881870" y="1848118"/>
                  <a:ext cx="406115"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rgbClr val="0070C0"/>
                      </a:solidFill>
                    </a:rPr>
                    <a:t>2</a:t>
                  </a:r>
                  <a:endParaRPr lang="zh-CN" altLang="en-US" sz="1600" b="1" dirty="0">
                    <a:solidFill>
                      <a:srgbClr val="0070C0"/>
                    </a:solidFill>
                  </a:endParaRPr>
                </a:p>
              </p:txBody>
            </p:sp>
            <p:sp>
              <p:nvSpPr>
                <p:cNvPr id="27" name="矩形 26">
                  <a:extLst>
                    <a:ext uri="{FF2B5EF4-FFF2-40B4-BE49-F238E27FC236}">
                      <a16:creationId xmlns:a16="http://schemas.microsoft.com/office/drawing/2014/main" id="{369CD846-ED3B-4934-A8C8-2FFEA803CC84}"/>
                    </a:ext>
                  </a:extLst>
                </p:cNvPr>
                <p:cNvSpPr/>
                <p:nvPr/>
              </p:nvSpPr>
              <p:spPr>
                <a:xfrm>
                  <a:off x="7896655" y="2159476"/>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grpSp>
            <p:nvGrpSpPr>
              <p:cNvPr id="17" name="组合 16">
                <a:extLst>
                  <a:ext uri="{FF2B5EF4-FFF2-40B4-BE49-F238E27FC236}">
                    <a16:creationId xmlns:a16="http://schemas.microsoft.com/office/drawing/2014/main" id="{2F707C70-89F1-4CE6-BF8E-7F61C885E7F4}"/>
                  </a:ext>
                </a:extLst>
              </p:cNvPr>
              <p:cNvGrpSpPr/>
              <p:nvPr/>
            </p:nvGrpSpPr>
            <p:grpSpPr>
              <a:xfrm>
                <a:off x="6398577" y="1066010"/>
                <a:ext cx="406116" cy="620452"/>
                <a:chOff x="7881869" y="1848118"/>
                <a:chExt cx="406116" cy="620452"/>
              </a:xfrm>
            </p:grpSpPr>
            <p:sp>
              <p:nvSpPr>
                <p:cNvPr id="24" name="矩形 23">
                  <a:extLst>
                    <a:ext uri="{FF2B5EF4-FFF2-40B4-BE49-F238E27FC236}">
                      <a16:creationId xmlns:a16="http://schemas.microsoft.com/office/drawing/2014/main" id="{06B4FD27-9EB3-4346-8604-54261463B0BD}"/>
                    </a:ext>
                  </a:extLst>
                </p:cNvPr>
                <p:cNvSpPr/>
                <p:nvPr/>
              </p:nvSpPr>
              <p:spPr>
                <a:xfrm>
                  <a:off x="7881870" y="1848118"/>
                  <a:ext cx="406115"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rgbClr val="0070C0"/>
                      </a:solidFill>
                    </a:rPr>
                    <a:t>3</a:t>
                  </a:r>
                  <a:endParaRPr lang="zh-CN" altLang="en-US" sz="1600" b="1" dirty="0">
                    <a:solidFill>
                      <a:srgbClr val="0070C0"/>
                    </a:solidFill>
                  </a:endParaRPr>
                </a:p>
              </p:txBody>
            </p:sp>
            <p:sp>
              <p:nvSpPr>
                <p:cNvPr id="25" name="矩形 24">
                  <a:extLst>
                    <a:ext uri="{FF2B5EF4-FFF2-40B4-BE49-F238E27FC236}">
                      <a16:creationId xmlns:a16="http://schemas.microsoft.com/office/drawing/2014/main" id="{C488A0D7-3A99-41E4-8B8C-58A619E64D99}"/>
                    </a:ext>
                  </a:extLst>
                </p:cNvPr>
                <p:cNvSpPr/>
                <p:nvPr/>
              </p:nvSpPr>
              <p:spPr>
                <a:xfrm>
                  <a:off x="7881869" y="2160793"/>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grpSp>
            <p:nvGrpSpPr>
              <p:cNvPr id="18" name="组合 17">
                <a:extLst>
                  <a:ext uri="{FF2B5EF4-FFF2-40B4-BE49-F238E27FC236}">
                    <a16:creationId xmlns:a16="http://schemas.microsoft.com/office/drawing/2014/main" id="{EC275F34-2915-47FF-B182-2F7B68304858}"/>
                  </a:ext>
                </a:extLst>
              </p:cNvPr>
              <p:cNvGrpSpPr/>
              <p:nvPr/>
            </p:nvGrpSpPr>
            <p:grpSpPr>
              <a:xfrm>
                <a:off x="6804692" y="1067394"/>
                <a:ext cx="406116" cy="619135"/>
                <a:chOff x="7881869" y="1848118"/>
                <a:chExt cx="406116" cy="619135"/>
              </a:xfrm>
            </p:grpSpPr>
            <p:sp>
              <p:nvSpPr>
                <p:cNvPr id="22" name="矩形 21">
                  <a:extLst>
                    <a:ext uri="{FF2B5EF4-FFF2-40B4-BE49-F238E27FC236}">
                      <a16:creationId xmlns:a16="http://schemas.microsoft.com/office/drawing/2014/main" id="{76FA4978-319D-43F9-B8A0-CC9C16A35455}"/>
                    </a:ext>
                  </a:extLst>
                </p:cNvPr>
                <p:cNvSpPr/>
                <p:nvPr/>
              </p:nvSpPr>
              <p:spPr>
                <a:xfrm>
                  <a:off x="7881870" y="1848118"/>
                  <a:ext cx="406115"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rgbClr val="0070C0"/>
                      </a:solidFill>
                    </a:rPr>
                    <a:t>4</a:t>
                  </a:r>
                  <a:endParaRPr lang="zh-CN" altLang="en-US" sz="1600" b="1" dirty="0">
                    <a:solidFill>
                      <a:srgbClr val="0070C0"/>
                    </a:solidFill>
                  </a:endParaRPr>
                </a:p>
              </p:txBody>
            </p:sp>
            <p:sp>
              <p:nvSpPr>
                <p:cNvPr id="23" name="矩形 22">
                  <a:extLst>
                    <a:ext uri="{FF2B5EF4-FFF2-40B4-BE49-F238E27FC236}">
                      <a16:creationId xmlns:a16="http://schemas.microsoft.com/office/drawing/2014/main" id="{BFEB1D5F-7F43-4006-BE45-CEC947D368D2}"/>
                    </a:ext>
                  </a:extLst>
                </p:cNvPr>
                <p:cNvSpPr/>
                <p:nvPr/>
              </p:nvSpPr>
              <p:spPr>
                <a:xfrm>
                  <a:off x="7881869" y="2159476"/>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grpSp>
            <p:nvGrpSpPr>
              <p:cNvPr id="19" name="组合 18">
                <a:extLst>
                  <a:ext uri="{FF2B5EF4-FFF2-40B4-BE49-F238E27FC236}">
                    <a16:creationId xmlns:a16="http://schemas.microsoft.com/office/drawing/2014/main" id="{EE508745-BC34-4DD6-95FB-C8178FF95A03}"/>
                  </a:ext>
                </a:extLst>
              </p:cNvPr>
              <p:cNvGrpSpPr/>
              <p:nvPr/>
            </p:nvGrpSpPr>
            <p:grpSpPr>
              <a:xfrm>
                <a:off x="5178729" y="1067394"/>
                <a:ext cx="406116" cy="619135"/>
                <a:chOff x="7881869" y="1848118"/>
                <a:chExt cx="406116" cy="619135"/>
              </a:xfrm>
              <a:solidFill>
                <a:schemeClr val="accent5">
                  <a:lumMod val="40000"/>
                  <a:lumOff val="60000"/>
                </a:schemeClr>
              </a:solidFill>
            </p:grpSpPr>
            <p:sp>
              <p:nvSpPr>
                <p:cNvPr id="20" name="矩形 19">
                  <a:extLst>
                    <a:ext uri="{FF2B5EF4-FFF2-40B4-BE49-F238E27FC236}">
                      <a16:creationId xmlns:a16="http://schemas.microsoft.com/office/drawing/2014/main" id="{7C88052C-4BE2-4CF0-96F1-7A99F49F3BBE}"/>
                    </a:ext>
                  </a:extLst>
                </p:cNvPr>
                <p:cNvSpPr/>
                <p:nvPr/>
              </p:nvSpPr>
              <p:spPr>
                <a:xfrm>
                  <a:off x="7881870" y="1848118"/>
                  <a:ext cx="406115"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rgbClr val="0070C0"/>
                      </a:solidFill>
                    </a:rPr>
                    <a:t>0</a:t>
                  </a:r>
                  <a:endParaRPr lang="zh-CN" altLang="en-US" sz="1600" b="1" dirty="0">
                    <a:solidFill>
                      <a:srgbClr val="0070C0"/>
                    </a:solidFill>
                  </a:endParaRPr>
                </a:p>
              </p:txBody>
            </p:sp>
            <p:sp>
              <p:nvSpPr>
                <p:cNvPr id="21" name="矩形 20">
                  <a:extLst>
                    <a:ext uri="{FF2B5EF4-FFF2-40B4-BE49-F238E27FC236}">
                      <a16:creationId xmlns:a16="http://schemas.microsoft.com/office/drawing/2014/main" id="{F1D04A5D-7FB3-4E7A-857C-EC8A286DE2BB}"/>
                    </a:ext>
                  </a:extLst>
                </p:cNvPr>
                <p:cNvSpPr/>
                <p:nvPr/>
              </p:nvSpPr>
              <p:spPr>
                <a:xfrm>
                  <a:off x="7881869" y="2159476"/>
                  <a:ext cx="406115" cy="307777"/>
                </a:xfrm>
                <a:prstGeom prst="rect">
                  <a:avLst/>
                </a:prstGeom>
                <a:solidFill>
                  <a:schemeClr val="bg2"/>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grpSp>
        <p:sp>
          <p:nvSpPr>
            <p:cNvPr id="7" name="矩形 6">
              <a:extLst>
                <a:ext uri="{FF2B5EF4-FFF2-40B4-BE49-F238E27FC236}">
                  <a16:creationId xmlns:a16="http://schemas.microsoft.com/office/drawing/2014/main" id="{63B2FD37-69EA-48E0-8AA6-9D1DDDF386D7}"/>
                </a:ext>
              </a:extLst>
            </p:cNvPr>
            <p:cNvSpPr/>
            <p:nvPr/>
          </p:nvSpPr>
          <p:spPr>
            <a:xfrm>
              <a:off x="10113999" y="1340734"/>
              <a:ext cx="459592" cy="371185"/>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8" name="矩形 7">
              <a:extLst>
                <a:ext uri="{FF2B5EF4-FFF2-40B4-BE49-F238E27FC236}">
                  <a16:creationId xmlns:a16="http://schemas.microsoft.com/office/drawing/2014/main" id="{317C35E3-0AF1-489C-AF49-FA78BA58C0FA}"/>
                </a:ext>
              </a:extLst>
            </p:cNvPr>
            <p:cNvSpPr/>
            <p:nvPr/>
          </p:nvSpPr>
          <p:spPr>
            <a:xfrm>
              <a:off x="10573917" y="1340720"/>
              <a:ext cx="459592" cy="371185"/>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9" name="矩形 8">
              <a:extLst>
                <a:ext uri="{FF2B5EF4-FFF2-40B4-BE49-F238E27FC236}">
                  <a16:creationId xmlns:a16="http://schemas.microsoft.com/office/drawing/2014/main" id="{582DBA5C-F3D3-4B22-9D1F-0D50204A58C6}"/>
                </a:ext>
              </a:extLst>
            </p:cNvPr>
            <p:cNvSpPr/>
            <p:nvPr/>
          </p:nvSpPr>
          <p:spPr>
            <a:xfrm>
              <a:off x="10572659" y="969521"/>
              <a:ext cx="459591" cy="3711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rgbClr val="0070C0"/>
                  </a:solidFill>
                </a:rPr>
                <a:t>9</a:t>
              </a:r>
              <a:endParaRPr lang="zh-CN" altLang="en-US" sz="1600" b="1" dirty="0">
                <a:solidFill>
                  <a:srgbClr val="0070C0"/>
                </a:solidFill>
              </a:endParaRPr>
            </a:p>
          </p:txBody>
        </p:sp>
        <p:sp>
          <p:nvSpPr>
            <p:cNvPr id="10" name="矩形 9">
              <a:extLst>
                <a:ext uri="{FF2B5EF4-FFF2-40B4-BE49-F238E27FC236}">
                  <a16:creationId xmlns:a16="http://schemas.microsoft.com/office/drawing/2014/main" id="{358FA547-9E62-47F9-9A27-3E6C08120852}"/>
                </a:ext>
              </a:extLst>
            </p:cNvPr>
            <p:cNvSpPr/>
            <p:nvPr/>
          </p:nvSpPr>
          <p:spPr>
            <a:xfrm>
              <a:off x="11031508" y="971416"/>
              <a:ext cx="459591" cy="3711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rgbClr val="0070C0"/>
                  </a:solidFill>
                </a:rPr>
                <a:t>10</a:t>
              </a:r>
              <a:endParaRPr lang="zh-CN" altLang="en-US" sz="1600" b="1" dirty="0">
                <a:solidFill>
                  <a:srgbClr val="0070C0"/>
                </a:solidFill>
              </a:endParaRPr>
            </a:p>
          </p:txBody>
        </p:sp>
      </p:grpSp>
      <p:sp>
        <p:nvSpPr>
          <p:cNvPr id="38" name="文本框 37">
            <a:extLst>
              <a:ext uri="{FF2B5EF4-FFF2-40B4-BE49-F238E27FC236}">
                <a16:creationId xmlns:a16="http://schemas.microsoft.com/office/drawing/2014/main" id="{F0D74D9D-8741-4392-AC32-3E00E0A51ADA}"/>
              </a:ext>
            </a:extLst>
          </p:cNvPr>
          <p:cNvSpPr txBox="1"/>
          <p:nvPr/>
        </p:nvSpPr>
        <p:spPr>
          <a:xfrm>
            <a:off x="7021877" y="864341"/>
            <a:ext cx="307777" cy="369332"/>
          </a:xfrm>
          <a:prstGeom prst="rect">
            <a:avLst/>
          </a:prstGeom>
          <a:noFill/>
        </p:spPr>
        <p:txBody>
          <a:bodyPr wrap="none" lIns="0" tIns="0" rIns="0" bIns="0" rtlCol="0" anchor="ctr" anchorCtr="1">
            <a:spAutoFit/>
          </a:bodyPr>
          <a:lstStyle/>
          <a:p>
            <a:pPr algn="ctr"/>
            <a:r>
              <a:rPr lang="en-US" altLang="zh-CN" sz="2400" b="1" dirty="0">
                <a:solidFill>
                  <a:schemeClr val="accent2">
                    <a:lumMod val="75000"/>
                  </a:schemeClr>
                </a:solidFill>
                <a:latin typeface="Times New Roman" panose="02020603050405020304" pitchFamily="18" charset="0"/>
                <a:cs typeface="Times New Roman" panose="02020603050405020304" pitchFamily="18" charset="0"/>
              </a:rPr>
              <a:t>13</a:t>
            </a:r>
            <a:endParaRPr lang="zh-CN" altLang="en-US" sz="2400" b="1"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39" name="文本框 38">
            <a:extLst>
              <a:ext uri="{FF2B5EF4-FFF2-40B4-BE49-F238E27FC236}">
                <a16:creationId xmlns:a16="http://schemas.microsoft.com/office/drawing/2014/main" id="{F3FE1847-74E0-4424-9227-45B9C74EF11D}"/>
              </a:ext>
            </a:extLst>
          </p:cNvPr>
          <p:cNvSpPr txBox="1"/>
          <p:nvPr/>
        </p:nvSpPr>
        <p:spPr>
          <a:xfrm>
            <a:off x="7487236" y="870874"/>
            <a:ext cx="307777" cy="369332"/>
          </a:xfrm>
          <a:prstGeom prst="rect">
            <a:avLst/>
          </a:prstGeom>
          <a:noFill/>
        </p:spPr>
        <p:txBody>
          <a:bodyPr wrap="square" lIns="0" tIns="0" rIns="0" bIns="0" rtlCol="0" anchor="ctr" anchorCtr="1">
            <a:spAutoFit/>
          </a:bodyPr>
          <a:lstStyle/>
          <a:p>
            <a:pPr algn="ctr"/>
            <a:r>
              <a:rPr lang="en-US" altLang="zh-CN" sz="2400" b="1" dirty="0">
                <a:solidFill>
                  <a:schemeClr val="accent2">
                    <a:lumMod val="50000"/>
                  </a:schemeClr>
                </a:solidFill>
                <a:latin typeface="Times New Roman" panose="02020603050405020304" pitchFamily="18" charset="0"/>
                <a:cs typeface="Times New Roman" panose="02020603050405020304" pitchFamily="18" charset="0"/>
              </a:rPr>
              <a:t>27</a:t>
            </a:r>
            <a:endParaRPr lang="zh-CN" altLang="en-US" sz="2400" b="1" dirty="0">
              <a:solidFill>
                <a:schemeClr val="accent2">
                  <a:lumMod val="50000"/>
                </a:schemeClr>
              </a:solidFill>
              <a:latin typeface="Times New Roman" panose="02020603050405020304" pitchFamily="18" charset="0"/>
              <a:cs typeface="Times New Roman" panose="02020603050405020304" pitchFamily="18" charset="0"/>
            </a:endParaRPr>
          </a:p>
        </p:txBody>
      </p:sp>
      <p:sp>
        <p:nvSpPr>
          <p:cNvPr id="40" name="文本框 39">
            <a:extLst>
              <a:ext uri="{FF2B5EF4-FFF2-40B4-BE49-F238E27FC236}">
                <a16:creationId xmlns:a16="http://schemas.microsoft.com/office/drawing/2014/main" id="{1AA43B1C-3A51-4235-9AF4-22F12F2A6DA8}"/>
              </a:ext>
            </a:extLst>
          </p:cNvPr>
          <p:cNvSpPr txBox="1"/>
          <p:nvPr/>
        </p:nvSpPr>
        <p:spPr>
          <a:xfrm>
            <a:off x="7943627" y="870780"/>
            <a:ext cx="307777" cy="369332"/>
          </a:xfrm>
          <a:prstGeom prst="rect">
            <a:avLst/>
          </a:prstGeom>
          <a:noFill/>
        </p:spPr>
        <p:txBody>
          <a:bodyPr wrap="none" lIns="0" tIns="0" rIns="0" bIns="0" rtlCol="0" anchor="ctr" anchorCtr="1">
            <a:spAutoFit/>
          </a:bodyPr>
          <a:lstStyle/>
          <a:p>
            <a:pPr algn="ctr"/>
            <a:r>
              <a:rPr lang="en-US" altLang="zh-CN" sz="2400" b="1" dirty="0">
                <a:solidFill>
                  <a:srgbClr val="0070C0"/>
                </a:solidFill>
                <a:latin typeface="Times New Roman" panose="02020603050405020304" pitchFamily="18" charset="0"/>
                <a:cs typeface="Times New Roman" panose="02020603050405020304" pitchFamily="18" charset="0"/>
              </a:rPr>
              <a:t>49</a:t>
            </a:r>
            <a:endParaRPr lang="zh-CN" altLang="en-US" sz="2400" b="1" dirty="0">
              <a:solidFill>
                <a:srgbClr val="0070C0"/>
              </a:solidFill>
              <a:latin typeface="Times New Roman" panose="02020603050405020304" pitchFamily="18" charset="0"/>
              <a:cs typeface="Times New Roman" panose="02020603050405020304" pitchFamily="18" charset="0"/>
            </a:endParaRPr>
          </a:p>
        </p:txBody>
      </p:sp>
      <p:sp>
        <p:nvSpPr>
          <p:cNvPr id="41" name="文本框 40">
            <a:extLst>
              <a:ext uri="{FF2B5EF4-FFF2-40B4-BE49-F238E27FC236}">
                <a16:creationId xmlns:a16="http://schemas.microsoft.com/office/drawing/2014/main" id="{7C734376-0BC7-4E13-9741-2CB9CC7ABAFB}"/>
              </a:ext>
            </a:extLst>
          </p:cNvPr>
          <p:cNvSpPr txBox="1"/>
          <p:nvPr/>
        </p:nvSpPr>
        <p:spPr>
          <a:xfrm>
            <a:off x="8411036" y="870780"/>
            <a:ext cx="307777" cy="369332"/>
          </a:xfrm>
          <a:prstGeom prst="rect">
            <a:avLst/>
          </a:prstGeom>
          <a:noFill/>
        </p:spPr>
        <p:txBody>
          <a:bodyPr wrap="none" lIns="0" tIns="0" rIns="0" bIns="0" rtlCol="0" anchor="ctr" anchorCtr="1">
            <a:spAutoFit/>
          </a:bodyPr>
          <a:lstStyle/>
          <a:p>
            <a:pPr algn="ctr"/>
            <a:r>
              <a:rPr lang="en-US" altLang="zh-CN" sz="2400" b="1" dirty="0">
                <a:solidFill>
                  <a:srgbClr val="FF0000"/>
                </a:solidFill>
                <a:latin typeface="Times New Roman" panose="02020603050405020304" pitchFamily="18" charset="0"/>
                <a:cs typeface="Times New Roman" panose="02020603050405020304" pitchFamily="18" charset="0"/>
              </a:rPr>
              <a:t>55</a:t>
            </a:r>
            <a:endParaRPr lang="zh-CN" altLang="en-US" sz="2400" b="1" dirty="0">
              <a:solidFill>
                <a:srgbClr val="FF0000"/>
              </a:solidFill>
              <a:latin typeface="Times New Roman" panose="02020603050405020304" pitchFamily="18" charset="0"/>
              <a:cs typeface="Times New Roman" panose="02020603050405020304" pitchFamily="18" charset="0"/>
            </a:endParaRPr>
          </a:p>
        </p:txBody>
      </p:sp>
      <p:sp>
        <p:nvSpPr>
          <p:cNvPr id="42" name="文本框 41">
            <a:extLst>
              <a:ext uri="{FF2B5EF4-FFF2-40B4-BE49-F238E27FC236}">
                <a16:creationId xmlns:a16="http://schemas.microsoft.com/office/drawing/2014/main" id="{1DF60B6C-0427-47EE-981A-88239F19095F}"/>
              </a:ext>
            </a:extLst>
          </p:cNvPr>
          <p:cNvSpPr txBox="1"/>
          <p:nvPr/>
        </p:nvSpPr>
        <p:spPr>
          <a:xfrm>
            <a:off x="8859420" y="865275"/>
            <a:ext cx="307777" cy="369332"/>
          </a:xfrm>
          <a:prstGeom prst="rect">
            <a:avLst/>
          </a:prstGeom>
          <a:noFill/>
        </p:spPr>
        <p:txBody>
          <a:bodyPr wrap="none" lIns="0" tIns="0" rIns="0" bIns="0" rtlCol="0" anchor="ctr" anchorCtr="1">
            <a:spAutoFit/>
          </a:bodyPr>
          <a:lstStyle/>
          <a:p>
            <a:pPr algn="ctr"/>
            <a:r>
              <a:rPr lang="en-US" altLang="zh-CN" sz="2400" b="1" dirty="0">
                <a:solidFill>
                  <a:srgbClr val="00B050"/>
                </a:solidFill>
                <a:latin typeface="Times New Roman" panose="02020603050405020304" pitchFamily="18" charset="0"/>
                <a:cs typeface="Times New Roman" panose="02020603050405020304" pitchFamily="18" charset="0"/>
              </a:rPr>
              <a:t>04</a:t>
            </a:r>
            <a:endParaRPr lang="zh-CN" altLang="en-US" sz="2400" b="1" dirty="0">
              <a:solidFill>
                <a:srgbClr val="00B050"/>
              </a:solidFill>
              <a:latin typeface="Times New Roman" panose="02020603050405020304" pitchFamily="18" charset="0"/>
              <a:cs typeface="Times New Roman" panose="02020603050405020304" pitchFamily="18" charset="0"/>
            </a:endParaRPr>
          </a:p>
        </p:txBody>
      </p:sp>
      <p:sp>
        <p:nvSpPr>
          <p:cNvPr id="43" name="文本框 42">
            <a:extLst>
              <a:ext uri="{FF2B5EF4-FFF2-40B4-BE49-F238E27FC236}">
                <a16:creationId xmlns:a16="http://schemas.microsoft.com/office/drawing/2014/main" id="{9C7A06AD-2E50-4FE1-AC4A-E29CA6353F17}"/>
              </a:ext>
            </a:extLst>
          </p:cNvPr>
          <p:cNvSpPr txBox="1"/>
          <p:nvPr/>
        </p:nvSpPr>
        <p:spPr>
          <a:xfrm>
            <a:off x="9327971" y="871999"/>
            <a:ext cx="307777" cy="369332"/>
          </a:xfrm>
          <a:prstGeom prst="rect">
            <a:avLst/>
          </a:prstGeom>
          <a:noFill/>
        </p:spPr>
        <p:txBody>
          <a:bodyPr wrap="none" lIns="0" tIns="0" rIns="0" bIns="0" rtlCol="0" anchor="ctr" anchorCtr="1">
            <a:spAutoFit/>
          </a:bodyPr>
          <a:lstStyle/>
          <a:p>
            <a:pPr algn="ctr"/>
            <a:r>
              <a:rPr lang="en-US" altLang="zh-CN" sz="2400" b="1" dirty="0">
                <a:solidFill>
                  <a:schemeClr val="accent2">
                    <a:lumMod val="75000"/>
                  </a:schemeClr>
                </a:solidFill>
                <a:latin typeface="Times New Roman" panose="02020603050405020304" pitchFamily="18" charset="0"/>
                <a:cs typeface="Times New Roman" panose="02020603050405020304" pitchFamily="18" charset="0"/>
              </a:rPr>
              <a:t>49</a:t>
            </a:r>
            <a:endParaRPr lang="zh-CN" altLang="en-US" sz="2400" b="1"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44" name="文本框 43">
            <a:extLst>
              <a:ext uri="{FF2B5EF4-FFF2-40B4-BE49-F238E27FC236}">
                <a16:creationId xmlns:a16="http://schemas.microsoft.com/office/drawing/2014/main" id="{A71491F3-1B0A-45B0-AB96-F1A6B7CAFD49}"/>
              </a:ext>
            </a:extLst>
          </p:cNvPr>
          <p:cNvSpPr txBox="1"/>
          <p:nvPr/>
        </p:nvSpPr>
        <p:spPr>
          <a:xfrm>
            <a:off x="9788956" y="865560"/>
            <a:ext cx="307777" cy="369332"/>
          </a:xfrm>
          <a:prstGeom prst="rect">
            <a:avLst/>
          </a:prstGeom>
          <a:noFill/>
        </p:spPr>
        <p:txBody>
          <a:bodyPr wrap="none" lIns="0" tIns="0" rIns="0" bIns="0" rtlCol="0" anchor="ctr" anchorCtr="1">
            <a:spAutoFit/>
          </a:bodyPr>
          <a:lstStyle/>
          <a:p>
            <a:pPr algn="ctr"/>
            <a:r>
              <a:rPr lang="en-US" altLang="zh-CN" sz="2400" b="1" dirty="0">
                <a:solidFill>
                  <a:schemeClr val="accent2">
                    <a:lumMod val="50000"/>
                  </a:schemeClr>
                </a:solidFill>
                <a:latin typeface="Times New Roman" panose="02020603050405020304" pitchFamily="18" charset="0"/>
                <a:cs typeface="Times New Roman" panose="02020603050405020304" pitchFamily="18" charset="0"/>
              </a:rPr>
              <a:t>38</a:t>
            </a:r>
            <a:endParaRPr lang="zh-CN" altLang="en-US" sz="2400" b="1" dirty="0">
              <a:solidFill>
                <a:schemeClr val="accent2">
                  <a:lumMod val="50000"/>
                </a:schemeClr>
              </a:solidFill>
              <a:latin typeface="Times New Roman" panose="02020603050405020304" pitchFamily="18" charset="0"/>
              <a:cs typeface="Times New Roman" panose="02020603050405020304" pitchFamily="18" charset="0"/>
            </a:endParaRPr>
          </a:p>
        </p:txBody>
      </p:sp>
      <p:sp>
        <p:nvSpPr>
          <p:cNvPr id="45" name="文本框 44">
            <a:extLst>
              <a:ext uri="{FF2B5EF4-FFF2-40B4-BE49-F238E27FC236}">
                <a16:creationId xmlns:a16="http://schemas.microsoft.com/office/drawing/2014/main" id="{A61B8D20-B13F-4103-B7F1-D2EB1051EA12}"/>
              </a:ext>
            </a:extLst>
          </p:cNvPr>
          <p:cNvSpPr txBox="1"/>
          <p:nvPr/>
        </p:nvSpPr>
        <p:spPr>
          <a:xfrm>
            <a:off x="10244629" y="870780"/>
            <a:ext cx="307777" cy="369332"/>
          </a:xfrm>
          <a:prstGeom prst="rect">
            <a:avLst/>
          </a:prstGeom>
          <a:noFill/>
        </p:spPr>
        <p:txBody>
          <a:bodyPr wrap="none" lIns="0" tIns="0" rIns="0" bIns="0" rtlCol="0" anchor="ctr" anchorCtr="1">
            <a:spAutoFit/>
          </a:bodyPr>
          <a:lstStyle/>
          <a:p>
            <a:pPr algn="ctr"/>
            <a:r>
              <a:rPr lang="en-US" altLang="zh-CN" sz="2400" b="1" dirty="0">
                <a:solidFill>
                  <a:srgbClr val="0070C0"/>
                </a:solidFill>
                <a:latin typeface="Times New Roman" panose="02020603050405020304" pitchFamily="18" charset="0"/>
                <a:cs typeface="Times New Roman" panose="02020603050405020304" pitchFamily="18" charset="0"/>
              </a:rPr>
              <a:t>65</a:t>
            </a:r>
            <a:endParaRPr lang="zh-CN" altLang="en-US" sz="2400" b="1" dirty="0">
              <a:solidFill>
                <a:srgbClr val="0070C0"/>
              </a:solidFill>
              <a:latin typeface="Times New Roman" panose="02020603050405020304" pitchFamily="18" charset="0"/>
              <a:cs typeface="Times New Roman" panose="02020603050405020304" pitchFamily="18" charset="0"/>
            </a:endParaRPr>
          </a:p>
        </p:txBody>
      </p:sp>
      <p:cxnSp>
        <p:nvCxnSpPr>
          <p:cNvPr id="46" name="直接连接符 45">
            <a:extLst>
              <a:ext uri="{FF2B5EF4-FFF2-40B4-BE49-F238E27FC236}">
                <a16:creationId xmlns:a16="http://schemas.microsoft.com/office/drawing/2014/main" id="{9C3BF430-EBB2-4477-BF28-EF886A5A6DA6}"/>
              </a:ext>
            </a:extLst>
          </p:cNvPr>
          <p:cNvCxnSpPr/>
          <p:nvPr/>
        </p:nvCxnSpPr>
        <p:spPr>
          <a:xfrm>
            <a:off x="7935774" y="921917"/>
            <a:ext cx="308307"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1" name="文本框 50">
            <a:extLst>
              <a:ext uri="{FF2B5EF4-FFF2-40B4-BE49-F238E27FC236}">
                <a16:creationId xmlns:a16="http://schemas.microsoft.com/office/drawing/2014/main" id="{EAA7A49B-0187-42D3-9120-8503DD4F02F0}"/>
              </a:ext>
            </a:extLst>
          </p:cNvPr>
          <p:cNvSpPr txBox="1"/>
          <p:nvPr/>
        </p:nvSpPr>
        <p:spPr>
          <a:xfrm>
            <a:off x="10698918" y="867153"/>
            <a:ext cx="307777" cy="369332"/>
          </a:xfrm>
          <a:prstGeom prst="rect">
            <a:avLst/>
          </a:prstGeom>
          <a:noFill/>
        </p:spPr>
        <p:txBody>
          <a:bodyPr wrap="none" lIns="0" tIns="0" rIns="0" bIns="0" rtlCol="0" anchor="ctr" anchorCtr="1">
            <a:spAutoFit/>
          </a:bodyPr>
          <a:lstStyle/>
          <a:p>
            <a:pPr algn="ctr"/>
            <a:r>
              <a:rPr lang="en-US" altLang="zh-CN" sz="2400" b="1" dirty="0">
                <a:solidFill>
                  <a:srgbClr val="FF0000"/>
                </a:solidFill>
                <a:latin typeface="Times New Roman" panose="02020603050405020304" pitchFamily="18" charset="0"/>
                <a:cs typeface="Times New Roman" panose="02020603050405020304" pitchFamily="18" charset="0"/>
              </a:rPr>
              <a:t>97</a:t>
            </a:r>
            <a:endParaRPr lang="zh-CN" altLang="en-US" sz="2400" b="1" dirty="0">
              <a:solidFill>
                <a:srgbClr val="FF0000"/>
              </a:solidFill>
              <a:latin typeface="Times New Roman" panose="02020603050405020304" pitchFamily="18" charset="0"/>
              <a:cs typeface="Times New Roman" panose="02020603050405020304" pitchFamily="18" charset="0"/>
            </a:endParaRPr>
          </a:p>
        </p:txBody>
      </p:sp>
      <p:sp>
        <p:nvSpPr>
          <p:cNvPr id="52" name="文本框 51">
            <a:extLst>
              <a:ext uri="{FF2B5EF4-FFF2-40B4-BE49-F238E27FC236}">
                <a16:creationId xmlns:a16="http://schemas.microsoft.com/office/drawing/2014/main" id="{ECA26A29-3C4D-4F88-BBDC-A5F9D1ECE57E}"/>
              </a:ext>
            </a:extLst>
          </p:cNvPr>
          <p:cNvSpPr txBox="1"/>
          <p:nvPr/>
        </p:nvSpPr>
        <p:spPr>
          <a:xfrm>
            <a:off x="11164017" y="864766"/>
            <a:ext cx="307777" cy="369332"/>
          </a:xfrm>
          <a:prstGeom prst="rect">
            <a:avLst/>
          </a:prstGeom>
          <a:noFill/>
        </p:spPr>
        <p:txBody>
          <a:bodyPr wrap="none" lIns="0" tIns="0" rIns="0" bIns="0" rtlCol="0" anchor="ctr" anchorCtr="1">
            <a:spAutoFit/>
          </a:bodyPr>
          <a:lstStyle/>
          <a:p>
            <a:pPr algn="ctr"/>
            <a:r>
              <a:rPr lang="en-US" altLang="zh-CN" sz="2400" b="1" dirty="0">
                <a:solidFill>
                  <a:srgbClr val="00B050"/>
                </a:solidFill>
                <a:latin typeface="Times New Roman" panose="02020603050405020304" pitchFamily="18" charset="0"/>
                <a:cs typeface="Times New Roman" panose="02020603050405020304" pitchFamily="18" charset="0"/>
              </a:rPr>
              <a:t>76</a:t>
            </a:r>
            <a:endParaRPr lang="zh-CN" altLang="en-US" sz="2400" b="1" dirty="0">
              <a:solidFill>
                <a:srgbClr val="00B050"/>
              </a:solidFill>
              <a:latin typeface="Times New Roman" panose="02020603050405020304" pitchFamily="18" charset="0"/>
              <a:cs typeface="Times New Roman" panose="02020603050405020304" pitchFamily="18" charset="0"/>
            </a:endParaRPr>
          </a:p>
        </p:txBody>
      </p:sp>
      <p:sp>
        <p:nvSpPr>
          <p:cNvPr id="77" name="文本框 76">
            <a:extLst>
              <a:ext uri="{FF2B5EF4-FFF2-40B4-BE49-F238E27FC236}">
                <a16:creationId xmlns:a16="http://schemas.microsoft.com/office/drawing/2014/main" id="{14138185-EA47-4F84-A262-55DDD5D2791E}"/>
              </a:ext>
            </a:extLst>
          </p:cNvPr>
          <p:cNvSpPr txBox="1"/>
          <p:nvPr/>
        </p:nvSpPr>
        <p:spPr>
          <a:xfrm>
            <a:off x="5619834" y="862273"/>
            <a:ext cx="998991" cy="369332"/>
          </a:xfrm>
          <a:prstGeom prst="rect">
            <a:avLst/>
          </a:prstGeom>
          <a:noFill/>
        </p:spPr>
        <p:txBody>
          <a:bodyPr wrap="none" rtlCol="0">
            <a:spAutoFit/>
          </a:bodyPr>
          <a:lstStyle/>
          <a:p>
            <a:r>
              <a:rPr lang="zh-CN" altLang="en-US" b="1" dirty="0">
                <a:solidFill>
                  <a:srgbClr val="0006EE"/>
                </a:solidFill>
              </a:rPr>
              <a:t>第</a:t>
            </a:r>
            <a:r>
              <a:rPr lang="en-US" altLang="zh-CN" b="1" dirty="0">
                <a:solidFill>
                  <a:srgbClr val="0006EE"/>
                </a:solidFill>
              </a:rPr>
              <a:t>1</a:t>
            </a:r>
            <a:r>
              <a:rPr lang="zh-CN" altLang="en-US" b="1" dirty="0">
                <a:solidFill>
                  <a:srgbClr val="0006EE"/>
                </a:solidFill>
              </a:rPr>
              <a:t>趟：</a:t>
            </a:r>
          </a:p>
        </p:txBody>
      </p:sp>
      <p:grpSp>
        <p:nvGrpSpPr>
          <p:cNvPr id="78" name="组合 77">
            <a:extLst>
              <a:ext uri="{FF2B5EF4-FFF2-40B4-BE49-F238E27FC236}">
                <a16:creationId xmlns:a16="http://schemas.microsoft.com/office/drawing/2014/main" id="{A3BC5D4E-0DB0-461A-B161-65CC8C4F4A80}"/>
              </a:ext>
            </a:extLst>
          </p:cNvPr>
          <p:cNvGrpSpPr/>
          <p:nvPr/>
        </p:nvGrpSpPr>
        <p:grpSpPr>
          <a:xfrm>
            <a:off x="6483274" y="1411482"/>
            <a:ext cx="5058274" cy="372746"/>
            <a:chOff x="6434792" y="1340591"/>
            <a:chExt cx="5058274" cy="372746"/>
          </a:xfrm>
        </p:grpSpPr>
        <p:grpSp>
          <p:nvGrpSpPr>
            <p:cNvPr id="79" name="组合 78">
              <a:extLst>
                <a:ext uri="{FF2B5EF4-FFF2-40B4-BE49-F238E27FC236}">
                  <a16:creationId xmlns:a16="http://schemas.microsoft.com/office/drawing/2014/main" id="{6945AB1E-CF81-4917-9770-82DADDAD4063}"/>
                </a:ext>
              </a:extLst>
            </p:cNvPr>
            <p:cNvGrpSpPr/>
            <p:nvPr/>
          </p:nvGrpSpPr>
          <p:grpSpPr>
            <a:xfrm>
              <a:off x="6434792" y="1340591"/>
              <a:ext cx="5058274" cy="372746"/>
              <a:chOff x="5178729" y="1377458"/>
              <a:chExt cx="4469711" cy="309071"/>
            </a:xfrm>
          </p:grpSpPr>
          <p:sp>
            <p:nvSpPr>
              <p:cNvPr id="110" name="矩形 109">
                <a:extLst>
                  <a:ext uri="{FF2B5EF4-FFF2-40B4-BE49-F238E27FC236}">
                    <a16:creationId xmlns:a16="http://schemas.microsoft.com/office/drawing/2014/main" id="{51825F63-65CC-454F-AA23-0E968E193BCF}"/>
                  </a:ext>
                </a:extLst>
              </p:cNvPr>
              <p:cNvSpPr/>
              <p:nvPr/>
            </p:nvSpPr>
            <p:spPr>
              <a:xfrm>
                <a:off x="7211309" y="1378685"/>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108" name="矩形 107">
                <a:extLst>
                  <a:ext uri="{FF2B5EF4-FFF2-40B4-BE49-F238E27FC236}">
                    <a16:creationId xmlns:a16="http://schemas.microsoft.com/office/drawing/2014/main" id="{2CD12E2A-799B-48B8-99D6-C07F2F22DC38}"/>
                  </a:ext>
                </a:extLst>
              </p:cNvPr>
              <p:cNvSpPr/>
              <p:nvPr/>
            </p:nvSpPr>
            <p:spPr>
              <a:xfrm>
                <a:off x="7617424" y="1378752"/>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106" name="矩形 105">
                <a:extLst>
                  <a:ext uri="{FF2B5EF4-FFF2-40B4-BE49-F238E27FC236}">
                    <a16:creationId xmlns:a16="http://schemas.microsoft.com/office/drawing/2014/main" id="{12692285-06CA-4749-ABB7-0855904E4DE7}"/>
                  </a:ext>
                </a:extLst>
              </p:cNvPr>
              <p:cNvSpPr/>
              <p:nvPr/>
            </p:nvSpPr>
            <p:spPr>
              <a:xfrm>
                <a:off x="8024039" y="1378685"/>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104" name="矩形 103">
                <a:extLst>
                  <a:ext uri="{FF2B5EF4-FFF2-40B4-BE49-F238E27FC236}">
                    <a16:creationId xmlns:a16="http://schemas.microsoft.com/office/drawing/2014/main" id="{58770534-9504-4D30-8EA9-0D1A7692A0CC}"/>
                  </a:ext>
                </a:extLst>
              </p:cNvPr>
              <p:cNvSpPr/>
              <p:nvPr/>
            </p:nvSpPr>
            <p:spPr>
              <a:xfrm>
                <a:off x="9242325" y="1377458"/>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102" name="矩形 101">
                <a:extLst>
                  <a:ext uri="{FF2B5EF4-FFF2-40B4-BE49-F238E27FC236}">
                    <a16:creationId xmlns:a16="http://schemas.microsoft.com/office/drawing/2014/main" id="{76AE055C-C2AB-4F7F-9495-4F9922BC16ED}"/>
                  </a:ext>
                </a:extLst>
              </p:cNvPr>
              <p:cNvSpPr/>
              <p:nvPr/>
            </p:nvSpPr>
            <p:spPr>
              <a:xfrm>
                <a:off x="5585847" y="1378685"/>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100" name="矩形 99">
                <a:extLst>
                  <a:ext uri="{FF2B5EF4-FFF2-40B4-BE49-F238E27FC236}">
                    <a16:creationId xmlns:a16="http://schemas.microsoft.com/office/drawing/2014/main" id="{45199CC6-F9B1-4E7B-8FA1-47187C5D85DB}"/>
                  </a:ext>
                </a:extLst>
              </p:cNvPr>
              <p:cNvSpPr/>
              <p:nvPr/>
            </p:nvSpPr>
            <p:spPr>
              <a:xfrm>
                <a:off x="5991962" y="1378752"/>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98" name="矩形 97">
                <a:extLst>
                  <a:ext uri="{FF2B5EF4-FFF2-40B4-BE49-F238E27FC236}">
                    <a16:creationId xmlns:a16="http://schemas.microsoft.com/office/drawing/2014/main" id="{3AE67B60-78BB-4087-9EF5-DEDD80EC8DC8}"/>
                  </a:ext>
                </a:extLst>
              </p:cNvPr>
              <p:cNvSpPr/>
              <p:nvPr/>
            </p:nvSpPr>
            <p:spPr>
              <a:xfrm>
                <a:off x="6398577" y="1378685"/>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96" name="矩形 95">
                <a:extLst>
                  <a:ext uri="{FF2B5EF4-FFF2-40B4-BE49-F238E27FC236}">
                    <a16:creationId xmlns:a16="http://schemas.microsoft.com/office/drawing/2014/main" id="{54064859-FEBF-4C13-B6E5-C2EC81BC2350}"/>
                  </a:ext>
                </a:extLst>
              </p:cNvPr>
              <p:cNvSpPr/>
              <p:nvPr/>
            </p:nvSpPr>
            <p:spPr>
              <a:xfrm>
                <a:off x="6804692" y="1378752"/>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94" name="矩形 93">
                <a:extLst>
                  <a:ext uri="{FF2B5EF4-FFF2-40B4-BE49-F238E27FC236}">
                    <a16:creationId xmlns:a16="http://schemas.microsoft.com/office/drawing/2014/main" id="{12996FB6-ADB6-4118-9476-5B22426C388F}"/>
                  </a:ext>
                </a:extLst>
              </p:cNvPr>
              <p:cNvSpPr/>
              <p:nvPr/>
            </p:nvSpPr>
            <p:spPr>
              <a:xfrm>
                <a:off x="5178729" y="1378752"/>
                <a:ext cx="406115" cy="307777"/>
              </a:xfrm>
              <a:prstGeom prst="rect">
                <a:avLst/>
              </a:prstGeom>
              <a:solidFill>
                <a:schemeClr val="bg2"/>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sp>
          <p:nvSpPr>
            <p:cNvPr id="80" name="矩形 79">
              <a:extLst>
                <a:ext uri="{FF2B5EF4-FFF2-40B4-BE49-F238E27FC236}">
                  <a16:creationId xmlns:a16="http://schemas.microsoft.com/office/drawing/2014/main" id="{A9C3346E-1EA4-4077-97AE-881476B6BB24}"/>
                </a:ext>
              </a:extLst>
            </p:cNvPr>
            <p:cNvSpPr/>
            <p:nvPr/>
          </p:nvSpPr>
          <p:spPr>
            <a:xfrm>
              <a:off x="10113999" y="1340734"/>
              <a:ext cx="459592" cy="371185"/>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81" name="矩形 80">
              <a:extLst>
                <a:ext uri="{FF2B5EF4-FFF2-40B4-BE49-F238E27FC236}">
                  <a16:creationId xmlns:a16="http://schemas.microsoft.com/office/drawing/2014/main" id="{FFBF03F4-6C91-4B29-A3FA-637624FFE1DA}"/>
                </a:ext>
              </a:extLst>
            </p:cNvPr>
            <p:cNvSpPr/>
            <p:nvPr/>
          </p:nvSpPr>
          <p:spPr>
            <a:xfrm>
              <a:off x="10573917" y="1340720"/>
              <a:ext cx="459592" cy="371185"/>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sp>
        <p:nvSpPr>
          <p:cNvPr id="111" name="文本框 110">
            <a:extLst>
              <a:ext uri="{FF2B5EF4-FFF2-40B4-BE49-F238E27FC236}">
                <a16:creationId xmlns:a16="http://schemas.microsoft.com/office/drawing/2014/main" id="{562FBC29-78D3-4282-9467-D950A3B57806}"/>
              </a:ext>
            </a:extLst>
          </p:cNvPr>
          <p:cNvSpPr txBox="1"/>
          <p:nvPr/>
        </p:nvSpPr>
        <p:spPr>
          <a:xfrm>
            <a:off x="7026536" y="1420305"/>
            <a:ext cx="307777" cy="369332"/>
          </a:xfrm>
          <a:prstGeom prst="rect">
            <a:avLst/>
          </a:prstGeom>
          <a:noFill/>
        </p:spPr>
        <p:txBody>
          <a:bodyPr wrap="none" lIns="0" tIns="0" rIns="0" bIns="0" rtlCol="0" anchor="ctr" anchorCtr="1">
            <a:spAutoFit/>
          </a:bodyPr>
          <a:lstStyle/>
          <a:p>
            <a:pPr algn="ctr"/>
            <a:r>
              <a:rPr lang="en-US" altLang="zh-CN" sz="2400" b="1" dirty="0">
                <a:latin typeface="Times New Roman" panose="02020603050405020304" pitchFamily="18" charset="0"/>
                <a:cs typeface="Times New Roman" panose="02020603050405020304" pitchFamily="18" charset="0"/>
              </a:rPr>
              <a:t>13</a:t>
            </a:r>
            <a:endParaRPr lang="zh-CN" altLang="en-US" sz="2400" b="1" dirty="0">
              <a:latin typeface="Times New Roman" panose="02020603050405020304" pitchFamily="18" charset="0"/>
              <a:cs typeface="Times New Roman" panose="02020603050405020304" pitchFamily="18" charset="0"/>
            </a:endParaRPr>
          </a:p>
        </p:txBody>
      </p:sp>
      <p:sp>
        <p:nvSpPr>
          <p:cNvPr id="112" name="文本框 111">
            <a:extLst>
              <a:ext uri="{FF2B5EF4-FFF2-40B4-BE49-F238E27FC236}">
                <a16:creationId xmlns:a16="http://schemas.microsoft.com/office/drawing/2014/main" id="{B16EE654-8457-4C17-8E7D-9036BE5731BC}"/>
              </a:ext>
            </a:extLst>
          </p:cNvPr>
          <p:cNvSpPr txBox="1"/>
          <p:nvPr/>
        </p:nvSpPr>
        <p:spPr>
          <a:xfrm>
            <a:off x="7491895" y="1426838"/>
            <a:ext cx="307777" cy="369332"/>
          </a:xfrm>
          <a:prstGeom prst="rect">
            <a:avLst/>
          </a:prstGeom>
          <a:noFill/>
        </p:spPr>
        <p:txBody>
          <a:bodyPr wrap="square" lIns="0" tIns="0" rIns="0" bIns="0" rtlCol="0" anchor="ctr" anchorCtr="1">
            <a:spAutoFit/>
          </a:bodyPr>
          <a:lstStyle/>
          <a:p>
            <a:pPr algn="ctr"/>
            <a:r>
              <a:rPr lang="en-US" altLang="zh-CN" sz="2400" b="1" dirty="0">
                <a:latin typeface="Times New Roman" panose="02020603050405020304" pitchFamily="18" charset="0"/>
                <a:cs typeface="Times New Roman" panose="02020603050405020304" pitchFamily="18" charset="0"/>
              </a:rPr>
              <a:t>27</a:t>
            </a:r>
            <a:endParaRPr lang="zh-CN" altLang="en-US" sz="2400" b="1" dirty="0">
              <a:latin typeface="Times New Roman" panose="02020603050405020304" pitchFamily="18" charset="0"/>
              <a:cs typeface="Times New Roman" panose="02020603050405020304" pitchFamily="18" charset="0"/>
            </a:endParaRPr>
          </a:p>
        </p:txBody>
      </p:sp>
      <p:sp>
        <p:nvSpPr>
          <p:cNvPr id="113" name="文本框 112">
            <a:extLst>
              <a:ext uri="{FF2B5EF4-FFF2-40B4-BE49-F238E27FC236}">
                <a16:creationId xmlns:a16="http://schemas.microsoft.com/office/drawing/2014/main" id="{DB79A3D4-1F46-42A9-9C64-50577A8EFCF8}"/>
              </a:ext>
            </a:extLst>
          </p:cNvPr>
          <p:cNvSpPr txBox="1"/>
          <p:nvPr/>
        </p:nvSpPr>
        <p:spPr>
          <a:xfrm>
            <a:off x="7948286" y="1426744"/>
            <a:ext cx="307777" cy="369332"/>
          </a:xfrm>
          <a:prstGeom prst="rect">
            <a:avLst/>
          </a:prstGeom>
          <a:noFill/>
        </p:spPr>
        <p:txBody>
          <a:bodyPr wrap="none" lIns="0" tIns="0" rIns="0" bIns="0" rtlCol="0" anchor="ctr" anchorCtr="1">
            <a:spAutoFit/>
          </a:bodyPr>
          <a:lstStyle/>
          <a:p>
            <a:pPr algn="ctr"/>
            <a:r>
              <a:rPr lang="en-US" altLang="zh-CN" sz="2400" b="1" dirty="0">
                <a:latin typeface="Times New Roman" panose="02020603050405020304" pitchFamily="18" charset="0"/>
                <a:cs typeface="Times New Roman" panose="02020603050405020304" pitchFamily="18" charset="0"/>
              </a:rPr>
              <a:t>49</a:t>
            </a:r>
            <a:endParaRPr lang="zh-CN" altLang="en-US" sz="2400" b="1" dirty="0">
              <a:latin typeface="Times New Roman" panose="02020603050405020304" pitchFamily="18" charset="0"/>
              <a:cs typeface="Times New Roman" panose="02020603050405020304" pitchFamily="18" charset="0"/>
            </a:endParaRPr>
          </a:p>
        </p:txBody>
      </p:sp>
      <p:sp>
        <p:nvSpPr>
          <p:cNvPr id="114" name="文本框 113">
            <a:extLst>
              <a:ext uri="{FF2B5EF4-FFF2-40B4-BE49-F238E27FC236}">
                <a16:creationId xmlns:a16="http://schemas.microsoft.com/office/drawing/2014/main" id="{2816AD09-461D-4FA0-8DC0-AAF1E09BACD1}"/>
              </a:ext>
            </a:extLst>
          </p:cNvPr>
          <p:cNvSpPr txBox="1"/>
          <p:nvPr/>
        </p:nvSpPr>
        <p:spPr>
          <a:xfrm>
            <a:off x="8415695" y="1426744"/>
            <a:ext cx="307777" cy="369332"/>
          </a:xfrm>
          <a:prstGeom prst="rect">
            <a:avLst/>
          </a:prstGeom>
          <a:noFill/>
        </p:spPr>
        <p:txBody>
          <a:bodyPr wrap="none" lIns="0" tIns="0" rIns="0" bIns="0" rtlCol="0" anchor="ctr" anchorCtr="1">
            <a:spAutoFit/>
          </a:bodyPr>
          <a:lstStyle/>
          <a:p>
            <a:pPr algn="ctr"/>
            <a:r>
              <a:rPr lang="en-US" altLang="zh-CN" sz="2400" b="1" dirty="0">
                <a:latin typeface="Times New Roman" panose="02020603050405020304" pitchFamily="18" charset="0"/>
                <a:cs typeface="Times New Roman" panose="02020603050405020304" pitchFamily="18" charset="0"/>
              </a:rPr>
              <a:t>55</a:t>
            </a:r>
            <a:endParaRPr lang="zh-CN" altLang="en-US" sz="2400" b="1" dirty="0">
              <a:latin typeface="Times New Roman" panose="02020603050405020304" pitchFamily="18" charset="0"/>
              <a:cs typeface="Times New Roman" panose="02020603050405020304" pitchFamily="18" charset="0"/>
            </a:endParaRPr>
          </a:p>
        </p:txBody>
      </p:sp>
      <p:sp>
        <p:nvSpPr>
          <p:cNvPr id="115" name="文本框 114">
            <a:extLst>
              <a:ext uri="{FF2B5EF4-FFF2-40B4-BE49-F238E27FC236}">
                <a16:creationId xmlns:a16="http://schemas.microsoft.com/office/drawing/2014/main" id="{F96C8320-A343-4C07-8CCD-1D1A366F8BC6}"/>
              </a:ext>
            </a:extLst>
          </p:cNvPr>
          <p:cNvSpPr txBox="1"/>
          <p:nvPr/>
        </p:nvSpPr>
        <p:spPr>
          <a:xfrm>
            <a:off x="8864079" y="1421239"/>
            <a:ext cx="307777" cy="369332"/>
          </a:xfrm>
          <a:prstGeom prst="rect">
            <a:avLst/>
          </a:prstGeom>
          <a:noFill/>
        </p:spPr>
        <p:txBody>
          <a:bodyPr wrap="none" lIns="0" tIns="0" rIns="0" bIns="0" rtlCol="0" anchor="ctr" anchorCtr="1">
            <a:spAutoFit/>
          </a:bodyPr>
          <a:lstStyle/>
          <a:p>
            <a:pPr algn="ctr"/>
            <a:r>
              <a:rPr lang="en-US" altLang="zh-CN" sz="2400" b="1" dirty="0">
                <a:latin typeface="Times New Roman" panose="02020603050405020304" pitchFamily="18" charset="0"/>
                <a:cs typeface="Times New Roman" panose="02020603050405020304" pitchFamily="18" charset="0"/>
              </a:rPr>
              <a:t>04</a:t>
            </a:r>
            <a:endParaRPr lang="zh-CN" altLang="en-US" sz="2400" b="1" dirty="0">
              <a:latin typeface="Times New Roman" panose="02020603050405020304" pitchFamily="18" charset="0"/>
              <a:cs typeface="Times New Roman" panose="02020603050405020304" pitchFamily="18" charset="0"/>
            </a:endParaRPr>
          </a:p>
        </p:txBody>
      </p:sp>
      <p:sp>
        <p:nvSpPr>
          <p:cNvPr id="116" name="文本框 115">
            <a:extLst>
              <a:ext uri="{FF2B5EF4-FFF2-40B4-BE49-F238E27FC236}">
                <a16:creationId xmlns:a16="http://schemas.microsoft.com/office/drawing/2014/main" id="{53AD3C7F-FEE4-469B-923B-735AC3C6F703}"/>
              </a:ext>
            </a:extLst>
          </p:cNvPr>
          <p:cNvSpPr txBox="1"/>
          <p:nvPr/>
        </p:nvSpPr>
        <p:spPr>
          <a:xfrm>
            <a:off x="9332630" y="1427963"/>
            <a:ext cx="307777" cy="369332"/>
          </a:xfrm>
          <a:prstGeom prst="rect">
            <a:avLst/>
          </a:prstGeom>
          <a:noFill/>
        </p:spPr>
        <p:txBody>
          <a:bodyPr wrap="none" lIns="0" tIns="0" rIns="0" bIns="0" rtlCol="0" anchor="ctr" anchorCtr="1">
            <a:spAutoFit/>
          </a:bodyPr>
          <a:lstStyle/>
          <a:p>
            <a:pPr algn="ctr"/>
            <a:r>
              <a:rPr lang="en-US" altLang="zh-CN" sz="2400" b="1" dirty="0">
                <a:latin typeface="Times New Roman" panose="02020603050405020304" pitchFamily="18" charset="0"/>
                <a:cs typeface="Times New Roman" panose="02020603050405020304" pitchFamily="18" charset="0"/>
              </a:rPr>
              <a:t>49</a:t>
            </a:r>
            <a:endParaRPr lang="zh-CN" altLang="en-US" sz="2400" b="1" dirty="0">
              <a:latin typeface="Times New Roman" panose="02020603050405020304" pitchFamily="18" charset="0"/>
              <a:cs typeface="Times New Roman" panose="02020603050405020304" pitchFamily="18" charset="0"/>
            </a:endParaRPr>
          </a:p>
        </p:txBody>
      </p:sp>
      <p:sp>
        <p:nvSpPr>
          <p:cNvPr id="117" name="文本框 116">
            <a:extLst>
              <a:ext uri="{FF2B5EF4-FFF2-40B4-BE49-F238E27FC236}">
                <a16:creationId xmlns:a16="http://schemas.microsoft.com/office/drawing/2014/main" id="{38BF3CF2-649B-4452-A69E-BB308AF0C87A}"/>
              </a:ext>
            </a:extLst>
          </p:cNvPr>
          <p:cNvSpPr txBox="1"/>
          <p:nvPr/>
        </p:nvSpPr>
        <p:spPr>
          <a:xfrm>
            <a:off x="9793615" y="1421524"/>
            <a:ext cx="307777" cy="369332"/>
          </a:xfrm>
          <a:prstGeom prst="rect">
            <a:avLst/>
          </a:prstGeom>
          <a:noFill/>
        </p:spPr>
        <p:txBody>
          <a:bodyPr wrap="none" lIns="0" tIns="0" rIns="0" bIns="0" rtlCol="0" anchor="ctr" anchorCtr="1">
            <a:spAutoFit/>
          </a:bodyPr>
          <a:lstStyle/>
          <a:p>
            <a:pPr algn="ctr"/>
            <a:r>
              <a:rPr lang="en-US" altLang="zh-CN" sz="2400" b="1" dirty="0">
                <a:latin typeface="Times New Roman" panose="02020603050405020304" pitchFamily="18" charset="0"/>
                <a:cs typeface="Times New Roman" panose="02020603050405020304" pitchFamily="18" charset="0"/>
              </a:rPr>
              <a:t>38</a:t>
            </a:r>
            <a:endParaRPr lang="zh-CN" altLang="en-US" sz="2400" b="1" dirty="0">
              <a:latin typeface="Times New Roman" panose="02020603050405020304" pitchFamily="18" charset="0"/>
              <a:cs typeface="Times New Roman" panose="02020603050405020304" pitchFamily="18" charset="0"/>
            </a:endParaRPr>
          </a:p>
        </p:txBody>
      </p:sp>
      <p:sp>
        <p:nvSpPr>
          <p:cNvPr id="118" name="文本框 117">
            <a:extLst>
              <a:ext uri="{FF2B5EF4-FFF2-40B4-BE49-F238E27FC236}">
                <a16:creationId xmlns:a16="http://schemas.microsoft.com/office/drawing/2014/main" id="{C15FE5E3-2F05-4E71-B3EC-532A5CC42CAB}"/>
              </a:ext>
            </a:extLst>
          </p:cNvPr>
          <p:cNvSpPr txBox="1"/>
          <p:nvPr/>
        </p:nvSpPr>
        <p:spPr>
          <a:xfrm>
            <a:off x="10249288" y="1426744"/>
            <a:ext cx="307777" cy="369332"/>
          </a:xfrm>
          <a:prstGeom prst="rect">
            <a:avLst/>
          </a:prstGeom>
          <a:noFill/>
        </p:spPr>
        <p:txBody>
          <a:bodyPr wrap="none" lIns="0" tIns="0" rIns="0" bIns="0" rtlCol="0" anchor="ctr" anchorCtr="1">
            <a:spAutoFit/>
          </a:bodyPr>
          <a:lstStyle/>
          <a:p>
            <a:pPr algn="ctr"/>
            <a:r>
              <a:rPr lang="en-US" altLang="zh-CN" sz="2400" b="1" dirty="0">
                <a:latin typeface="Times New Roman" panose="02020603050405020304" pitchFamily="18" charset="0"/>
                <a:cs typeface="Times New Roman" panose="02020603050405020304" pitchFamily="18" charset="0"/>
              </a:rPr>
              <a:t>65</a:t>
            </a:r>
            <a:endParaRPr lang="zh-CN" altLang="en-US" sz="2400" b="1" dirty="0">
              <a:latin typeface="Times New Roman" panose="02020603050405020304" pitchFamily="18" charset="0"/>
              <a:cs typeface="Times New Roman" panose="02020603050405020304" pitchFamily="18" charset="0"/>
            </a:endParaRPr>
          </a:p>
        </p:txBody>
      </p:sp>
      <p:cxnSp>
        <p:nvCxnSpPr>
          <p:cNvPr id="119" name="直接连接符 118">
            <a:extLst>
              <a:ext uri="{FF2B5EF4-FFF2-40B4-BE49-F238E27FC236}">
                <a16:creationId xmlns:a16="http://schemas.microsoft.com/office/drawing/2014/main" id="{A166D7BE-BFAD-4A42-80F5-F4A526E37744}"/>
              </a:ext>
            </a:extLst>
          </p:cNvPr>
          <p:cNvCxnSpPr/>
          <p:nvPr/>
        </p:nvCxnSpPr>
        <p:spPr>
          <a:xfrm>
            <a:off x="7940433" y="1477881"/>
            <a:ext cx="308307"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20" name="文本框 119">
            <a:extLst>
              <a:ext uri="{FF2B5EF4-FFF2-40B4-BE49-F238E27FC236}">
                <a16:creationId xmlns:a16="http://schemas.microsoft.com/office/drawing/2014/main" id="{EC612DC9-5F7B-4120-8571-3AE5CEDBDD07}"/>
              </a:ext>
            </a:extLst>
          </p:cNvPr>
          <p:cNvSpPr txBox="1"/>
          <p:nvPr/>
        </p:nvSpPr>
        <p:spPr>
          <a:xfrm>
            <a:off x="10703577" y="1423117"/>
            <a:ext cx="307777" cy="369332"/>
          </a:xfrm>
          <a:prstGeom prst="rect">
            <a:avLst/>
          </a:prstGeom>
          <a:noFill/>
        </p:spPr>
        <p:txBody>
          <a:bodyPr wrap="none" lIns="0" tIns="0" rIns="0" bIns="0" rtlCol="0" anchor="ctr" anchorCtr="1">
            <a:spAutoFit/>
          </a:bodyPr>
          <a:lstStyle/>
          <a:p>
            <a:pPr algn="ctr"/>
            <a:r>
              <a:rPr lang="en-US" altLang="zh-CN" sz="2400" b="1" dirty="0">
                <a:latin typeface="Times New Roman" panose="02020603050405020304" pitchFamily="18" charset="0"/>
                <a:cs typeface="Times New Roman" panose="02020603050405020304" pitchFamily="18" charset="0"/>
              </a:rPr>
              <a:t>97</a:t>
            </a:r>
            <a:endParaRPr lang="zh-CN" altLang="en-US" sz="2400" b="1" dirty="0">
              <a:latin typeface="Times New Roman" panose="02020603050405020304" pitchFamily="18" charset="0"/>
              <a:cs typeface="Times New Roman" panose="02020603050405020304" pitchFamily="18" charset="0"/>
            </a:endParaRPr>
          </a:p>
        </p:txBody>
      </p:sp>
      <p:sp>
        <p:nvSpPr>
          <p:cNvPr id="121" name="文本框 120">
            <a:extLst>
              <a:ext uri="{FF2B5EF4-FFF2-40B4-BE49-F238E27FC236}">
                <a16:creationId xmlns:a16="http://schemas.microsoft.com/office/drawing/2014/main" id="{27232804-AC64-4C6C-A51D-7DBAF6DF5C01}"/>
              </a:ext>
            </a:extLst>
          </p:cNvPr>
          <p:cNvSpPr txBox="1"/>
          <p:nvPr/>
        </p:nvSpPr>
        <p:spPr>
          <a:xfrm>
            <a:off x="11168676" y="1420730"/>
            <a:ext cx="307777" cy="369332"/>
          </a:xfrm>
          <a:prstGeom prst="rect">
            <a:avLst/>
          </a:prstGeom>
          <a:noFill/>
        </p:spPr>
        <p:txBody>
          <a:bodyPr wrap="none" lIns="0" tIns="0" rIns="0" bIns="0" rtlCol="0" anchor="ctr" anchorCtr="1">
            <a:spAutoFit/>
          </a:bodyPr>
          <a:lstStyle/>
          <a:p>
            <a:pPr algn="ctr"/>
            <a:r>
              <a:rPr lang="en-US" altLang="zh-CN" sz="2400" b="1" dirty="0">
                <a:latin typeface="Times New Roman" panose="02020603050405020304" pitchFamily="18" charset="0"/>
                <a:cs typeface="Times New Roman" panose="02020603050405020304" pitchFamily="18" charset="0"/>
              </a:rPr>
              <a:t>76</a:t>
            </a:r>
            <a:endParaRPr lang="zh-CN" altLang="en-US" sz="2400" b="1" dirty="0">
              <a:latin typeface="Times New Roman" panose="02020603050405020304" pitchFamily="18" charset="0"/>
              <a:cs typeface="Times New Roman" panose="02020603050405020304" pitchFamily="18" charset="0"/>
            </a:endParaRPr>
          </a:p>
        </p:txBody>
      </p:sp>
      <p:sp>
        <p:nvSpPr>
          <p:cNvPr id="130" name="文本框 129">
            <a:extLst>
              <a:ext uri="{FF2B5EF4-FFF2-40B4-BE49-F238E27FC236}">
                <a16:creationId xmlns:a16="http://schemas.microsoft.com/office/drawing/2014/main" id="{3E30340B-42E0-4FB7-A05E-83B39F30D2D1}"/>
              </a:ext>
            </a:extLst>
          </p:cNvPr>
          <p:cNvSpPr txBox="1"/>
          <p:nvPr/>
        </p:nvSpPr>
        <p:spPr>
          <a:xfrm>
            <a:off x="5619834" y="1412408"/>
            <a:ext cx="1005403" cy="369332"/>
          </a:xfrm>
          <a:prstGeom prst="rect">
            <a:avLst/>
          </a:prstGeom>
          <a:noFill/>
        </p:spPr>
        <p:txBody>
          <a:bodyPr wrap="none" rtlCol="0">
            <a:spAutoFit/>
          </a:bodyPr>
          <a:lstStyle/>
          <a:p>
            <a:r>
              <a:rPr lang="zh-CN" altLang="en-US" b="1" dirty="0">
                <a:solidFill>
                  <a:srgbClr val="0006EE"/>
                </a:solidFill>
              </a:rPr>
              <a:t>第</a:t>
            </a:r>
            <a:r>
              <a:rPr lang="en-US" altLang="zh-CN" b="1" dirty="0">
                <a:solidFill>
                  <a:srgbClr val="0006EE"/>
                </a:solidFill>
              </a:rPr>
              <a:t>2</a:t>
            </a:r>
            <a:r>
              <a:rPr lang="zh-CN" altLang="en-US" b="1" dirty="0">
                <a:solidFill>
                  <a:srgbClr val="0006EE"/>
                </a:solidFill>
              </a:rPr>
              <a:t>趟：</a:t>
            </a:r>
          </a:p>
        </p:txBody>
      </p:sp>
      <p:sp>
        <p:nvSpPr>
          <p:cNvPr id="131" name="文本框 130">
            <a:extLst>
              <a:ext uri="{FF2B5EF4-FFF2-40B4-BE49-F238E27FC236}">
                <a16:creationId xmlns:a16="http://schemas.microsoft.com/office/drawing/2014/main" id="{961AC393-1E7D-46ED-B9A3-3DB20CB537F9}"/>
              </a:ext>
            </a:extLst>
          </p:cNvPr>
          <p:cNvSpPr txBox="1"/>
          <p:nvPr/>
        </p:nvSpPr>
        <p:spPr>
          <a:xfrm>
            <a:off x="5015401" y="862273"/>
            <a:ext cx="734496" cy="369332"/>
          </a:xfrm>
          <a:prstGeom prst="rect">
            <a:avLst/>
          </a:prstGeom>
          <a:noFill/>
        </p:spPr>
        <p:txBody>
          <a:bodyPr wrap="none" rtlCol="0">
            <a:spAutoFit/>
          </a:bodyPr>
          <a:lstStyle/>
          <a:p>
            <a:r>
              <a:rPr lang="en-US" altLang="zh-CN" b="1" dirty="0">
                <a:solidFill>
                  <a:srgbClr val="00B050"/>
                </a:solidFill>
              </a:rPr>
              <a:t>dk=5</a:t>
            </a:r>
            <a:endParaRPr lang="zh-CN" altLang="en-US" b="1" dirty="0">
              <a:solidFill>
                <a:srgbClr val="00B050"/>
              </a:solidFill>
            </a:endParaRPr>
          </a:p>
        </p:txBody>
      </p:sp>
      <p:sp>
        <p:nvSpPr>
          <p:cNvPr id="132" name="文本框 131">
            <a:extLst>
              <a:ext uri="{FF2B5EF4-FFF2-40B4-BE49-F238E27FC236}">
                <a16:creationId xmlns:a16="http://schemas.microsoft.com/office/drawing/2014/main" id="{7C388FB9-F506-4BD6-A614-F315A4C75D86}"/>
              </a:ext>
            </a:extLst>
          </p:cNvPr>
          <p:cNvSpPr txBox="1"/>
          <p:nvPr/>
        </p:nvSpPr>
        <p:spPr>
          <a:xfrm>
            <a:off x="5015401" y="1402499"/>
            <a:ext cx="734496" cy="369332"/>
          </a:xfrm>
          <a:prstGeom prst="rect">
            <a:avLst/>
          </a:prstGeom>
          <a:noFill/>
        </p:spPr>
        <p:txBody>
          <a:bodyPr wrap="none" rtlCol="0">
            <a:spAutoFit/>
          </a:bodyPr>
          <a:lstStyle/>
          <a:p>
            <a:r>
              <a:rPr lang="en-US" altLang="zh-CN" b="1" dirty="0">
                <a:solidFill>
                  <a:srgbClr val="00B050"/>
                </a:solidFill>
              </a:rPr>
              <a:t>dk=3</a:t>
            </a:r>
            <a:endParaRPr lang="zh-CN" altLang="en-US" b="1" dirty="0">
              <a:solidFill>
                <a:srgbClr val="00B050"/>
              </a:solidFill>
            </a:endParaRPr>
          </a:p>
        </p:txBody>
      </p:sp>
      <p:sp>
        <p:nvSpPr>
          <p:cNvPr id="133" name="文本框 132">
            <a:extLst>
              <a:ext uri="{FF2B5EF4-FFF2-40B4-BE49-F238E27FC236}">
                <a16:creationId xmlns:a16="http://schemas.microsoft.com/office/drawing/2014/main" id="{96828E9E-35DB-4C52-B100-728306807456}"/>
              </a:ext>
            </a:extLst>
          </p:cNvPr>
          <p:cNvSpPr txBox="1"/>
          <p:nvPr/>
        </p:nvSpPr>
        <p:spPr>
          <a:xfrm>
            <a:off x="7715316" y="2055293"/>
            <a:ext cx="307777" cy="317651"/>
          </a:xfrm>
          <a:prstGeom prst="rect">
            <a:avLst/>
          </a:prstGeom>
          <a:noFill/>
        </p:spPr>
        <p:txBody>
          <a:bodyPr wrap="none" lIns="0" tIns="0" rIns="0" bIns="0" rtlCol="0" anchor="ctr" anchorCtr="1">
            <a:spAutoFit/>
          </a:bodyPr>
          <a:lstStyle/>
          <a:p>
            <a:pPr algn="ctr">
              <a:lnSpc>
                <a:spcPct val="85000"/>
              </a:lnSpc>
            </a:pPr>
            <a:r>
              <a:rPr lang="en-US" altLang="zh-CN" sz="2400" b="1" dirty="0">
                <a:solidFill>
                  <a:srgbClr val="C00000"/>
                </a:solidFill>
                <a:latin typeface="黑体" panose="02010609060101010101" pitchFamily="49" charset="-122"/>
                <a:ea typeface="黑体" panose="02010609060101010101" pitchFamily="49" charset="-122"/>
              </a:rPr>
              <a:t>≯</a:t>
            </a:r>
            <a:endParaRPr lang="zh-CN" altLang="en-US" sz="2400" b="1" dirty="0">
              <a:solidFill>
                <a:srgbClr val="C00000"/>
              </a:solidFill>
              <a:latin typeface="黑体" panose="02010609060101010101" pitchFamily="49" charset="-122"/>
              <a:ea typeface="黑体" panose="02010609060101010101" pitchFamily="49" charset="-122"/>
            </a:endParaRPr>
          </a:p>
        </p:txBody>
      </p:sp>
      <p:sp>
        <p:nvSpPr>
          <p:cNvPr id="135" name="文本框 134">
            <a:extLst>
              <a:ext uri="{FF2B5EF4-FFF2-40B4-BE49-F238E27FC236}">
                <a16:creationId xmlns:a16="http://schemas.microsoft.com/office/drawing/2014/main" id="{E9F7B40D-01B8-4D86-9065-5CA02C2F415B}"/>
              </a:ext>
            </a:extLst>
          </p:cNvPr>
          <p:cNvSpPr txBox="1"/>
          <p:nvPr/>
        </p:nvSpPr>
        <p:spPr>
          <a:xfrm>
            <a:off x="8251404" y="2076455"/>
            <a:ext cx="184346" cy="327782"/>
          </a:xfrm>
          <a:prstGeom prst="rect">
            <a:avLst/>
          </a:prstGeom>
          <a:noFill/>
        </p:spPr>
        <p:txBody>
          <a:bodyPr wrap="none" lIns="0" tIns="0" rIns="0" bIns="0" rtlCol="0" anchor="ctr" anchorCtr="1">
            <a:spAutoFit/>
          </a:bodyPr>
          <a:lstStyle/>
          <a:p>
            <a:pPr algn="ctr">
              <a:lnSpc>
                <a:spcPct val="85000"/>
              </a:lnSpc>
            </a:pPr>
            <a:r>
              <a:rPr lang="en-US" altLang="zh-CN" sz="2400" b="1" dirty="0">
                <a:solidFill>
                  <a:srgbClr val="C00000"/>
                </a:solidFill>
                <a:latin typeface="Courier New" panose="02070309020205020404" pitchFamily="49" charset="0"/>
                <a:ea typeface="黑体" panose="02010609060101010101" pitchFamily="49" charset="-122"/>
                <a:cs typeface="Courier New" panose="02070309020205020404" pitchFamily="49" charset="0"/>
              </a:rPr>
              <a:t>&gt;</a:t>
            </a:r>
            <a:endParaRPr lang="zh-CN" altLang="en-US" sz="2400" b="1" dirty="0">
              <a:solidFill>
                <a:srgbClr val="C00000"/>
              </a:solidFill>
              <a:latin typeface="Courier New" panose="02070309020205020404" pitchFamily="49" charset="0"/>
              <a:ea typeface="黑体" panose="02010609060101010101" pitchFamily="49" charset="-122"/>
              <a:cs typeface="Courier New" panose="02070309020205020404" pitchFamily="49" charset="0"/>
            </a:endParaRPr>
          </a:p>
        </p:txBody>
      </p:sp>
      <p:sp>
        <p:nvSpPr>
          <p:cNvPr id="137" name="文本框 136">
            <a:extLst>
              <a:ext uri="{FF2B5EF4-FFF2-40B4-BE49-F238E27FC236}">
                <a16:creationId xmlns:a16="http://schemas.microsoft.com/office/drawing/2014/main" id="{738A821F-FC89-4208-87F5-6A14FF00F19F}"/>
              </a:ext>
            </a:extLst>
          </p:cNvPr>
          <p:cNvSpPr txBox="1"/>
          <p:nvPr/>
        </p:nvSpPr>
        <p:spPr>
          <a:xfrm>
            <a:off x="8659046" y="2063578"/>
            <a:ext cx="307777" cy="317651"/>
          </a:xfrm>
          <a:prstGeom prst="rect">
            <a:avLst/>
          </a:prstGeom>
          <a:noFill/>
        </p:spPr>
        <p:txBody>
          <a:bodyPr wrap="none" lIns="0" tIns="0" rIns="0" bIns="0" rtlCol="0" anchor="ctr" anchorCtr="1">
            <a:spAutoFit/>
          </a:bodyPr>
          <a:lstStyle/>
          <a:p>
            <a:pPr algn="ctr">
              <a:lnSpc>
                <a:spcPct val="85000"/>
              </a:lnSpc>
            </a:pPr>
            <a:r>
              <a:rPr lang="en-US" altLang="zh-CN" sz="2400" b="1" dirty="0">
                <a:solidFill>
                  <a:srgbClr val="C00000"/>
                </a:solidFill>
                <a:latin typeface="黑体" panose="02010609060101010101" pitchFamily="49" charset="-122"/>
                <a:ea typeface="黑体" panose="02010609060101010101" pitchFamily="49" charset="-122"/>
              </a:rPr>
              <a:t>≯</a:t>
            </a:r>
            <a:endParaRPr lang="zh-CN" altLang="en-US" sz="2400" b="1" dirty="0">
              <a:solidFill>
                <a:srgbClr val="C00000"/>
              </a:solidFill>
              <a:latin typeface="黑体" panose="02010609060101010101" pitchFamily="49" charset="-122"/>
              <a:ea typeface="黑体" panose="02010609060101010101" pitchFamily="49" charset="-122"/>
            </a:endParaRPr>
          </a:p>
        </p:txBody>
      </p:sp>
      <p:sp>
        <p:nvSpPr>
          <p:cNvPr id="139" name="文本框 138">
            <a:extLst>
              <a:ext uri="{FF2B5EF4-FFF2-40B4-BE49-F238E27FC236}">
                <a16:creationId xmlns:a16="http://schemas.microsoft.com/office/drawing/2014/main" id="{FF8F1981-26C1-4135-A48A-16CE8E034142}"/>
              </a:ext>
            </a:extLst>
          </p:cNvPr>
          <p:cNvSpPr txBox="1"/>
          <p:nvPr/>
        </p:nvSpPr>
        <p:spPr>
          <a:xfrm>
            <a:off x="9167197" y="2078233"/>
            <a:ext cx="184346" cy="327782"/>
          </a:xfrm>
          <a:prstGeom prst="rect">
            <a:avLst/>
          </a:prstGeom>
          <a:noFill/>
        </p:spPr>
        <p:txBody>
          <a:bodyPr wrap="none" lIns="0" tIns="0" rIns="0" bIns="0" rtlCol="0" anchor="ctr" anchorCtr="1">
            <a:spAutoFit/>
          </a:bodyPr>
          <a:lstStyle/>
          <a:p>
            <a:pPr algn="ctr">
              <a:lnSpc>
                <a:spcPct val="85000"/>
              </a:lnSpc>
            </a:pPr>
            <a:r>
              <a:rPr lang="en-US" altLang="zh-CN" sz="2400" b="1" dirty="0">
                <a:solidFill>
                  <a:srgbClr val="C00000"/>
                </a:solidFill>
                <a:latin typeface="Courier New" panose="02070309020205020404" pitchFamily="49" charset="0"/>
                <a:ea typeface="黑体" panose="02010609060101010101" pitchFamily="49" charset="-122"/>
                <a:cs typeface="Courier New" panose="02070309020205020404" pitchFamily="49" charset="0"/>
              </a:rPr>
              <a:t>&gt;</a:t>
            </a:r>
            <a:endParaRPr lang="zh-CN" altLang="en-US" sz="2400" b="1" dirty="0">
              <a:solidFill>
                <a:srgbClr val="C00000"/>
              </a:solidFill>
              <a:latin typeface="Courier New" panose="02070309020205020404" pitchFamily="49" charset="0"/>
              <a:ea typeface="黑体" panose="02010609060101010101" pitchFamily="49" charset="-122"/>
              <a:cs typeface="Courier New" panose="02070309020205020404" pitchFamily="49" charset="0"/>
            </a:endParaRPr>
          </a:p>
        </p:txBody>
      </p:sp>
      <p:sp>
        <p:nvSpPr>
          <p:cNvPr id="141" name="文本框 140">
            <a:extLst>
              <a:ext uri="{FF2B5EF4-FFF2-40B4-BE49-F238E27FC236}">
                <a16:creationId xmlns:a16="http://schemas.microsoft.com/office/drawing/2014/main" id="{98F273BE-75E1-4D36-8C3A-F1D6A6E311E8}"/>
              </a:ext>
            </a:extLst>
          </p:cNvPr>
          <p:cNvSpPr txBox="1"/>
          <p:nvPr/>
        </p:nvSpPr>
        <p:spPr>
          <a:xfrm>
            <a:off x="9591499" y="2070532"/>
            <a:ext cx="307777" cy="317651"/>
          </a:xfrm>
          <a:prstGeom prst="rect">
            <a:avLst/>
          </a:prstGeom>
          <a:noFill/>
        </p:spPr>
        <p:txBody>
          <a:bodyPr wrap="none" lIns="0" tIns="0" rIns="0" bIns="0" rtlCol="0" anchor="ctr" anchorCtr="1">
            <a:spAutoFit/>
          </a:bodyPr>
          <a:lstStyle/>
          <a:p>
            <a:pPr algn="ctr">
              <a:lnSpc>
                <a:spcPct val="85000"/>
              </a:lnSpc>
            </a:pPr>
            <a:r>
              <a:rPr lang="en-US" altLang="zh-CN" sz="2400" b="1" dirty="0">
                <a:solidFill>
                  <a:srgbClr val="C00000"/>
                </a:solidFill>
                <a:latin typeface="黑体" panose="02010609060101010101" pitchFamily="49" charset="-122"/>
                <a:ea typeface="黑体" panose="02010609060101010101" pitchFamily="49" charset="-122"/>
              </a:rPr>
              <a:t>≯</a:t>
            </a:r>
            <a:endParaRPr lang="zh-CN" altLang="en-US" sz="2400" b="1" dirty="0">
              <a:solidFill>
                <a:srgbClr val="C00000"/>
              </a:solidFill>
              <a:latin typeface="黑体" panose="02010609060101010101" pitchFamily="49" charset="-122"/>
              <a:ea typeface="黑体" panose="02010609060101010101" pitchFamily="49" charset="-122"/>
            </a:endParaRPr>
          </a:p>
        </p:txBody>
      </p:sp>
      <p:sp>
        <p:nvSpPr>
          <p:cNvPr id="143" name="文本框 142">
            <a:extLst>
              <a:ext uri="{FF2B5EF4-FFF2-40B4-BE49-F238E27FC236}">
                <a16:creationId xmlns:a16="http://schemas.microsoft.com/office/drawing/2014/main" id="{98244B96-E7A9-485A-95DD-3DD0C4902436}"/>
              </a:ext>
            </a:extLst>
          </p:cNvPr>
          <p:cNvSpPr txBox="1"/>
          <p:nvPr/>
        </p:nvSpPr>
        <p:spPr>
          <a:xfrm>
            <a:off x="10042928" y="2069788"/>
            <a:ext cx="307777" cy="317651"/>
          </a:xfrm>
          <a:prstGeom prst="rect">
            <a:avLst/>
          </a:prstGeom>
          <a:noFill/>
        </p:spPr>
        <p:txBody>
          <a:bodyPr wrap="none" lIns="0" tIns="0" rIns="0" bIns="0" rtlCol="0" anchor="ctr" anchorCtr="1">
            <a:spAutoFit/>
          </a:bodyPr>
          <a:lstStyle/>
          <a:p>
            <a:pPr algn="ctr">
              <a:lnSpc>
                <a:spcPct val="85000"/>
              </a:lnSpc>
            </a:pPr>
            <a:r>
              <a:rPr lang="en-US" altLang="zh-CN" sz="2400" b="1" dirty="0">
                <a:solidFill>
                  <a:srgbClr val="C00000"/>
                </a:solidFill>
                <a:latin typeface="黑体" panose="02010609060101010101" pitchFamily="49" charset="-122"/>
                <a:ea typeface="黑体" panose="02010609060101010101" pitchFamily="49" charset="-122"/>
              </a:rPr>
              <a:t>≯</a:t>
            </a:r>
            <a:endParaRPr lang="zh-CN" altLang="en-US" sz="2400" b="1" dirty="0">
              <a:solidFill>
                <a:srgbClr val="C00000"/>
              </a:solidFill>
              <a:latin typeface="黑体" panose="02010609060101010101" pitchFamily="49" charset="-122"/>
              <a:ea typeface="黑体" panose="02010609060101010101" pitchFamily="49" charset="-122"/>
            </a:endParaRPr>
          </a:p>
        </p:txBody>
      </p:sp>
      <p:sp>
        <p:nvSpPr>
          <p:cNvPr id="145" name="文本框 144">
            <a:extLst>
              <a:ext uri="{FF2B5EF4-FFF2-40B4-BE49-F238E27FC236}">
                <a16:creationId xmlns:a16="http://schemas.microsoft.com/office/drawing/2014/main" id="{99D0E2B3-E8E3-40A8-A5C9-D73DF26051FC}"/>
              </a:ext>
            </a:extLst>
          </p:cNvPr>
          <p:cNvSpPr txBox="1"/>
          <p:nvPr/>
        </p:nvSpPr>
        <p:spPr>
          <a:xfrm>
            <a:off x="10485823" y="2046052"/>
            <a:ext cx="307777" cy="317651"/>
          </a:xfrm>
          <a:prstGeom prst="rect">
            <a:avLst/>
          </a:prstGeom>
          <a:noFill/>
        </p:spPr>
        <p:txBody>
          <a:bodyPr wrap="none" lIns="0" tIns="0" rIns="0" bIns="0" rtlCol="0" anchor="ctr" anchorCtr="1">
            <a:spAutoFit/>
          </a:bodyPr>
          <a:lstStyle/>
          <a:p>
            <a:pPr algn="ctr">
              <a:lnSpc>
                <a:spcPct val="85000"/>
              </a:lnSpc>
            </a:pPr>
            <a:r>
              <a:rPr lang="en-US" altLang="zh-CN" sz="2400" b="1" dirty="0">
                <a:solidFill>
                  <a:srgbClr val="C00000"/>
                </a:solidFill>
                <a:latin typeface="黑体" panose="02010609060101010101" pitchFamily="49" charset="-122"/>
                <a:ea typeface="黑体" panose="02010609060101010101" pitchFamily="49" charset="-122"/>
              </a:rPr>
              <a:t>≯</a:t>
            </a:r>
            <a:endParaRPr lang="zh-CN" altLang="en-US" sz="2400" b="1" dirty="0">
              <a:solidFill>
                <a:srgbClr val="C00000"/>
              </a:solidFill>
              <a:latin typeface="黑体" panose="02010609060101010101" pitchFamily="49" charset="-122"/>
              <a:ea typeface="黑体" panose="02010609060101010101" pitchFamily="49" charset="-122"/>
            </a:endParaRPr>
          </a:p>
        </p:txBody>
      </p:sp>
      <p:sp>
        <p:nvSpPr>
          <p:cNvPr id="147" name="文本框 146">
            <a:extLst>
              <a:ext uri="{FF2B5EF4-FFF2-40B4-BE49-F238E27FC236}">
                <a16:creationId xmlns:a16="http://schemas.microsoft.com/office/drawing/2014/main" id="{BC5DAD8B-C0B0-4B6D-A6EF-1FDA1E81FD5C}"/>
              </a:ext>
            </a:extLst>
          </p:cNvPr>
          <p:cNvSpPr txBox="1"/>
          <p:nvPr/>
        </p:nvSpPr>
        <p:spPr>
          <a:xfrm>
            <a:off x="6792309" y="2057019"/>
            <a:ext cx="309380" cy="313932"/>
          </a:xfrm>
          <a:prstGeom prst="rect">
            <a:avLst/>
          </a:prstGeom>
          <a:noFill/>
        </p:spPr>
        <p:txBody>
          <a:bodyPr wrap="none" lIns="0" tIns="0" rIns="0" bIns="0" rtlCol="0" anchor="ctr" anchorCtr="1">
            <a:spAutoFit/>
          </a:bodyPr>
          <a:lstStyle/>
          <a:p>
            <a:pPr algn="ctr">
              <a:lnSpc>
                <a:spcPct val="85000"/>
              </a:lnSpc>
            </a:pPr>
            <a:r>
              <a:rPr lang="en-US" altLang="zh-CN" sz="2400" b="1" dirty="0">
                <a:solidFill>
                  <a:srgbClr val="C00000"/>
                </a:solidFill>
                <a:latin typeface="黑体" panose="02010609060101010101" pitchFamily="49" charset="-122"/>
                <a:ea typeface="黑体" panose="02010609060101010101" pitchFamily="49" charset="-122"/>
                <a:cs typeface="Courier New" panose="02070309020205020404" pitchFamily="49" charset="0"/>
              </a:rPr>
              <a:t>≮</a:t>
            </a:r>
            <a:endParaRPr lang="zh-CN" altLang="en-US" sz="2400" b="1" dirty="0">
              <a:solidFill>
                <a:srgbClr val="C00000"/>
              </a:solidFill>
              <a:latin typeface="黑体" panose="02010609060101010101" pitchFamily="49" charset="-122"/>
              <a:ea typeface="黑体" panose="02010609060101010101" pitchFamily="49" charset="-122"/>
              <a:cs typeface="Courier New" panose="02070309020205020404" pitchFamily="49" charset="0"/>
            </a:endParaRPr>
          </a:p>
        </p:txBody>
      </p:sp>
      <p:sp>
        <p:nvSpPr>
          <p:cNvPr id="92" name="文本框 91">
            <a:extLst>
              <a:ext uri="{FF2B5EF4-FFF2-40B4-BE49-F238E27FC236}">
                <a16:creationId xmlns:a16="http://schemas.microsoft.com/office/drawing/2014/main" id="{E3CEACF3-A1C5-4261-B027-D48C32D7F8DA}"/>
              </a:ext>
            </a:extLst>
          </p:cNvPr>
          <p:cNvSpPr txBox="1"/>
          <p:nvPr/>
        </p:nvSpPr>
        <p:spPr>
          <a:xfrm>
            <a:off x="271148" y="3054599"/>
            <a:ext cx="8581556" cy="3539430"/>
          </a:xfrm>
          <a:prstGeom prst="rect">
            <a:avLst/>
          </a:prstGeom>
          <a:solidFill>
            <a:srgbClr val="F2F7FC"/>
          </a:solidFill>
          <a:ln>
            <a:solidFill>
              <a:srgbClr val="002060"/>
            </a:solidFill>
          </a:ln>
        </p:spPr>
        <p:txBody>
          <a:bodyPr wrap="square">
            <a:spAutoFit/>
          </a:bodyPr>
          <a:lstStyle/>
          <a:p>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void </a:t>
            </a:r>
            <a:r>
              <a:rPr lang="en-US" altLang="zh-CN" sz="1600" b="1" dirty="0" err="1">
                <a:latin typeface="Courier New" panose="02070309020205020404" pitchFamily="49" charset="0"/>
                <a:cs typeface="Courier New" panose="02070309020205020404" pitchFamily="49" charset="0"/>
              </a:rPr>
              <a:t>ShellInsert</a:t>
            </a:r>
            <a:r>
              <a:rPr lang="en-US" altLang="zh-CN" sz="1600" b="1" dirty="0">
                <a:latin typeface="Courier New" panose="02070309020205020404" pitchFamily="49" charset="0"/>
                <a:cs typeface="Courier New" panose="02070309020205020404" pitchFamily="49" charset="0"/>
              </a:rPr>
              <a:t>(</a:t>
            </a:r>
            <a:r>
              <a:rPr lang="en-US" altLang="zh-CN" sz="1600" b="1" dirty="0" err="1">
                <a:latin typeface="Courier New" panose="02070309020205020404" pitchFamily="49" charset="0"/>
                <a:cs typeface="Courier New" panose="02070309020205020404" pitchFamily="49" charset="0"/>
              </a:rPr>
              <a:t>SqList</a:t>
            </a:r>
            <a:r>
              <a:rPr lang="en-US" altLang="zh-CN" sz="1600" b="1" dirty="0">
                <a:latin typeface="Courier New" panose="02070309020205020404" pitchFamily="49" charset="0"/>
                <a:cs typeface="Courier New" panose="02070309020205020404" pitchFamily="49" charset="0"/>
              </a:rPr>
              <a:t> L,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C00000"/>
                </a:solidFill>
                <a:latin typeface="Courier New" panose="02070309020205020404" pitchFamily="49" charset="0"/>
                <a:cs typeface="Courier New" panose="02070309020205020404" pitchFamily="49" charset="0"/>
              </a:rPr>
              <a:t>dk</a:t>
            </a:r>
            <a:r>
              <a:rPr lang="en-US" altLang="zh-CN"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en-US" altLang="zh-CN" sz="1600" b="1" dirty="0">
                <a:latin typeface="Courier New" panose="02070309020205020404" pitchFamily="49" charset="0"/>
                <a:cs typeface="Courier New" panose="02070309020205020404" pitchFamily="49" charset="0"/>
              </a:rPr>
              <a:t>  </a:t>
            </a:r>
            <a:r>
              <a:rPr lang="en-US" altLang="zh-CN" sz="1600" b="1" dirty="0">
                <a:solidFill>
                  <a:schemeClr val="accent6">
                    <a:lumMod val="75000"/>
                  </a:schemeClr>
                </a:solidFill>
                <a:latin typeface="Courier New" panose="02070309020205020404" pitchFamily="49" charset="0"/>
                <a:cs typeface="Courier New" panose="02070309020205020404" pitchFamily="49" charset="0"/>
              </a:rPr>
              <a:t>//</a:t>
            </a:r>
            <a:r>
              <a:rPr lang="en-US" altLang="zh-CN" sz="1600" b="1" dirty="0">
                <a:solidFill>
                  <a:srgbClr val="0070C0"/>
                </a:solidFill>
                <a:latin typeface="Courier New" panose="02070309020205020404" pitchFamily="49" charset="0"/>
                <a:cs typeface="Courier New" panose="02070309020205020404" pitchFamily="49" charset="0"/>
              </a:rPr>
              <a:t> </a:t>
            </a:r>
            <a:r>
              <a:rPr lang="zh-CN" altLang="en-US" sz="16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算法</a:t>
            </a:r>
            <a:r>
              <a:rPr lang="en-US" altLang="zh-CN" sz="16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10.5</a:t>
            </a:r>
          </a:p>
          <a:p>
            <a:r>
              <a:rPr lang="en-US" altLang="zh-CN" sz="1600" b="1" dirty="0">
                <a:latin typeface="Courier New" panose="02070309020205020404" pitchFamily="49" charset="0"/>
                <a:cs typeface="Courier New" panose="02070309020205020404" pitchFamily="49" charset="0"/>
              </a:rPr>
              <a:t>  </a:t>
            </a:r>
            <a:r>
              <a:rPr lang="en-US" altLang="zh-CN" sz="1600" dirty="0">
                <a:solidFill>
                  <a:schemeClr val="accent6">
                    <a:lumMod val="75000"/>
                  </a:schemeClr>
                </a:solidFill>
                <a:latin typeface="Courier New" panose="02070309020205020404" pitchFamily="49" charset="0"/>
                <a:cs typeface="Courier New" panose="02070309020205020404" pitchFamily="49" charset="0"/>
              </a:rPr>
              <a:t>// </a:t>
            </a:r>
            <a:r>
              <a:rPr lang="zh-CN" altLang="en-US" sz="1600" dirty="0">
                <a:solidFill>
                  <a:schemeClr val="accent6">
                    <a:lumMod val="75000"/>
                  </a:schemeClr>
                </a:solidFill>
                <a:latin typeface="Courier New" panose="02070309020205020404" pitchFamily="49" charset="0"/>
                <a:cs typeface="Courier New" panose="02070309020205020404" pitchFamily="49" charset="0"/>
              </a:rPr>
              <a:t>对顺序表</a:t>
            </a:r>
            <a:r>
              <a:rPr lang="en-US" altLang="zh-CN" sz="1600" dirty="0">
                <a:solidFill>
                  <a:schemeClr val="accent6">
                    <a:lumMod val="75000"/>
                  </a:schemeClr>
                </a:solidFill>
                <a:latin typeface="Courier New" panose="02070309020205020404" pitchFamily="49" charset="0"/>
                <a:cs typeface="Courier New" panose="02070309020205020404" pitchFamily="49" charset="0"/>
              </a:rPr>
              <a:t>L</a:t>
            </a:r>
            <a:r>
              <a:rPr lang="zh-CN" altLang="en-US" sz="1600" dirty="0">
                <a:solidFill>
                  <a:schemeClr val="accent6">
                    <a:lumMod val="75000"/>
                  </a:schemeClr>
                </a:solidFill>
                <a:latin typeface="Courier New" panose="02070309020205020404" pitchFamily="49" charset="0"/>
                <a:cs typeface="Courier New" panose="02070309020205020404" pitchFamily="49" charset="0"/>
              </a:rPr>
              <a:t>作一趟希尔插入排序。本算法对</a:t>
            </a:r>
            <a:r>
              <a:rPr lang="zh-CN" altLang="en-US" sz="1600" b="1" dirty="0">
                <a:solidFill>
                  <a:srgbClr val="C00000"/>
                </a:solidFill>
                <a:latin typeface="Courier New" panose="02070309020205020404" pitchFamily="49" charset="0"/>
                <a:cs typeface="Courier New" panose="02070309020205020404" pitchFamily="49" charset="0"/>
              </a:rPr>
              <a:t>算法</a:t>
            </a:r>
            <a:r>
              <a:rPr lang="en-US" altLang="zh-CN" sz="1600" b="1" dirty="0">
                <a:solidFill>
                  <a:srgbClr val="C00000"/>
                </a:solidFill>
                <a:latin typeface="Courier New" panose="02070309020205020404" pitchFamily="49" charset="0"/>
                <a:cs typeface="Courier New" panose="02070309020205020404" pitchFamily="49" charset="0"/>
              </a:rPr>
              <a:t>10.1</a:t>
            </a:r>
            <a:r>
              <a:rPr lang="zh-CN" altLang="en-US" sz="1600" dirty="0">
                <a:solidFill>
                  <a:schemeClr val="accent6">
                    <a:lumMod val="75000"/>
                  </a:schemeClr>
                </a:solidFill>
                <a:latin typeface="Courier New" panose="02070309020205020404" pitchFamily="49" charset="0"/>
                <a:cs typeface="Courier New" panose="02070309020205020404" pitchFamily="49" charset="0"/>
              </a:rPr>
              <a:t>作了以下修改：</a:t>
            </a:r>
          </a:p>
          <a:p>
            <a:r>
              <a:rPr lang="en-US" altLang="zh-CN" sz="1600" dirty="0">
                <a:solidFill>
                  <a:srgbClr val="0070C0"/>
                </a:solidFill>
                <a:latin typeface="Courier New" panose="02070309020205020404" pitchFamily="49" charset="0"/>
                <a:cs typeface="Courier New" panose="02070309020205020404" pitchFamily="49" charset="0"/>
              </a:rPr>
              <a:t>  </a:t>
            </a:r>
            <a:r>
              <a:rPr lang="en-US" altLang="zh-CN" sz="1600" dirty="0">
                <a:solidFill>
                  <a:schemeClr val="accent6">
                    <a:lumMod val="75000"/>
                  </a:schemeClr>
                </a:solidFill>
                <a:latin typeface="Courier New" panose="02070309020205020404" pitchFamily="49" charset="0"/>
                <a:cs typeface="Courier New" panose="02070309020205020404" pitchFamily="49" charset="0"/>
              </a:rPr>
              <a:t>//    1. </a:t>
            </a:r>
            <a:r>
              <a:rPr lang="zh-CN" altLang="en-US" sz="1600" dirty="0">
                <a:solidFill>
                  <a:schemeClr val="accent6">
                    <a:lumMod val="75000"/>
                  </a:schemeClr>
                </a:solidFill>
                <a:latin typeface="Courier New" panose="02070309020205020404" pitchFamily="49" charset="0"/>
                <a:cs typeface="Courier New" panose="02070309020205020404" pitchFamily="49" charset="0"/>
              </a:rPr>
              <a:t>本趟将记录划分为</a:t>
            </a:r>
            <a:r>
              <a:rPr lang="en-US" altLang="zh-CN" sz="1600" b="1" dirty="0">
                <a:solidFill>
                  <a:srgbClr val="C00000"/>
                </a:solidFill>
                <a:latin typeface="Courier New" panose="02070309020205020404" pitchFamily="49" charset="0"/>
                <a:cs typeface="Courier New" panose="02070309020205020404" pitchFamily="49" charset="0"/>
              </a:rPr>
              <a:t>dk</a:t>
            </a:r>
            <a:r>
              <a:rPr lang="zh-CN" altLang="en-US" sz="1600" dirty="0">
                <a:solidFill>
                  <a:schemeClr val="accent6">
                    <a:lumMod val="75000"/>
                  </a:schemeClr>
                </a:solidFill>
                <a:latin typeface="Courier New" panose="02070309020205020404" pitchFamily="49" charset="0"/>
                <a:cs typeface="Courier New" panose="02070309020205020404" pitchFamily="49" charset="0"/>
              </a:rPr>
              <a:t>个子序列；</a:t>
            </a:r>
            <a:endParaRPr lang="en-US" altLang="zh-CN" sz="1600" dirty="0">
              <a:solidFill>
                <a:schemeClr val="accent6">
                  <a:lumMod val="75000"/>
                </a:schemeClr>
              </a:solidFill>
              <a:latin typeface="Courier New" panose="02070309020205020404" pitchFamily="49" charset="0"/>
              <a:cs typeface="Courier New" panose="02070309020205020404" pitchFamily="49" charset="0"/>
            </a:endParaRPr>
          </a:p>
          <a:p>
            <a:r>
              <a:rPr lang="zh-CN" altLang="en-US" sz="1600" dirty="0">
                <a:solidFill>
                  <a:srgbClr val="0070C0"/>
                </a:solidFill>
                <a:latin typeface="Courier New" panose="02070309020205020404" pitchFamily="49" charset="0"/>
                <a:cs typeface="Courier New" panose="02070309020205020404" pitchFamily="49" charset="0"/>
              </a:rPr>
              <a:t>  </a:t>
            </a:r>
            <a:r>
              <a:rPr lang="en-US" altLang="zh-CN" sz="1600" dirty="0">
                <a:solidFill>
                  <a:schemeClr val="accent6">
                    <a:lumMod val="75000"/>
                  </a:schemeClr>
                </a:solidFill>
                <a:latin typeface="Courier New" panose="02070309020205020404" pitchFamily="49" charset="0"/>
                <a:cs typeface="Courier New" panose="02070309020205020404" pitchFamily="49" charset="0"/>
              </a:rPr>
              <a:t>//    2. </a:t>
            </a:r>
            <a:r>
              <a:rPr lang="zh-CN" altLang="en-US" sz="1600" dirty="0">
                <a:solidFill>
                  <a:schemeClr val="accent6">
                    <a:lumMod val="75000"/>
                  </a:schemeClr>
                </a:solidFill>
                <a:latin typeface="Courier New" panose="02070309020205020404" pitchFamily="49" charset="0"/>
                <a:cs typeface="Courier New" panose="02070309020205020404" pitchFamily="49" charset="0"/>
              </a:rPr>
              <a:t>前后记录位置的增量（距离）是</a:t>
            </a:r>
            <a:r>
              <a:rPr lang="en-US" altLang="zh-CN" sz="1600" b="1" dirty="0">
                <a:solidFill>
                  <a:srgbClr val="C00000"/>
                </a:solidFill>
                <a:latin typeface="Courier New" panose="02070309020205020404" pitchFamily="49" charset="0"/>
                <a:cs typeface="Courier New" panose="02070309020205020404" pitchFamily="49" charset="0"/>
              </a:rPr>
              <a:t>dk</a:t>
            </a:r>
            <a:r>
              <a:rPr lang="zh-CN" altLang="en-US" sz="1600" dirty="0">
                <a:solidFill>
                  <a:schemeClr val="accent6">
                    <a:lumMod val="75000"/>
                  </a:schemeClr>
                </a:solidFill>
                <a:latin typeface="Courier New" panose="02070309020205020404" pitchFamily="49" charset="0"/>
                <a:cs typeface="Courier New" panose="02070309020205020404" pitchFamily="49" charset="0"/>
              </a:rPr>
              <a:t>，而不是</a:t>
            </a:r>
            <a:r>
              <a:rPr lang="en-US" altLang="zh-CN" sz="1600" b="1" dirty="0">
                <a:solidFill>
                  <a:srgbClr val="C00000"/>
                </a:solidFill>
                <a:latin typeface="Courier New" panose="02070309020205020404" pitchFamily="49" charset="0"/>
                <a:cs typeface="Courier New" panose="02070309020205020404" pitchFamily="49" charset="0"/>
              </a:rPr>
              <a:t>1</a:t>
            </a:r>
            <a:r>
              <a:rPr lang="zh-CN" altLang="en-US" sz="1600" dirty="0">
                <a:solidFill>
                  <a:schemeClr val="accent6">
                    <a:lumMod val="75000"/>
                  </a:schemeClr>
                </a:solidFill>
                <a:latin typeface="Courier New" panose="02070309020205020404" pitchFamily="49" charset="0"/>
                <a:cs typeface="Courier New" panose="02070309020205020404" pitchFamily="49" charset="0"/>
              </a:rPr>
              <a:t>；</a:t>
            </a:r>
            <a:endParaRPr lang="en-US" altLang="zh-CN" sz="1600" dirty="0">
              <a:solidFill>
                <a:schemeClr val="accent6">
                  <a:lumMod val="75000"/>
                </a:schemeClr>
              </a:solidFill>
              <a:latin typeface="Courier New" panose="02070309020205020404" pitchFamily="49" charset="0"/>
              <a:cs typeface="Courier New" panose="02070309020205020404" pitchFamily="49" charset="0"/>
            </a:endParaRPr>
          </a:p>
          <a:p>
            <a:r>
              <a:rPr lang="en-US" altLang="zh-CN" sz="1600" dirty="0">
                <a:solidFill>
                  <a:srgbClr val="0070C0"/>
                </a:solidFill>
                <a:latin typeface="Courier New" panose="02070309020205020404" pitchFamily="49" charset="0"/>
                <a:cs typeface="Courier New" panose="02070309020205020404" pitchFamily="49" charset="0"/>
              </a:rPr>
              <a:t>  </a:t>
            </a:r>
            <a:r>
              <a:rPr lang="en-US" altLang="zh-CN" sz="1600" dirty="0">
                <a:solidFill>
                  <a:schemeClr val="accent6">
                    <a:lumMod val="75000"/>
                  </a:schemeClr>
                </a:solidFill>
                <a:latin typeface="Courier New" panose="02070309020205020404" pitchFamily="49" charset="0"/>
                <a:cs typeface="Courier New" panose="02070309020205020404" pitchFamily="49" charset="0"/>
              </a:rPr>
              <a:t>//    3.</a:t>
            </a:r>
            <a:r>
              <a:rPr lang="en-US" altLang="zh-CN" sz="1600" dirty="0">
                <a:solidFill>
                  <a:srgbClr val="0070C0"/>
                </a:solidFill>
                <a:latin typeface="Courier New" panose="02070309020205020404" pitchFamily="49" charset="0"/>
                <a:cs typeface="Courier New" panose="02070309020205020404" pitchFamily="49" charset="0"/>
              </a:rPr>
              <a:t> </a:t>
            </a:r>
            <a:r>
              <a:rPr lang="en-US" altLang="zh-CN" sz="1600" b="1" dirty="0">
                <a:solidFill>
                  <a:srgbClr val="C00000"/>
                </a:solidFill>
                <a:latin typeface="Courier New" panose="02070309020205020404" pitchFamily="49" charset="0"/>
                <a:cs typeface="Courier New" panose="02070309020205020404" pitchFamily="49" charset="0"/>
              </a:rPr>
              <a:t>r[0]</a:t>
            </a:r>
            <a:r>
              <a:rPr lang="zh-CN" altLang="en-US" sz="1600" dirty="0">
                <a:solidFill>
                  <a:schemeClr val="accent6">
                    <a:lumMod val="75000"/>
                  </a:schemeClr>
                </a:solidFill>
                <a:latin typeface="Courier New" panose="02070309020205020404" pitchFamily="49" charset="0"/>
                <a:cs typeface="Courier New" panose="02070309020205020404" pitchFamily="49" charset="0"/>
              </a:rPr>
              <a:t>只是暂存单元，不是哨兵。当</a:t>
            </a:r>
            <a:r>
              <a:rPr lang="en-US" altLang="zh-CN" sz="1600" b="1" dirty="0">
                <a:solidFill>
                  <a:srgbClr val="C00000"/>
                </a:solidFill>
                <a:latin typeface="Courier New" panose="02070309020205020404" pitchFamily="49" charset="0"/>
                <a:cs typeface="Courier New" panose="02070309020205020404" pitchFamily="49" charset="0"/>
              </a:rPr>
              <a:t>j&lt;=0</a:t>
            </a:r>
            <a:r>
              <a:rPr lang="zh-CN" altLang="en-US" sz="1600" dirty="0">
                <a:solidFill>
                  <a:schemeClr val="accent6">
                    <a:lumMod val="75000"/>
                  </a:schemeClr>
                </a:solidFill>
                <a:latin typeface="Courier New" panose="02070309020205020404" pitchFamily="49" charset="0"/>
                <a:cs typeface="Courier New" panose="02070309020205020404" pitchFamily="49" charset="0"/>
              </a:rPr>
              <a:t>时，插入位置已找到。</a:t>
            </a:r>
          </a:p>
          <a:p>
            <a:r>
              <a:rPr lang="en-US" altLang="zh-CN"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for</a:t>
            </a:r>
            <a:r>
              <a:rPr lang="en-US" altLang="zh-CN"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en-US" altLang="zh-CN" sz="1600" b="1" dirty="0">
                <a:latin typeface="Courier New" panose="02070309020205020404" pitchFamily="49" charset="0"/>
                <a:cs typeface="Courier New" panose="02070309020205020404" pitchFamily="49" charset="0"/>
              </a:rPr>
              <a:t> </a:t>
            </a:r>
            <a:r>
              <a:rPr lang="en-US" altLang="zh-CN" sz="1600" b="1" dirty="0" err="1">
                <a:latin typeface="Courier New" panose="02070309020205020404" pitchFamily="49" charset="0"/>
                <a:cs typeface="Courier New" panose="02070309020205020404" pitchFamily="49" charset="0"/>
              </a:rPr>
              <a:t>i</a:t>
            </a:r>
            <a:r>
              <a:rPr lang="en-US" altLang="zh-CN" sz="1600" b="1" dirty="0">
                <a:latin typeface="Courier New" panose="02070309020205020404" pitchFamily="49" charset="0"/>
                <a:cs typeface="Courier New" panose="02070309020205020404" pitchFamily="49" charset="0"/>
              </a:rPr>
              <a:t>=</a:t>
            </a:r>
            <a:r>
              <a:rPr lang="en-US" altLang="zh-CN" sz="1600" b="1" dirty="0" err="1">
                <a:solidFill>
                  <a:srgbClr val="C00000"/>
                </a:solidFill>
                <a:latin typeface="Courier New" panose="02070309020205020404" pitchFamily="49" charset="0"/>
                <a:cs typeface="Courier New" panose="02070309020205020404" pitchFamily="49" charset="0"/>
              </a:rPr>
              <a:t>dk</a:t>
            </a:r>
            <a:r>
              <a:rPr lang="en-US" altLang="zh-CN" sz="1600" b="1" dirty="0" err="1">
                <a:latin typeface="Courier New" panose="02070309020205020404" pitchFamily="49" charset="0"/>
                <a:cs typeface="Courier New" panose="02070309020205020404" pitchFamily="49" charset="0"/>
              </a:rPr>
              <a:t>+1</a:t>
            </a:r>
            <a:r>
              <a:rPr lang="en-US" altLang="zh-CN" sz="1600" b="1" dirty="0">
                <a:latin typeface="Courier New" panose="02070309020205020404" pitchFamily="49" charset="0"/>
                <a:cs typeface="Courier New" panose="02070309020205020404" pitchFamily="49" charset="0"/>
              </a:rPr>
              <a:t>; </a:t>
            </a:r>
            <a:r>
              <a:rPr lang="en-US" altLang="zh-CN" sz="1600" b="1" dirty="0" err="1">
                <a:latin typeface="Courier New" panose="02070309020205020404" pitchFamily="49" charset="0"/>
                <a:cs typeface="Courier New" panose="02070309020205020404" pitchFamily="49" charset="0"/>
              </a:rPr>
              <a:t>i</a:t>
            </a:r>
            <a:r>
              <a:rPr lang="en-US" altLang="zh-CN" sz="1600" b="1" dirty="0">
                <a:latin typeface="Courier New" panose="02070309020205020404" pitchFamily="49" charset="0"/>
                <a:cs typeface="Courier New" panose="02070309020205020404" pitchFamily="49" charset="0"/>
              </a:rPr>
              <a:t>&lt;=L-&gt;</a:t>
            </a:r>
            <a:r>
              <a:rPr lang="en-US" altLang="zh-CN" sz="1600" b="1" dirty="0" err="1">
                <a:latin typeface="Courier New" panose="02070309020205020404" pitchFamily="49" charset="0"/>
                <a:cs typeface="Courier New" panose="02070309020205020404" pitchFamily="49" charset="0"/>
              </a:rPr>
              <a:t>len</a:t>
            </a:r>
            <a:r>
              <a:rPr lang="en-US" altLang="zh-CN" sz="1600" b="1" dirty="0">
                <a:latin typeface="Courier New" panose="02070309020205020404" pitchFamily="49" charset="0"/>
                <a:cs typeface="Courier New" panose="02070309020205020404" pitchFamily="49" charset="0"/>
              </a:rPr>
              <a:t>; ++</a:t>
            </a:r>
            <a:r>
              <a:rPr lang="en-US" altLang="zh-CN" sz="1600" b="1" dirty="0" err="1">
                <a:latin typeface="Courier New" panose="02070309020205020404" pitchFamily="49" charset="0"/>
                <a:cs typeface="Courier New" panose="02070309020205020404" pitchFamily="49" charset="0"/>
              </a:rPr>
              <a:t>i</a:t>
            </a:r>
            <a:r>
              <a:rPr lang="en-US" altLang="zh-CN" sz="1600" b="1" dirty="0">
                <a:latin typeface="Courier New" panose="02070309020205020404" pitchFamily="49" charset="0"/>
                <a:cs typeface="Courier New" panose="02070309020205020404" pitchFamily="49" charset="0"/>
              </a:rPr>
              <a:t>)</a:t>
            </a:r>
          </a:p>
          <a:p>
            <a:r>
              <a:rPr lang="en-US" altLang="zh-CN"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0006EE"/>
                </a:solidFill>
                <a:latin typeface="Courier New" panose="02070309020205020404" pitchFamily="49" charset="0"/>
                <a:cs typeface="Courier New" panose="02070309020205020404" pitchFamily="49" charset="0"/>
              </a:rPr>
              <a:t>LT</a:t>
            </a:r>
            <a:r>
              <a:rPr lang="en-US" altLang="zh-CN" sz="1600" b="1" dirty="0">
                <a:latin typeface="Courier New" panose="02070309020205020404" pitchFamily="49" charset="0"/>
                <a:cs typeface="Courier New" panose="02070309020205020404" pitchFamily="49" charset="0"/>
              </a:rPr>
              <a:t>(</a:t>
            </a:r>
            <a:r>
              <a:rPr lang="en-US" altLang="zh-CN" sz="1600" b="1" dirty="0" err="1">
                <a:latin typeface="Courier New" panose="02070309020205020404" pitchFamily="49" charset="0"/>
                <a:cs typeface="Courier New" panose="02070309020205020404" pitchFamily="49" charset="0"/>
              </a:rPr>
              <a:t>L.r</a:t>
            </a:r>
            <a:r>
              <a:rPr lang="en-US" altLang="zh-CN" sz="1600" b="1" dirty="0">
                <a:latin typeface="Courier New" panose="02070309020205020404" pitchFamily="49" charset="0"/>
                <a:cs typeface="Courier New" panose="02070309020205020404" pitchFamily="49" charset="0"/>
              </a:rPr>
              <a:t>[</a:t>
            </a:r>
            <a:r>
              <a:rPr lang="en-US" altLang="zh-CN" sz="1600" b="1" dirty="0" err="1">
                <a:latin typeface="Courier New" panose="02070309020205020404" pitchFamily="49" charset="0"/>
                <a:cs typeface="Courier New" panose="02070309020205020404" pitchFamily="49" charset="0"/>
              </a:rPr>
              <a:t>i</a:t>
            </a:r>
            <a:r>
              <a:rPr lang="en-US" altLang="zh-CN" sz="1600" b="1" dirty="0">
                <a:latin typeface="Courier New" panose="02070309020205020404" pitchFamily="49" charset="0"/>
                <a:cs typeface="Courier New" panose="02070309020205020404" pitchFamily="49" charset="0"/>
              </a:rPr>
              <a:t>].key, </a:t>
            </a:r>
            <a:r>
              <a:rPr lang="en-US" altLang="zh-CN" sz="1600" b="1" dirty="0" err="1">
                <a:latin typeface="Courier New" panose="02070309020205020404" pitchFamily="49" charset="0"/>
                <a:cs typeface="Courier New" panose="02070309020205020404" pitchFamily="49" charset="0"/>
              </a:rPr>
              <a:t>L.r</a:t>
            </a:r>
            <a:r>
              <a:rPr lang="en-US" altLang="zh-CN" sz="1600" b="1" dirty="0">
                <a:latin typeface="Courier New" panose="02070309020205020404" pitchFamily="49" charset="0"/>
                <a:cs typeface="Courier New" panose="02070309020205020404" pitchFamily="49" charset="0"/>
              </a:rPr>
              <a:t>[</a:t>
            </a:r>
            <a:r>
              <a:rPr lang="en-US" altLang="zh-CN" sz="1600" b="1" dirty="0" err="1">
                <a:latin typeface="Courier New" panose="02070309020205020404" pitchFamily="49" charset="0"/>
                <a:cs typeface="Courier New" panose="02070309020205020404" pitchFamily="49" charset="0"/>
              </a:rPr>
              <a:t>i</a:t>
            </a:r>
            <a:r>
              <a:rPr lang="en-US" altLang="zh-CN" sz="1600" b="1" dirty="0">
                <a:latin typeface="Courier New" panose="02070309020205020404" pitchFamily="49" charset="0"/>
                <a:cs typeface="Courier New" panose="02070309020205020404" pitchFamily="49" charset="0"/>
              </a:rPr>
              <a:t>-</a:t>
            </a:r>
            <a:r>
              <a:rPr lang="en-US" altLang="zh-CN" sz="1600" b="1" dirty="0">
                <a:solidFill>
                  <a:srgbClr val="C00000"/>
                </a:solidFill>
                <a:latin typeface="Courier New" panose="02070309020205020404" pitchFamily="49" charset="0"/>
                <a:cs typeface="Courier New" panose="02070309020205020404" pitchFamily="49" charset="0"/>
              </a:rPr>
              <a:t>dk</a:t>
            </a:r>
            <a:r>
              <a:rPr lang="en-US" altLang="zh-CN" sz="1600" b="1" dirty="0">
                <a:latin typeface="Courier New" panose="02070309020205020404" pitchFamily="49" charset="0"/>
                <a:cs typeface="Courier New" panose="02070309020205020404" pitchFamily="49" charset="0"/>
              </a:rPr>
              <a:t>].key))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en-US" altLang="zh-CN" sz="1600" b="1" dirty="0">
                <a:latin typeface="Courier New" panose="02070309020205020404" pitchFamily="49" charset="0"/>
                <a:cs typeface="Courier New" panose="02070309020205020404" pitchFamily="49" charset="0"/>
              </a:rPr>
              <a:t> </a:t>
            </a:r>
            <a:r>
              <a:rPr lang="en-US" altLang="zh-CN" sz="1600" dirty="0">
                <a:solidFill>
                  <a:schemeClr val="accent6">
                    <a:lumMod val="75000"/>
                  </a:schemeClr>
                </a:solidFill>
                <a:latin typeface="Courier New" panose="02070309020205020404" pitchFamily="49" charset="0"/>
                <a:cs typeface="Courier New" panose="02070309020205020404" pitchFamily="49" charset="0"/>
              </a:rPr>
              <a:t>//</a:t>
            </a:r>
            <a:r>
              <a:rPr lang="en-US" altLang="zh-CN" sz="1600" dirty="0">
                <a:solidFill>
                  <a:srgbClr val="0070C0"/>
                </a:solidFill>
                <a:latin typeface="Courier New" panose="02070309020205020404" pitchFamily="49" charset="0"/>
                <a:cs typeface="Courier New" panose="02070309020205020404" pitchFamily="49" charset="0"/>
              </a:rPr>
              <a:t> </a:t>
            </a:r>
            <a:r>
              <a:rPr lang="en-US" altLang="zh-CN" sz="1600" b="1" dirty="0" err="1">
                <a:solidFill>
                  <a:srgbClr val="C00000"/>
                </a:solidFill>
                <a:latin typeface="Courier New" panose="02070309020205020404" pitchFamily="49" charset="0"/>
                <a:cs typeface="Courier New" panose="02070309020205020404" pitchFamily="49" charset="0"/>
              </a:rPr>
              <a:t>L.r</a:t>
            </a:r>
            <a:r>
              <a:rPr lang="en-US" altLang="zh-CN" sz="1600" b="1" dirty="0">
                <a:solidFill>
                  <a:srgbClr val="C00000"/>
                </a:solidFill>
                <a:latin typeface="Courier New" panose="02070309020205020404" pitchFamily="49" charset="0"/>
                <a:cs typeface="Courier New" panose="02070309020205020404" pitchFamily="49" charset="0"/>
              </a:rPr>
              <a:t>[</a:t>
            </a:r>
            <a:r>
              <a:rPr lang="en-US" altLang="zh-CN" sz="1600" b="1" dirty="0" err="1">
                <a:solidFill>
                  <a:srgbClr val="C00000"/>
                </a:solidFill>
                <a:latin typeface="Courier New" panose="02070309020205020404" pitchFamily="49" charset="0"/>
                <a:cs typeface="Courier New" panose="02070309020205020404" pitchFamily="49" charset="0"/>
              </a:rPr>
              <a:t>i</a:t>
            </a:r>
            <a:r>
              <a:rPr lang="en-US" altLang="zh-CN" sz="1600" b="1" dirty="0">
                <a:solidFill>
                  <a:srgbClr val="C00000"/>
                </a:solidFill>
                <a:latin typeface="Courier New" panose="02070309020205020404" pitchFamily="49" charset="0"/>
                <a:cs typeface="Courier New" panose="02070309020205020404" pitchFamily="49" charset="0"/>
              </a:rPr>
              <a:t>]</a:t>
            </a:r>
            <a:r>
              <a:rPr lang="zh-CN" altLang="en-US" sz="1600" dirty="0">
                <a:solidFill>
                  <a:schemeClr val="accent6">
                    <a:lumMod val="75000"/>
                  </a:schemeClr>
                </a:solidFill>
                <a:latin typeface="Courier New" panose="02070309020205020404" pitchFamily="49" charset="0"/>
                <a:cs typeface="Courier New" panose="02070309020205020404" pitchFamily="49" charset="0"/>
              </a:rPr>
              <a:t>较小则插入有序增量子表</a:t>
            </a:r>
          </a:p>
          <a:p>
            <a:r>
              <a:rPr lang="zh-CN" altLang="en-US" sz="1600" b="1" dirty="0">
                <a:latin typeface="Courier New" panose="02070309020205020404" pitchFamily="49" charset="0"/>
                <a:cs typeface="Courier New" panose="02070309020205020404" pitchFamily="49" charset="0"/>
              </a:rPr>
              <a:t>      </a:t>
            </a:r>
            <a:r>
              <a:rPr lang="en-US" altLang="zh-CN" sz="1600" b="1" dirty="0">
                <a:latin typeface="Courier New" panose="02070309020205020404" pitchFamily="49" charset="0"/>
                <a:cs typeface="Courier New" panose="02070309020205020404" pitchFamily="49" charset="0"/>
              </a:rPr>
              <a:t>L-&gt;r[0] = L-&gt;r[</a:t>
            </a:r>
            <a:r>
              <a:rPr lang="en-US" altLang="zh-CN" sz="1600" b="1" dirty="0" err="1">
                <a:latin typeface="Courier New" panose="02070309020205020404" pitchFamily="49" charset="0"/>
                <a:cs typeface="Courier New" panose="02070309020205020404" pitchFamily="49" charset="0"/>
              </a:rPr>
              <a:t>i</a:t>
            </a:r>
            <a:r>
              <a:rPr lang="en-US" altLang="zh-CN" sz="1600" b="1" dirty="0">
                <a:latin typeface="Courier New" panose="02070309020205020404" pitchFamily="49" charset="0"/>
                <a:cs typeface="Courier New" panose="02070309020205020404" pitchFamily="49" charset="0"/>
              </a:rPr>
              <a:t>];                 </a:t>
            </a:r>
            <a:r>
              <a:rPr lang="en-US" altLang="zh-CN" sz="1600" dirty="0">
                <a:solidFill>
                  <a:schemeClr val="accent6">
                    <a:lumMod val="75000"/>
                  </a:schemeClr>
                </a:solidFill>
                <a:latin typeface="Courier New" panose="02070309020205020404" pitchFamily="49" charset="0"/>
                <a:cs typeface="Courier New" panose="02070309020205020404" pitchFamily="49" charset="0"/>
              </a:rPr>
              <a:t>// </a:t>
            </a:r>
            <a:r>
              <a:rPr lang="zh-CN" altLang="en-US" sz="1600" dirty="0">
                <a:solidFill>
                  <a:schemeClr val="accent6">
                    <a:lumMod val="75000"/>
                  </a:schemeClr>
                </a:solidFill>
                <a:latin typeface="Courier New" panose="02070309020205020404" pitchFamily="49" charset="0"/>
                <a:cs typeface="Courier New" panose="02070309020205020404" pitchFamily="49" charset="0"/>
              </a:rPr>
              <a:t>先暂存在</a:t>
            </a:r>
            <a:r>
              <a:rPr lang="en-US" altLang="zh-CN" sz="1600" b="1" dirty="0">
                <a:solidFill>
                  <a:srgbClr val="C00000"/>
                </a:solidFill>
                <a:latin typeface="Courier New" panose="02070309020205020404" pitchFamily="49" charset="0"/>
                <a:cs typeface="Courier New" panose="02070309020205020404" pitchFamily="49" charset="0"/>
              </a:rPr>
              <a:t>L-&gt;r[0]</a:t>
            </a:r>
          </a:p>
          <a:p>
            <a:r>
              <a:rPr lang="en-US" altLang="zh-CN" sz="1600" b="1" dirty="0">
                <a:latin typeface="Courier New" panose="02070309020205020404" pitchFamily="49" charset="0"/>
                <a:cs typeface="Courier New" panose="02070309020205020404" pitchFamily="49" charset="0"/>
              </a:rPr>
              <a:t>      L-&gt;r[</a:t>
            </a:r>
            <a:r>
              <a:rPr lang="en-US" altLang="zh-CN" sz="1600" b="1" dirty="0" err="1">
                <a:latin typeface="Courier New" panose="02070309020205020404" pitchFamily="49" charset="0"/>
                <a:cs typeface="Courier New" panose="02070309020205020404" pitchFamily="49" charset="0"/>
              </a:rPr>
              <a:t>i</a:t>
            </a:r>
            <a:r>
              <a:rPr lang="en-US" altLang="zh-CN" sz="1600" b="1" dirty="0">
                <a:latin typeface="Courier New" panose="02070309020205020404" pitchFamily="49" charset="0"/>
                <a:cs typeface="Courier New" panose="02070309020205020404" pitchFamily="49" charset="0"/>
              </a:rPr>
              <a:t>] = L-&gt;r[</a:t>
            </a:r>
            <a:r>
              <a:rPr lang="en-US" altLang="zh-CN" sz="1600" b="1" dirty="0" err="1">
                <a:latin typeface="Courier New" panose="02070309020205020404" pitchFamily="49" charset="0"/>
                <a:cs typeface="Courier New" panose="02070309020205020404" pitchFamily="49" charset="0"/>
              </a:rPr>
              <a:t>i</a:t>
            </a:r>
            <a:r>
              <a:rPr lang="en-US" altLang="zh-CN" sz="1600" b="1" dirty="0">
                <a:latin typeface="Courier New" panose="02070309020205020404" pitchFamily="49" charset="0"/>
                <a:cs typeface="Courier New" panose="02070309020205020404" pitchFamily="49" charset="0"/>
              </a:rPr>
              <a:t>-</a:t>
            </a:r>
            <a:r>
              <a:rPr lang="en-US" altLang="zh-CN" sz="1600" b="1" dirty="0">
                <a:solidFill>
                  <a:srgbClr val="C00000"/>
                </a:solidFill>
                <a:latin typeface="Courier New" panose="02070309020205020404" pitchFamily="49" charset="0"/>
                <a:cs typeface="Courier New" panose="02070309020205020404" pitchFamily="49" charset="0"/>
              </a:rPr>
              <a:t>dk</a:t>
            </a:r>
            <a:r>
              <a:rPr lang="en-US" altLang="zh-CN" sz="1600" b="1" dirty="0">
                <a:latin typeface="Courier New" panose="02070309020205020404" pitchFamily="49" charset="0"/>
                <a:cs typeface="Courier New" panose="02070309020205020404" pitchFamily="49" charset="0"/>
              </a:rPr>
              <a:t>];</a:t>
            </a:r>
          </a:p>
          <a:p>
            <a:r>
              <a:rPr lang="en-US" altLang="zh-CN"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for</a:t>
            </a:r>
            <a:r>
              <a:rPr lang="en-US" altLang="zh-CN"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en-US" altLang="zh-CN" sz="1600" b="1" dirty="0">
                <a:latin typeface="Courier New" panose="02070309020205020404" pitchFamily="49" charset="0"/>
                <a:cs typeface="Courier New" panose="02070309020205020404" pitchFamily="49" charset="0"/>
              </a:rPr>
              <a:t> j=</a:t>
            </a:r>
            <a:r>
              <a:rPr lang="en-US" altLang="zh-CN" sz="1600" b="1" dirty="0" err="1">
                <a:latin typeface="Courier New" panose="02070309020205020404" pitchFamily="49" charset="0"/>
                <a:cs typeface="Courier New" panose="02070309020205020404" pitchFamily="49" charset="0"/>
              </a:rPr>
              <a:t>i</a:t>
            </a:r>
            <a:r>
              <a:rPr lang="en-US" altLang="zh-CN" sz="1600" b="1" dirty="0">
                <a:latin typeface="Courier New" panose="02070309020205020404" pitchFamily="49" charset="0"/>
                <a:cs typeface="Courier New" panose="02070309020205020404" pitchFamily="49" charset="0"/>
              </a:rPr>
              <a:t>-2</a:t>
            </a:r>
            <a:r>
              <a:rPr lang="en-US" altLang="zh-CN" sz="1600" b="1" dirty="0">
                <a:solidFill>
                  <a:srgbClr val="C00000"/>
                </a:solidFill>
                <a:latin typeface="Courier New" panose="02070309020205020404" pitchFamily="49" charset="0"/>
                <a:cs typeface="Courier New" panose="02070309020205020404" pitchFamily="49" charset="0"/>
              </a:rPr>
              <a:t>*dk</a:t>
            </a:r>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0006EE"/>
                </a:solidFill>
                <a:latin typeface="Courier New" panose="02070309020205020404" pitchFamily="49" charset="0"/>
                <a:cs typeface="Courier New" panose="02070309020205020404" pitchFamily="49" charset="0"/>
              </a:rPr>
              <a:t>j&gt;0 </a:t>
            </a:r>
            <a:r>
              <a:rPr lang="en-US" altLang="zh-CN" sz="1600" b="1" dirty="0">
                <a:solidFill>
                  <a:srgbClr val="0006EE"/>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&amp;&amp;</a:t>
            </a:r>
            <a:r>
              <a:rPr lang="en-US" altLang="zh-CN" sz="1600" b="1" dirty="0">
                <a:solidFill>
                  <a:srgbClr val="0006EE"/>
                </a:solidFill>
                <a:latin typeface="Courier New" panose="02070309020205020404" pitchFamily="49" charset="0"/>
                <a:cs typeface="Courier New" panose="02070309020205020404" pitchFamily="49" charset="0"/>
              </a:rPr>
              <a:t> LT</a:t>
            </a:r>
            <a:r>
              <a:rPr lang="en-US" altLang="zh-CN" sz="1600" b="1" dirty="0">
                <a:latin typeface="Courier New" panose="02070309020205020404" pitchFamily="49" charset="0"/>
                <a:cs typeface="Courier New" panose="02070309020205020404" pitchFamily="49" charset="0"/>
              </a:rPr>
              <a:t>(L-&gt;r[0], L-&gt;r[j]); j-=</a:t>
            </a:r>
            <a:r>
              <a:rPr lang="en-US" altLang="zh-CN" sz="1600" b="1" dirty="0">
                <a:solidFill>
                  <a:srgbClr val="C00000"/>
                </a:solidFill>
                <a:latin typeface="Courier New" panose="02070309020205020404" pitchFamily="49" charset="0"/>
                <a:cs typeface="Courier New" panose="02070309020205020404" pitchFamily="49" charset="0"/>
              </a:rPr>
              <a:t>dk</a:t>
            </a:r>
            <a:r>
              <a:rPr lang="en-US" altLang="zh-CN" sz="1600" b="1" dirty="0">
                <a:latin typeface="Courier New" panose="02070309020205020404" pitchFamily="49" charset="0"/>
                <a:cs typeface="Courier New" panose="02070309020205020404" pitchFamily="49" charset="0"/>
              </a:rPr>
              <a:t>)</a:t>
            </a:r>
          </a:p>
          <a:p>
            <a:r>
              <a:rPr lang="en-US" altLang="zh-CN" sz="1600" b="1" dirty="0">
                <a:latin typeface="Courier New" panose="02070309020205020404" pitchFamily="49" charset="0"/>
                <a:cs typeface="Courier New" panose="02070309020205020404" pitchFamily="49" charset="0"/>
              </a:rPr>
              <a:t>        L-&gt;r[</a:t>
            </a:r>
            <a:r>
              <a:rPr lang="en-US" altLang="zh-CN" sz="1600" b="1" dirty="0" err="1">
                <a:latin typeface="Courier New" panose="02070309020205020404" pitchFamily="49" charset="0"/>
                <a:cs typeface="Courier New" panose="02070309020205020404" pitchFamily="49" charset="0"/>
              </a:rPr>
              <a:t>j+</a:t>
            </a:r>
            <a:r>
              <a:rPr lang="en-US" altLang="zh-CN" sz="1600" b="1" dirty="0" err="1">
                <a:solidFill>
                  <a:srgbClr val="C00000"/>
                </a:solidFill>
                <a:latin typeface="Courier New" panose="02070309020205020404" pitchFamily="49" charset="0"/>
                <a:cs typeface="Courier New" panose="02070309020205020404" pitchFamily="49" charset="0"/>
              </a:rPr>
              <a:t>dk</a:t>
            </a:r>
            <a:r>
              <a:rPr lang="en-US" altLang="zh-CN" sz="1600" b="1" dirty="0">
                <a:latin typeface="Courier New" panose="02070309020205020404" pitchFamily="49" charset="0"/>
                <a:cs typeface="Courier New" panose="02070309020205020404" pitchFamily="49" charset="0"/>
              </a:rPr>
              <a:t>] = L-&gt;r[j];   </a:t>
            </a:r>
            <a:r>
              <a:rPr lang="en-US" altLang="zh-CN" sz="1600" dirty="0">
                <a:solidFill>
                  <a:schemeClr val="accent6">
                    <a:lumMod val="75000"/>
                  </a:schemeClr>
                </a:solidFill>
                <a:latin typeface="Courier New" panose="02070309020205020404" pitchFamily="49" charset="0"/>
                <a:cs typeface="Courier New" panose="02070309020205020404" pitchFamily="49" charset="0"/>
              </a:rPr>
              <a:t>// </a:t>
            </a:r>
            <a:r>
              <a:rPr lang="zh-CN" altLang="en-US" sz="1600" dirty="0">
                <a:solidFill>
                  <a:schemeClr val="accent6">
                    <a:lumMod val="75000"/>
                  </a:schemeClr>
                </a:solidFill>
                <a:latin typeface="Courier New" panose="02070309020205020404" pitchFamily="49" charset="0"/>
                <a:cs typeface="Courier New" panose="02070309020205020404" pitchFamily="49" charset="0"/>
              </a:rPr>
              <a:t>记录后移，查找插入位置</a:t>
            </a:r>
          </a:p>
          <a:p>
            <a:r>
              <a:rPr lang="zh-CN" altLang="en-US" sz="1600" b="1" dirty="0">
                <a:latin typeface="Courier New" panose="02070309020205020404" pitchFamily="49" charset="0"/>
                <a:cs typeface="Courier New" panose="02070309020205020404" pitchFamily="49" charset="0"/>
              </a:rPr>
              <a:t>      </a:t>
            </a:r>
            <a:r>
              <a:rPr lang="en-US" altLang="zh-CN" sz="1600" b="1" dirty="0">
                <a:latin typeface="Courier New" panose="02070309020205020404" pitchFamily="49" charset="0"/>
                <a:cs typeface="Courier New" panose="02070309020205020404" pitchFamily="49" charset="0"/>
              </a:rPr>
              <a:t>L-&gt;r[</a:t>
            </a:r>
            <a:r>
              <a:rPr lang="en-US" altLang="zh-CN" sz="1600" b="1" dirty="0" err="1">
                <a:latin typeface="Courier New" panose="02070309020205020404" pitchFamily="49" charset="0"/>
                <a:cs typeface="Courier New" panose="02070309020205020404" pitchFamily="49" charset="0"/>
              </a:rPr>
              <a:t>j+</a:t>
            </a:r>
            <a:r>
              <a:rPr lang="en-US" altLang="zh-CN" sz="1600" b="1" dirty="0" err="1">
                <a:solidFill>
                  <a:srgbClr val="C00000"/>
                </a:solidFill>
                <a:latin typeface="Courier New" panose="02070309020205020404" pitchFamily="49" charset="0"/>
                <a:cs typeface="Courier New" panose="02070309020205020404" pitchFamily="49" charset="0"/>
              </a:rPr>
              <a:t>dk</a:t>
            </a:r>
            <a:r>
              <a:rPr lang="en-US" altLang="zh-CN" sz="1600" b="1" dirty="0">
                <a:latin typeface="Courier New" panose="02070309020205020404" pitchFamily="49" charset="0"/>
                <a:cs typeface="Courier New" panose="02070309020205020404" pitchFamily="49" charset="0"/>
              </a:rPr>
              <a:t>] = L-&gt;r[0];     </a:t>
            </a:r>
            <a:r>
              <a:rPr lang="en-US" altLang="zh-CN" sz="1600" dirty="0">
                <a:solidFill>
                  <a:schemeClr val="accent6">
                    <a:lumMod val="75000"/>
                  </a:schemeClr>
                </a:solidFill>
                <a:latin typeface="Courier New" panose="02070309020205020404" pitchFamily="49" charset="0"/>
                <a:cs typeface="Courier New" panose="02070309020205020404" pitchFamily="49" charset="0"/>
              </a:rPr>
              <a:t>// </a:t>
            </a:r>
            <a:r>
              <a:rPr lang="zh-CN" altLang="en-US" sz="1600" dirty="0">
                <a:solidFill>
                  <a:schemeClr val="accent6">
                    <a:lumMod val="75000"/>
                  </a:schemeClr>
                </a:solidFill>
                <a:latin typeface="Courier New" panose="02070309020205020404" pitchFamily="49" charset="0"/>
                <a:cs typeface="Courier New" panose="02070309020205020404" pitchFamily="49" charset="0"/>
              </a:rPr>
              <a:t>插入</a:t>
            </a:r>
          </a:p>
          <a:p>
            <a:r>
              <a:rPr lang="zh-CN" altLang="en-US"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zh-CN" altLang="en-US" sz="1600" dirty="0">
              <a:solidFill>
                <a:srgbClr val="0070C0"/>
              </a:solidFill>
              <a:latin typeface="Courier New" panose="02070309020205020404" pitchFamily="49" charset="0"/>
              <a:cs typeface="Courier New" panose="02070309020205020404" pitchFamily="49" charset="0"/>
            </a:endParaRPr>
          </a:p>
        </p:txBody>
      </p:sp>
      <p:sp>
        <p:nvSpPr>
          <p:cNvPr id="93" name="文本框 92">
            <a:extLst>
              <a:ext uri="{FF2B5EF4-FFF2-40B4-BE49-F238E27FC236}">
                <a16:creationId xmlns:a16="http://schemas.microsoft.com/office/drawing/2014/main" id="{787E3E85-BB77-4EFB-A163-9241BF1CD72E}"/>
              </a:ext>
            </a:extLst>
          </p:cNvPr>
          <p:cNvSpPr txBox="1"/>
          <p:nvPr/>
        </p:nvSpPr>
        <p:spPr>
          <a:xfrm>
            <a:off x="466103" y="1108549"/>
            <a:ext cx="3256787" cy="369332"/>
          </a:xfrm>
          <a:prstGeom prst="rect">
            <a:avLst/>
          </a:prstGeom>
          <a:noFill/>
        </p:spPr>
        <p:txBody>
          <a:bodyPr wrap="square" rtlCol="0">
            <a:spAutoFit/>
          </a:bodyPr>
          <a:lstStyle/>
          <a:p>
            <a:r>
              <a:rPr lang="zh-CN" altLang="en-US" b="1"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接着是增量为</a:t>
            </a:r>
            <a:r>
              <a:rPr lang="en-US" altLang="zh-CN" b="1"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3</a:t>
            </a:r>
            <a:r>
              <a:rPr lang="zh-CN" altLang="en-US" b="1"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的第</a:t>
            </a:r>
            <a:r>
              <a:rPr lang="en-US" altLang="zh-CN" b="1"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2</a:t>
            </a:r>
            <a:r>
              <a:rPr lang="zh-CN" altLang="en-US" b="1"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趟</a:t>
            </a:r>
            <a:endParaRPr lang="zh-CN" altLang="en-US" b="1" dirty="0">
              <a:latin typeface="宋体" panose="02010600030101010101" pitchFamily="2" charset="-122"/>
              <a:ea typeface="宋体" panose="02010600030101010101" pitchFamily="2" charset="-122"/>
            </a:endParaRPr>
          </a:p>
        </p:txBody>
      </p:sp>
      <p:sp>
        <p:nvSpPr>
          <p:cNvPr id="95" name="文本框 94">
            <a:extLst>
              <a:ext uri="{FF2B5EF4-FFF2-40B4-BE49-F238E27FC236}">
                <a16:creationId xmlns:a16="http://schemas.microsoft.com/office/drawing/2014/main" id="{344C4F0E-8BD1-494B-AA9D-D2C7B6A0DFEE}"/>
              </a:ext>
            </a:extLst>
          </p:cNvPr>
          <p:cNvSpPr txBox="1"/>
          <p:nvPr/>
        </p:nvSpPr>
        <p:spPr>
          <a:xfrm>
            <a:off x="8380418" y="205964"/>
            <a:ext cx="369012" cy="461665"/>
          </a:xfrm>
          <a:prstGeom prst="rect">
            <a:avLst/>
          </a:prstGeom>
          <a:noFill/>
        </p:spPr>
        <p:txBody>
          <a:bodyPr wrap="none" rtlCol="0">
            <a:spAutoFit/>
          </a:bodyPr>
          <a:lstStyle/>
          <a:p>
            <a:r>
              <a:rPr lang="en-US" altLang="zh-CN" sz="2400" b="1" dirty="0" err="1">
                <a:solidFill>
                  <a:srgbClr val="C00000"/>
                </a:solidFill>
                <a:latin typeface="Courier New" panose="02070309020205020404" pitchFamily="49" charset="0"/>
                <a:cs typeface="Courier New" panose="02070309020205020404" pitchFamily="49" charset="0"/>
              </a:rPr>
              <a:t>i</a:t>
            </a:r>
            <a:endParaRPr lang="zh-CN" altLang="en-US" sz="2400" b="1" dirty="0">
              <a:solidFill>
                <a:srgbClr val="C00000"/>
              </a:solidFill>
              <a:latin typeface="Courier New" panose="02070309020205020404" pitchFamily="49" charset="0"/>
              <a:cs typeface="Courier New" panose="02070309020205020404" pitchFamily="49" charset="0"/>
            </a:endParaRPr>
          </a:p>
        </p:txBody>
      </p:sp>
      <p:grpSp>
        <p:nvGrpSpPr>
          <p:cNvPr id="97" name="组合 96">
            <a:extLst>
              <a:ext uri="{FF2B5EF4-FFF2-40B4-BE49-F238E27FC236}">
                <a16:creationId xmlns:a16="http://schemas.microsoft.com/office/drawing/2014/main" id="{7E44C42C-47E5-4455-8600-737BFCD73BA6}"/>
              </a:ext>
            </a:extLst>
          </p:cNvPr>
          <p:cNvGrpSpPr/>
          <p:nvPr/>
        </p:nvGrpSpPr>
        <p:grpSpPr>
          <a:xfrm>
            <a:off x="6679628" y="1730910"/>
            <a:ext cx="521295" cy="338355"/>
            <a:chOff x="9013309" y="1234607"/>
            <a:chExt cx="2300412" cy="570369"/>
          </a:xfrm>
        </p:grpSpPr>
        <p:cxnSp>
          <p:nvCxnSpPr>
            <p:cNvPr id="99" name="直接连接符 98">
              <a:extLst>
                <a:ext uri="{FF2B5EF4-FFF2-40B4-BE49-F238E27FC236}">
                  <a16:creationId xmlns:a16="http://schemas.microsoft.com/office/drawing/2014/main" id="{D9B1F4CD-F9D8-4CC0-B15B-4495CB573982}"/>
                </a:ext>
              </a:extLst>
            </p:cNvPr>
            <p:cNvCxnSpPr>
              <a:cxnSpLocks/>
            </p:cNvCxnSpPr>
            <p:nvPr/>
          </p:nvCxnSpPr>
          <p:spPr>
            <a:xfrm>
              <a:off x="9013309" y="1234607"/>
              <a:ext cx="1030087" cy="570369"/>
            </a:xfrm>
            <a:prstGeom prst="line">
              <a:avLst/>
            </a:prstGeom>
            <a:ln w="222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DA421A0D-D870-4FEF-B3DF-C7DCD1B3D792}"/>
                </a:ext>
              </a:extLst>
            </p:cNvPr>
            <p:cNvCxnSpPr>
              <a:cxnSpLocks/>
            </p:cNvCxnSpPr>
            <p:nvPr/>
          </p:nvCxnSpPr>
          <p:spPr>
            <a:xfrm flipH="1">
              <a:off x="10224279" y="1239953"/>
              <a:ext cx="1089442" cy="546858"/>
            </a:xfrm>
            <a:prstGeom prst="line">
              <a:avLst/>
            </a:prstGeom>
            <a:ln w="22225">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103" name="组合 102">
            <a:extLst>
              <a:ext uri="{FF2B5EF4-FFF2-40B4-BE49-F238E27FC236}">
                <a16:creationId xmlns:a16="http://schemas.microsoft.com/office/drawing/2014/main" id="{714005DB-5120-4935-9CA7-C0D9B3A740DD}"/>
              </a:ext>
            </a:extLst>
          </p:cNvPr>
          <p:cNvGrpSpPr/>
          <p:nvPr/>
        </p:nvGrpSpPr>
        <p:grpSpPr>
          <a:xfrm>
            <a:off x="7190286" y="1737443"/>
            <a:ext cx="1377828" cy="338355"/>
            <a:chOff x="9013309" y="1234607"/>
            <a:chExt cx="2300412" cy="570369"/>
          </a:xfrm>
        </p:grpSpPr>
        <p:cxnSp>
          <p:nvCxnSpPr>
            <p:cNvPr id="105" name="直接连接符 104">
              <a:extLst>
                <a:ext uri="{FF2B5EF4-FFF2-40B4-BE49-F238E27FC236}">
                  <a16:creationId xmlns:a16="http://schemas.microsoft.com/office/drawing/2014/main" id="{2EFDD1A9-FD60-488E-B9F4-7CA2127DA07F}"/>
                </a:ext>
              </a:extLst>
            </p:cNvPr>
            <p:cNvCxnSpPr>
              <a:cxnSpLocks/>
            </p:cNvCxnSpPr>
            <p:nvPr/>
          </p:nvCxnSpPr>
          <p:spPr>
            <a:xfrm>
              <a:off x="9013309" y="1234607"/>
              <a:ext cx="1030087" cy="570369"/>
            </a:xfrm>
            <a:prstGeom prst="line">
              <a:avLst/>
            </a:prstGeom>
            <a:ln w="222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7" name="直接连接符 106">
              <a:extLst>
                <a:ext uri="{FF2B5EF4-FFF2-40B4-BE49-F238E27FC236}">
                  <a16:creationId xmlns:a16="http://schemas.microsoft.com/office/drawing/2014/main" id="{2602F881-357B-4E8F-A9C2-C21236B96A8C}"/>
                </a:ext>
              </a:extLst>
            </p:cNvPr>
            <p:cNvCxnSpPr>
              <a:cxnSpLocks/>
            </p:cNvCxnSpPr>
            <p:nvPr/>
          </p:nvCxnSpPr>
          <p:spPr>
            <a:xfrm flipH="1">
              <a:off x="10224279" y="1239953"/>
              <a:ext cx="1089442" cy="546858"/>
            </a:xfrm>
            <a:prstGeom prst="line">
              <a:avLst/>
            </a:prstGeom>
            <a:ln w="22225">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109" name="组合 108">
            <a:extLst>
              <a:ext uri="{FF2B5EF4-FFF2-40B4-BE49-F238E27FC236}">
                <a16:creationId xmlns:a16="http://schemas.microsoft.com/office/drawing/2014/main" id="{85EF494C-7376-42CC-A406-9299D1EDEA9C}"/>
              </a:ext>
            </a:extLst>
          </p:cNvPr>
          <p:cNvGrpSpPr/>
          <p:nvPr/>
        </p:nvGrpSpPr>
        <p:grpSpPr>
          <a:xfrm>
            <a:off x="9942639" y="1745006"/>
            <a:ext cx="1377828" cy="338355"/>
            <a:chOff x="9013309" y="1234607"/>
            <a:chExt cx="2300412" cy="570369"/>
          </a:xfrm>
        </p:grpSpPr>
        <p:cxnSp>
          <p:nvCxnSpPr>
            <p:cNvPr id="122" name="直接连接符 121">
              <a:extLst>
                <a:ext uri="{FF2B5EF4-FFF2-40B4-BE49-F238E27FC236}">
                  <a16:creationId xmlns:a16="http://schemas.microsoft.com/office/drawing/2014/main" id="{6449F060-56D4-4D08-BAE0-5908285D45DF}"/>
                </a:ext>
              </a:extLst>
            </p:cNvPr>
            <p:cNvCxnSpPr>
              <a:cxnSpLocks/>
            </p:cNvCxnSpPr>
            <p:nvPr/>
          </p:nvCxnSpPr>
          <p:spPr>
            <a:xfrm>
              <a:off x="9013309" y="1234607"/>
              <a:ext cx="1030087" cy="570369"/>
            </a:xfrm>
            <a:prstGeom prst="line">
              <a:avLst/>
            </a:prstGeom>
            <a:ln w="222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3" name="直接连接符 122">
              <a:extLst>
                <a:ext uri="{FF2B5EF4-FFF2-40B4-BE49-F238E27FC236}">
                  <a16:creationId xmlns:a16="http://schemas.microsoft.com/office/drawing/2014/main" id="{D5DB49B4-FA4C-4B8C-A6D1-4828B36160F6}"/>
                </a:ext>
              </a:extLst>
            </p:cNvPr>
            <p:cNvCxnSpPr>
              <a:cxnSpLocks/>
            </p:cNvCxnSpPr>
            <p:nvPr/>
          </p:nvCxnSpPr>
          <p:spPr>
            <a:xfrm flipH="1">
              <a:off x="10224279" y="1239953"/>
              <a:ext cx="1089442" cy="546858"/>
            </a:xfrm>
            <a:prstGeom prst="line">
              <a:avLst/>
            </a:prstGeom>
            <a:ln w="22225">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124" name="组合 123">
            <a:extLst>
              <a:ext uri="{FF2B5EF4-FFF2-40B4-BE49-F238E27FC236}">
                <a16:creationId xmlns:a16="http://schemas.microsoft.com/office/drawing/2014/main" id="{53085209-FA1F-42CB-A661-616BB258A15B}"/>
              </a:ext>
            </a:extLst>
          </p:cNvPr>
          <p:cNvGrpSpPr/>
          <p:nvPr/>
        </p:nvGrpSpPr>
        <p:grpSpPr>
          <a:xfrm>
            <a:off x="9507902" y="1745006"/>
            <a:ext cx="1377828" cy="338355"/>
            <a:chOff x="9013309" y="1234607"/>
            <a:chExt cx="2300412" cy="570369"/>
          </a:xfrm>
        </p:grpSpPr>
        <p:cxnSp>
          <p:nvCxnSpPr>
            <p:cNvPr id="125" name="直接连接符 124">
              <a:extLst>
                <a:ext uri="{FF2B5EF4-FFF2-40B4-BE49-F238E27FC236}">
                  <a16:creationId xmlns:a16="http://schemas.microsoft.com/office/drawing/2014/main" id="{0837E022-620D-4839-8E06-F627FB846E62}"/>
                </a:ext>
              </a:extLst>
            </p:cNvPr>
            <p:cNvCxnSpPr>
              <a:cxnSpLocks/>
            </p:cNvCxnSpPr>
            <p:nvPr/>
          </p:nvCxnSpPr>
          <p:spPr>
            <a:xfrm>
              <a:off x="9013309" y="1234607"/>
              <a:ext cx="1030087" cy="570369"/>
            </a:xfrm>
            <a:prstGeom prst="line">
              <a:avLst/>
            </a:prstGeom>
            <a:ln w="2222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26" name="直接连接符 125">
              <a:extLst>
                <a:ext uri="{FF2B5EF4-FFF2-40B4-BE49-F238E27FC236}">
                  <a16:creationId xmlns:a16="http://schemas.microsoft.com/office/drawing/2014/main" id="{80E7A2E9-0601-40D3-8761-C946FD59D428}"/>
                </a:ext>
              </a:extLst>
            </p:cNvPr>
            <p:cNvCxnSpPr>
              <a:cxnSpLocks/>
            </p:cNvCxnSpPr>
            <p:nvPr/>
          </p:nvCxnSpPr>
          <p:spPr>
            <a:xfrm flipH="1">
              <a:off x="10224279" y="1239953"/>
              <a:ext cx="1089442" cy="546858"/>
            </a:xfrm>
            <a:prstGeom prst="line">
              <a:avLst/>
            </a:prstGeom>
            <a:ln w="22225">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127" name="组合 126">
            <a:extLst>
              <a:ext uri="{FF2B5EF4-FFF2-40B4-BE49-F238E27FC236}">
                <a16:creationId xmlns:a16="http://schemas.microsoft.com/office/drawing/2014/main" id="{5A1056F6-A648-4E85-B54E-9616B5576057}"/>
              </a:ext>
            </a:extLst>
          </p:cNvPr>
          <p:cNvGrpSpPr/>
          <p:nvPr/>
        </p:nvGrpSpPr>
        <p:grpSpPr>
          <a:xfrm>
            <a:off x="9034919" y="1737443"/>
            <a:ext cx="1377828" cy="338355"/>
            <a:chOff x="9013309" y="1234607"/>
            <a:chExt cx="2300412" cy="570369"/>
          </a:xfrm>
        </p:grpSpPr>
        <p:cxnSp>
          <p:nvCxnSpPr>
            <p:cNvPr id="128" name="直接连接符 127">
              <a:extLst>
                <a:ext uri="{FF2B5EF4-FFF2-40B4-BE49-F238E27FC236}">
                  <a16:creationId xmlns:a16="http://schemas.microsoft.com/office/drawing/2014/main" id="{713121CF-90EA-458F-8549-DF637F58721A}"/>
                </a:ext>
              </a:extLst>
            </p:cNvPr>
            <p:cNvCxnSpPr>
              <a:cxnSpLocks/>
            </p:cNvCxnSpPr>
            <p:nvPr/>
          </p:nvCxnSpPr>
          <p:spPr>
            <a:xfrm>
              <a:off x="9013309" y="1234607"/>
              <a:ext cx="1030087" cy="570369"/>
            </a:xfrm>
            <a:prstGeom prst="line">
              <a:avLst/>
            </a:prstGeom>
            <a:ln w="2222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29" name="直接连接符 128">
              <a:extLst>
                <a:ext uri="{FF2B5EF4-FFF2-40B4-BE49-F238E27FC236}">
                  <a16:creationId xmlns:a16="http://schemas.microsoft.com/office/drawing/2014/main" id="{9200DCB3-5EBB-4FEE-A64A-BC505B91495B}"/>
                </a:ext>
              </a:extLst>
            </p:cNvPr>
            <p:cNvCxnSpPr>
              <a:cxnSpLocks/>
            </p:cNvCxnSpPr>
            <p:nvPr/>
          </p:nvCxnSpPr>
          <p:spPr>
            <a:xfrm flipH="1">
              <a:off x="10224279" y="1239953"/>
              <a:ext cx="1089442" cy="546858"/>
            </a:xfrm>
            <a:prstGeom prst="line">
              <a:avLst/>
            </a:prstGeom>
            <a:ln w="22225">
              <a:solidFill>
                <a:srgbClr val="0070C0"/>
              </a:solidFill>
            </a:ln>
          </p:spPr>
          <p:style>
            <a:lnRef idx="1">
              <a:schemeClr val="accent1"/>
            </a:lnRef>
            <a:fillRef idx="0">
              <a:schemeClr val="accent1"/>
            </a:fillRef>
            <a:effectRef idx="0">
              <a:schemeClr val="accent1"/>
            </a:effectRef>
            <a:fontRef idx="minor">
              <a:schemeClr val="tx1"/>
            </a:fontRef>
          </p:style>
        </p:cxnSp>
      </p:grpSp>
      <p:grpSp>
        <p:nvGrpSpPr>
          <p:cNvPr id="148" name="组合 147">
            <a:extLst>
              <a:ext uri="{FF2B5EF4-FFF2-40B4-BE49-F238E27FC236}">
                <a16:creationId xmlns:a16="http://schemas.microsoft.com/office/drawing/2014/main" id="{F505ED86-6C9F-4E64-9346-95B72F8CFE20}"/>
              </a:ext>
            </a:extLst>
          </p:cNvPr>
          <p:cNvGrpSpPr/>
          <p:nvPr/>
        </p:nvGrpSpPr>
        <p:grpSpPr>
          <a:xfrm>
            <a:off x="8553986" y="1752569"/>
            <a:ext cx="1377828" cy="338355"/>
            <a:chOff x="9013309" y="1234607"/>
            <a:chExt cx="2300412" cy="570369"/>
          </a:xfrm>
        </p:grpSpPr>
        <p:cxnSp>
          <p:nvCxnSpPr>
            <p:cNvPr id="149" name="直接连接符 148">
              <a:extLst>
                <a:ext uri="{FF2B5EF4-FFF2-40B4-BE49-F238E27FC236}">
                  <a16:creationId xmlns:a16="http://schemas.microsoft.com/office/drawing/2014/main" id="{97CE2246-2461-4280-8E75-E2F9B7CFBA16}"/>
                </a:ext>
              </a:extLst>
            </p:cNvPr>
            <p:cNvCxnSpPr>
              <a:cxnSpLocks/>
            </p:cNvCxnSpPr>
            <p:nvPr/>
          </p:nvCxnSpPr>
          <p:spPr>
            <a:xfrm>
              <a:off x="9013309" y="1234607"/>
              <a:ext cx="1030087" cy="570369"/>
            </a:xfrm>
            <a:prstGeom prst="line">
              <a:avLst/>
            </a:prstGeom>
            <a:ln w="222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50" name="直接连接符 149">
              <a:extLst>
                <a:ext uri="{FF2B5EF4-FFF2-40B4-BE49-F238E27FC236}">
                  <a16:creationId xmlns:a16="http://schemas.microsoft.com/office/drawing/2014/main" id="{8515C102-0711-4AEB-B413-4EC0B3846B49}"/>
                </a:ext>
              </a:extLst>
            </p:cNvPr>
            <p:cNvCxnSpPr>
              <a:cxnSpLocks/>
            </p:cNvCxnSpPr>
            <p:nvPr/>
          </p:nvCxnSpPr>
          <p:spPr>
            <a:xfrm flipH="1">
              <a:off x="10224279" y="1239953"/>
              <a:ext cx="1089442" cy="546858"/>
            </a:xfrm>
            <a:prstGeom prst="line">
              <a:avLst/>
            </a:prstGeom>
            <a:ln w="22225">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151" name="组合 150">
            <a:extLst>
              <a:ext uri="{FF2B5EF4-FFF2-40B4-BE49-F238E27FC236}">
                <a16:creationId xmlns:a16="http://schemas.microsoft.com/office/drawing/2014/main" id="{31D77D48-6178-4ED7-B8A6-9BB5DE53B704}"/>
              </a:ext>
            </a:extLst>
          </p:cNvPr>
          <p:cNvGrpSpPr/>
          <p:nvPr/>
        </p:nvGrpSpPr>
        <p:grpSpPr>
          <a:xfrm>
            <a:off x="8090633" y="1745006"/>
            <a:ext cx="1377828" cy="338355"/>
            <a:chOff x="9013309" y="1234607"/>
            <a:chExt cx="2300412" cy="570369"/>
          </a:xfrm>
        </p:grpSpPr>
        <p:cxnSp>
          <p:nvCxnSpPr>
            <p:cNvPr id="152" name="直接连接符 151">
              <a:extLst>
                <a:ext uri="{FF2B5EF4-FFF2-40B4-BE49-F238E27FC236}">
                  <a16:creationId xmlns:a16="http://schemas.microsoft.com/office/drawing/2014/main" id="{2AC92980-2A9D-4F91-8618-EA97CFE429D5}"/>
                </a:ext>
              </a:extLst>
            </p:cNvPr>
            <p:cNvCxnSpPr>
              <a:cxnSpLocks/>
            </p:cNvCxnSpPr>
            <p:nvPr/>
          </p:nvCxnSpPr>
          <p:spPr>
            <a:xfrm>
              <a:off x="9013309" y="1234607"/>
              <a:ext cx="1030087" cy="570369"/>
            </a:xfrm>
            <a:prstGeom prst="line">
              <a:avLst/>
            </a:prstGeom>
            <a:ln w="2222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53" name="直接连接符 152">
              <a:extLst>
                <a:ext uri="{FF2B5EF4-FFF2-40B4-BE49-F238E27FC236}">
                  <a16:creationId xmlns:a16="http://schemas.microsoft.com/office/drawing/2014/main" id="{4CBAF1A6-8A62-4E35-8499-F90BCC930E71}"/>
                </a:ext>
              </a:extLst>
            </p:cNvPr>
            <p:cNvCxnSpPr>
              <a:cxnSpLocks/>
            </p:cNvCxnSpPr>
            <p:nvPr/>
          </p:nvCxnSpPr>
          <p:spPr>
            <a:xfrm flipH="1">
              <a:off x="10224279" y="1239953"/>
              <a:ext cx="1089442" cy="546858"/>
            </a:xfrm>
            <a:prstGeom prst="line">
              <a:avLst/>
            </a:prstGeom>
            <a:ln w="22225">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154" name="组合 153">
            <a:extLst>
              <a:ext uri="{FF2B5EF4-FFF2-40B4-BE49-F238E27FC236}">
                <a16:creationId xmlns:a16="http://schemas.microsoft.com/office/drawing/2014/main" id="{2ECF945B-FB8B-415F-85F1-066C4A9EDEA1}"/>
              </a:ext>
            </a:extLst>
          </p:cNvPr>
          <p:cNvGrpSpPr/>
          <p:nvPr/>
        </p:nvGrpSpPr>
        <p:grpSpPr>
          <a:xfrm>
            <a:off x="7632200" y="1745006"/>
            <a:ext cx="1377828" cy="338355"/>
            <a:chOff x="9013309" y="1234607"/>
            <a:chExt cx="2300412" cy="570369"/>
          </a:xfrm>
        </p:grpSpPr>
        <p:cxnSp>
          <p:nvCxnSpPr>
            <p:cNvPr id="155" name="直接连接符 154">
              <a:extLst>
                <a:ext uri="{FF2B5EF4-FFF2-40B4-BE49-F238E27FC236}">
                  <a16:creationId xmlns:a16="http://schemas.microsoft.com/office/drawing/2014/main" id="{A949419B-D961-4A63-A22C-0CDF7B027927}"/>
                </a:ext>
              </a:extLst>
            </p:cNvPr>
            <p:cNvCxnSpPr>
              <a:cxnSpLocks/>
            </p:cNvCxnSpPr>
            <p:nvPr/>
          </p:nvCxnSpPr>
          <p:spPr>
            <a:xfrm>
              <a:off x="9013309" y="1234607"/>
              <a:ext cx="1030087" cy="570369"/>
            </a:xfrm>
            <a:prstGeom prst="line">
              <a:avLst/>
            </a:prstGeom>
            <a:ln w="2222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56" name="直接连接符 155">
              <a:extLst>
                <a:ext uri="{FF2B5EF4-FFF2-40B4-BE49-F238E27FC236}">
                  <a16:creationId xmlns:a16="http://schemas.microsoft.com/office/drawing/2014/main" id="{C3094C9A-312B-4923-8DBC-62904308CA7B}"/>
                </a:ext>
              </a:extLst>
            </p:cNvPr>
            <p:cNvCxnSpPr>
              <a:cxnSpLocks/>
            </p:cNvCxnSpPr>
            <p:nvPr/>
          </p:nvCxnSpPr>
          <p:spPr>
            <a:xfrm flipH="1">
              <a:off x="10224279" y="1239953"/>
              <a:ext cx="1089442" cy="546858"/>
            </a:xfrm>
            <a:prstGeom prst="line">
              <a:avLst/>
            </a:prstGeom>
            <a:ln w="22225">
              <a:solidFill>
                <a:srgbClr val="0070C0"/>
              </a:solidFill>
            </a:ln>
          </p:spPr>
          <p:style>
            <a:lnRef idx="1">
              <a:schemeClr val="accent1"/>
            </a:lnRef>
            <a:fillRef idx="0">
              <a:schemeClr val="accent1"/>
            </a:fillRef>
            <a:effectRef idx="0">
              <a:schemeClr val="accent1"/>
            </a:effectRef>
            <a:fontRef idx="minor">
              <a:schemeClr val="tx1"/>
            </a:fontRef>
          </p:style>
        </p:cxnSp>
      </p:grpSp>
      <p:sp>
        <p:nvSpPr>
          <p:cNvPr id="2" name="矩形: 圆角 1">
            <a:extLst>
              <a:ext uri="{FF2B5EF4-FFF2-40B4-BE49-F238E27FC236}">
                <a16:creationId xmlns:a16="http://schemas.microsoft.com/office/drawing/2014/main" id="{D3132735-63F2-4D82-8731-37D02C91FEF2}"/>
              </a:ext>
            </a:extLst>
          </p:cNvPr>
          <p:cNvSpPr/>
          <p:nvPr/>
        </p:nvSpPr>
        <p:spPr>
          <a:xfrm>
            <a:off x="1411129" y="263971"/>
            <a:ext cx="2968941" cy="442827"/>
          </a:xfrm>
          <a:prstGeom prst="roundRect">
            <a:avLst/>
          </a:prstGeom>
          <a:solidFill>
            <a:schemeClr val="tx2">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2400" b="1" dirty="0">
                <a:solidFill>
                  <a:srgbClr val="C00000"/>
                </a:solidFill>
                <a:effectLst>
                  <a:outerShdw blurRad="38100" dist="38100" dir="2700000" algn="tl">
                    <a:srgbClr val="000000">
                      <a:alpha val="43137"/>
                    </a:srgbClr>
                  </a:outerShdw>
                </a:effectLst>
              </a:rPr>
              <a:t>算法</a:t>
            </a:r>
            <a:r>
              <a:rPr lang="en-US" altLang="zh-CN" sz="2400" b="1" dirty="0">
                <a:solidFill>
                  <a:srgbClr val="C00000"/>
                </a:solidFill>
                <a:effectLst>
                  <a:outerShdw blurRad="38100" dist="38100" dir="2700000" algn="tl">
                    <a:srgbClr val="000000">
                      <a:alpha val="43137"/>
                    </a:srgbClr>
                  </a:outerShdw>
                </a:effectLst>
              </a:rPr>
              <a:t>10.5  </a:t>
            </a:r>
            <a:r>
              <a:rPr lang="zh-CN" altLang="en-US" sz="2400" b="1" dirty="0">
                <a:solidFill>
                  <a:srgbClr val="002060"/>
                </a:solidFill>
                <a:effectLst>
                  <a:outerShdw blurRad="38100" dist="38100" dir="2700000" algn="tl">
                    <a:srgbClr val="000000">
                      <a:alpha val="43137"/>
                    </a:srgbClr>
                  </a:outerShdw>
                </a:effectLst>
              </a:rPr>
              <a:t>希尔排序</a:t>
            </a:r>
          </a:p>
        </p:txBody>
      </p:sp>
    </p:spTree>
    <p:extLst>
      <p:ext uri="{BB962C8B-B14F-4D97-AF65-F5344CB8AC3E}">
        <p14:creationId xmlns:p14="http://schemas.microsoft.com/office/powerpoint/2010/main" val="3776267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3">
                                            <p:txEl>
                                              <p:pRg st="0" end="0"/>
                                            </p:txEl>
                                          </p:spTgt>
                                        </p:tgtEl>
                                        <p:attrNameLst>
                                          <p:attrName>style.visibility</p:attrName>
                                        </p:attrNameLst>
                                      </p:cBhvr>
                                      <p:to>
                                        <p:strVal val="visible"/>
                                      </p:to>
                                    </p:set>
                                    <p:animEffect transition="in" filter="wipe(up)">
                                      <p:cBhvr>
                                        <p:cTn id="7" dur="500"/>
                                        <p:tgtEl>
                                          <p:spTgt spid="9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7" presetClass="entr" presetSubtype="0" fill="hold" grpId="0" nodeType="clickEffect">
                                  <p:stCondLst>
                                    <p:cond delay="0"/>
                                  </p:stCondLst>
                                  <p:childTnLst>
                                    <p:set>
                                      <p:cBhvr>
                                        <p:cTn id="11" dur="1" fill="hold">
                                          <p:stCondLst>
                                            <p:cond delay="0"/>
                                          </p:stCondLst>
                                        </p:cTn>
                                        <p:tgtEl>
                                          <p:spTgt spid="130"/>
                                        </p:tgtEl>
                                        <p:attrNameLst>
                                          <p:attrName>style.visibility</p:attrName>
                                        </p:attrNameLst>
                                      </p:cBhvr>
                                      <p:to>
                                        <p:strVal val="visible"/>
                                      </p:to>
                                    </p:set>
                                    <p:animEffect transition="in" filter="fade">
                                      <p:cBhvr>
                                        <p:cTn id="12" dur="1000"/>
                                        <p:tgtEl>
                                          <p:spTgt spid="130"/>
                                        </p:tgtEl>
                                      </p:cBhvr>
                                    </p:animEffect>
                                    <p:anim calcmode="lin" valueType="num">
                                      <p:cBhvr>
                                        <p:cTn id="13" dur="1000" fill="hold"/>
                                        <p:tgtEl>
                                          <p:spTgt spid="130"/>
                                        </p:tgtEl>
                                        <p:attrNameLst>
                                          <p:attrName>ppt_x</p:attrName>
                                        </p:attrNameLst>
                                      </p:cBhvr>
                                      <p:tavLst>
                                        <p:tav tm="0">
                                          <p:val>
                                            <p:strVal val="#ppt_x"/>
                                          </p:val>
                                        </p:tav>
                                        <p:tav tm="100000">
                                          <p:val>
                                            <p:strVal val="#ppt_x"/>
                                          </p:val>
                                        </p:tav>
                                      </p:tavLst>
                                    </p:anim>
                                    <p:anim calcmode="lin" valueType="num">
                                      <p:cBhvr>
                                        <p:cTn id="14" dur="1000" fill="hold"/>
                                        <p:tgtEl>
                                          <p:spTgt spid="130"/>
                                        </p:tgtEl>
                                        <p:attrNameLst>
                                          <p:attrName>ppt_y</p:attrName>
                                        </p:attrNameLst>
                                      </p:cBhvr>
                                      <p:tavLst>
                                        <p:tav tm="0">
                                          <p:val>
                                            <p:strVal val="#ppt_y-.1"/>
                                          </p:val>
                                        </p:tav>
                                        <p:tav tm="100000">
                                          <p:val>
                                            <p:strVal val="#ppt_y"/>
                                          </p:val>
                                        </p:tav>
                                      </p:tavLst>
                                    </p:anim>
                                  </p:childTnLst>
                                </p:cTn>
                              </p:par>
                              <p:par>
                                <p:cTn id="15" presetID="47" presetClass="entr" presetSubtype="0" fill="hold" nodeType="withEffect">
                                  <p:stCondLst>
                                    <p:cond delay="0"/>
                                  </p:stCondLst>
                                  <p:childTnLst>
                                    <p:set>
                                      <p:cBhvr>
                                        <p:cTn id="16" dur="1" fill="hold">
                                          <p:stCondLst>
                                            <p:cond delay="0"/>
                                          </p:stCondLst>
                                        </p:cTn>
                                        <p:tgtEl>
                                          <p:spTgt spid="78"/>
                                        </p:tgtEl>
                                        <p:attrNameLst>
                                          <p:attrName>style.visibility</p:attrName>
                                        </p:attrNameLst>
                                      </p:cBhvr>
                                      <p:to>
                                        <p:strVal val="visible"/>
                                      </p:to>
                                    </p:set>
                                    <p:animEffect transition="in" filter="fade">
                                      <p:cBhvr>
                                        <p:cTn id="17" dur="1000"/>
                                        <p:tgtEl>
                                          <p:spTgt spid="78"/>
                                        </p:tgtEl>
                                      </p:cBhvr>
                                    </p:animEffect>
                                    <p:anim calcmode="lin" valueType="num">
                                      <p:cBhvr>
                                        <p:cTn id="18" dur="1000" fill="hold"/>
                                        <p:tgtEl>
                                          <p:spTgt spid="78"/>
                                        </p:tgtEl>
                                        <p:attrNameLst>
                                          <p:attrName>ppt_x</p:attrName>
                                        </p:attrNameLst>
                                      </p:cBhvr>
                                      <p:tavLst>
                                        <p:tav tm="0">
                                          <p:val>
                                            <p:strVal val="#ppt_x"/>
                                          </p:val>
                                        </p:tav>
                                        <p:tav tm="100000">
                                          <p:val>
                                            <p:strVal val="#ppt_x"/>
                                          </p:val>
                                        </p:tav>
                                      </p:tavLst>
                                    </p:anim>
                                    <p:anim calcmode="lin" valueType="num">
                                      <p:cBhvr>
                                        <p:cTn id="19" dur="1000" fill="hold"/>
                                        <p:tgtEl>
                                          <p:spTgt spid="78"/>
                                        </p:tgtEl>
                                        <p:attrNameLst>
                                          <p:attrName>ppt_y</p:attrName>
                                        </p:attrNameLst>
                                      </p:cBhvr>
                                      <p:tavLst>
                                        <p:tav tm="0">
                                          <p:val>
                                            <p:strVal val="#ppt_y-.1"/>
                                          </p:val>
                                        </p:tav>
                                        <p:tav tm="100000">
                                          <p:val>
                                            <p:strVal val="#ppt_y"/>
                                          </p:val>
                                        </p:tav>
                                      </p:tavLst>
                                    </p:anim>
                                  </p:childTnLst>
                                </p:cTn>
                              </p:par>
                              <p:par>
                                <p:cTn id="20" presetID="47" presetClass="entr" presetSubtype="0" fill="hold" grpId="0" nodeType="withEffect">
                                  <p:stCondLst>
                                    <p:cond delay="0"/>
                                  </p:stCondLst>
                                  <p:childTnLst>
                                    <p:set>
                                      <p:cBhvr>
                                        <p:cTn id="21" dur="1" fill="hold">
                                          <p:stCondLst>
                                            <p:cond delay="0"/>
                                          </p:stCondLst>
                                        </p:cTn>
                                        <p:tgtEl>
                                          <p:spTgt spid="111"/>
                                        </p:tgtEl>
                                        <p:attrNameLst>
                                          <p:attrName>style.visibility</p:attrName>
                                        </p:attrNameLst>
                                      </p:cBhvr>
                                      <p:to>
                                        <p:strVal val="visible"/>
                                      </p:to>
                                    </p:set>
                                    <p:animEffect transition="in" filter="fade">
                                      <p:cBhvr>
                                        <p:cTn id="22" dur="1000"/>
                                        <p:tgtEl>
                                          <p:spTgt spid="111"/>
                                        </p:tgtEl>
                                      </p:cBhvr>
                                    </p:animEffect>
                                    <p:anim calcmode="lin" valueType="num">
                                      <p:cBhvr>
                                        <p:cTn id="23" dur="1000" fill="hold"/>
                                        <p:tgtEl>
                                          <p:spTgt spid="111"/>
                                        </p:tgtEl>
                                        <p:attrNameLst>
                                          <p:attrName>ppt_x</p:attrName>
                                        </p:attrNameLst>
                                      </p:cBhvr>
                                      <p:tavLst>
                                        <p:tav tm="0">
                                          <p:val>
                                            <p:strVal val="#ppt_x"/>
                                          </p:val>
                                        </p:tav>
                                        <p:tav tm="100000">
                                          <p:val>
                                            <p:strVal val="#ppt_x"/>
                                          </p:val>
                                        </p:tav>
                                      </p:tavLst>
                                    </p:anim>
                                    <p:anim calcmode="lin" valueType="num">
                                      <p:cBhvr>
                                        <p:cTn id="24" dur="1000" fill="hold"/>
                                        <p:tgtEl>
                                          <p:spTgt spid="111"/>
                                        </p:tgtEl>
                                        <p:attrNameLst>
                                          <p:attrName>ppt_y</p:attrName>
                                        </p:attrNameLst>
                                      </p:cBhvr>
                                      <p:tavLst>
                                        <p:tav tm="0">
                                          <p:val>
                                            <p:strVal val="#ppt_y-.1"/>
                                          </p:val>
                                        </p:tav>
                                        <p:tav tm="100000">
                                          <p:val>
                                            <p:strVal val="#ppt_y"/>
                                          </p:val>
                                        </p:tav>
                                      </p:tavLst>
                                    </p:anim>
                                  </p:childTnLst>
                                </p:cTn>
                              </p:par>
                              <p:par>
                                <p:cTn id="25" presetID="47" presetClass="entr" presetSubtype="0" fill="hold" grpId="0" nodeType="withEffect">
                                  <p:stCondLst>
                                    <p:cond delay="0"/>
                                  </p:stCondLst>
                                  <p:childTnLst>
                                    <p:set>
                                      <p:cBhvr>
                                        <p:cTn id="26" dur="1" fill="hold">
                                          <p:stCondLst>
                                            <p:cond delay="0"/>
                                          </p:stCondLst>
                                        </p:cTn>
                                        <p:tgtEl>
                                          <p:spTgt spid="112"/>
                                        </p:tgtEl>
                                        <p:attrNameLst>
                                          <p:attrName>style.visibility</p:attrName>
                                        </p:attrNameLst>
                                      </p:cBhvr>
                                      <p:to>
                                        <p:strVal val="visible"/>
                                      </p:to>
                                    </p:set>
                                    <p:animEffect transition="in" filter="fade">
                                      <p:cBhvr>
                                        <p:cTn id="27" dur="1000"/>
                                        <p:tgtEl>
                                          <p:spTgt spid="112"/>
                                        </p:tgtEl>
                                      </p:cBhvr>
                                    </p:animEffect>
                                    <p:anim calcmode="lin" valueType="num">
                                      <p:cBhvr>
                                        <p:cTn id="28" dur="1000" fill="hold"/>
                                        <p:tgtEl>
                                          <p:spTgt spid="112"/>
                                        </p:tgtEl>
                                        <p:attrNameLst>
                                          <p:attrName>ppt_x</p:attrName>
                                        </p:attrNameLst>
                                      </p:cBhvr>
                                      <p:tavLst>
                                        <p:tav tm="0">
                                          <p:val>
                                            <p:strVal val="#ppt_x"/>
                                          </p:val>
                                        </p:tav>
                                        <p:tav tm="100000">
                                          <p:val>
                                            <p:strVal val="#ppt_x"/>
                                          </p:val>
                                        </p:tav>
                                      </p:tavLst>
                                    </p:anim>
                                    <p:anim calcmode="lin" valueType="num">
                                      <p:cBhvr>
                                        <p:cTn id="29" dur="1000" fill="hold"/>
                                        <p:tgtEl>
                                          <p:spTgt spid="112"/>
                                        </p:tgtEl>
                                        <p:attrNameLst>
                                          <p:attrName>ppt_y</p:attrName>
                                        </p:attrNameLst>
                                      </p:cBhvr>
                                      <p:tavLst>
                                        <p:tav tm="0">
                                          <p:val>
                                            <p:strVal val="#ppt_y-.1"/>
                                          </p:val>
                                        </p:tav>
                                        <p:tav tm="100000">
                                          <p:val>
                                            <p:strVal val="#ppt_y"/>
                                          </p:val>
                                        </p:tav>
                                      </p:tavLst>
                                    </p:anim>
                                  </p:childTnLst>
                                </p:cTn>
                              </p:par>
                              <p:par>
                                <p:cTn id="30" presetID="47" presetClass="entr" presetSubtype="0" fill="hold" grpId="0" nodeType="withEffect">
                                  <p:stCondLst>
                                    <p:cond delay="0"/>
                                  </p:stCondLst>
                                  <p:childTnLst>
                                    <p:set>
                                      <p:cBhvr>
                                        <p:cTn id="31" dur="1" fill="hold">
                                          <p:stCondLst>
                                            <p:cond delay="0"/>
                                          </p:stCondLst>
                                        </p:cTn>
                                        <p:tgtEl>
                                          <p:spTgt spid="113"/>
                                        </p:tgtEl>
                                        <p:attrNameLst>
                                          <p:attrName>style.visibility</p:attrName>
                                        </p:attrNameLst>
                                      </p:cBhvr>
                                      <p:to>
                                        <p:strVal val="visible"/>
                                      </p:to>
                                    </p:set>
                                    <p:animEffect transition="in" filter="fade">
                                      <p:cBhvr>
                                        <p:cTn id="32" dur="1000"/>
                                        <p:tgtEl>
                                          <p:spTgt spid="113"/>
                                        </p:tgtEl>
                                      </p:cBhvr>
                                    </p:animEffect>
                                    <p:anim calcmode="lin" valueType="num">
                                      <p:cBhvr>
                                        <p:cTn id="33" dur="1000" fill="hold"/>
                                        <p:tgtEl>
                                          <p:spTgt spid="113"/>
                                        </p:tgtEl>
                                        <p:attrNameLst>
                                          <p:attrName>ppt_x</p:attrName>
                                        </p:attrNameLst>
                                      </p:cBhvr>
                                      <p:tavLst>
                                        <p:tav tm="0">
                                          <p:val>
                                            <p:strVal val="#ppt_x"/>
                                          </p:val>
                                        </p:tav>
                                        <p:tav tm="100000">
                                          <p:val>
                                            <p:strVal val="#ppt_x"/>
                                          </p:val>
                                        </p:tav>
                                      </p:tavLst>
                                    </p:anim>
                                    <p:anim calcmode="lin" valueType="num">
                                      <p:cBhvr>
                                        <p:cTn id="34" dur="1000" fill="hold"/>
                                        <p:tgtEl>
                                          <p:spTgt spid="113"/>
                                        </p:tgtEl>
                                        <p:attrNameLst>
                                          <p:attrName>ppt_y</p:attrName>
                                        </p:attrNameLst>
                                      </p:cBhvr>
                                      <p:tavLst>
                                        <p:tav tm="0">
                                          <p:val>
                                            <p:strVal val="#ppt_y-.1"/>
                                          </p:val>
                                        </p:tav>
                                        <p:tav tm="100000">
                                          <p:val>
                                            <p:strVal val="#ppt_y"/>
                                          </p:val>
                                        </p:tav>
                                      </p:tavLst>
                                    </p:anim>
                                  </p:childTnLst>
                                </p:cTn>
                              </p:par>
                              <p:par>
                                <p:cTn id="35" presetID="47" presetClass="entr" presetSubtype="0" fill="hold" grpId="0" nodeType="withEffect">
                                  <p:stCondLst>
                                    <p:cond delay="0"/>
                                  </p:stCondLst>
                                  <p:childTnLst>
                                    <p:set>
                                      <p:cBhvr>
                                        <p:cTn id="36" dur="1" fill="hold">
                                          <p:stCondLst>
                                            <p:cond delay="0"/>
                                          </p:stCondLst>
                                        </p:cTn>
                                        <p:tgtEl>
                                          <p:spTgt spid="114"/>
                                        </p:tgtEl>
                                        <p:attrNameLst>
                                          <p:attrName>style.visibility</p:attrName>
                                        </p:attrNameLst>
                                      </p:cBhvr>
                                      <p:to>
                                        <p:strVal val="visible"/>
                                      </p:to>
                                    </p:set>
                                    <p:animEffect transition="in" filter="fade">
                                      <p:cBhvr>
                                        <p:cTn id="37" dur="1000"/>
                                        <p:tgtEl>
                                          <p:spTgt spid="114"/>
                                        </p:tgtEl>
                                      </p:cBhvr>
                                    </p:animEffect>
                                    <p:anim calcmode="lin" valueType="num">
                                      <p:cBhvr>
                                        <p:cTn id="38" dur="1000" fill="hold"/>
                                        <p:tgtEl>
                                          <p:spTgt spid="114"/>
                                        </p:tgtEl>
                                        <p:attrNameLst>
                                          <p:attrName>ppt_x</p:attrName>
                                        </p:attrNameLst>
                                      </p:cBhvr>
                                      <p:tavLst>
                                        <p:tav tm="0">
                                          <p:val>
                                            <p:strVal val="#ppt_x"/>
                                          </p:val>
                                        </p:tav>
                                        <p:tav tm="100000">
                                          <p:val>
                                            <p:strVal val="#ppt_x"/>
                                          </p:val>
                                        </p:tav>
                                      </p:tavLst>
                                    </p:anim>
                                    <p:anim calcmode="lin" valueType="num">
                                      <p:cBhvr>
                                        <p:cTn id="39" dur="1000" fill="hold"/>
                                        <p:tgtEl>
                                          <p:spTgt spid="114"/>
                                        </p:tgtEl>
                                        <p:attrNameLst>
                                          <p:attrName>ppt_y</p:attrName>
                                        </p:attrNameLst>
                                      </p:cBhvr>
                                      <p:tavLst>
                                        <p:tav tm="0">
                                          <p:val>
                                            <p:strVal val="#ppt_y-.1"/>
                                          </p:val>
                                        </p:tav>
                                        <p:tav tm="100000">
                                          <p:val>
                                            <p:strVal val="#ppt_y"/>
                                          </p:val>
                                        </p:tav>
                                      </p:tavLst>
                                    </p:anim>
                                  </p:childTnLst>
                                </p:cTn>
                              </p:par>
                              <p:par>
                                <p:cTn id="40" presetID="47" presetClass="entr" presetSubtype="0" fill="hold" grpId="0" nodeType="withEffect">
                                  <p:stCondLst>
                                    <p:cond delay="0"/>
                                  </p:stCondLst>
                                  <p:childTnLst>
                                    <p:set>
                                      <p:cBhvr>
                                        <p:cTn id="41" dur="1" fill="hold">
                                          <p:stCondLst>
                                            <p:cond delay="0"/>
                                          </p:stCondLst>
                                        </p:cTn>
                                        <p:tgtEl>
                                          <p:spTgt spid="115"/>
                                        </p:tgtEl>
                                        <p:attrNameLst>
                                          <p:attrName>style.visibility</p:attrName>
                                        </p:attrNameLst>
                                      </p:cBhvr>
                                      <p:to>
                                        <p:strVal val="visible"/>
                                      </p:to>
                                    </p:set>
                                    <p:animEffect transition="in" filter="fade">
                                      <p:cBhvr>
                                        <p:cTn id="42" dur="1000"/>
                                        <p:tgtEl>
                                          <p:spTgt spid="115"/>
                                        </p:tgtEl>
                                      </p:cBhvr>
                                    </p:animEffect>
                                    <p:anim calcmode="lin" valueType="num">
                                      <p:cBhvr>
                                        <p:cTn id="43" dur="1000" fill="hold"/>
                                        <p:tgtEl>
                                          <p:spTgt spid="115"/>
                                        </p:tgtEl>
                                        <p:attrNameLst>
                                          <p:attrName>ppt_x</p:attrName>
                                        </p:attrNameLst>
                                      </p:cBhvr>
                                      <p:tavLst>
                                        <p:tav tm="0">
                                          <p:val>
                                            <p:strVal val="#ppt_x"/>
                                          </p:val>
                                        </p:tav>
                                        <p:tav tm="100000">
                                          <p:val>
                                            <p:strVal val="#ppt_x"/>
                                          </p:val>
                                        </p:tav>
                                      </p:tavLst>
                                    </p:anim>
                                    <p:anim calcmode="lin" valueType="num">
                                      <p:cBhvr>
                                        <p:cTn id="44" dur="1000" fill="hold"/>
                                        <p:tgtEl>
                                          <p:spTgt spid="115"/>
                                        </p:tgtEl>
                                        <p:attrNameLst>
                                          <p:attrName>ppt_y</p:attrName>
                                        </p:attrNameLst>
                                      </p:cBhvr>
                                      <p:tavLst>
                                        <p:tav tm="0">
                                          <p:val>
                                            <p:strVal val="#ppt_y-.1"/>
                                          </p:val>
                                        </p:tav>
                                        <p:tav tm="100000">
                                          <p:val>
                                            <p:strVal val="#ppt_y"/>
                                          </p:val>
                                        </p:tav>
                                      </p:tavLst>
                                    </p:anim>
                                  </p:childTnLst>
                                </p:cTn>
                              </p:par>
                              <p:par>
                                <p:cTn id="45" presetID="47" presetClass="entr" presetSubtype="0" fill="hold" grpId="0" nodeType="withEffect">
                                  <p:stCondLst>
                                    <p:cond delay="0"/>
                                  </p:stCondLst>
                                  <p:childTnLst>
                                    <p:set>
                                      <p:cBhvr>
                                        <p:cTn id="46" dur="1" fill="hold">
                                          <p:stCondLst>
                                            <p:cond delay="0"/>
                                          </p:stCondLst>
                                        </p:cTn>
                                        <p:tgtEl>
                                          <p:spTgt spid="116"/>
                                        </p:tgtEl>
                                        <p:attrNameLst>
                                          <p:attrName>style.visibility</p:attrName>
                                        </p:attrNameLst>
                                      </p:cBhvr>
                                      <p:to>
                                        <p:strVal val="visible"/>
                                      </p:to>
                                    </p:set>
                                    <p:animEffect transition="in" filter="fade">
                                      <p:cBhvr>
                                        <p:cTn id="47" dur="1000"/>
                                        <p:tgtEl>
                                          <p:spTgt spid="116"/>
                                        </p:tgtEl>
                                      </p:cBhvr>
                                    </p:animEffect>
                                    <p:anim calcmode="lin" valueType="num">
                                      <p:cBhvr>
                                        <p:cTn id="48" dur="1000" fill="hold"/>
                                        <p:tgtEl>
                                          <p:spTgt spid="116"/>
                                        </p:tgtEl>
                                        <p:attrNameLst>
                                          <p:attrName>ppt_x</p:attrName>
                                        </p:attrNameLst>
                                      </p:cBhvr>
                                      <p:tavLst>
                                        <p:tav tm="0">
                                          <p:val>
                                            <p:strVal val="#ppt_x"/>
                                          </p:val>
                                        </p:tav>
                                        <p:tav tm="100000">
                                          <p:val>
                                            <p:strVal val="#ppt_x"/>
                                          </p:val>
                                        </p:tav>
                                      </p:tavLst>
                                    </p:anim>
                                    <p:anim calcmode="lin" valueType="num">
                                      <p:cBhvr>
                                        <p:cTn id="49" dur="1000" fill="hold"/>
                                        <p:tgtEl>
                                          <p:spTgt spid="116"/>
                                        </p:tgtEl>
                                        <p:attrNameLst>
                                          <p:attrName>ppt_y</p:attrName>
                                        </p:attrNameLst>
                                      </p:cBhvr>
                                      <p:tavLst>
                                        <p:tav tm="0">
                                          <p:val>
                                            <p:strVal val="#ppt_y-.1"/>
                                          </p:val>
                                        </p:tav>
                                        <p:tav tm="100000">
                                          <p:val>
                                            <p:strVal val="#ppt_y"/>
                                          </p:val>
                                        </p:tav>
                                      </p:tavLst>
                                    </p:anim>
                                  </p:childTnLst>
                                </p:cTn>
                              </p:par>
                              <p:par>
                                <p:cTn id="50" presetID="47" presetClass="entr" presetSubtype="0" fill="hold" grpId="0" nodeType="withEffect">
                                  <p:stCondLst>
                                    <p:cond delay="0"/>
                                  </p:stCondLst>
                                  <p:childTnLst>
                                    <p:set>
                                      <p:cBhvr>
                                        <p:cTn id="51" dur="1" fill="hold">
                                          <p:stCondLst>
                                            <p:cond delay="0"/>
                                          </p:stCondLst>
                                        </p:cTn>
                                        <p:tgtEl>
                                          <p:spTgt spid="117"/>
                                        </p:tgtEl>
                                        <p:attrNameLst>
                                          <p:attrName>style.visibility</p:attrName>
                                        </p:attrNameLst>
                                      </p:cBhvr>
                                      <p:to>
                                        <p:strVal val="visible"/>
                                      </p:to>
                                    </p:set>
                                    <p:animEffect transition="in" filter="fade">
                                      <p:cBhvr>
                                        <p:cTn id="52" dur="1000"/>
                                        <p:tgtEl>
                                          <p:spTgt spid="117"/>
                                        </p:tgtEl>
                                      </p:cBhvr>
                                    </p:animEffect>
                                    <p:anim calcmode="lin" valueType="num">
                                      <p:cBhvr>
                                        <p:cTn id="53" dur="1000" fill="hold"/>
                                        <p:tgtEl>
                                          <p:spTgt spid="117"/>
                                        </p:tgtEl>
                                        <p:attrNameLst>
                                          <p:attrName>ppt_x</p:attrName>
                                        </p:attrNameLst>
                                      </p:cBhvr>
                                      <p:tavLst>
                                        <p:tav tm="0">
                                          <p:val>
                                            <p:strVal val="#ppt_x"/>
                                          </p:val>
                                        </p:tav>
                                        <p:tav tm="100000">
                                          <p:val>
                                            <p:strVal val="#ppt_x"/>
                                          </p:val>
                                        </p:tav>
                                      </p:tavLst>
                                    </p:anim>
                                    <p:anim calcmode="lin" valueType="num">
                                      <p:cBhvr>
                                        <p:cTn id="54" dur="1000" fill="hold"/>
                                        <p:tgtEl>
                                          <p:spTgt spid="117"/>
                                        </p:tgtEl>
                                        <p:attrNameLst>
                                          <p:attrName>ppt_y</p:attrName>
                                        </p:attrNameLst>
                                      </p:cBhvr>
                                      <p:tavLst>
                                        <p:tav tm="0">
                                          <p:val>
                                            <p:strVal val="#ppt_y-.1"/>
                                          </p:val>
                                        </p:tav>
                                        <p:tav tm="100000">
                                          <p:val>
                                            <p:strVal val="#ppt_y"/>
                                          </p:val>
                                        </p:tav>
                                      </p:tavLst>
                                    </p:anim>
                                  </p:childTnLst>
                                </p:cTn>
                              </p:par>
                              <p:par>
                                <p:cTn id="55" presetID="47" presetClass="entr" presetSubtype="0" fill="hold" grpId="0" nodeType="withEffect">
                                  <p:stCondLst>
                                    <p:cond delay="0"/>
                                  </p:stCondLst>
                                  <p:childTnLst>
                                    <p:set>
                                      <p:cBhvr>
                                        <p:cTn id="56" dur="1" fill="hold">
                                          <p:stCondLst>
                                            <p:cond delay="0"/>
                                          </p:stCondLst>
                                        </p:cTn>
                                        <p:tgtEl>
                                          <p:spTgt spid="118"/>
                                        </p:tgtEl>
                                        <p:attrNameLst>
                                          <p:attrName>style.visibility</p:attrName>
                                        </p:attrNameLst>
                                      </p:cBhvr>
                                      <p:to>
                                        <p:strVal val="visible"/>
                                      </p:to>
                                    </p:set>
                                    <p:animEffect transition="in" filter="fade">
                                      <p:cBhvr>
                                        <p:cTn id="57" dur="1000"/>
                                        <p:tgtEl>
                                          <p:spTgt spid="118"/>
                                        </p:tgtEl>
                                      </p:cBhvr>
                                    </p:animEffect>
                                    <p:anim calcmode="lin" valueType="num">
                                      <p:cBhvr>
                                        <p:cTn id="58" dur="1000" fill="hold"/>
                                        <p:tgtEl>
                                          <p:spTgt spid="118"/>
                                        </p:tgtEl>
                                        <p:attrNameLst>
                                          <p:attrName>ppt_x</p:attrName>
                                        </p:attrNameLst>
                                      </p:cBhvr>
                                      <p:tavLst>
                                        <p:tav tm="0">
                                          <p:val>
                                            <p:strVal val="#ppt_x"/>
                                          </p:val>
                                        </p:tav>
                                        <p:tav tm="100000">
                                          <p:val>
                                            <p:strVal val="#ppt_x"/>
                                          </p:val>
                                        </p:tav>
                                      </p:tavLst>
                                    </p:anim>
                                    <p:anim calcmode="lin" valueType="num">
                                      <p:cBhvr>
                                        <p:cTn id="59" dur="1000" fill="hold"/>
                                        <p:tgtEl>
                                          <p:spTgt spid="118"/>
                                        </p:tgtEl>
                                        <p:attrNameLst>
                                          <p:attrName>ppt_y</p:attrName>
                                        </p:attrNameLst>
                                      </p:cBhvr>
                                      <p:tavLst>
                                        <p:tav tm="0">
                                          <p:val>
                                            <p:strVal val="#ppt_y-.1"/>
                                          </p:val>
                                        </p:tav>
                                        <p:tav tm="100000">
                                          <p:val>
                                            <p:strVal val="#ppt_y"/>
                                          </p:val>
                                        </p:tav>
                                      </p:tavLst>
                                    </p:anim>
                                  </p:childTnLst>
                                </p:cTn>
                              </p:par>
                              <p:par>
                                <p:cTn id="60" presetID="47" presetClass="entr" presetSubtype="0" fill="hold" nodeType="withEffect">
                                  <p:stCondLst>
                                    <p:cond delay="0"/>
                                  </p:stCondLst>
                                  <p:childTnLst>
                                    <p:set>
                                      <p:cBhvr>
                                        <p:cTn id="61" dur="1" fill="hold">
                                          <p:stCondLst>
                                            <p:cond delay="0"/>
                                          </p:stCondLst>
                                        </p:cTn>
                                        <p:tgtEl>
                                          <p:spTgt spid="119"/>
                                        </p:tgtEl>
                                        <p:attrNameLst>
                                          <p:attrName>style.visibility</p:attrName>
                                        </p:attrNameLst>
                                      </p:cBhvr>
                                      <p:to>
                                        <p:strVal val="visible"/>
                                      </p:to>
                                    </p:set>
                                    <p:animEffect transition="in" filter="fade">
                                      <p:cBhvr>
                                        <p:cTn id="62" dur="1000"/>
                                        <p:tgtEl>
                                          <p:spTgt spid="119"/>
                                        </p:tgtEl>
                                      </p:cBhvr>
                                    </p:animEffect>
                                    <p:anim calcmode="lin" valueType="num">
                                      <p:cBhvr>
                                        <p:cTn id="63" dur="1000" fill="hold"/>
                                        <p:tgtEl>
                                          <p:spTgt spid="119"/>
                                        </p:tgtEl>
                                        <p:attrNameLst>
                                          <p:attrName>ppt_x</p:attrName>
                                        </p:attrNameLst>
                                      </p:cBhvr>
                                      <p:tavLst>
                                        <p:tav tm="0">
                                          <p:val>
                                            <p:strVal val="#ppt_x"/>
                                          </p:val>
                                        </p:tav>
                                        <p:tav tm="100000">
                                          <p:val>
                                            <p:strVal val="#ppt_x"/>
                                          </p:val>
                                        </p:tav>
                                      </p:tavLst>
                                    </p:anim>
                                    <p:anim calcmode="lin" valueType="num">
                                      <p:cBhvr>
                                        <p:cTn id="64" dur="1000" fill="hold"/>
                                        <p:tgtEl>
                                          <p:spTgt spid="119"/>
                                        </p:tgtEl>
                                        <p:attrNameLst>
                                          <p:attrName>ppt_y</p:attrName>
                                        </p:attrNameLst>
                                      </p:cBhvr>
                                      <p:tavLst>
                                        <p:tav tm="0">
                                          <p:val>
                                            <p:strVal val="#ppt_y-.1"/>
                                          </p:val>
                                        </p:tav>
                                        <p:tav tm="100000">
                                          <p:val>
                                            <p:strVal val="#ppt_y"/>
                                          </p:val>
                                        </p:tav>
                                      </p:tavLst>
                                    </p:anim>
                                  </p:childTnLst>
                                </p:cTn>
                              </p:par>
                              <p:par>
                                <p:cTn id="65" presetID="47" presetClass="entr" presetSubtype="0" fill="hold" grpId="0" nodeType="withEffect">
                                  <p:stCondLst>
                                    <p:cond delay="0"/>
                                  </p:stCondLst>
                                  <p:childTnLst>
                                    <p:set>
                                      <p:cBhvr>
                                        <p:cTn id="66" dur="1" fill="hold">
                                          <p:stCondLst>
                                            <p:cond delay="0"/>
                                          </p:stCondLst>
                                        </p:cTn>
                                        <p:tgtEl>
                                          <p:spTgt spid="120"/>
                                        </p:tgtEl>
                                        <p:attrNameLst>
                                          <p:attrName>style.visibility</p:attrName>
                                        </p:attrNameLst>
                                      </p:cBhvr>
                                      <p:to>
                                        <p:strVal val="visible"/>
                                      </p:to>
                                    </p:set>
                                    <p:animEffect transition="in" filter="fade">
                                      <p:cBhvr>
                                        <p:cTn id="67" dur="1000"/>
                                        <p:tgtEl>
                                          <p:spTgt spid="120"/>
                                        </p:tgtEl>
                                      </p:cBhvr>
                                    </p:animEffect>
                                    <p:anim calcmode="lin" valueType="num">
                                      <p:cBhvr>
                                        <p:cTn id="68" dur="1000" fill="hold"/>
                                        <p:tgtEl>
                                          <p:spTgt spid="120"/>
                                        </p:tgtEl>
                                        <p:attrNameLst>
                                          <p:attrName>ppt_x</p:attrName>
                                        </p:attrNameLst>
                                      </p:cBhvr>
                                      <p:tavLst>
                                        <p:tav tm="0">
                                          <p:val>
                                            <p:strVal val="#ppt_x"/>
                                          </p:val>
                                        </p:tav>
                                        <p:tav tm="100000">
                                          <p:val>
                                            <p:strVal val="#ppt_x"/>
                                          </p:val>
                                        </p:tav>
                                      </p:tavLst>
                                    </p:anim>
                                    <p:anim calcmode="lin" valueType="num">
                                      <p:cBhvr>
                                        <p:cTn id="69" dur="1000" fill="hold"/>
                                        <p:tgtEl>
                                          <p:spTgt spid="120"/>
                                        </p:tgtEl>
                                        <p:attrNameLst>
                                          <p:attrName>ppt_y</p:attrName>
                                        </p:attrNameLst>
                                      </p:cBhvr>
                                      <p:tavLst>
                                        <p:tav tm="0">
                                          <p:val>
                                            <p:strVal val="#ppt_y-.1"/>
                                          </p:val>
                                        </p:tav>
                                        <p:tav tm="100000">
                                          <p:val>
                                            <p:strVal val="#ppt_y"/>
                                          </p:val>
                                        </p:tav>
                                      </p:tavLst>
                                    </p:anim>
                                  </p:childTnLst>
                                </p:cTn>
                              </p:par>
                              <p:par>
                                <p:cTn id="70" presetID="47" presetClass="entr" presetSubtype="0" fill="hold" grpId="0" nodeType="withEffect">
                                  <p:stCondLst>
                                    <p:cond delay="0"/>
                                  </p:stCondLst>
                                  <p:childTnLst>
                                    <p:set>
                                      <p:cBhvr>
                                        <p:cTn id="71" dur="1" fill="hold">
                                          <p:stCondLst>
                                            <p:cond delay="0"/>
                                          </p:stCondLst>
                                        </p:cTn>
                                        <p:tgtEl>
                                          <p:spTgt spid="121"/>
                                        </p:tgtEl>
                                        <p:attrNameLst>
                                          <p:attrName>style.visibility</p:attrName>
                                        </p:attrNameLst>
                                      </p:cBhvr>
                                      <p:to>
                                        <p:strVal val="visible"/>
                                      </p:to>
                                    </p:set>
                                    <p:animEffect transition="in" filter="fade">
                                      <p:cBhvr>
                                        <p:cTn id="72" dur="1000"/>
                                        <p:tgtEl>
                                          <p:spTgt spid="121"/>
                                        </p:tgtEl>
                                      </p:cBhvr>
                                    </p:animEffect>
                                    <p:anim calcmode="lin" valueType="num">
                                      <p:cBhvr>
                                        <p:cTn id="73" dur="1000" fill="hold"/>
                                        <p:tgtEl>
                                          <p:spTgt spid="121"/>
                                        </p:tgtEl>
                                        <p:attrNameLst>
                                          <p:attrName>ppt_x</p:attrName>
                                        </p:attrNameLst>
                                      </p:cBhvr>
                                      <p:tavLst>
                                        <p:tav tm="0">
                                          <p:val>
                                            <p:strVal val="#ppt_x"/>
                                          </p:val>
                                        </p:tav>
                                        <p:tav tm="100000">
                                          <p:val>
                                            <p:strVal val="#ppt_x"/>
                                          </p:val>
                                        </p:tav>
                                      </p:tavLst>
                                    </p:anim>
                                    <p:anim calcmode="lin" valueType="num">
                                      <p:cBhvr>
                                        <p:cTn id="74" dur="1000" fill="hold"/>
                                        <p:tgtEl>
                                          <p:spTgt spid="121"/>
                                        </p:tgtEl>
                                        <p:attrNameLst>
                                          <p:attrName>ppt_y</p:attrName>
                                        </p:attrNameLst>
                                      </p:cBhvr>
                                      <p:tavLst>
                                        <p:tav tm="0">
                                          <p:val>
                                            <p:strVal val="#ppt_y-.1"/>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132"/>
                                        </p:tgtEl>
                                        <p:attrNameLst>
                                          <p:attrName>style.visibility</p:attrName>
                                        </p:attrNameLst>
                                      </p:cBhvr>
                                      <p:to>
                                        <p:strVal val="visible"/>
                                      </p:to>
                                    </p:set>
                                    <p:animEffect transition="in" filter="wipe(left)">
                                      <p:cBhvr>
                                        <p:cTn id="79" dur="1000"/>
                                        <p:tgtEl>
                                          <p:spTgt spid="132"/>
                                        </p:tgtEl>
                                      </p:cBhvr>
                                    </p:animEffect>
                                  </p:childTnLst>
                                </p:cTn>
                              </p:par>
                            </p:childTnLst>
                          </p:cTn>
                        </p:par>
                      </p:childTnLst>
                    </p:cTn>
                  </p:par>
                  <p:par>
                    <p:cTn id="80" fill="hold">
                      <p:stCondLst>
                        <p:cond delay="indefinite"/>
                      </p:stCondLst>
                      <p:childTnLst>
                        <p:par>
                          <p:cTn id="81" fill="hold">
                            <p:stCondLst>
                              <p:cond delay="0"/>
                            </p:stCondLst>
                            <p:childTnLst>
                              <p:par>
                                <p:cTn id="82" presetID="3" presetClass="emph" presetSubtype="2" fill="hold" grpId="1" nodeType="clickEffect">
                                  <p:stCondLst>
                                    <p:cond delay="0"/>
                                  </p:stCondLst>
                                  <p:childTnLst>
                                    <p:animClr clrSpc="rgb" dir="cw">
                                      <p:cBhvr override="childStyle">
                                        <p:cTn id="83" dur="500" fill="hold"/>
                                        <p:tgtEl>
                                          <p:spTgt spid="111"/>
                                        </p:tgtEl>
                                        <p:attrNameLst>
                                          <p:attrName>style.color</p:attrName>
                                        </p:attrNameLst>
                                      </p:cBhvr>
                                      <p:to>
                                        <a:srgbClr val="FF0000"/>
                                      </p:to>
                                    </p:animClr>
                                  </p:childTnLst>
                                </p:cTn>
                              </p:par>
                            </p:childTnLst>
                          </p:cTn>
                        </p:par>
                        <p:par>
                          <p:cTn id="84" fill="hold">
                            <p:stCondLst>
                              <p:cond delay="500"/>
                            </p:stCondLst>
                            <p:childTnLst>
                              <p:par>
                                <p:cTn id="85" presetID="3" presetClass="emph" presetSubtype="2" fill="hold" grpId="1" nodeType="afterEffect">
                                  <p:stCondLst>
                                    <p:cond delay="0"/>
                                  </p:stCondLst>
                                  <p:childTnLst>
                                    <p:animClr clrSpc="rgb" dir="cw">
                                      <p:cBhvr override="childStyle">
                                        <p:cTn id="86" dur="500" fill="hold"/>
                                        <p:tgtEl>
                                          <p:spTgt spid="114"/>
                                        </p:tgtEl>
                                        <p:attrNameLst>
                                          <p:attrName>style.color</p:attrName>
                                        </p:attrNameLst>
                                      </p:cBhvr>
                                      <p:to>
                                        <a:srgbClr val="FF0000"/>
                                      </p:to>
                                    </p:animClr>
                                  </p:childTnLst>
                                </p:cTn>
                              </p:par>
                            </p:childTnLst>
                          </p:cTn>
                        </p:par>
                        <p:par>
                          <p:cTn id="87" fill="hold">
                            <p:stCondLst>
                              <p:cond delay="1000"/>
                            </p:stCondLst>
                            <p:childTnLst>
                              <p:par>
                                <p:cTn id="88" presetID="3" presetClass="emph" presetSubtype="2" fill="hold" grpId="1" nodeType="afterEffect">
                                  <p:stCondLst>
                                    <p:cond delay="0"/>
                                  </p:stCondLst>
                                  <p:childTnLst>
                                    <p:animClr clrSpc="rgb" dir="cw">
                                      <p:cBhvr override="childStyle">
                                        <p:cTn id="89" dur="500" fill="hold"/>
                                        <p:tgtEl>
                                          <p:spTgt spid="117"/>
                                        </p:tgtEl>
                                        <p:attrNameLst>
                                          <p:attrName>style.color</p:attrName>
                                        </p:attrNameLst>
                                      </p:cBhvr>
                                      <p:to>
                                        <a:srgbClr val="FF0000"/>
                                      </p:to>
                                    </p:animClr>
                                  </p:childTnLst>
                                </p:cTn>
                              </p:par>
                            </p:childTnLst>
                          </p:cTn>
                        </p:par>
                        <p:par>
                          <p:cTn id="90" fill="hold">
                            <p:stCondLst>
                              <p:cond delay="1500"/>
                            </p:stCondLst>
                            <p:childTnLst>
                              <p:par>
                                <p:cTn id="91" presetID="3" presetClass="emph" presetSubtype="2" fill="hold" grpId="1" nodeType="afterEffect">
                                  <p:stCondLst>
                                    <p:cond delay="0"/>
                                  </p:stCondLst>
                                  <p:childTnLst>
                                    <p:animClr clrSpc="rgb" dir="cw">
                                      <p:cBhvr override="childStyle">
                                        <p:cTn id="92" dur="500" fill="hold"/>
                                        <p:tgtEl>
                                          <p:spTgt spid="121"/>
                                        </p:tgtEl>
                                        <p:attrNameLst>
                                          <p:attrName>style.color</p:attrName>
                                        </p:attrNameLst>
                                      </p:cBhvr>
                                      <p:to>
                                        <a:srgbClr val="FF0000"/>
                                      </p:to>
                                    </p:animClr>
                                  </p:childTnLst>
                                </p:cTn>
                              </p:par>
                            </p:childTnLst>
                          </p:cTn>
                        </p:par>
                      </p:childTnLst>
                    </p:cTn>
                  </p:par>
                  <p:par>
                    <p:cTn id="93" fill="hold">
                      <p:stCondLst>
                        <p:cond delay="indefinite"/>
                      </p:stCondLst>
                      <p:childTnLst>
                        <p:par>
                          <p:cTn id="94" fill="hold">
                            <p:stCondLst>
                              <p:cond delay="0"/>
                            </p:stCondLst>
                            <p:childTnLst>
                              <p:par>
                                <p:cTn id="95" presetID="3" presetClass="emph" presetSubtype="2" fill="hold" grpId="1" nodeType="clickEffect">
                                  <p:stCondLst>
                                    <p:cond delay="0"/>
                                  </p:stCondLst>
                                  <p:childTnLst>
                                    <p:animClr clrSpc="rgb" dir="cw">
                                      <p:cBhvr override="childStyle">
                                        <p:cTn id="96" dur="500" fill="hold"/>
                                        <p:tgtEl>
                                          <p:spTgt spid="112"/>
                                        </p:tgtEl>
                                        <p:attrNameLst>
                                          <p:attrName>style.color</p:attrName>
                                        </p:attrNameLst>
                                      </p:cBhvr>
                                      <p:to>
                                        <a:srgbClr val="3B1EE6"/>
                                      </p:to>
                                    </p:animClr>
                                  </p:childTnLst>
                                </p:cTn>
                              </p:par>
                            </p:childTnLst>
                          </p:cTn>
                        </p:par>
                        <p:par>
                          <p:cTn id="97" fill="hold">
                            <p:stCondLst>
                              <p:cond delay="500"/>
                            </p:stCondLst>
                            <p:childTnLst>
                              <p:par>
                                <p:cTn id="98" presetID="3" presetClass="emph" presetSubtype="2" fill="hold" grpId="1" nodeType="afterEffect">
                                  <p:stCondLst>
                                    <p:cond delay="0"/>
                                  </p:stCondLst>
                                  <p:childTnLst>
                                    <p:animClr clrSpc="rgb" dir="cw">
                                      <p:cBhvr override="childStyle">
                                        <p:cTn id="99" dur="500" fill="hold"/>
                                        <p:tgtEl>
                                          <p:spTgt spid="115"/>
                                        </p:tgtEl>
                                        <p:attrNameLst>
                                          <p:attrName>style.color</p:attrName>
                                        </p:attrNameLst>
                                      </p:cBhvr>
                                      <p:to>
                                        <a:srgbClr val="3B1EE6"/>
                                      </p:to>
                                    </p:animClr>
                                  </p:childTnLst>
                                </p:cTn>
                              </p:par>
                            </p:childTnLst>
                          </p:cTn>
                        </p:par>
                        <p:par>
                          <p:cTn id="100" fill="hold">
                            <p:stCondLst>
                              <p:cond delay="1000"/>
                            </p:stCondLst>
                            <p:childTnLst>
                              <p:par>
                                <p:cTn id="101" presetID="3" presetClass="emph" presetSubtype="2" fill="hold" grpId="1" nodeType="afterEffect">
                                  <p:stCondLst>
                                    <p:cond delay="0"/>
                                  </p:stCondLst>
                                  <p:childTnLst>
                                    <p:animClr clrSpc="rgb" dir="cw">
                                      <p:cBhvr override="childStyle">
                                        <p:cTn id="102" dur="500" fill="hold"/>
                                        <p:tgtEl>
                                          <p:spTgt spid="118"/>
                                        </p:tgtEl>
                                        <p:attrNameLst>
                                          <p:attrName>style.color</p:attrName>
                                        </p:attrNameLst>
                                      </p:cBhvr>
                                      <p:to>
                                        <a:srgbClr val="3B1EE6"/>
                                      </p:to>
                                    </p:animClr>
                                  </p:childTnLst>
                                </p:cTn>
                              </p:par>
                            </p:childTnLst>
                          </p:cTn>
                        </p:par>
                      </p:childTnLst>
                    </p:cTn>
                  </p:par>
                  <p:par>
                    <p:cTn id="103" fill="hold">
                      <p:stCondLst>
                        <p:cond delay="indefinite"/>
                      </p:stCondLst>
                      <p:childTnLst>
                        <p:par>
                          <p:cTn id="104" fill="hold">
                            <p:stCondLst>
                              <p:cond delay="0"/>
                            </p:stCondLst>
                            <p:childTnLst>
                              <p:par>
                                <p:cTn id="105" presetID="3" presetClass="emph" presetSubtype="2" fill="hold" grpId="1" nodeType="clickEffect">
                                  <p:stCondLst>
                                    <p:cond delay="0"/>
                                  </p:stCondLst>
                                  <p:childTnLst>
                                    <p:animClr clrSpc="rgb" dir="cw">
                                      <p:cBhvr override="childStyle">
                                        <p:cTn id="106" dur="500" fill="hold"/>
                                        <p:tgtEl>
                                          <p:spTgt spid="113"/>
                                        </p:tgtEl>
                                        <p:attrNameLst>
                                          <p:attrName>style.color</p:attrName>
                                        </p:attrNameLst>
                                      </p:cBhvr>
                                      <p:to>
                                        <a:srgbClr val="00B050"/>
                                      </p:to>
                                    </p:animClr>
                                  </p:childTnLst>
                                </p:cTn>
                              </p:par>
                            </p:childTnLst>
                          </p:cTn>
                        </p:par>
                        <p:par>
                          <p:cTn id="107" fill="hold">
                            <p:stCondLst>
                              <p:cond delay="500"/>
                            </p:stCondLst>
                            <p:childTnLst>
                              <p:par>
                                <p:cTn id="108" presetID="3" presetClass="emph" presetSubtype="2" fill="hold" grpId="1" nodeType="afterEffect">
                                  <p:stCondLst>
                                    <p:cond delay="0"/>
                                  </p:stCondLst>
                                  <p:childTnLst>
                                    <p:animClr clrSpc="rgb" dir="cw">
                                      <p:cBhvr override="childStyle">
                                        <p:cTn id="109" dur="500" fill="hold"/>
                                        <p:tgtEl>
                                          <p:spTgt spid="116"/>
                                        </p:tgtEl>
                                        <p:attrNameLst>
                                          <p:attrName>style.color</p:attrName>
                                        </p:attrNameLst>
                                      </p:cBhvr>
                                      <p:to>
                                        <a:srgbClr val="00B050"/>
                                      </p:to>
                                    </p:animClr>
                                  </p:childTnLst>
                                </p:cTn>
                              </p:par>
                            </p:childTnLst>
                          </p:cTn>
                        </p:par>
                        <p:par>
                          <p:cTn id="110" fill="hold">
                            <p:stCondLst>
                              <p:cond delay="1000"/>
                            </p:stCondLst>
                            <p:childTnLst>
                              <p:par>
                                <p:cTn id="111" presetID="3" presetClass="emph" presetSubtype="2" fill="hold" grpId="1" nodeType="afterEffect">
                                  <p:stCondLst>
                                    <p:cond delay="0"/>
                                  </p:stCondLst>
                                  <p:childTnLst>
                                    <p:animClr clrSpc="rgb" dir="cw">
                                      <p:cBhvr override="childStyle">
                                        <p:cTn id="112" dur="500" fill="hold"/>
                                        <p:tgtEl>
                                          <p:spTgt spid="120"/>
                                        </p:tgtEl>
                                        <p:attrNameLst>
                                          <p:attrName>style.color</p:attrName>
                                        </p:attrNameLst>
                                      </p:cBhvr>
                                      <p:to>
                                        <a:srgbClr val="00B050"/>
                                      </p:to>
                                    </p:animClr>
                                  </p:childTnLst>
                                </p:cTn>
                              </p:par>
                            </p:childTnLst>
                          </p:cTn>
                        </p:par>
                      </p:childTnLst>
                    </p:cTn>
                  </p:par>
                  <p:par>
                    <p:cTn id="113" fill="hold">
                      <p:stCondLst>
                        <p:cond delay="indefinite"/>
                      </p:stCondLst>
                      <p:childTnLst>
                        <p:par>
                          <p:cTn id="114" fill="hold">
                            <p:stCondLst>
                              <p:cond delay="0"/>
                            </p:stCondLst>
                            <p:childTnLst>
                              <p:par>
                                <p:cTn id="115" presetID="47" presetClass="entr" presetSubtype="0" fill="hold" grpId="0" nodeType="clickEffect">
                                  <p:stCondLst>
                                    <p:cond delay="0"/>
                                  </p:stCondLst>
                                  <p:childTnLst>
                                    <p:set>
                                      <p:cBhvr>
                                        <p:cTn id="116" dur="1" fill="hold">
                                          <p:stCondLst>
                                            <p:cond delay="0"/>
                                          </p:stCondLst>
                                        </p:cTn>
                                        <p:tgtEl>
                                          <p:spTgt spid="95"/>
                                        </p:tgtEl>
                                        <p:attrNameLst>
                                          <p:attrName>style.visibility</p:attrName>
                                        </p:attrNameLst>
                                      </p:cBhvr>
                                      <p:to>
                                        <p:strVal val="visible"/>
                                      </p:to>
                                    </p:set>
                                    <p:animEffect transition="in" filter="fade">
                                      <p:cBhvr>
                                        <p:cTn id="117" dur="1000"/>
                                        <p:tgtEl>
                                          <p:spTgt spid="95"/>
                                        </p:tgtEl>
                                      </p:cBhvr>
                                    </p:animEffect>
                                    <p:anim calcmode="lin" valueType="num">
                                      <p:cBhvr>
                                        <p:cTn id="118" dur="1000" fill="hold"/>
                                        <p:tgtEl>
                                          <p:spTgt spid="95"/>
                                        </p:tgtEl>
                                        <p:attrNameLst>
                                          <p:attrName>ppt_x</p:attrName>
                                        </p:attrNameLst>
                                      </p:cBhvr>
                                      <p:tavLst>
                                        <p:tav tm="0">
                                          <p:val>
                                            <p:strVal val="#ppt_x"/>
                                          </p:val>
                                        </p:tav>
                                        <p:tav tm="100000">
                                          <p:val>
                                            <p:strVal val="#ppt_x"/>
                                          </p:val>
                                        </p:tav>
                                      </p:tavLst>
                                    </p:anim>
                                    <p:anim calcmode="lin" valueType="num">
                                      <p:cBhvr>
                                        <p:cTn id="119" dur="1000" fill="hold"/>
                                        <p:tgtEl>
                                          <p:spTgt spid="95"/>
                                        </p:tgtEl>
                                        <p:attrNameLst>
                                          <p:attrName>ppt_y</p:attrName>
                                        </p:attrNameLst>
                                      </p:cBhvr>
                                      <p:tavLst>
                                        <p:tav tm="0">
                                          <p:val>
                                            <p:strVal val="#ppt_y-.1"/>
                                          </p:val>
                                        </p:tav>
                                        <p:tav tm="100000">
                                          <p:val>
                                            <p:strVal val="#ppt_y"/>
                                          </p:val>
                                        </p:tav>
                                      </p:tavLst>
                                    </p:anim>
                                  </p:childTnLst>
                                </p:cTn>
                              </p:par>
                            </p:childTnLst>
                          </p:cTn>
                        </p:par>
                      </p:childTnLst>
                    </p:cTn>
                  </p:par>
                  <p:par>
                    <p:cTn id="120" fill="hold">
                      <p:stCondLst>
                        <p:cond delay="indefinite"/>
                      </p:stCondLst>
                      <p:childTnLst>
                        <p:par>
                          <p:cTn id="121" fill="hold">
                            <p:stCondLst>
                              <p:cond delay="0"/>
                            </p:stCondLst>
                            <p:childTnLst>
                              <p:par>
                                <p:cTn id="122" presetID="22" presetClass="entr" presetSubtype="1" fill="hold" nodeType="clickEffect">
                                  <p:stCondLst>
                                    <p:cond delay="0"/>
                                  </p:stCondLst>
                                  <p:childTnLst>
                                    <p:set>
                                      <p:cBhvr>
                                        <p:cTn id="123" dur="1" fill="hold">
                                          <p:stCondLst>
                                            <p:cond delay="0"/>
                                          </p:stCondLst>
                                        </p:cTn>
                                        <p:tgtEl>
                                          <p:spTgt spid="103"/>
                                        </p:tgtEl>
                                        <p:attrNameLst>
                                          <p:attrName>style.visibility</p:attrName>
                                        </p:attrNameLst>
                                      </p:cBhvr>
                                      <p:to>
                                        <p:strVal val="visible"/>
                                      </p:to>
                                    </p:set>
                                    <p:animEffect transition="in" filter="wipe(up)">
                                      <p:cBhvr>
                                        <p:cTn id="124" dur="1000"/>
                                        <p:tgtEl>
                                          <p:spTgt spid="103"/>
                                        </p:tgtEl>
                                      </p:cBhvr>
                                    </p:animEffect>
                                  </p:childTnLst>
                                </p:cTn>
                              </p:par>
                            </p:childTnLst>
                          </p:cTn>
                        </p:par>
                        <p:par>
                          <p:cTn id="125" fill="hold">
                            <p:stCondLst>
                              <p:cond delay="1000"/>
                            </p:stCondLst>
                            <p:childTnLst>
                              <p:par>
                                <p:cTn id="126" presetID="45" presetClass="entr" presetSubtype="0" fill="hold" grpId="0" nodeType="afterEffect">
                                  <p:stCondLst>
                                    <p:cond delay="0"/>
                                  </p:stCondLst>
                                  <p:childTnLst>
                                    <p:set>
                                      <p:cBhvr>
                                        <p:cTn id="127" dur="1" fill="hold">
                                          <p:stCondLst>
                                            <p:cond delay="0"/>
                                          </p:stCondLst>
                                        </p:cTn>
                                        <p:tgtEl>
                                          <p:spTgt spid="133"/>
                                        </p:tgtEl>
                                        <p:attrNameLst>
                                          <p:attrName>style.visibility</p:attrName>
                                        </p:attrNameLst>
                                      </p:cBhvr>
                                      <p:to>
                                        <p:strVal val="visible"/>
                                      </p:to>
                                    </p:set>
                                    <p:animEffect transition="in" filter="fade">
                                      <p:cBhvr>
                                        <p:cTn id="128" dur="2000"/>
                                        <p:tgtEl>
                                          <p:spTgt spid="133"/>
                                        </p:tgtEl>
                                      </p:cBhvr>
                                    </p:animEffect>
                                    <p:anim calcmode="lin" valueType="num">
                                      <p:cBhvr>
                                        <p:cTn id="129" dur="2000" fill="hold"/>
                                        <p:tgtEl>
                                          <p:spTgt spid="133"/>
                                        </p:tgtEl>
                                        <p:attrNameLst>
                                          <p:attrName>ppt_w</p:attrName>
                                        </p:attrNameLst>
                                      </p:cBhvr>
                                      <p:tavLst>
                                        <p:tav tm="0" fmla="#ppt_w*sin(2.5*pi*$)">
                                          <p:val>
                                            <p:fltVal val="0"/>
                                          </p:val>
                                        </p:tav>
                                        <p:tav tm="100000">
                                          <p:val>
                                            <p:fltVal val="1"/>
                                          </p:val>
                                        </p:tav>
                                      </p:tavLst>
                                    </p:anim>
                                    <p:anim calcmode="lin" valueType="num">
                                      <p:cBhvr>
                                        <p:cTn id="130" dur="2000" fill="hold"/>
                                        <p:tgtEl>
                                          <p:spTgt spid="133"/>
                                        </p:tgtEl>
                                        <p:attrNameLst>
                                          <p:attrName>ppt_h</p:attrName>
                                        </p:attrNameLst>
                                      </p:cBhvr>
                                      <p:tavLst>
                                        <p:tav tm="0">
                                          <p:val>
                                            <p:strVal val="#ppt_h"/>
                                          </p:val>
                                        </p:tav>
                                        <p:tav tm="100000">
                                          <p:val>
                                            <p:strVal val="#ppt_h"/>
                                          </p:val>
                                        </p:tav>
                                      </p:tavLst>
                                    </p:anim>
                                  </p:childTnLst>
                                </p:cTn>
                              </p:par>
                            </p:childTnLst>
                          </p:cTn>
                        </p:par>
                      </p:childTnLst>
                    </p:cTn>
                  </p:par>
                  <p:par>
                    <p:cTn id="131" fill="hold">
                      <p:stCondLst>
                        <p:cond delay="indefinite"/>
                      </p:stCondLst>
                      <p:childTnLst>
                        <p:par>
                          <p:cTn id="132" fill="hold">
                            <p:stCondLst>
                              <p:cond delay="0"/>
                            </p:stCondLst>
                            <p:childTnLst>
                              <p:par>
                                <p:cTn id="133" presetID="31" presetClass="exit" presetSubtype="0" fill="hold" nodeType="clickEffect">
                                  <p:stCondLst>
                                    <p:cond delay="0"/>
                                  </p:stCondLst>
                                  <p:childTnLst>
                                    <p:anim calcmode="lin" valueType="num">
                                      <p:cBhvr>
                                        <p:cTn id="134" dur="1000"/>
                                        <p:tgtEl>
                                          <p:spTgt spid="103"/>
                                        </p:tgtEl>
                                        <p:attrNameLst>
                                          <p:attrName>ppt_w</p:attrName>
                                        </p:attrNameLst>
                                      </p:cBhvr>
                                      <p:tavLst>
                                        <p:tav tm="0">
                                          <p:val>
                                            <p:strVal val="ppt_w"/>
                                          </p:val>
                                        </p:tav>
                                        <p:tav tm="100000">
                                          <p:val>
                                            <p:fltVal val="0"/>
                                          </p:val>
                                        </p:tav>
                                      </p:tavLst>
                                    </p:anim>
                                    <p:anim calcmode="lin" valueType="num">
                                      <p:cBhvr>
                                        <p:cTn id="135" dur="1000"/>
                                        <p:tgtEl>
                                          <p:spTgt spid="103"/>
                                        </p:tgtEl>
                                        <p:attrNameLst>
                                          <p:attrName>ppt_h</p:attrName>
                                        </p:attrNameLst>
                                      </p:cBhvr>
                                      <p:tavLst>
                                        <p:tav tm="0">
                                          <p:val>
                                            <p:strVal val="ppt_h"/>
                                          </p:val>
                                        </p:tav>
                                        <p:tav tm="100000">
                                          <p:val>
                                            <p:fltVal val="0"/>
                                          </p:val>
                                        </p:tav>
                                      </p:tavLst>
                                    </p:anim>
                                    <p:anim calcmode="lin" valueType="num">
                                      <p:cBhvr>
                                        <p:cTn id="136" dur="1000"/>
                                        <p:tgtEl>
                                          <p:spTgt spid="103"/>
                                        </p:tgtEl>
                                        <p:attrNameLst>
                                          <p:attrName>style.rotation</p:attrName>
                                        </p:attrNameLst>
                                      </p:cBhvr>
                                      <p:tavLst>
                                        <p:tav tm="0">
                                          <p:val>
                                            <p:fltVal val="0"/>
                                          </p:val>
                                        </p:tav>
                                        <p:tav tm="100000">
                                          <p:val>
                                            <p:fltVal val="90"/>
                                          </p:val>
                                        </p:tav>
                                      </p:tavLst>
                                    </p:anim>
                                    <p:animEffect transition="out" filter="fade">
                                      <p:cBhvr>
                                        <p:cTn id="137" dur="1000"/>
                                        <p:tgtEl>
                                          <p:spTgt spid="103"/>
                                        </p:tgtEl>
                                      </p:cBhvr>
                                    </p:animEffect>
                                    <p:set>
                                      <p:cBhvr>
                                        <p:cTn id="138" dur="1" fill="hold">
                                          <p:stCondLst>
                                            <p:cond delay="999"/>
                                          </p:stCondLst>
                                        </p:cTn>
                                        <p:tgtEl>
                                          <p:spTgt spid="103"/>
                                        </p:tgtEl>
                                        <p:attrNameLst>
                                          <p:attrName>style.visibility</p:attrName>
                                        </p:attrNameLst>
                                      </p:cBhvr>
                                      <p:to>
                                        <p:strVal val="hidden"/>
                                      </p:to>
                                    </p:set>
                                  </p:childTnLst>
                                </p:cTn>
                              </p:par>
                              <p:par>
                                <p:cTn id="139" presetID="10" presetClass="exit" presetSubtype="0" fill="hold" grpId="1" nodeType="withEffect">
                                  <p:stCondLst>
                                    <p:cond delay="0"/>
                                  </p:stCondLst>
                                  <p:childTnLst>
                                    <p:animEffect transition="out" filter="fade">
                                      <p:cBhvr>
                                        <p:cTn id="140" dur="500"/>
                                        <p:tgtEl>
                                          <p:spTgt spid="133"/>
                                        </p:tgtEl>
                                      </p:cBhvr>
                                    </p:animEffect>
                                    <p:set>
                                      <p:cBhvr>
                                        <p:cTn id="141" dur="1" fill="hold">
                                          <p:stCondLst>
                                            <p:cond delay="499"/>
                                          </p:stCondLst>
                                        </p:cTn>
                                        <p:tgtEl>
                                          <p:spTgt spid="133"/>
                                        </p:tgtEl>
                                        <p:attrNameLst>
                                          <p:attrName>style.visibility</p:attrName>
                                        </p:attrNameLst>
                                      </p:cBhvr>
                                      <p:to>
                                        <p:strVal val="hidden"/>
                                      </p:to>
                                    </p:set>
                                  </p:childTnLst>
                                </p:cTn>
                              </p:par>
                            </p:childTnLst>
                          </p:cTn>
                        </p:par>
                      </p:childTnLst>
                    </p:cTn>
                  </p:par>
                  <p:par>
                    <p:cTn id="142" fill="hold">
                      <p:stCondLst>
                        <p:cond delay="indefinite"/>
                      </p:stCondLst>
                      <p:childTnLst>
                        <p:par>
                          <p:cTn id="143" fill="hold">
                            <p:stCondLst>
                              <p:cond delay="0"/>
                            </p:stCondLst>
                            <p:childTnLst>
                              <p:par>
                                <p:cTn id="144" presetID="63" presetClass="path" presetSubtype="0" accel="50000" decel="50000" fill="hold" grpId="1" nodeType="clickEffect">
                                  <p:stCondLst>
                                    <p:cond delay="0"/>
                                  </p:stCondLst>
                                  <p:childTnLst>
                                    <p:animMotion origin="layout" path="M -3.95833E-6 2.59259E-6 L 0.03776 -0.00116 " pathEditMode="relative" rAng="0" ptsTypes="AA">
                                      <p:cBhvr>
                                        <p:cTn id="145" dur="2000" fill="hold"/>
                                        <p:tgtEl>
                                          <p:spTgt spid="95"/>
                                        </p:tgtEl>
                                        <p:attrNameLst>
                                          <p:attrName>ppt_x</p:attrName>
                                          <p:attrName>ppt_y</p:attrName>
                                        </p:attrNameLst>
                                      </p:cBhvr>
                                      <p:rCtr x="1888" y="-69"/>
                                    </p:animMotion>
                                  </p:childTnLst>
                                </p:cTn>
                              </p:par>
                            </p:childTnLst>
                          </p:cTn>
                        </p:par>
                      </p:childTnLst>
                    </p:cTn>
                  </p:par>
                  <p:par>
                    <p:cTn id="146" fill="hold">
                      <p:stCondLst>
                        <p:cond delay="indefinite"/>
                      </p:stCondLst>
                      <p:childTnLst>
                        <p:par>
                          <p:cTn id="147" fill="hold">
                            <p:stCondLst>
                              <p:cond delay="0"/>
                            </p:stCondLst>
                            <p:childTnLst>
                              <p:par>
                                <p:cTn id="148" presetID="22" presetClass="entr" presetSubtype="1" fill="hold" nodeType="clickEffect">
                                  <p:stCondLst>
                                    <p:cond delay="0"/>
                                  </p:stCondLst>
                                  <p:childTnLst>
                                    <p:set>
                                      <p:cBhvr>
                                        <p:cTn id="149" dur="1" fill="hold">
                                          <p:stCondLst>
                                            <p:cond delay="0"/>
                                          </p:stCondLst>
                                        </p:cTn>
                                        <p:tgtEl>
                                          <p:spTgt spid="154"/>
                                        </p:tgtEl>
                                        <p:attrNameLst>
                                          <p:attrName>style.visibility</p:attrName>
                                        </p:attrNameLst>
                                      </p:cBhvr>
                                      <p:to>
                                        <p:strVal val="visible"/>
                                      </p:to>
                                    </p:set>
                                    <p:animEffect transition="in" filter="wipe(up)">
                                      <p:cBhvr>
                                        <p:cTn id="150" dur="1000"/>
                                        <p:tgtEl>
                                          <p:spTgt spid="154"/>
                                        </p:tgtEl>
                                      </p:cBhvr>
                                    </p:animEffect>
                                  </p:childTnLst>
                                </p:cTn>
                              </p:par>
                            </p:childTnLst>
                          </p:cTn>
                        </p:par>
                        <p:par>
                          <p:cTn id="151" fill="hold">
                            <p:stCondLst>
                              <p:cond delay="1000"/>
                            </p:stCondLst>
                            <p:childTnLst>
                              <p:par>
                                <p:cTn id="152" presetID="45" presetClass="entr" presetSubtype="0" fill="hold" grpId="0" nodeType="afterEffect">
                                  <p:stCondLst>
                                    <p:cond delay="0"/>
                                  </p:stCondLst>
                                  <p:childTnLst>
                                    <p:set>
                                      <p:cBhvr>
                                        <p:cTn id="153" dur="1" fill="hold">
                                          <p:stCondLst>
                                            <p:cond delay="0"/>
                                          </p:stCondLst>
                                        </p:cTn>
                                        <p:tgtEl>
                                          <p:spTgt spid="135"/>
                                        </p:tgtEl>
                                        <p:attrNameLst>
                                          <p:attrName>style.visibility</p:attrName>
                                        </p:attrNameLst>
                                      </p:cBhvr>
                                      <p:to>
                                        <p:strVal val="visible"/>
                                      </p:to>
                                    </p:set>
                                    <p:animEffect transition="in" filter="fade">
                                      <p:cBhvr>
                                        <p:cTn id="154" dur="2000"/>
                                        <p:tgtEl>
                                          <p:spTgt spid="135"/>
                                        </p:tgtEl>
                                      </p:cBhvr>
                                    </p:animEffect>
                                    <p:anim calcmode="lin" valueType="num">
                                      <p:cBhvr>
                                        <p:cTn id="155" dur="2000" fill="hold"/>
                                        <p:tgtEl>
                                          <p:spTgt spid="135"/>
                                        </p:tgtEl>
                                        <p:attrNameLst>
                                          <p:attrName>ppt_w</p:attrName>
                                        </p:attrNameLst>
                                      </p:cBhvr>
                                      <p:tavLst>
                                        <p:tav tm="0" fmla="#ppt_w*sin(2.5*pi*$)">
                                          <p:val>
                                            <p:fltVal val="0"/>
                                          </p:val>
                                        </p:tav>
                                        <p:tav tm="100000">
                                          <p:val>
                                            <p:fltVal val="1"/>
                                          </p:val>
                                        </p:tav>
                                      </p:tavLst>
                                    </p:anim>
                                    <p:anim calcmode="lin" valueType="num">
                                      <p:cBhvr>
                                        <p:cTn id="156" dur="2000" fill="hold"/>
                                        <p:tgtEl>
                                          <p:spTgt spid="135"/>
                                        </p:tgtEl>
                                        <p:attrNameLst>
                                          <p:attrName>ppt_h</p:attrName>
                                        </p:attrNameLst>
                                      </p:cBhvr>
                                      <p:tavLst>
                                        <p:tav tm="0">
                                          <p:val>
                                            <p:strVal val="#ppt_h"/>
                                          </p:val>
                                        </p:tav>
                                        <p:tav tm="100000">
                                          <p:val>
                                            <p:strVal val="#ppt_h"/>
                                          </p:val>
                                        </p:tav>
                                      </p:tavLst>
                                    </p:anim>
                                  </p:childTnLst>
                                </p:cTn>
                              </p:par>
                            </p:childTnLst>
                          </p:cTn>
                        </p:par>
                      </p:childTnLst>
                    </p:cTn>
                  </p:par>
                  <p:par>
                    <p:cTn id="157" fill="hold">
                      <p:stCondLst>
                        <p:cond delay="indefinite"/>
                      </p:stCondLst>
                      <p:childTnLst>
                        <p:par>
                          <p:cTn id="158" fill="hold">
                            <p:stCondLst>
                              <p:cond delay="0"/>
                            </p:stCondLst>
                            <p:childTnLst>
                              <p:par>
                                <p:cTn id="159" presetID="37" presetClass="path" presetSubtype="0" accel="50000" decel="50000" fill="hold" grpId="2" nodeType="clickEffect">
                                  <p:stCondLst>
                                    <p:cond delay="0"/>
                                  </p:stCondLst>
                                  <p:childTnLst>
                                    <p:animMotion origin="layout" path="M -3.54167E-6 -0.00023 L -0.05078 0.03981 C -0.06132 0.04884 -0.07708 0.05393 -0.09375 0.05393 C -0.11263 0.05393 -0.12773 0.04884 -0.13828 0.03981 L -0.18893 -0.00023 " pathEditMode="relative" rAng="0" ptsTypes="AAAAA">
                                      <p:cBhvr>
                                        <p:cTn id="160" dur="2000" fill="hold"/>
                                        <p:tgtEl>
                                          <p:spTgt spid="115"/>
                                        </p:tgtEl>
                                        <p:attrNameLst>
                                          <p:attrName>ppt_x</p:attrName>
                                          <p:attrName>ppt_y</p:attrName>
                                        </p:attrNameLst>
                                      </p:cBhvr>
                                      <p:rCtr x="-9453" y="2708"/>
                                    </p:animMotion>
                                  </p:childTnLst>
                                </p:cTn>
                              </p:par>
                            </p:childTnLst>
                          </p:cTn>
                        </p:par>
                        <p:par>
                          <p:cTn id="161" fill="hold">
                            <p:stCondLst>
                              <p:cond delay="2000"/>
                            </p:stCondLst>
                            <p:childTnLst>
                              <p:par>
                                <p:cTn id="162" presetID="37" presetClass="path" presetSubtype="0" accel="50000" decel="50000" fill="hold" grpId="2" nodeType="afterEffect">
                                  <p:stCondLst>
                                    <p:cond delay="0"/>
                                  </p:stCondLst>
                                  <p:childTnLst>
                                    <p:animMotion origin="layout" path="M -0.00118 -0.00116 L 0.02929 0.03889 C 0.03567 0.04792 0.04518 0.05301 0.0552 0.05301 C 0.06653 0.05301 0.07565 0.04792 0.08203 0.03889 L 0.11263 -0.00116 " pathEditMode="relative" rAng="0" ptsTypes="AAAAA">
                                      <p:cBhvr>
                                        <p:cTn id="163" dur="2000" fill="hold"/>
                                        <p:tgtEl>
                                          <p:spTgt spid="112"/>
                                        </p:tgtEl>
                                        <p:attrNameLst>
                                          <p:attrName>ppt_x</p:attrName>
                                          <p:attrName>ppt_y</p:attrName>
                                        </p:attrNameLst>
                                      </p:cBhvr>
                                      <p:rCtr x="5690" y="2708"/>
                                    </p:animMotion>
                                  </p:childTnLst>
                                </p:cTn>
                              </p:par>
                            </p:childTnLst>
                          </p:cTn>
                        </p:par>
                        <p:par>
                          <p:cTn id="164" fill="hold">
                            <p:stCondLst>
                              <p:cond delay="4000"/>
                            </p:stCondLst>
                            <p:childTnLst>
                              <p:par>
                                <p:cTn id="165" presetID="37" presetClass="path" presetSubtype="0" accel="50000" decel="50000" fill="hold" grpId="3" nodeType="afterEffect">
                                  <p:stCondLst>
                                    <p:cond delay="0"/>
                                  </p:stCondLst>
                                  <p:childTnLst>
                                    <p:animMotion origin="layout" path="M -0.18893 -0.00024 L -0.16862 0.03981 C -0.16445 0.04884 -0.15807 0.05393 -0.1513 0.05393 C -0.14375 0.05393 -0.13763 0.04884 -0.13346 0.03981 L -0.11302 -0.00024 " pathEditMode="relative" rAng="0" ptsTypes="AAAAA">
                                      <p:cBhvr>
                                        <p:cTn id="166" dur="2000" fill="hold"/>
                                        <p:tgtEl>
                                          <p:spTgt spid="115"/>
                                        </p:tgtEl>
                                        <p:attrNameLst>
                                          <p:attrName>ppt_x</p:attrName>
                                          <p:attrName>ppt_y</p:attrName>
                                        </p:attrNameLst>
                                      </p:cBhvr>
                                      <p:rCtr x="3789" y="2708"/>
                                    </p:animMotion>
                                  </p:childTnLst>
                                </p:cTn>
                              </p:par>
                            </p:childTnLst>
                          </p:cTn>
                        </p:par>
                        <p:par>
                          <p:cTn id="167" fill="hold">
                            <p:stCondLst>
                              <p:cond delay="6000"/>
                            </p:stCondLst>
                            <p:childTnLst>
                              <p:par>
                                <p:cTn id="168" presetID="31" presetClass="exit" presetSubtype="0" fill="hold" nodeType="afterEffect">
                                  <p:stCondLst>
                                    <p:cond delay="0"/>
                                  </p:stCondLst>
                                  <p:childTnLst>
                                    <p:anim calcmode="lin" valueType="num">
                                      <p:cBhvr>
                                        <p:cTn id="169" dur="1000"/>
                                        <p:tgtEl>
                                          <p:spTgt spid="154"/>
                                        </p:tgtEl>
                                        <p:attrNameLst>
                                          <p:attrName>ppt_w</p:attrName>
                                        </p:attrNameLst>
                                      </p:cBhvr>
                                      <p:tavLst>
                                        <p:tav tm="0">
                                          <p:val>
                                            <p:strVal val="ppt_w"/>
                                          </p:val>
                                        </p:tav>
                                        <p:tav tm="100000">
                                          <p:val>
                                            <p:fltVal val="0"/>
                                          </p:val>
                                        </p:tav>
                                      </p:tavLst>
                                    </p:anim>
                                    <p:anim calcmode="lin" valueType="num">
                                      <p:cBhvr>
                                        <p:cTn id="170" dur="1000"/>
                                        <p:tgtEl>
                                          <p:spTgt spid="154"/>
                                        </p:tgtEl>
                                        <p:attrNameLst>
                                          <p:attrName>ppt_h</p:attrName>
                                        </p:attrNameLst>
                                      </p:cBhvr>
                                      <p:tavLst>
                                        <p:tav tm="0">
                                          <p:val>
                                            <p:strVal val="ppt_h"/>
                                          </p:val>
                                        </p:tav>
                                        <p:tav tm="100000">
                                          <p:val>
                                            <p:fltVal val="0"/>
                                          </p:val>
                                        </p:tav>
                                      </p:tavLst>
                                    </p:anim>
                                    <p:anim calcmode="lin" valueType="num">
                                      <p:cBhvr>
                                        <p:cTn id="171" dur="1000"/>
                                        <p:tgtEl>
                                          <p:spTgt spid="154"/>
                                        </p:tgtEl>
                                        <p:attrNameLst>
                                          <p:attrName>style.rotation</p:attrName>
                                        </p:attrNameLst>
                                      </p:cBhvr>
                                      <p:tavLst>
                                        <p:tav tm="0">
                                          <p:val>
                                            <p:fltVal val="0"/>
                                          </p:val>
                                        </p:tav>
                                        <p:tav tm="100000">
                                          <p:val>
                                            <p:fltVal val="90"/>
                                          </p:val>
                                        </p:tav>
                                      </p:tavLst>
                                    </p:anim>
                                    <p:animEffect transition="out" filter="fade">
                                      <p:cBhvr>
                                        <p:cTn id="172" dur="1000"/>
                                        <p:tgtEl>
                                          <p:spTgt spid="154"/>
                                        </p:tgtEl>
                                      </p:cBhvr>
                                    </p:animEffect>
                                    <p:set>
                                      <p:cBhvr>
                                        <p:cTn id="173" dur="1" fill="hold">
                                          <p:stCondLst>
                                            <p:cond delay="999"/>
                                          </p:stCondLst>
                                        </p:cTn>
                                        <p:tgtEl>
                                          <p:spTgt spid="154"/>
                                        </p:tgtEl>
                                        <p:attrNameLst>
                                          <p:attrName>style.visibility</p:attrName>
                                        </p:attrNameLst>
                                      </p:cBhvr>
                                      <p:to>
                                        <p:strVal val="hidden"/>
                                      </p:to>
                                    </p:set>
                                  </p:childTnLst>
                                </p:cTn>
                              </p:par>
                              <p:par>
                                <p:cTn id="174" presetID="10" presetClass="exit" presetSubtype="0" fill="hold" grpId="1" nodeType="withEffect">
                                  <p:stCondLst>
                                    <p:cond delay="0"/>
                                  </p:stCondLst>
                                  <p:childTnLst>
                                    <p:animEffect transition="out" filter="fade">
                                      <p:cBhvr>
                                        <p:cTn id="175" dur="500"/>
                                        <p:tgtEl>
                                          <p:spTgt spid="135"/>
                                        </p:tgtEl>
                                      </p:cBhvr>
                                    </p:animEffect>
                                    <p:set>
                                      <p:cBhvr>
                                        <p:cTn id="176" dur="1" fill="hold">
                                          <p:stCondLst>
                                            <p:cond delay="499"/>
                                          </p:stCondLst>
                                        </p:cTn>
                                        <p:tgtEl>
                                          <p:spTgt spid="135"/>
                                        </p:tgtEl>
                                        <p:attrNameLst>
                                          <p:attrName>style.visibility</p:attrName>
                                        </p:attrNameLst>
                                      </p:cBhvr>
                                      <p:to>
                                        <p:strVal val="hidden"/>
                                      </p:to>
                                    </p:set>
                                  </p:childTnLst>
                                </p:cTn>
                              </p:par>
                            </p:childTnLst>
                          </p:cTn>
                        </p:par>
                      </p:childTnLst>
                    </p:cTn>
                  </p:par>
                  <p:par>
                    <p:cTn id="177" fill="hold">
                      <p:stCondLst>
                        <p:cond delay="indefinite"/>
                      </p:stCondLst>
                      <p:childTnLst>
                        <p:par>
                          <p:cTn id="178" fill="hold">
                            <p:stCondLst>
                              <p:cond delay="0"/>
                            </p:stCondLst>
                            <p:childTnLst>
                              <p:par>
                                <p:cTn id="179" presetID="63" presetClass="path" presetSubtype="0" accel="50000" decel="50000" fill="hold" grpId="2" nodeType="clickEffect">
                                  <p:stCondLst>
                                    <p:cond delay="0"/>
                                  </p:stCondLst>
                                  <p:childTnLst>
                                    <p:animMotion origin="layout" path="M 0.03776 -0.00116 L 0.07539 -0.00093 " pathEditMode="relative" rAng="0" ptsTypes="AA">
                                      <p:cBhvr>
                                        <p:cTn id="180" dur="2000" fill="hold"/>
                                        <p:tgtEl>
                                          <p:spTgt spid="95"/>
                                        </p:tgtEl>
                                        <p:attrNameLst>
                                          <p:attrName>ppt_x</p:attrName>
                                          <p:attrName>ppt_y</p:attrName>
                                        </p:attrNameLst>
                                      </p:cBhvr>
                                      <p:rCtr x="1875" y="0"/>
                                    </p:animMotion>
                                  </p:childTnLst>
                                </p:cTn>
                              </p:par>
                            </p:childTnLst>
                          </p:cTn>
                        </p:par>
                      </p:childTnLst>
                    </p:cTn>
                  </p:par>
                  <p:par>
                    <p:cTn id="181" fill="hold">
                      <p:stCondLst>
                        <p:cond delay="indefinite"/>
                      </p:stCondLst>
                      <p:childTnLst>
                        <p:par>
                          <p:cTn id="182" fill="hold">
                            <p:stCondLst>
                              <p:cond delay="0"/>
                            </p:stCondLst>
                            <p:childTnLst>
                              <p:par>
                                <p:cTn id="183" presetID="22" presetClass="entr" presetSubtype="1" fill="hold" nodeType="clickEffect">
                                  <p:stCondLst>
                                    <p:cond delay="0"/>
                                  </p:stCondLst>
                                  <p:childTnLst>
                                    <p:set>
                                      <p:cBhvr>
                                        <p:cTn id="184" dur="1" fill="hold">
                                          <p:stCondLst>
                                            <p:cond delay="0"/>
                                          </p:stCondLst>
                                        </p:cTn>
                                        <p:tgtEl>
                                          <p:spTgt spid="151"/>
                                        </p:tgtEl>
                                        <p:attrNameLst>
                                          <p:attrName>style.visibility</p:attrName>
                                        </p:attrNameLst>
                                      </p:cBhvr>
                                      <p:to>
                                        <p:strVal val="visible"/>
                                      </p:to>
                                    </p:set>
                                    <p:animEffect transition="in" filter="wipe(up)">
                                      <p:cBhvr>
                                        <p:cTn id="185" dur="1000"/>
                                        <p:tgtEl>
                                          <p:spTgt spid="151"/>
                                        </p:tgtEl>
                                      </p:cBhvr>
                                    </p:animEffect>
                                  </p:childTnLst>
                                </p:cTn>
                              </p:par>
                            </p:childTnLst>
                          </p:cTn>
                        </p:par>
                        <p:par>
                          <p:cTn id="186" fill="hold">
                            <p:stCondLst>
                              <p:cond delay="1000"/>
                            </p:stCondLst>
                            <p:childTnLst>
                              <p:par>
                                <p:cTn id="187" presetID="45" presetClass="entr" presetSubtype="0" fill="hold" grpId="0" nodeType="afterEffect">
                                  <p:stCondLst>
                                    <p:cond delay="0"/>
                                  </p:stCondLst>
                                  <p:childTnLst>
                                    <p:set>
                                      <p:cBhvr>
                                        <p:cTn id="188" dur="1" fill="hold">
                                          <p:stCondLst>
                                            <p:cond delay="0"/>
                                          </p:stCondLst>
                                        </p:cTn>
                                        <p:tgtEl>
                                          <p:spTgt spid="137"/>
                                        </p:tgtEl>
                                        <p:attrNameLst>
                                          <p:attrName>style.visibility</p:attrName>
                                        </p:attrNameLst>
                                      </p:cBhvr>
                                      <p:to>
                                        <p:strVal val="visible"/>
                                      </p:to>
                                    </p:set>
                                    <p:animEffect transition="in" filter="fade">
                                      <p:cBhvr>
                                        <p:cTn id="189" dur="2000"/>
                                        <p:tgtEl>
                                          <p:spTgt spid="137"/>
                                        </p:tgtEl>
                                      </p:cBhvr>
                                    </p:animEffect>
                                    <p:anim calcmode="lin" valueType="num">
                                      <p:cBhvr>
                                        <p:cTn id="190" dur="2000" fill="hold"/>
                                        <p:tgtEl>
                                          <p:spTgt spid="137"/>
                                        </p:tgtEl>
                                        <p:attrNameLst>
                                          <p:attrName>ppt_w</p:attrName>
                                        </p:attrNameLst>
                                      </p:cBhvr>
                                      <p:tavLst>
                                        <p:tav tm="0" fmla="#ppt_w*sin(2.5*pi*$)">
                                          <p:val>
                                            <p:fltVal val="0"/>
                                          </p:val>
                                        </p:tav>
                                        <p:tav tm="100000">
                                          <p:val>
                                            <p:fltVal val="1"/>
                                          </p:val>
                                        </p:tav>
                                      </p:tavLst>
                                    </p:anim>
                                    <p:anim calcmode="lin" valueType="num">
                                      <p:cBhvr>
                                        <p:cTn id="191" dur="2000" fill="hold"/>
                                        <p:tgtEl>
                                          <p:spTgt spid="137"/>
                                        </p:tgtEl>
                                        <p:attrNameLst>
                                          <p:attrName>ppt_h</p:attrName>
                                        </p:attrNameLst>
                                      </p:cBhvr>
                                      <p:tavLst>
                                        <p:tav tm="0">
                                          <p:val>
                                            <p:strVal val="#ppt_h"/>
                                          </p:val>
                                        </p:tav>
                                        <p:tav tm="100000">
                                          <p:val>
                                            <p:strVal val="#ppt_h"/>
                                          </p:val>
                                        </p:tav>
                                      </p:tavLst>
                                    </p:anim>
                                  </p:childTnLst>
                                </p:cTn>
                              </p:par>
                            </p:childTnLst>
                          </p:cTn>
                        </p:par>
                      </p:childTnLst>
                    </p:cTn>
                  </p:par>
                  <p:par>
                    <p:cTn id="192" fill="hold">
                      <p:stCondLst>
                        <p:cond delay="indefinite"/>
                      </p:stCondLst>
                      <p:childTnLst>
                        <p:par>
                          <p:cTn id="193" fill="hold">
                            <p:stCondLst>
                              <p:cond delay="0"/>
                            </p:stCondLst>
                            <p:childTnLst>
                              <p:par>
                                <p:cTn id="194" presetID="31" presetClass="exit" presetSubtype="0" fill="hold" nodeType="clickEffect">
                                  <p:stCondLst>
                                    <p:cond delay="0"/>
                                  </p:stCondLst>
                                  <p:childTnLst>
                                    <p:anim calcmode="lin" valueType="num">
                                      <p:cBhvr>
                                        <p:cTn id="195" dur="1000"/>
                                        <p:tgtEl>
                                          <p:spTgt spid="151"/>
                                        </p:tgtEl>
                                        <p:attrNameLst>
                                          <p:attrName>ppt_w</p:attrName>
                                        </p:attrNameLst>
                                      </p:cBhvr>
                                      <p:tavLst>
                                        <p:tav tm="0">
                                          <p:val>
                                            <p:strVal val="ppt_w"/>
                                          </p:val>
                                        </p:tav>
                                        <p:tav tm="100000">
                                          <p:val>
                                            <p:fltVal val="0"/>
                                          </p:val>
                                        </p:tav>
                                      </p:tavLst>
                                    </p:anim>
                                    <p:anim calcmode="lin" valueType="num">
                                      <p:cBhvr>
                                        <p:cTn id="196" dur="1000"/>
                                        <p:tgtEl>
                                          <p:spTgt spid="151"/>
                                        </p:tgtEl>
                                        <p:attrNameLst>
                                          <p:attrName>ppt_h</p:attrName>
                                        </p:attrNameLst>
                                      </p:cBhvr>
                                      <p:tavLst>
                                        <p:tav tm="0">
                                          <p:val>
                                            <p:strVal val="ppt_h"/>
                                          </p:val>
                                        </p:tav>
                                        <p:tav tm="100000">
                                          <p:val>
                                            <p:fltVal val="0"/>
                                          </p:val>
                                        </p:tav>
                                      </p:tavLst>
                                    </p:anim>
                                    <p:anim calcmode="lin" valueType="num">
                                      <p:cBhvr>
                                        <p:cTn id="197" dur="1000"/>
                                        <p:tgtEl>
                                          <p:spTgt spid="151"/>
                                        </p:tgtEl>
                                        <p:attrNameLst>
                                          <p:attrName>style.rotation</p:attrName>
                                        </p:attrNameLst>
                                      </p:cBhvr>
                                      <p:tavLst>
                                        <p:tav tm="0">
                                          <p:val>
                                            <p:fltVal val="0"/>
                                          </p:val>
                                        </p:tav>
                                        <p:tav tm="100000">
                                          <p:val>
                                            <p:fltVal val="90"/>
                                          </p:val>
                                        </p:tav>
                                      </p:tavLst>
                                    </p:anim>
                                    <p:animEffect transition="out" filter="fade">
                                      <p:cBhvr>
                                        <p:cTn id="198" dur="1000"/>
                                        <p:tgtEl>
                                          <p:spTgt spid="151"/>
                                        </p:tgtEl>
                                      </p:cBhvr>
                                    </p:animEffect>
                                    <p:set>
                                      <p:cBhvr>
                                        <p:cTn id="199" dur="1" fill="hold">
                                          <p:stCondLst>
                                            <p:cond delay="999"/>
                                          </p:stCondLst>
                                        </p:cTn>
                                        <p:tgtEl>
                                          <p:spTgt spid="151"/>
                                        </p:tgtEl>
                                        <p:attrNameLst>
                                          <p:attrName>style.visibility</p:attrName>
                                        </p:attrNameLst>
                                      </p:cBhvr>
                                      <p:to>
                                        <p:strVal val="hidden"/>
                                      </p:to>
                                    </p:set>
                                  </p:childTnLst>
                                </p:cTn>
                              </p:par>
                              <p:par>
                                <p:cTn id="200" presetID="10" presetClass="exit" presetSubtype="0" fill="hold" grpId="1" nodeType="withEffect">
                                  <p:stCondLst>
                                    <p:cond delay="0"/>
                                  </p:stCondLst>
                                  <p:childTnLst>
                                    <p:animEffect transition="out" filter="fade">
                                      <p:cBhvr>
                                        <p:cTn id="201" dur="500"/>
                                        <p:tgtEl>
                                          <p:spTgt spid="137"/>
                                        </p:tgtEl>
                                      </p:cBhvr>
                                    </p:animEffect>
                                    <p:set>
                                      <p:cBhvr>
                                        <p:cTn id="202" dur="1" fill="hold">
                                          <p:stCondLst>
                                            <p:cond delay="499"/>
                                          </p:stCondLst>
                                        </p:cTn>
                                        <p:tgtEl>
                                          <p:spTgt spid="137"/>
                                        </p:tgtEl>
                                        <p:attrNameLst>
                                          <p:attrName>style.visibility</p:attrName>
                                        </p:attrNameLst>
                                      </p:cBhvr>
                                      <p:to>
                                        <p:strVal val="hidden"/>
                                      </p:to>
                                    </p:set>
                                  </p:childTnLst>
                                </p:cTn>
                              </p:par>
                            </p:childTnLst>
                          </p:cTn>
                        </p:par>
                      </p:childTnLst>
                    </p:cTn>
                  </p:par>
                  <p:par>
                    <p:cTn id="203" fill="hold">
                      <p:stCondLst>
                        <p:cond delay="indefinite"/>
                      </p:stCondLst>
                      <p:childTnLst>
                        <p:par>
                          <p:cTn id="204" fill="hold">
                            <p:stCondLst>
                              <p:cond delay="0"/>
                            </p:stCondLst>
                            <p:childTnLst>
                              <p:par>
                                <p:cTn id="205" presetID="63" presetClass="path" presetSubtype="0" accel="50000" decel="50000" fill="hold" grpId="3" nodeType="clickEffect">
                                  <p:stCondLst>
                                    <p:cond delay="0"/>
                                  </p:stCondLst>
                                  <p:childTnLst>
                                    <p:animMotion origin="layout" path="M 0.07539 -0.00093 L 0.11263 -0.0007 " pathEditMode="relative" rAng="0" ptsTypes="AA">
                                      <p:cBhvr>
                                        <p:cTn id="206" dur="2000" fill="hold"/>
                                        <p:tgtEl>
                                          <p:spTgt spid="95"/>
                                        </p:tgtEl>
                                        <p:attrNameLst>
                                          <p:attrName>ppt_x</p:attrName>
                                          <p:attrName>ppt_y</p:attrName>
                                        </p:attrNameLst>
                                      </p:cBhvr>
                                      <p:rCtr x="1862" y="0"/>
                                    </p:animMotion>
                                  </p:childTnLst>
                                </p:cTn>
                              </p:par>
                            </p:childTnLst>
                          </p:cTn>
                        </p:par>
                      </p:childTnLst>
                    </p:cTn>
                  </p:par>
                  <p:par>
                    <p:cTn id="207" fill="hold">
                      <p:stCondLst>
                        <p:cond delay="indefinite"/>
                      </p:stCondLst>
                      <p:childTnLst>
                        <p:par>
                          <p:cTn id="208" fill="hold">
                            <p:stCondLst>
                              <p:cond delay="0"/>
                            </p:stCondLst>
                            <p:childTnLst>
                              <p:par>
                                <p:cTn id="209" presetID="22" presetClass="entr" presetSubtype="1" fill="hold" nodeType="clickEffect">
                                  <p:stCondLst>
                                    <p:cond delay="0"/>
                                  </p:stCondLst>
                                  <p:childTnLst>
                                    <p:set>
                                      <p:cBhvr>
                                        <p:cTn id="210" dur="1" fill="hold">
                                          <p:stCondLst>
                                            <p:cond delay="0"/>
                                          </p:stCondLst>
                                        </p:cTn>
                                        <p:tgtEl>
                                          <p:spTgt spid="148"/>
                                        </p:tgtEl>
                                        <p:attrNameLst>
                                          <p:attrName>style.visibility</p:attrName>
                                        </p:attrNameLst>
                                      </p:cBhvr>
                                      <p:to>
                                        <p:strVal val="visible"/>
                                      </p:to>
                                    </p:set>
                                    <p:animEffect transition="in" filter="wipe(up)">
                                      <p:cBhvr>
                                        <p:cTn id="211" dur="1000"/>
                                        <p:tgtEl>
                                          <p:spTgt spid="148"/>
                                        </p:tgtEl>
                                      </p:cBhvr>
                                    </p:animEffect>
                                  </p:childTnLst>
                                </p:cTn>
                              </p:par>
                            </p:childTnLst>
                          </p:cTn>
                        </p:par>
                        <p:par>
                          <p:cTn id="212" fill="hold">
                            <p:stCondLst>
                              <p:cond delay="1000"/>
                            </p:stCondLst>
                            <p:childTnLst>
                              <p:par>
                                <p:cTn id="213" presetID="45" presetClass="entr" presetSubtype="0" fill="hold" grpId="0" nodeType="afterEffect">
                                  <p:stCondLst>
                                    <p:cond delay="0"/>
                                  </p:stCondLst>
                                  <p:childTnLst>
                                    <p:set>
                                      <p:cBhvr>
                                        <p:cTn id="214" dur="1" fill="hold">
                                          <p:stCondLst>
                                            <p:cond delay="0"/>
                                          </p:stCondLst>
                                        </p:cTn>
                                        <p:tgtEl>
                                          <p:spTgt spid="139"/>
                                        </p:tgtEl>
                                        <p:attrNameLst>
                                          <p:attrName>style.visibility</p:attrName>
                                        </p:attrNameLst>
                                      </p:cBhvr>
                                      <p:to>
                                        <p:strVal val="visible"/>
                                      </p:to>
                                    </p:set>
                                    <p:animEffect transition="in" filter="fade">
                                      <p:cBhvr>
                                        <p:cTn id="215" dur="2000"/>
                                        <p:tgtEl>
                                          <p:spTgt spid="139"/>
                                        </p:tgtEl>
                                      </p:cBhvr>
                                    </p:animEffect>
                                    <p:anim calcmode="lin" valueType="num">
                                      <p:cBhvr>
                                        <p:cTn id="216" dur="2000" fill="hold"/>
                                        <p:tgtEl>
                                          <p:spTgt spid="139"/>
                                        </p:tgtEl>
                                        <p:attrNameLst>
                                          <p:attrName>ppt_w</p:attrName>
                                        </p:attrNameLst>
                                      </p:cBhvr>
                                      <p:tavLst>
                                        <p:tav tm="0" fmla="#ppt_w*sin(2.5*pi*$)">
                                          <p:val>
                                            <p:fltVal val="0"/>
                                          </p:val>
                                        </p:tav>
                                        <p:tav tm="100000">
                                          <p:val>
                                            <p:fltVal val="1"/>
                                          </p:val>
                                        </p:tav>
                                      </p:tavLst>
                                    </p:anim>
                                    <p:anim calcmode="lin" valueType="num">
                                      <p:cBhvr>
                                        <p:cTn id="217" dur="2000" fill="hold"/>
                                        <p:tgtEl>
                                          <p:spTgt spid="139"/>
                                        </p:tgtEl>
                                        <p:attrNameLst>
                                          <p:attrName>ppt_h</p:attrName>
                                        </p:attrNameLst>
                                      </p:cBhvr>
                                      <p:tavLst>
                                        <p:tav tm="0">
                                          <p:val>
                                            <p:strVal val="#ppt_h"/>
                                          </p:val>
                                        </p:tav>
                                        <p:tav tm="100000">
                                          <p:val>
                                            <p:strVal val="#ppt_h"/>
                                          </p:val>
                                        </p:tav>
                                      </p:tavLst>
                                    </p:anim>
                                  </p:childTnLst>
                                </p:cTn>
                              </p:par>
                            </p:childTnLst>
                          </p:cTn>
                        </p:par>
                      </p:childTnLst>
                    </p:cTn>
                  </p:par>
                  <p:par>
                    <p:cTn id="218" fill="hold">
                      <p:stCondLst>
                        <p:cond delay="indefinite"/>
                      </p:stCondLst>
                      <p:childTnLst>
                        <p:par>
                          <p:cTn id="219" fill="hold">
                            <p:stCondLst>
                              <p:cond delay="0"/>
                            </p:stCondLst>
                            <p:childTnLst>
                              <p:par>
                                <p:cTn id="220" presetID="37" presetClass="path" presetSubtype="0" accel="50000" decel="50000" fill="hold" grpId="2" nodeType="clickEffect">
                                  <p:stCondLst>
                                    <p:cond delay="0"/>
                                  </p:stCondLst>
                                  <p:childTnLst>
                                    <p:animMotion origin="layout" path="M 0.00066 -0.00023 L -0.0707 0.03981 C -0.08554 0.04884 -0.10781 0.05393 -0.13112 0.05393 C -0.15781 0.05393 -0.17903 0.04884 -0.19388 0.03981 L -0.2651 -0.00023 " pathEditMode="relative" rAng="0" ptsTypes="AAAAA">
                                      <p:cBhvr>
                                        <p:cTn id="221" dur="2000" fill="hold"/>
                                        <p:tgtEl>
                                          <p:spTgt spid="117"/>
                                        </p:tgtEl>
                                        <p:attrNameLst>
                                          <p:attrName>ppt_x</p:attrName>
                                          <p:attrName>ppt_y</p:attrName>
                                        </p:attrNameLst>
                                      </p:cBhvr>
                                      <p:rCtr x="-13294" y="2708"/>
                                    </p:animMotion>
                                  </p:childTnLst>
                                </p:cTn>
                              </p:par>
                            </p:childTnLst>
                          </p:cTn>
                        </p:par>
                        <p:par>
                          <p:cTn id="222" fill="hold">
                            <p:stCondLst>
                              <p:cond delay="2000"/>
                            </p:stCondLst>
                            <p:childTnLst>
                              <p:par>
                                <p:cTn id="223" presetID="37" presetClass="path" presetSubtype="0" accel="50000" decel="50000" fill="hold" grpId="2" nodeType="afterEffect">
                                  <p:stCondLst>
                                    <p:cond delay="0"/>
                                  </p:stCondLst>
                                  <p:childTnLst>
                                    <p:animMotion origin="layout" path="M 0.00039 -0.00116 L 0.03086 0.03079 C 0.03724 0.0382 0.04688 0.04213 0.05691 0.04213 C 0.06823 0.04213 0.07748 0.0382 0.08386 0.03079 L 0.11446 -0.00116 " pathEditMode="relative" rAng="0" ptsTypes="AAAAA">
                                      <p:cBhvr>
                                        <p:cTn id="224" dur="2000" fill="hold"/>
                                        <p:tgtEl>
                                          <p:spTgt spid="114"/>
                                        </p:tgtEl>
                                        <p:attrNameLst>
                                          <p:attrName>ppt_x</p:attrName>
                                          <p:attrName>ppt_y</p:attrName>
                                        </p:attrNameLst>
                                      </p:cBhvr>
                                      <p:rCtr x="5703" y="2153"/>
                                    </p:animMotion>
                                  </p:childTnLst>
                                </p:cTn>
                              </p:par>
                            </p:childTnLst>
                          </p:cTn>
                        </p:par>
                        <p:par>
                          <p:cTn id="225" fill="hold">
                            <p:stCondLst>
                              <p:cond delay="4000"/>
                            </p:stCondLst>
                            <p:childTnLst>
                              <p:par>
                                <p:cTn id="226" presetID="31" presetClass="exit" presetSubtype="0" fill="hold" nodeType="afterEffect">
                                  <p:stCondLst>
                                    <p:cond delay="0"/>
                                  </p:stCondLst>
                                  <p:childTnLst>
                                    <p:anim calcmode="lin" valueType="num">
                                      <p:cBhvr>
                                        <p:cTn id="227" dur="1000"/>
                                        <p:tgtEl>
                                          <p:spTgt spid="148"/>
                                        </p:tgtEl>
                                        <p:attrNameLst>
                                          <p:attrName>ppt_w</p:attrName>
                                        </p:attrNameLst>
                                      </p:cBhvr>
                                      <p:tavLst>
                                        <p:tav tm="0">
                                          <p:val>
                                            <p:strVal val="ppt_w"/>
                                          </p:val>
                                        </p:tav>
                                        <p:tav tm="100000">
                                          <p:val>
                                            <p:fltVal val="0"/>
                                          </p:val>
                                        </p:tav>
                                      </p:tavLst>
                                    </p:anim>
                                    <p:anim calcmode="lin" valueType="num">
                                      <p:cBhvr>
                                        <p:cTn id="228" dur="1000"/>
                                        <p:tgtEl>
                                          <p:spTgt spid="148"/>
                                        </p:tgtEl>
                                        <p:attrNameLst>
                                          <p:attrName>ppt_h</p:attrName>
                                        </p:attrNameLst>
                                      </p:cBhvr>
                                      <p:tavLst>
                                        <p:tav tm="0">
                                          <p:val>
                                            <p:strVal val="ppt_h"/>
                                          </p:val>
                                        </p:tav>
                                        <p:tav tm="100000">
                                          <p:val>
                                            <p:fltVal val="0"/>
                                          </p:val>
                                        </p:tav>
                                      </p:tavLst>
                                    </p:anim>
                                    <p:anim calcmode="lin" valueType="num">
                                      <p:cBhvr>
                                        <p:cTn id="229" dur="1000"/>
                                        <p:tgtEl>
                                          <p:spTgt spid="148"/>
                                        </p:tgtEl>
                                        <p:attrNameLst>
                                          <p:attrName>style.rotation</p:attrName>
                                        </p:attrNameLst>
                                      </p:cBhvr>
                                      <p:tavLst>
                                        <p:tav tm="0">
                                          <p:val>
                                            <p:fltVal val="0"/>
                                          </p:val>
                                        </p:tav>
                                        <p:tav tm="100000">
                                          <p:val>
                                            <p:fltVal val="90"/>
                                          </p:val>
                                        </p:tav>
                                      </p:tavLst>
                                    </p:anim>
                                    <p:animEffect transition="out" filter="fade">
                                      <p:cBhvr>
                                        <p:cTn id="230" dur="1000"/>
                                        <p:tgtEl>
                                          <p:spTgt spid="148"/>
                                        </p:tgtEl>
                                      </p:cBhvr>
                                    </p:animEffect>
                                    <p:set>
                                      <p:cBhvr>
                                        <p:cTn id="231" dur="1" fill="hold">
                                          <p:stCondLst>
                                            <p:cond delay="999"/>
                                          </p:stCondLst>
                                        </p:cTn>
                                        <p:tgtEl>
                                          <p:spTgt spid="148"/>
                                        </p:tgtEl>
                                        <p:attrNameLst>
                                          <p:attrName>style.visibility</p:attrName>
                                        </p:attrNameLst>
                                      </p:cBhvr>
                                      <p:to>
                                        <p:strVal val="hidden"/>
                                      </p:to>
                                    </p:set>
                                  </p:childTnLst>
                                </p:cTn>
                              </p:par>
                              <p:par>
                                <p:cTn id="232" presetID="10" presetClass="exit" presetSubtype="0" fill="hold" grpId="1" nodeType="withEffect">
                                  <p:stCondLst>
                                    <p:cond delay="0"/>
                                  </p:stCondLst>
                                  <p:childTnLst>
                                    <p:animEffect transition="out" filter="fade">
                                      <p:cBhvr>
                                        <p:cTn id="233" dur="500"/>
                                        <p:tgtEl>
                                          <p:spTgt spid="139"/>
                                        </p:tgtEl>
                                      </p:cBhvr>
                                    </p:animEffect>
                                    <p:set>
                                      <p:cBhvr>
                                        <p:cTn id="234" dur="1" fill="hold">
                                          <p:stCondLst>
                                            <p:cond delay="499"/>
                                          </p:stCondLst>
                                        </p:cTn>
                                        <p:tgtEl>
                                          <p:spTgt spid="139"/>
                                        </p:tgtEl>
                                        <p:attrNameLst>
                                          <p:attrName>style.visibility</p:attrName>
                                        </p:attrNameLst>
                                      </p:cBhvr>
                                      <p:to>
                                        <p:strVal val="hidden"/>
                                      </p:to>
                                    </p:set>
                                  </p:childTnLst>
                                </p:cTn>
                              </p:par>
                            </p:childTnLst>
                          </p:cTn>
                        </p:par>
                      </p:childTnLst>
                    </p:cTn>
                  </p:par>
                  <p:par>
                    <p:cTn id="235" fill="hold">
                      <p:stCondLst>
                        <p:cond delay="indefinite"/>
                      </p:stCondLst>
                      <p:childTnLst>
                        <p:par>
                          <p:cTn id="236" fill="hold">
                            <p:stCondLst>
                              <p:cond delay="0"/>
                            </p:stCondLst>
                            <p:childTnLst>
                              <p:par>
                                <p:cTn id="237" presetID="22" presetClass="entr" presetSubtype="1" fill="hold" nodeType="clickEffect">
                                  <p:stCondLst>
                                    <p:cond delay="0"/>
                                  </p:stCondLst>
                                  <p:childTnLst>
                                    <p:set>
                                      <p:cBhvr>
                                        <p:cTn id="238" dur="1" fill="hold">
                                          <p:stCondLst>
                                            <p:cond delay="0"/>
                                          </p:stCondLst>
                                        </p:cTn>
                                        <p:tgtEl>
                                          <p:spTgt spid="97"/>
                                        </p:tgtEl>
                                        <p:attrNameLst>
                                          <p:attrName>style.visibility</p:attrName>
                                        </p:attrNameLst>
                                      </p:cBhvr>
                                      <p:to>
                                        <p:strVal val="visible"/>
                                      </p:to>
                                    </p:set>
                                    <p:animEffect transition="in" filter="wipe(up)">
                                      <p:cBhvr>
                                        <p:cTn id="239" dur="1000"/>
                                        <p:tgtEl>
                                          <p:spTgt spid="97"/>
                                        </p:tgtEl>
                                      </p:cBhvr>
                                    </p:animEffect>
                                  </p:childTnLst>
                                </p:cTn>
                              </p:par>
                            </p:childTnLst>
                          </p:cTn>
                        </p:par>
                        <p:par>
                          <p:cTn id="240" fill="hold">
                            <p:stCondLst>
                              <p:cond delay="1000"/>
                            </p:stCondLst>
                            <p:childTnLst>
                              <p:par>
                                <p:cTn id="241" presetID="45" presetClass="entr" presetSubtype="0" fill="hold" grpId="0" nodeType="afterEffect">
                                  <p:stCondLst>
                                    <p:cond delay="0"/>
                                  </p:stCondLst>
                                  <p:childTnLst>
                                    <p:set>
                                      <p:cBhvr>
                                        <p:cTn id="242" dur="1" fill="hold">
                                          <p:stCondLst>
                                            <p:cond delay="0"/>
                                          </p:stCondLst>
                                        </p:cTn>
                                        <p:tgtEl>
                                          <p:spTgt spid="147"/>
                                        </p:tgtEl>
                                        <p:attrNameLst>
                                          <p:attrName>style.visibility</p:attrName>
                                        </p:attrNameLst>
                                      </p:cBhvr>
                                      <p:to>
                                        <p:strVal val="visible"/>
                                      </p:to>
                                    </p:set>
                                    <p:animEffect transition="in" filter="fade">
                                      <p:cBhvr>
                                        <p:cTn id="243" dur="2000"/>
                                        <p:tgtEl>
                                          <p:spTgt spid="147"/>
                                        </p:tgtEl>
                                      </p:cBhvr>
                                    </p:animEffect>
                                    <p:anim calcmode="lin" valueType="num">
                                      <p:cBhvr>
                                        <p:cTn id="244" dur="2000" fill="hold"/>
                                        <p:tgtEl>
                                          <p:spTgt spid="147"/>
                                        </p:tgtEl>
                                        <p:attrNameLst>
                                          <p:attrName>ppt_w</p:attrName>
                                        </p:attrNameLst>
                                      </p:cBhvr>
                                      <p:tavLst>
                                        <p:tav tm="0" fmla="#ppt_w*sin(2.5*pi*$)">
                                          <p:val>
                                            <p:fltVal val="0"/>
                                          </p:val>
                                        </p:tav>
                                        <p:tav tm="100000">
                                          <p:val>
                                            <p:fltVal val="1"/>
                                          </p:val>
                                        </p:tav>
                                      </p:tavLst>
                                    </p:anim>
                                    <p:anim calcmode="lin" valueType="num">
                                      <p:cBhvr>
                                        <p:cTn id="245" dur="2000" fill="hold"/>
                                        <p:tgtEl>
                                          <p:spTgt spid="147"/>
                                        </p:tgtEl>
                                        <p:attrNameLst>
                                          <p:attrName>ppt_h</p:attrName>
                                        </p:attrNameLst>
                                      </p:cBhvr>
                                      <p:tavLst>
                                        <p:tav tm="0">
                                          <p:val>
                                            <p:strVal val="#ppt_h"/>
                                          </p:val>
                                        </p:tav>
                                        <p:tav tm="100000">
                                          <p:val>
                                            <p:strVal val="#ppt_h"/>
                                          </p:val>
                                        </p:tav>
                                      </p:tavLst>
                                    </p:anim>
                                  </p:childTnLst>
                                </p:cTn>
                              </p:par>
                            </p:childTnLst>
                          </p:cTn>
                        </p:par>
                      </p:childTnLst>
                    </p:cTn>
                  </p:par>
                  <p:par>
                    <p:cTn id="246" fill="hold">
                      <p:stCondLst>
                        <p:cond delay="indefinite"/>
                      </p:stCondLst>
                      <p:childTnLst>
                        <p:par>
                          <p:cTn id="247" fill="hold">
                            <p:stCondLst>
                              <p:cond delay="0"/>
                            </p:stCondLst>
                            <p:childTnLst>
                              <p:par>
                                <p:cTn id="248" presetID="37" presetClass="path" presetSubtype="0" accel="50000" decel="50000" fill="hold" grpId="3" nodeType="clickEffect">
                                  <p:stCondLst>
                                    <p:cond delay="0"/>
                                  </p:stCondLst>
                                  <p:childTnLst>
                                    <p:animMotion origin="layout" path="M -0.26511 -0.00023 L -0.22422 0.03773 C -0.21576 0.04629 -0.203 0.05116 -0.18959 0.05116 C -0.17435 0.05116 -0.16211 0.04629 -0.15365 0.03773 L -0.11263 -0.00023 " pathEditMode="relative" rAng="0" ptsTypes="AAAAA">
                                      <p:cBhvr>
                                        <p:cTn id="249" dur="2000" fill="hold"/>
                                        <p:tgtEl>
                                          <p:spTgt spid="117"/>
                                        </p:tgtEl>
                                        <p:attrNameLst>
                                          <p:attrName>ppt_x</p:attrName>
                                          <p:attrName>ppt_y</p:attrName>
                                        </p:attrNameLst>
                                      </p:cBhvr>
                                      <p:rCtr x="7617" y="2569"/>
                                    </p:animMotion>
                                  </p:childTnLst>
                                </p:cTn>
                              </p:par>
                            </p:childTnLst>
                          </p:cTn>
                        </p:par>
                      </p:childTnLst>
                    </p:cTn>
                  </p:par>
                  <p:par>
                    <p:cTn id="250" fill="hold">
                      <p:stCondLst>
                        <p:cond delay="indefinite"/>
                      </p:stCondLst>
                      <p:childTnLst>
                        <p:par>
                          <p:cTn id="251" fill="hold">
                            <p:stCondLst>
                              <p:cond delay="0"/>
                            </p:stCondLst>
                            <p:childTnLst>
                              <p:par>
                                <p:cTn id="252" presetID="31" presetClass="exit" presetSubtype="0" fill="hold" nodeType="clickEffect">
                                  <p:stCondLst>
                                    <p:cond delay="0"/>
                                  </p:stCondLst>
                                  <p:childTnLst>
                                    <p:anim calcmode="lin" valueType="num">
                                      <p:cBhvr>
                                        <p:cTn id="253" dur="1000"/>
                                        <p:tgtEl>
                                          <p:spTgt spid="97"/>
                                        </p:tgtEl>
                                        <p:attrNameLst>
                                          <p:attrName>ppt_w</p:attrName>
                                        </p:attrNameLst>
                                      </p:cBhvr>
                                      <p:tavLst>
                                        <p:tav tm="0">
                                          <p:val>
                                            <p:strVal val="ppt_w"/>
                                          </p:val>
                                        </p:tav>
                                        <p:tav tm="100000">
                                          <p:val>
                                            <p:fltVal val="0"/>
                                          </p:val>
                                        </p:tav>
                                      </p:tavLst>
                                    </p:anim>
                                    <p:anim calcmode="lin" valueType="num">
                                      <p:cBhvr>
                                        <p:cTn id="254" dur="1000"/>
                                        <p:tgtEl>
                                          <p:spTgt spid="97"/>
                                        </p:tgtEl>
                                        <p:attrNameLst>
                                          <p:attrName>ppt_h</p:attrName>
                                        </p:attrNameLst>
                                      </p:cBhvr>
                                      <p:tavLst>
                                        <p:tav tm="0">
                                          <p:val>
                                            <p:strVal val="ppt_h"/>
                                          </p:val>
                                        </p:tav>
                                        <p:tav tm="100000">
                                          <p:val>
                                            <p:fltVal val="0"/>
                                          </p:val>
                                        </p:tav>
                                      </p:tavLst>
                                    </p:anim>
                                    <p:anim calcmode="lin" valueType="num">
                                      <p:cBhvr>
                                        <p:cTn id="255" dur="1000"/>
                                        <p:tgtEl>
                                          <p:spTgt spid="97"/>
                                        </p:tgtEl>
                                        <p:attrNameLst>
                                          <p:attrName>style.rotation</p:attrName>
                                        </p:attrNameLst>
                                      </p:cBhvr>
                                      <p:tavLst>
                                        <p:tav tm="0">
                                          <p:val>
                                            <p:fltVal val="0"/>
                                          </p:val>
                                        </p:tav>
                                        <p:tav tm="100000">
                                          <p:val>
                                            <p:fltVal val="90"/>
                                          </p:val>
                                        </p:tav>
                                      </p:tavLst>
                                    </p:anim>
                                    <p:animEffect transition="out" filter="fade">
                                      <p:cBhvr>
                                        <p:cTn id="256" dur="1000"/>
                                        <p:tgtEl>
                                          <p:spTgt spid="97"/>
                                        </p:tgtEl>
                                      </p:cBhvr>
                                    </p:animEffect>
                                    <p:set>
                                      <p:cBhvr>
                                        <p:cTn id="257" dur="1" fill="hold">
                                          <p:stCondLst>
                                            <p:cond delay="999"/>
                                          </p:stCondLst>
                                        </p:cTn>
                                        <p:tgtEl>
                                          <p:spTgt spid="97"/>
                                        </p:tgtEl>
                                        <p:attrNameLst>
                                          <p:attrName>style.visibility</p:attrName>
                                        </p:attrNameLst>
                                      </p:cBhvr>
                                      <p:to>
                                        <p:strVal val="hidden"/>
                                      </p:to>
                                    </p:set>
                                  </p:childTnLst>
                                </p:cTn>
                              </p:par>
                              <p:par>
                                <p:cTn id="258" presetID="10" presetClass="exit" presetSubtype="0" fill="hold" grpId="1" nodeType="withEffect">
                                  <p:stCondLst>
                                    <p:cond delay="0"/>
                                  </p:stCondLst>
                                  <p:childTnLst>
                                    <p:animEffect transition="out" filter="fade">
                                      <p:cBhvr>
                                        <p:cTn id="259" dur="500"/>
                                        <p:tgtEl>
                                          <p:spTgt spid="147"/>
                                        </p:tgtEl>
                                      </p:cBhvr>
                                    </p:animEffect>
                                    <p:set>
                                      <p:cBhvr>
                                        <p:cTn id="260" dur="1" fill="hold">
                                          <p:stCondLst>
                                            <p:cond delay="499"/>
                                          </p:stCondLst>
                                        </p:cTn>
                                        <p:tgtEl>
                                          <p:spTgt spid="147"/>
                                        </p:tgtEl>
                                        <p:attrNameLst>
                                          <p:attrName>style.visibility</p:attrName>
                                        </p:attrNameLst>
                                      </p:cBhvr>
                                      <p:to>
                                        <p:strVal val="hidden"/>
                                      </p:to>
                                    </p:set>
                                  </p:childTnLst>
                                </p:cTn>
                              </p:par>
                            </p:childTnLst>
                          </p:cTn>
                        </p:par>
                      </p:childTnLst>
                    </p:cTn>
                  </p:par>
                  <p:par>
                    <p:cTn id="261" fill="hold">
                      <p:stCondLst>
                        <p:cond delay="indefinite"/>
                      </p:stCondLst>
                      <p:childTnLst>
                        <p:par>
                          <p:cTn id="262" fill="hold">
                            <p:stCondLst>
                              <p:cond delay="0"/>
                            </p:stCondLst>
                            <p:childTnLst>
                              <p:par>
                                <p:cTn id="263" presetID="63" presetClass="path" presetSubtype="0" accel="50000" decel="50000" fill="hold" grpId="4" nodeType="clickEffect">
                                  <p:stCondLst>
                                    <p:cond delay="0"/>
                                  </p:stCondLst>
                                  <p:childTnLst>
                                    <p:animMotion origin="layout" path="M 0.11263 -0.0007 L 0.15026 -0.00023 " pathEditMode="relative" rAng="0" ptsTypes="AA">
                                      <p:cBhvr>
                                        <p:cTn id="264" dur="2000" fill="hold"/>
                                        <p:tgtEl>
                                          <p:spTgt spid="95"/>
                                        </p:tgtEl>
                                        <p:attrNameLst>
                                          <p:attrName>ppt_x</p:attrName>
                                          <p:attrName>ppt_y</p:attrName>
                                        </p:attrNameLst>
                                      </p:cBhvr>
                                      <p:rCtr x="1875" y="23"/>
                                    </p:animMotion>
                                  </p:childTnLst>
                                </p:cTn>
                              </p:par>
                            </p:childTnLst>
                          </p:cTn>
                        </p:par>
                      </p:childTnLst>
                    </p:cTn>
                  </p:par>
                  <p:par>
                    <p:cTn id="265" fill="hold">
                      <p:stCondLst>
                        <p:cond delay="indefinite"/>
                      </p:stCondLst>
                      <p:childTnLst>
                        <p:par>
                          <p:cTn id="266" fill="hold">
                            <p:stCondLst>
                              <p:cond delay="0"/>
                            </p:stCondLst>
                            <p:childTnLst>
                              <p:par>
                                <p:cTn id="267" presetID="22" presetClass="entr" presetSubtype="1" fill="hold" nodeType="clickEffect">
                                  <p:stCondLst>
                                    <p:cond delay="0"/>
                                  </p:stCondLst>
                                  <p:childTnLst>
                                    <p:set>
                                      <p:cBhvr>
                                        <p:cTn id="268" dur="1" fill="hold">
                                          <p:stCondLst>
                                            <p:cond delay="0"/>
                                          </p:stCondLst>
                                        </p:cTn>
                                        <p:tgtEl>
                                          <p:spTgt spid="127"/>
                                        </p:tgtEl>
                                        <p:attrNameLst>
                                          <p:attrName>style.visibility</p:attrName>
                                        </p:attrNameLst>
                                      </p:cBhvr>
                                      <p:to>
                                        <p:strVal val="visible"/>
                                      </p:to>
                                    </p:set>
                                    <p:animEffect transition="in" filter="wipe(up)">
                                      <p:cBhvr>
                                        <p:cTn id="269" dur="1000"/>
                                        <p:tgtEl>
                                          <p:spTgt spid="127"/>
                                        </p:tgtEl>
                                      </p:cBhvr>
                                    </p:animEffect>
                                  </p:childTnLst>
                                </p:cTn>
                              </p:par>
                            </p:childTnLst>
                          </p:cTn>
                        </p:par>
                        <p:par>
                          <p:cTn id="270" fill="hold">
                            <p:stCondLst>
                              <p:cond delay="1000"/>
                            </p:stCondLst>
                            <p:childTnLst>
                              <p:par>
                                <p:cTn id="271" presetID="45" presetClass="entr" presetSubtype="0" fill="hold" grpId="0" nodeType="afterEffect">
                                  <p:stCondLst>
                                    <p:cond delay="0"/>
                                  </p:stCondLst>
                                  <p:childTnLst>
                                    <p:set>
                                      <p:cBhvr>
                                        <p:cTn id="272" dur="1" fill="hold">
                                          <p:stCondLst>
                                            <p:cond delay="0"/>
                                          </p:stCondLst>
                                        </p:cTn>
                                        <p:tgtEl>
                                          <p:spTgt spid="141"/>
                                        </p:tgtEl>
                                        <p:attrNameLst>
                                          <p:attrName>style.visibility</p:attrName>
                                        </p:attrNameLst>
                                      </p:cBhvr>
                                      <p:to>
                                        <p:strVal val="visible"/>
                                      </p:to>
                                    </p:set>
                                    <p:animEffect transition="in" filter="fade">
                                      <p:cBhvr>
                                        <p:cTn id="273" dur="2000"/>
                                        <p:tgtEl>
                                          <p:spTgt spid="141"/>
                                        </p:tgtEl>
                                      </p:cBhvr>
                                    </p:animEffect>
                                    <p:anim calcmode="lin" valueType="num">
                                      <p:cBhvr>
                                        <p:cTn id="274" dur="2000" fill="hold"/>
                                        <p:tgtEl>
                                          <p:spTgt spid="141"/>
                                        </p:tgtEl>
                                        <p:attrNameLst>
                                          <p:attrName>ppt_w</p:attrName>
                                        </p:attrNameLst>
                                      </p:cBhvr>
                                      <p:tavLst>
                                        <p:tav tm="0" fmla="#ppt_w*sin(2.5*pi*$)">
                                          <p:val>
                                            <p:fltVal val="0"/>
                                          </p:val>
                                        </p:tav>
                                        <p:tav tm="100000">
                                          <p:val>
                                            <p:fltVal val="1"/>
                                          </p:val>
                                        </p:tav>
                                      </p:tavLst>
                                    </p:anim>
                                    <p:anim calcmode="lin" valueType="num">
                                      <p:cBhvr>
                                        <p:cTn id="275" dur="2000" fill="hold"/>
                                        <p:tgtEl>
                                          <p:spTgt spid="141"/>
                                        </p:tgtEl>
                                        <p:attrNameLst>
                                          <p:attrName>ppt_h</p:attrName>
                                        </p:attrNameLst>
                                      </p:cBhvr>
                                      <p:tavLst>
                                        <p:tav tm="0">
                                          <p:val>
                                            <p:strVal val="#ppt_h"/>
                                          </p:val>
                                        </p:tav>
                                        <p:tav tm="100000">
                                          <p:val>
                                            <p:strVal val="#ppt_h"/>
                                          </p:val>
                                        </p:tav>
                                      </p:tavLst>
                                    </p:anim>
                                  </p:childTnLst>
                                </p:cTn>
                              </p:par>
                            </p:childTnLst>
                          </p:cTn>
                        </p:par>
                      </p:childTnLst>
                    </p:cTn>
                  </p:par>
                  <p:par>
                    <p:cTn id="276" fill="hold">
                      <p:stCondLst>
                        <p:cond delay="indefinite"/>
                      </p:stCondLst>
                      <p:childTnLst>
                        <p:par>
                          <p:cTn id="277" fill="hold">
                            <p:stCondLst>
                              <p:cond delay="0"/>
                            </p:stCondLst>
                            <p:childTnLst>
                              <p:par>
                                <p:cTn id="278" presetID="31" presetClass="exit" presetSubtype="0" fill="hold" nodeType="clickEffect">
                                  <p:stCondLst>
                                    <p:cond delay="0"/>
                                  </p:stCondLst>
                                  <p:childTnLst>
                                    <p:anim calcmode="lin" valueType="num">
                                      <p:cBhvr>
                                        <p:cTn id="279" dur="1000"/>
                                        <p:tgtEl>
                                          <p:spTgt spid="127"/>
                                        </p:tgtEl>
                                        <p:attrNameLst>
                                          <p:attrName>ppt_w</p:attrName>
                                        </p:attrNameLst>
                                      </p:cBhvr>
                                      <p:tavLst>
                                        <p:tav tm="0">
                                          <p:val>
                                            <p:strVal val="ppt_w"/>
                                          </p:val>
                                        </p:tav>
                                        <p:tav tm="100000">
                                          <p:val>
                                            <p:fltVal val="0"/>
                                          </p:val>
                                        </p:tav>
                                      </p:tavLst>
                                    </p:anim>
                                    <p:anim calcmode="lin" valueType="num">
                                      <p:cBhvr>
                                        <p:cTn id="280" dur="1000"/>
                                        <p:tgtEl>
                                          <p:spTgt spid="127"/>
                                        </p:tgtEl>
                                        <p:attrNameLst>
                                          <p:attrName>ppt_h</p:attrName>
                                        </p:attrNameLst>
                                      </p:cBhvr>
                                      <p:tavLst>
                                        <p:tav tm="0">
                                          <p:val>
                                            <p:strVal val="ppt_h"/>
                                          </p:val>
                                        </p:tav>
                                        <p:tav tm="100000">
                                          <p:val>
                                            <p:fltVal val="0"/>
                                          </p:val>
                                        </p:tav>
                                      </p:tavLst>
                                    </p:anim>
                                    <p:anim calcmode="lin" valueType="num">
                                      <p:cBhvr>
                                        <p:cTn id="281" dur="1000"/>
                                        <p:tgtEl>
                                          <p:spTgt spid="127"/>
                                        </p:tgtEl>
                                        <p:attrNameLst>
                                          <p:attrName>style.rotation</p:attrName>
                                        </p:attrNameLst>
                                      </p:cBhvr>
                                      <p:tavLst>
                                        <p:tav tm="0">
                                          <p:val>
                                            <p:fltVal val="0"/>
                                          </p:val>
                                        </p:tav>
                                        <p:tav tm="100000">
                                          <p:val>
                                            <p:fltVal val="90"/>
                                          </p:val>
                                        </p:tav>
                                      </p:tavLst>
                                    </p:anim>
                                    <p:animEffect transition="out" filter="fade">
                                      <p:cBhvr>
                                        <p:cTn id="282" dur="1000"/>
                                        <p:tgtEl>
                                          <p:spTgt spid="127"/>
                                        </p:tgtEl>
                                      </p:cBhvr>
                                    </p:animEffect>
                                    <p:set>
                                      <p:cBhvr>
                                        <p:cTn id="283" dur="1" fill="hold">
                                          <p:stCondLst>
                                            <p:cond delay="999"/>
                                          </p:stCondLst>
                                        </p:cTn>
                                        <p:tgtEl>
                                          <p:spTgt spid="127"/>
                                        </p:tgtEl>
                                        <p:attrNameLst>
                                          <p:attrName>style.visibility</p:attrName>
                                        </p:attrNameLst>
                                      </p:cBhvr>
                                      <p:to>
                                        <p:strVal val="hidden"/>
                                      </p:to>
                                    </p:set>
                                  </p:childTnLst>
                                </p:cTn>
                              </p:par>
                              <p:par>
                                <p:cTn id="284" presetID="10" presetClass="exit" presetSubtype="0" fill="hold" grpId="1" nodeType="withEffect">
                                  <p:stCondLst>
                                    <p:cond delay="0"/>
                                  </p:stCondLst>
                                  <p:childTnLst>
                                    <p:animEffect transition="out" filter="fade">
                                      <p:cBhvr>
                                        <p:cTn id="285" dur="500"/>
                                        <p:tgtEl>
                                          <p:spTgt spid="141"/>
                                        </p:tgtEl>
                                      </p:cBhvr>
                                    </p:animEffect>
                                    <p:set>
                                      <p:cBhvr>
                                        <p:cTn id="286" dur="1" fill="hold">
                                          <p:stCondLst>
                                            <p:cond delay="499"/>
                                          </p:stCondLst>
                                        </p:cTn>
                                        <p:tgtEl>
                                          <p:spTgt spid="141"/>
                                        </p:tgtEl>
                                        <p:attrNameLst>
                                          <p:attrName>style.visibility</p:attrName>
                                        </p:attrNameLst>
                                      </p:cBhvr>
                                      <p:to>
                                        <p:strVal val="hidden"/>
                                      </p:to>
                                    </p:set>
                                  </p:childTnLst>
                                </p:cTn>
                              </p:par>
                            </p:childTnLst>
                          </p:cTn>
                        </p:par>
                      </p:childTnLst>
                    </p:cTn>
                  </p:par>
                  <p:par>
                    <p:cTn id="287" fill="hold">
                      <p:stCondLst>
                        <p:cond delay="indefinite"/>
                      </p:stCondLst>
                      <p:childTnLst>
                        <p:par>
                          <p:cTn id="288" fill="hold">
                            <p:stCondLst>
                              <p:cond delay="0"/>
                            </p:stCondLst>
                            <p:childTnLst>
                              <p:par>
                                <p:cTn id="289" presetID="63" presetClass="path" presetSubtype="0" accel="50000" decel="50000" fill="hold" grpId="5" nodeType="clickEffect">
                                  <p:stCondLst>
                                    <p:cond delay="0"/>
                                  </p:stCondLst>
                                  <p:childTnLst>
                                    <p:animMotion origin="layout" path="M 0.15026 -0.00023 L 0.18802 2.59259E-6 " pathEditMode="relative" rAng="0" ptsTypes="AA">
                                      <p:cBhvr>
                                        <p:cTn id="290" dur="2000" fill="hold"/>
                                        <p:tgtEl>
                                          <p:spTgt spid="95"/>
                                        </p:tgtEl>
                                        <p:attrNameLst>
                                          <p:attrName>ppt_x</p:attrName>
                                          <p:attrName>ppt_y</p:attrName>
                                        </p:attrNameLst>
                                      </p:cBhvr>
                                      <p:rCtr x="1888" y="0"/>
                                    </p:animMotion>
                                  </p:childTnLst>
                                </p:cTn>
                              </p:par>
                            </p:childTnLst>
                          </p:cTn>
                        </p:par>
                      </p:childTnLst>
                    </p:cTn>
                  </p:par>
                  <p:par>
                    <p:cTn id="291" fill="hold">
                      <p:stCondLst>
                        <p:cond delay="indefinite"/>
                      </p:stCondLst>
                      <p:childTnLst>
                        <p:par>
                          <p:cTn id="292" fill="hold">
                            <p:stCondLst>
                              <p:cond delay="0"/>
                            </p:stCondLst>
                            <p:childTnLst>
                              <p:par>
                                <p:cTn id="293" presetID="22" presetClass="entr" presetSubtype="1" fill="hold" nodeType="clickEffect">
                                  <p:stCondLst>
                                    <p:cond delay="0"/>
                                  </p:stCondLst>
                                  <p:childTnLst>
                                    <p:set>
                                      <p:cBhvr>
                                        <p:cTn id="294" dur="1" fill="hold">
                                          <p:stCondLst>
                                            <p:cond delay="0"/>
                                          </p:stCondLst>
                                        </p:cTn>
                                        <p:tgtEl>
                                          <p:spTgt spid="124"/>
                                        </p:tgtEl>
                                        <p:attrNameLst>
                                          <p:attrName>style.visibility</p:attrName>
                                        </p:attrNameLst>
                                      </p:cBhvr>
                                      <p:to>
                                        <p:strVal val="visible"/>
                                      </p:to>
                                    </p:set>
                                    <p:animEffect transition="in" filter="wipe(up)">
                                      <p:cBhvr>
                                        <p:cTn id="295" dur="1000"/>
                                        <p:tgtEl>
                                          <p:spTgt spid="124"/>
                                        </p:tgtEl>
                                      </p:cBhvr>
                                    </p:animEffect>
                                  </p:childTnLst>
                                </p:cTn>
                              </p:par>
                            </p:childTnLst>
                          </p:cTn>
                        </p:par>
                        <p:par>
                          <p:cTn id="296" fill="hold">
                            <p:stCondLst>
                              <p:cond delay="1000"/>
                            </p:stCondLst>
                            <p:childTnLst>
                              <p:par>
                                <p:cTn id="297" presetID="45" presetClass="entr" presetSubtype="0" fill="hold" grpId="0" nodeType="afterEffect">
                                  <p:stCondLst>
                                    <p:cond delay="0"/>
                                  </p:stCondLst>
                                  <p:childTnLst>
                                    <p:set>
                                      <p:cBhvr>
                                        <p:cTn id="298" dur="1" fill="hold">
                                          <p:stCondLst>
                                            <p:cond delay="0"/>
                                          </p:stCondLst>
                                        </p:cTn>
                                        <p:tgtEl>
                                          <p:spTgt spid="143"/>
                                        </p:tgtEl>
                                        <p:attrNameLst>
                                          <p:attrName>style.visibility</p:attrName>
                                        </p:attrNameLst>
                                      </p:cBhvr>
                                      <p:to>
                                        <p:strVal val="visible"/>
                                      </p:to>
                                    </p:set>
                                    <p:animEffect transition="in" filter="fade">
                                      <p:cBhvr>
                                        <p:cTn id="299" dur="2000"/>
                                        <p:tgtEl>
                                          <p:spTgt spid="143"/>
                                        </p:tgtEl>
                                      </p:cBhvr>
                                    </p:animEffect>
                                    <p:anim calcmode="lin" valueType="num">
                                      <p:cBhvr>
                                        <p:cTn id="300" dur="2000" fill="hold"/>
                                        <p:tgtEl>
                                          <p:spTgt spid="143"/>
                                        </p:tgtEl>
                                        <p:attrNameLst>
                                          <p:attrName>ppt_w</p:attrName>
                                        </p:attrNameLst>
                                      </p:cBhvr>
                                      <p:tavLst>
                                        <p:tav tm="0" fmla="#ppt_w*sin(2.5*pi*$)">
                                          <p:val>
                                            <p:fltVal val="0"/>
                                          </p:val>
                                        </p:tav>
                                        <p:tav tm="100000">
                                          <p:val>
                                            <p:fltVal val="1"/>
                                          </p:val>
                                        </p:tav>
                                      </p:tavLst>
                                    </p:anim>
                                    <p:anim calcmode="lin" valueType="num">
                                      <p:cBhvr>
                                        <p:cTn id="301" dur="2000" fill="hold"/>
                                        <p:tgtEl>
                                          <p:spTgt spid="143"/>
                                        </p:tgtEl>
                                        <p:attrNameLst>
                                          <p:attrName>ppt_h</p:attrName>
                                        </p:attrNameLst>
                                      </p:cBhvr>
                                      <p:tavLst>
                                        <p:tav tm="0">
                                          <p:val>
                                            <p:strVal val="#ppt_h"/>
                                          </p:val>
                                        </p:tav>
                                        <p:tav tm="100000">
                                          <p:val>
                                            <p:strVal val="#ppt_h"/>
                                          </p:val>
                                        </p:tav>
                                      </p:tavLst>
                                    </p:anim>
                                  </p:childTnLst>
                                </p:cTn>
                              </p:par>
                            </p:childTnLst>
                          </p:cTn>
                        </p:par>
                      </p:childTnLst>
                    </p:cTn>
                  </p:par>
                  <p:par>
                    <p:cTn id="302" fill="hold">
                      <p:stCondLst>
                        <p:cond delay="indefinite"/>
                      </p:stCondLst>
                      <p:childTnLst>
                        <p:par>
                          <p:cTn id="303" fill="hold">
                            <p:stCondLst>
                              <p:cond delay="0"/>
                            </p:stCondLst>
                            <p:childTnLst>
                              <p:par>
                                <p:cTn id="304" presetID="31" presetClass="exit" presetSubtype="0" fill="hold" nodeType="clickEffect">
                                  <p:stCondLst>
                                    <p:cond delay="0"/>
                                  </p:stCondLst>
                                  <p:childTnLst>
                                    <p:anim calcmode="lin" valueType="num">
                                      <p:cBhvr>
                                        <p:cTn id="305" dur="1000"/>
                                        <p:tgtEl>
                                          <p:spTgt spid="124"/>
                                        </p:tgtEl>
                                        <p:attrNameLst>
                                          <p:attrName>ppt_w</p:attrName>
                                        </p:attrNameLst>
                                      </p:cBhvr>
                                      <p:tavLst>
                                        <p:tav tm="0">
                                          <p:val>
                                            <p:strVal val="ppt_w"/>
                                          </p:val>
                                        </p:tav>
                                        <p:tav tm="100000">
                                          <p:val>
                                            <p:fltVal val="0"/>
                                          </p:val>
                                        </p:tav>
                                      </p:tavLst>
                                    </p:anim>
                                    <p:anim calcmode="lin" valueType="num">
                                      <p:cBhvr>
                                        <p:cTn id="306" dur="1000"/>
                                        <p:tgtEl>
                                          <p:spTgt spid="124"/>
                                        </p:tgtEl>
                                        <p:attrNameLst>
                                          <p:attrName>ppt_h</p:attrName>
                                        </p:attrNameLst>
                                      </p:cBhvr>
                                      <p:tavLst>
                                        <p:tav tm="0">
                                          <p:val>
                                            <p:strVal val="ppt_h"/>
                                          </p:val>
                                        </p:tav>
                                        <p:tav tm="100000">
                                          <p:val>
                                            <p:fltVal val="0"/>
                                          </p:val>
                                        </p:tav>
                                      </p:tavLst>
                                    </p:anim>
                                    <p:anim calcmode="lin" valueType="num">
                                      <p:cBhvr>
                                        <p:cTn id="307" dur="1000"/>
                                        <p:tgtEl>
                                          <p:spTgt spid="124"/>
                                        </p:tgtEl>
                                        <p:attrNameLst>
                                          <p:attrName>style.rotation</p:attrName>
                                        </p:attrNameLst>
                                      </p:cBhvr>
                                      <p:tavLst>
                                        <p:tav tm="0">
                                          <p:val>
                                            <p:fltVal val="0"/>
                                          </p:val>
                                        </p:tav>
                                        <p:tav tm="100000">
                                          <p:val>
                                            <p:fltVal val="90"/>
                                          </p:val>
                                        </p:tav>
                                      </p:tavLst>
                                    </p:anim>
                                    <p:animEffect transition="out" filter="fade">
                                      <p:cBhvr>
                                        <p:cTn id="308" dur="1000"/>
                                        <p:tgtEl>
                                          <p:spTgt spid="124"/>
                                        </p:tgtEl>
                                      </p:cBhvr>
                                    </p:animEffect>
                                    <p:set>
                                      <p:cBhvr>
                                        <p:cTn id="309" dur="1" fill="hold">
                                          <p:stCondLst>
                                            <p:cond delay="999"/>
                                          </p:stCondLst>
                                        </p:cTn>
                                        <p:tgtEl>
                                          <p:spTgt spid="124"/>
                                        </p:tgtEl>
                                        <p:attrNameLst>
                                          <p:attrName>style.visibility</p:attrName>
                                        </p:attrNameLst>
                                      </p:cBhvr>
                                      <p:to>
                                        <p:strVal val="hidden"/>
                                      </p:to>
                                    </p:set>
                                  </p:childTnLst>
                                </p:cTn>
                              </p:par>
                              <p:par>
                                <p:cTn id="310" presetID="10" presetClass="exit" presetSubtype="0" fill="hold" grpId="1" nodeType="withEffect">
                                  <p:stCondLst>
                                    <p:cond delay="0"/>
                                  </p:stCondLst>
                                  <p:childTnLst>
                                    <p:animEffect transition="out" filter="fade">
                                      <p:cBhvr>
                                        <p:cTn id="311" dur="500"/>
                                        <p:tgtEl>
                                          <p:spTgt spid="143"/>
                                        </p:tgtEl>
                                      </p:cBhvr>
                                    </p:animEffect>
                                    <p:set>
                                      <p:cBhvr>
                                        <p:cTn id="312" dur="1" fill="hold">
                                          <p:stCondLst>
                                            <p:cond delay="499"/>
                                          </p:stCondLst>
                                        </p:cTn>
                                        <p:tgtEl>
                                          <p:spTgt spid="143"/>
                                        </p:tgtEl>
                                        <p:attrNameLst>
                                          <p:attrName>style.visibility</p:attrName>
                                        </p:attrNameLst>
                                      </p:cBhvr>
                                      <p:to>
                                        <p:strVal val="hidden"/>
                                      </p:to>
                                    </p:set>
                                  </p:childTnLst>
                                </p:cTn>
                              </p:par>
                            </p:childTnLst>
                          </p:cTn>
                        </p:par>
                      </p:childTnLst>
                    </p:cTn>
                  </p:par>
                  <p:par>
                    <p:cTn id="313" fill="hold">
                      <p:stCondLst>
                        <p:cond delay="indefinite"/>
                      </p:stCondLst>
                      <p:childTnLst>
                        <p:par>
                          <p:cTn id="314" fill="hold">
                            <p:stCondLst>
                              <p:cond delay="0"/>
                            </p:stCondLst>
                            <p:childTnLst>
                              <p:par>
                                <p:cTn id="315" presetID="63" presetClass="path" presetSubtype="0" accel="50000" decel="50000" fill="hold" grpId="6" nodeType="clickEffect">
                                  <p:stCondLst>
                                    <p:cond delay="0"/>
                                  </p:stCondLst>
                                  <p:childTnLst>
                                    <p:animMotion origin="layout" path="M 0.18802 2.59259E-6 L 0.22709 0.00046 " pathEditMode="relative" rAng="0" ptsTypes="AA">
                                      <p:cBhvr>
                                        <p:cTn id="316" dur="2000" fill="hold"/>
                                        <p:tgtEl>
                                          <p:spTgt spid="95"/>
                                        </p:tgtEl>
                                        <p:attrNameLst>
                                          <p:attrName>ppt_x</p:attrName>
                                          <p:attrName>ppt_y</p:attrName>
                                        </p:attrNameLst>
                                      </p:cBhvr>
                                      <p:rCtr x="1953" y="23"/>
                                    </p:animMotion>
                                  </p:childTnLst>
                                </p:cTn>
                              </p:par>
                            </p:childTnLst>
                          </p:cTn>
                        </p:par>
                      </p:childTnLst>
                    </p:cTn>
                  </p:par>
                  <p:par>
                    <p:cTn id="317" fill="hold">
                      <p:stCondLst>
                        <p:cond delay="indefinite"/>
                      </p:stCondLst>
                      <p:childTnLst>
                        <p:par>
                          <p:cTn id="318" fill="hold">
                            <p:stCondLst>
                              <p:cond delay="0"/>
                            </p:stCondLst>
                            <p:childTnLst>
                              <p:par>
                                <p:cTn id="319" presetID="22" presetClass="entr" presetSubtype="1" fill="hold" nodeType="clickEffect">
                                  <p:stCondLst>
                                    <p:cond delay="0"/>
                                  </p:stCondLst>
                                  <p:childTnLst>
                                    <p:set>
                                      <p:cBhvr>
                                        <p:cTn id="320" dur="1" fill="hold">
                                          <p:stCondLst>
                                            <p:cond delay="0"/>
                                          </p:stCondLst>
                                        </p:cTn>
                                        <p:tgtEl>
                                          <p:spTgt spid="109"/>
                                        </p:tgtEl>
                                        <p:attrNameLst>
                                          <p:attrName>style.visibility</p:attrName>
                                        </p:attrNameLst>
                                      </p:cBhvr>
                                      <p:to>
                                        <p:strVal val="visible"/>
                                      </p:to>
                                    </p:set>
                                    <p:animEffect transition="in" filter="wipe(up)">
                                      <p:cBhvr>
                                        <p:cTn id="321" dur="1000"/>
                                        <p:tgtEl>
                                          <p:spTgt spid="109"/>
                                        </p:tgtEl>
                                      </p:cBhvr>
                                    </p:animEffect>
                                  </p:childTnLst>
                                </p:cTn>
                              </p:par>
                            </p:childTnLst>
                          </p:cTn>
                        </p:par>
                        <p:par>
                          <p:cTn id="322" fill="hold">
                            <p:stCondLst>
                              <p:cond delay="1000"/>
                            </p:stCondLst>
                            <p:childTnLst>
                              <p:par>
                                <p:cTn id="323" presetID="45" presetClass="entr" presetSubtype="0" fill="hold" grpId="0" nodeType="afterEffect">
                                  <p:stCondLst>
                                    <p:cond delay="0"/>
                                  </p:stCondLst>
                                  <p:childTnLst>
                                    <p:set>
                                      <p:cBhvr>
                                        <p:cTn id="324" dur="1" fill="hold">
                                          <p:stCondLst>
                                            <p:cond delay="0"/>
                                          </p:stCondLst>
                                        </p:cTn>
                                        <p:tgtEl>
                                          <p:spTgt spid="145"/>
                                        </p:tgtEl>
                                        <p:attrNameLst>
                                          <p:attrName>style.visibility</p:attrName>
                                        </p:attrNameLst>
                                      </p:cBhvr>
                                      <p:to>
                                        <p:strVal val="visible"/>
                                      </p:to>
                                    </p:set>
                                    <p:animEffect transition="in" filter="fade">
                                      <p:cBhvr>
                                        <p:cTn id="325" dur="2000"/>
                                        <p:tgtEl>
                                          <p:spTgt spid="145"/>
                                        </p:tgtEl>
                                      </p:cBhvr>
                                    </p:animEffect>
                                    <p:anim calcmode="lin" valueType="num">
                                      <p:cBhvr>
                                        <p:cTn id="326" dur="2000" fill="hold"/>
                                        <p:tgtEl>
                                          <p:spTgt spid="145"/>
                                        </p:tgtEl>
                                        <p:attrNameLst>
                                          <p:attrName>ppt_w</p:attrName>
                                        </p:attrNameLst>
                                      </p:cBhvr>
                                      <p:tavLst>
                                        <p:tav tm="0" fmla="#ppt_w*sin(2.5*pi*$)">
                                          <p:val>
                                            <p:fltVal val="0"/>
                                          </p:val>
                                        </p:tav>
                                        <p:tav tm="100000">
                                          <p:val>
                                            <p:fltVal val="1"/>
                                          </p:val>
                                        </p:tav>
                                      </p:tavLst>
                                    </p:anim>
                                    <p:anim calcmode="lin" valueType="num">
                                      <p:cBhvr>
                                        <p:cTn id="327" dur="2000" fill="hold"/>
                                        <p:tgtEl>
                                          <p:spTgt spid="145"/>
                                        </p:tgtEl>
                                        <p:attrNameLst>
                                          <p:attrName>ppt_h</p:attrName>
                                        </p:attrNameLst>
                                      </p:cBhvr>
                                      <p:tavLst>
                                        <p:tav tm="0">
                                          <p:val>
                                            <p:strVal val="#ppt_h"/>
                                          </p:val>
                                        </p:tav>
                                        <p:tav tm="100000">
                                          <p:val>
                                            <p:strVal val="#ppt_h"/>
                                          </p:val>
                                        </p:tav>
                                      </p:tavLst>
                                    </p:anim>
                                  </p:childTnLst>
                                </p:cTn>
                              </p:par>
                            </p:childTnLst>
                          </p:cTn>
                        </p:par>
                      </p:childTnLst>
                    </p:cTn>
                  </p:par>
                  <p:par>
                    <p:cTn id="328" fill="hold">
                      <p:stCondLst>
                        <p:cond delay="indefinite"/>
                      </p:stCondLst>
                      <p:childTnLst>
                        <p:par>
                          <p:cTn id="329" fill="hold">
                            <p:stCondLst>
                              <p:cond delay="0"/>
                            </p:stCondLst>
                            <p:childTnLst>
                              <p:par>
                                <p:cTn id="330" presetID="31" presetClass="exit" presetSubtype="0" fill="hold" nodeType="clickEffect">
                                  <p:stCondLst>
                                    <p:cond delay="0"/>
                                  </p:stCondLst>
                                  <p:childTnLst>
                                    <p:anim calcmode="lin" valueType="num">
                                      <p:cBhvr>
                                        <p:cTn id="331" dur="1000"/>
                                        <p:tgtEl>
                                          <p:spTgt spid="109"/>
                                        </p:tgtEl>
                                        <p:attrNameLst>
                                          <p:attrName>ppt_w</p:attrName>
                                        </p:attrNameLst>
                                      </p:cBhvr>
                                      <p:tavLst>
                                        <p:tav tm="0">
                                          <p:val>
                                            <p:strVal val="ppt_w"/>
                                          </p:val>
                                        </p:tav>
                                        <p:tav tm="100000">
                                          <p:val>
                                            <p:fltVal val="0"/>
                                          </p:val>
                                        </p:tav>
                                      </p:tavLst>
                                    </p:anim>
                                    <p:anim calcmode="lin" valueType="num">
                                      <p:cBhvr>
                                        <p:cTn id="332" dur="1000"/>
                                        <p:tgtEl>
                                          <p:spTgt spid="109"/>
                                        </p:tgtEl>
                                        <p:attrNameLst>
                                          <p:attrName>ppt_h</p:attrName>
                                        </p:attrNameLst>
                                      </p:cBhvr>
                                      <p:tavLst>
                                        <p:tav tm="0">
                                          <p:val>
                                            <p:strVal val="ppt_h"/>
                                          </p:val>
                                        </p:tav>
                                        <p:tav tm="100000">
                                          <p:val>
                                            <p:fltVal val="0"/>
                                          </p:val>
                                        </p:tav>
                                      </p:tavLst>
                                    </p:anim>
                                    <p:anim calcmode="lin" valueType="num">
                                      <p:cBhvr>
                                        <p:cTn id="333" dur="1000"/>
                                        <p:tgtEl>
                                          <p:spTgt spid="109"/>
                                        </p:tgtEl>
                                        <p:attrNameLst>
                                          <p:attrName>style.rotation</p:attrName>
                                        </p:attrNameLst>
                                      </p:cBhvr>
                                      <p:tavLst>
                                        <p:tav tm="0">
                                          <p:val>
                                            <p:fltVal val="0"/>
                                          </p:val>
                                        </p:tav>
                                        <p:tav tm="100000">
                                          <p:val>
                                            <p:fltVal val="90"/>
                                          </p:val>
                                        </p:tav>
                                      </p:tavLst>
                                    </p:anim>
                                    <p:animEffect transition="out" filter="fade">
                                      <p:cBhvr>
                                        <p:cTn id="334" dur="1000"/>
                                        <p:tgtEl>
                                          <p:spTgt spid="109"/>
                                        </p:tgtEl>
                                      </p:cBhvr>
                                    </p:animEffect>
                                    <p:set>
                                      <p:cBhvr>
                                        <p:cTn id="335" dur="1" fill="hold">
                                          <p:stCondLst>
                                            <p:cond delay="999"/>
                                          </p:stCondLst>
                                        </p:cTn>
                                        <p:tgtEl>
                                          <p:spTgt spid="109"/>
                                        </p:tgtEl>
                                        <p:attrNameLst>
                                          <p:attrName>style.visibility</p:attrName>
                                        </p:attrNameLst>
                                      </p:cBhvr>
                                      <p:to>
                                        <p:strVal val="hidden"/>
                                      </p:to>
                                    </p:set>
                                  </p:childTnLst>
                                </p:cTn>
                              </p:par>
                              <p:par>
                                <p:cTn id="336" presetID="10" presetClass="exit" presetSubtype="0" fill="hold" grpId="1" nodeType="withEffect">
                                  <p:stCondLst>
                                    <p:cond delay="0"/>
                                  </p:stCondLst>
                                  <p:childTnLst>
                                    <p:animEffect transition="out" filter="fade">
                                      <p:cBhvr>
                                        <p:cTn id="337" dur="500"/>
                                        <p:tgtEl>
                                          <p:spTgt spid="145"/>
                                        </p:tgtEl>
                                      </p:cBhvr>
                                    </p:animEffect>
                                    <p:set>
                                      <p:cBhvr>
                                        <p:cTn id="338" dur="1" fill="hold">
                                          <p:stCondLst>
                                            <p:cond delay="499"/>
                                          </p:stCondLst>
                                        </p:cTn>
                                        <p:tgtEl>
                                          <p:spTgt spid="145"/>
                                        </p:tgtEl>
                                        <p:attrNameLst>
                                          <p:attrName>style.visibility</p:attrName>
                                        </p:attrNameLst>
                                      </p:cBhvr>
                                      <p:to>
                                        <p:strVal val="hidden"/>
                                      </p:to>
                                    </p:set>
                                  </p:childTnLst>
                                </p:cTn>
                              </p:par>
                            </p:childTnLst>
                          </p:cTn>
                        </p:par>
                      </p:childTnLst>
                    </p:cTn>
                  </p:par>
                  <p:par>
                    <p:cTn id="339" fill="hold">
                      <p:stCondLst>
                        <p:cond delay="indefinite"/>
                      </p:stCondLst>
                      <p:childTnLst>
                        <p:par>
                          <p:cTn id="340" fill="hold">
                            <p:stCondLst>
                              <p:cond delay="0"/>
                            </p:stCondLst>
                            <p:childTnLst>
                              <p:par>
                                <p:cTn id="341" presetID="63" presetClass="path" presetSubtype="0" accel="50000" decel="50000" fill="hold" grpId="7" nodeType="clickEffect">
                                  <p:stCondLst>
                                    <p:cond delay="0"/>
                                  </p:stCondLst>
                                  <p:childTnLst>
                                    <p:animMotion origin="layout" path="M 0.22709 0.00046 L 0.25573 0.00092 " pathEditMode="relative" rAng="0" ptsTypes="AA">
                                      <p:cBhvr>
                                        <p:cTn id="342" dur="2000" fill="hold"/>
                                        <p:tgtEl>
                                          <p:spTgt spid="95"/>
                                        </p:tgtEl>
                                        <p:attrNameLst>
                                          <p:attrName>ppt_x</p:attrName>
                                          <p:attrName>ppt_y</p:attrName>
                                        </p:attrNameLst>
                                      </p:cBhvr>
                                      <p:rCtr x="1432" y="2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1" grpId="1"/>
      <p:bldP spid="112" grpId="0"/>
      <p:bldP spid="112" grpId="1"/>
      <p:bldP spid="112" grpId="2"/>
      <p:bldP spid="113" grpId="0"/>
      <p:bldP spid="113" grpId="1"/>
      <p:bldP spid="114" grpId="0"/>
      <p:bldP spid="114" grpId="1"/>
      <p:bldP spid="114" grpId="2"/>
      <p:bldP spid="115" grpId="0"/>
      <p:bldP spid="115" grpId="1"/>
      <p:bldP spid="115" grpId="2"/>
      <p:bldP spid="115" grpId="3"/>
      <p:bldP spid="116" grpId="0"/>
      <p:bldP spid="116" grpId="1"/>
      <p:bldP spid="117" grpId="0"/>
      <p:bldP spid="117" grpId="1"/>
      <p:bldP spid="117" grpId="2"/>
      <p:bldP spid="117" grpId="3"/>
      <p:bldP spid="118" grpId="0"/>
      <p:bldP spid="118" grpId="1"/>
      <p:bldP spid="120" grpId="0"/>
      <p:bldP spid="120" grpId="1"/>
      <p:bldP spid="121" grpId="0"/>
      <p:bldP spid="121" grpId="1"/>
      <p:bldP spid="130" grpId="0"/>
      <p:bldP spid="132" grpId="0"/>
      <p:bldP spid="133" grpId="0"/>
      <p:bldP spid="133" grpId="1"/>
      <p:bldP spid="135" grpId="0"/>
      <p:bldP spid="135" grpId="1"/>
      <p:bldP spid="137" grpId="0"/>
      <p:bldP spid="137" grpId="1"/>
      <p:bldP spid="139" grpId="0"/>
      <p:bldP spid="139" grpId="1"/>
      <p:bldP spid="141" grpId="0"/>
      <p:bldP spid="141" grpId="1"/>
      <p:bldP spid="143" grpId="0"/>
      <p:bldP spid="143" grpId="1"/>
      <p:bldP spid="145" grpId="0"/>
      <p:bldP spid="145" grpId="1"/>
      <p:bldP spid="147" grpId="0"/>
      <p:bldP spid="147" grpId="1"/>
      <p:bldP spid="93" grpId="0" uiExpand="1" build="p"/>
      <p:bldP spid="95" grpId="0"/>
      <p:bldP spid="95" grpId="1"/>
      <p:bldP spid="95" grpId="2"/>
      <p:bldP spid="95" grpId="3"/>
      <p:bldP spid="95" grpId="4"/>
      <p:bldP spid="95" grpId="5"/>
      <p:bldP spid="95" grpId="6"/>
      <p:bldP spid="95" grpId="7"/>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7D458624-C7AA-4AD2-BC97-39DA0B5505AE}"/>
              </a:ext>
            </a:extLst>
          </p:cNvPr>
          <p:cNvSpPr txBox="1"/>
          <p:nvPr/>
        </p:nvSpPr>
        <p:spPr>
          <a:xfrm>
            <a:off x="271148" y="3054599"/>
            <a:ext cx="8581556" cy="3539430"/>
          </a:xfrm>
          <a:prstGeom prst="rect">
            <a:avLst/>
          </a:prstGeom>
          <a:solidFill>
            <a:srgbClr val="F2F7FC"/>
          </a:solidFill>
          <a:ln>
            <a:solidFill>
              <a:srgbClr val="002060"/>
            </a:solidFill>
          </a:ln>
        </p:spPr>
        <p:txBody>
          <a:bodyPr wrap="square">
            <a:spAutoFit/>
          </a:bodyPr>
          <a:lstStyle/>
          <a:p>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void </a:t>
            </a:r>
            <a:r>
              <a:rPr lang="en-US" altLang="zh-CN" sz="1600" b="1" dirty="0" err="1">
                <a:latin typeface="Courier New" panose="02070309020205020404" pitchFamily="49" charset="0"/>
                <a:cs typeface="Courier New" panose="02070309020205020404" pitchFamily="49" charset="0"/>
              </a:rPr>
              <a:t>ShellInsert</a:t>
            </a:r>
            <a:r>
              <a:rPr lang="en-US" altLang="zh-CN" sz="1600" b="1" dirty="0">
                <a:latin typeface="Courier New" panose="02070309020205020404" pitchFamily="49" charset="0"/>
                <a:cs typeface="Courier New" panose="02070309020205020404" pitchFamily="49" charset="0"/>
              </a:rPr>
              <a:t>(</a:t>
            </a:r>
            <a:r>
              <a:rPr lang="en-US" altLang="zh-CN" sz="1600" b="1" dirty="0" err="1">
                <a:latin typeface="Courier New" panose="02070309020205020404" pitchFamily="49" charset="0"/>
                <a:cs typeface="Courier New" panose="02070309020205020404" pitchFamily="49" charset="0"/>
              </a:rPr>
              <a:t>SqList</a:t>
            </a:r>
            <a:r>
              <a:rPr lang="en-US" altLang="zh-CN" sz="1600" b="1" dirty="0">
                <a:latin typeface="Courier New" panose="02070309020205020404" pitchFamily="49" charset="0"/>
                <a:cs typeface="Courier New" panose="02070309020205020404" pitchFamily="49" charset="0"/>
              </a:rPr>
              <a:t> L,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C00000"/>
                </a:solidFill>
                <a:latin typeface="Courier New" panose="02070309020205020404" pitchFamily="49" charset="0"/>
                <a:cs typeface="Courier New" panose="02070309020205020404" pitchFamily="49" charset="0"/>
              </a:rPr>
              <a:t>dk</a:t>
            </a:r>
            <a:r>
              <a:rPr lang="en-US" altLang="zh-CN"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en-US" altLang="zh-CN" sz="1600" b="1" dirty="0">
                <a:latin typeface="Courier New" panose="02070309020205020404" pitchFamily="49" charset="0"/>
                <a:cs typeface="Courier New" panose="02070309020205020404" pitchFamily="49" charset="0"/>
              </a:rPr>
              <a:t>  </a:t>
            </a:r>
            <a:r>
              <a:rPr lang="en-US" altLang="zh-CN" sz="1600" b="1" dirty="0">
                <a:solidFill>
                  <a:schemeClr val="accent6">
                    <a:lumMod val="75000"/>
                  </a:schemeClr>
                </a:solidFill>
                <a:latin typeface="Courier New" panose="02070309020205020404" pitchFamily="49" charset="0"/>
                <a:cs typeface="Courier New" panose="02070309020205020404" pitchFamily="49" charset="0"/>
              </a:rPr>
              <a:t>//</a:t>
            </a:r>
            <a:r>
              <a:rPr lang="en-US" altLang="zh-CN" sz="1600" b="1" dirty="0">
                <a:solidFill>
                  <a:srgbClr val="0070C0"/>
                </a:solidFill>
                <a:latin typeface="Courier New" panose="02070309020205020404" pitchFamily="49" charset="0"/>
                <a:cs typeface="Courier New" panose="02070309020205020404" pitchFamily="49" charset="0"/>
              </a:rPr>
              <a:t> </a:t>
            </a:r>
            <a:r>
              <a:rPr lang="zh-CN" altLang="en-US" sz="16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算法</a:t>
            </a:r>
            <a:r>
              <a:rPr lang="en-US" altLang="zh-CN" sz="16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10.5</a:t>
            </a:r>
          </a:p>
          <a:p>
            <a:r>
              <a:rPr lang="en-US" altLang="zh-CN" sz="1600" b="1" dirty="0">
                <a:latin typeface="Courier New" panose="02070309020205020404" pitchFamily="49" charset="0"/>
                <a:cs typeface="Courier New" panose="02070309020205020404" pitchFamily="49" charset="0"/>
              </a:rPr>
              <a:t>  </a:t>
            </a:r>
            <a:r>
              <a:rPr lang="en-US" altLang="zh-CN" sz="1600" dirty="0">
                <a:solidFill>
                  <a:schemeClr val="accent6">
                    <a:lumMod val="75000"/>
                  </a:schemeClr>
                </a:solidFill>
                <a:latin typeface="Courier New" panose="02070309020205020404" pitchFamily="49" charset="0"/>
                <a:cs typeface="Courier New" panose="02070309020205020404" pitchFamily="49" charset="0"/>
              </a:rPr>
              <a:t>// </a:t>
            </a:r>
            <a:r>
              <a:rPr lang="zh-CN" altLang="en-US" sz="1600" dirty="0">
                <a:solidFill>
                  <a:schemeClr val="accent6">
                    <a:lumMod val="75000"/>
                  </a:schemeClr>
                </a:solidFill>
                <a:latin typeface="Courier New" panose="02070309020205020404" pitchFamily="49" charset="0"/>
                <a:cs typeface="Courier New" panose="02070309020205020404" pitchFamily="49" charset="0"/>
              </a:rPr>
              <a:t>对顺序表</a:t>
            </a:r>
            <a:r>
              <a:rPr lang="en-US" altLang="zh-CN" sz="1600" dirty="0">
                <a:solidFill>
                  <a:schemeClr val="accent6">
                    <a:lumMod val="75000"/>
                  </a:schemeClr>
                </a:solidFill>
                <a:latin typeface="Courier New" panose="02070309020205020404" pitchFamily="49" charset="0"/>
                <a:cs typeface="Courier New" panose="02070309020205020404" pitchFamily="49" charset="0"/>
              </a:rPr>
              <a:t>L</a:t>
            </a:r>
            <a:r>
              <a:rPr lang="zh-CN" altLang="en-US" sz="1600" dirty="0">
                <a:solidFill>
                  <a:schemeClr val="accent6">
                    <a:lumMod val="75000"/>
                  </a:schemeClr>
                </a:solidFill>
                <a:latin typeface="Courier New" panose="02070309020205020404" pitchFamily="49" charset="0"/>
                <a:cs typeface="Courier New" panose="02070309020205020404" pitchFamily="49" charset="0"/>
              </a:rPr>
              <a:t>作一趟希尔插入排序。本算法对</a:t>
            </a:r>
            <a:r>
              <a:rPr lang="zh-CN" altLang="en-US" sz="1600" b="1" dirty="0">
                <a:solidFill>
                  <a:srgbClr val="C00000"/>
                </a:solidFill>
                <a:latin typeface="Courier New" panose="02070309020205020404" pitchFamily="49" charset="0"/>
                <a:cs typeface="Courier New" panose="02070309020205020404" pitchFamily="49" charset="0"/>
              </a:rPr>
              <a:t>算法</a:t>
            </a:r>
            <a:r>
              <a:rPr lang="en-US" altLang="zh-CN" sz="1600" b="1" dirty="0">
                <a:solidFill>
                  <a:srgbClr val="C00000"/>
                </a:solidFill>
                <a:latin typeface="Courier New" panose="02070309020205020404" pitchFamily="49" charset="0"/>
                <a:cs typeface="Courier New" panose="02070309020205020404" pitchFamily="49" charset="0"/>
              </a:rPr>
              <a:t>10.1</a:t>
            </a:r>
            <a:r>
              <a:rPr lang="zh-CN" altLang="en-US" sz="1600" dirty="0">
                <a:solidFill>
                  <a:schemeClr val="accent6">
                    <a:lumMod val="75000"/>
                  </a:schemeClr>
                </a:solidFill>
                <a:latin typeface="Courier New" panose="02070309020205020404" pitchFamily="49" charset="0"/>
                <a:cs typeface="Courier New" panose="02070309020205020404" pitchFamily="49" charset="0"/>
              </a:rPr>
              <a:t>作了以下修改：</a:t>
            </a:r>
          </a:p>
          <a:p>
            <a:r>
              <a:rPr lang="en-US" altLang="zh-CN" sz="1600" dirty="0">
                <a:solidFill>
                  <a:srgbClr val="0070C0"/>
                </a:solidFill>
                <a:latin typeface="Courier New" panose="02070309020205020404" pitchFamily="49" charset="0"/>
                <a:cs typeface="Courier New" panose="02070309020205020404" pitchFamily="49" charset="0"/>
              </a:rPr>
              <a:t>  </a:t>
            </a:r>
            <a:r>
              <a:rPr lang="en-US" altLang="zh-CN" sz="1600" dirty="0">
                <a:solidFill>
                  <a:schemeClr val="accent6">
                    <a:lumMod val="75000"/>
                  </a:schemeClr>
                </a:solidFill>
                <a:latin typeface="Courier New" panose="02070309020205020404" pitchFamily="49" charset="0"/>
                <a:cs typeface="Courier New" panose="02070309020205020404" pitchFamily="49" charset="0"/>
              </a:rPr>
              <a:t>//    1. </a:t>
            </a:r>
            <a:r>
              <a:rPr lang="zh-CN" altLang="en-US" sz="1600" dirty="0">
                <a:solidFill>
                  <a:schemeClr val="accent6">
                    <a:lumMod val="75000"/>
                  </a:schemeClr>
                </a:solidFill>
                <a:latin typeface="Courier New" panose="02070309020205020404" pitchFamily="49" charset="0"/>
                <a:cs typeface="Courier New" panose="02070309020205020404" pitchFamily="49" charset="0"/>
              </a:rPr>
              <a:t>本趟将记录划分为</a:t>
            </a:r>
            <a:r>
              <a:rPr lang="en-US" altLang="zh-CN" sz="1600" b="1" dirty="0">
                <a:solidFill>
                  <a:srgbClr val="C00000"/>
                </a:solidFill>
                <a:latin typeface="Courier New" panose="02070309020205020404" pitchFamily="49" charset="0"/>
                <a:cs typeface="Courier New" panose="02070309020205020404" pitchFamily="49" charset="0"/>
              </a:rPr>
              <a:t>dk</a:t>
            </a:r>
            <a:r>
              <a:rPr lang="zh-CN" altLang="en-US" sz="1600" dirty="0">
                <a:solidFill>
                  <a:schemeClr val="accent6">
                    <a:lumMod val="75000"/>
                  </a:schemeClr>
                </a:solidFill>
                <a:latin typeface="Courier New" panose="02070309020205020404" pitchFamily="49" charset="0"/>
                <a:cs typeface="Courier New" panose="02070309020205020404" pitchFamily="49" charset="0"/>
              </a:rPr>
              <a:t>个子序列；</a:t>
            </a:r>
            <a:endParaRPr lang="en-US" altLang="zh-CN" sz="1600" dirty="0">
              <a:solidFill>
                <a:schemeClr val="accent6">
                  <a:lumMod val="75000"/>
                </a:schemeClr>
              </a:solidFill>
              <a:latin typeface="Courier New" panose="02070309020205020404" pitchFamily="49" charset="0"/>
              <a:cs typeface="Courier New" panose="02070309020205020404" pitchFamily="49" charset="0"/>
            </a:endParaRPr>
          </a:p>
          <a:p>
            <a:r>
              <a:rPr lang="zh-CN" altLang="en-US" sz="1600" dirty="0">
                <a:solidFill>
                  <a:srgbClr val="0070C0"/>
                </a:solidFill>
                <a:latin typeface="Courier New" panose="02070309020205020404" pitchFamily="49" charset="0"/>
                <a:cs typeface="Courier New" panose="02070309020205020404" pitchFamily="49" charset="0"/>
              </a:rPr>
              <a:t>  </a:t>
            </a:r>
            <a:r>
              <a:rPr lang="en-US" altLang="zh-CN" sz="1600" dirty="0">
                <a:solidFill>
                  <a:schemeClr val="accent6">
                    <a:lumMod val="75000"/>
                  </a:schemeClr>
                </a:solidFill>
                <a:latin typeface="Courier New" panose="02070309020205020404" pitchFamily="49" charset="0"/>
                <a:cs typeface="Courier New" panose="02070309020205020404" pitchFamily="49" charset="0"/>
              </a:rPr>
              <a:t>//    2. </a:t>
            </a:r>
            <a:r>
              <a:rPr lang="zh-CN" altLang="en-US" sz="1600" dirty="0">
                <a:solidFill>
                  <a:schemeClr val="accent6">
                    <a:lumMod val="75000"/>
                  </a:schemeClr>
                </a:solidFill>
                <a:latin typeface="Courier New" panose="02070309020205020404" pitchFamily="49" charset="0"/>
                <a:cs typeface="Courier New" panose="02070309020205020404" pitchFamily="49" charset="0"/>
              </a:rPr>
              <a:t>前后记录位置的增量（距离）是</a:t>
            </a:r>
            <a:r>
              <a:rPr lang="en-US" altLang="zh-CN" sz="1600" b="1" dirty="0">
                <a:solidFill>
                  <a:srgbClr val="C00000"/>
                </a:solidFill>
                <a:latin typeface="Courier New" panose="02070309020205020404" pitchFamily="49" charset="0"/>
                <a:cs typeface="Courier New" panose="02070309020205020404" pitchFamily="49" charset="0"/>
              </a:rPr>
              <a:t>dk</a:t>
            </a:r>
            <a:r>
              <a:rPr lang="zh-CN" altLang="en-US" sz="1600" dirty="0">
                <a:solidFill>
                  <a:schemeClr val="accent6">
                    <a:lumMod val="75000"/>
                  </a:schemeClr>
                </a:solidFill>
                <a:latin typeface="Courier New" panose="02070309020205020404" pitchFamily="49" charset="0"/>
                <a:cs typeface="Courier New" panose="02070309020205020404" pitchFamily="49" charset="0"/>
              </a:rPr>
              <a:t>，而不是</a:t>
            </a:r>
            <a:r>
              <a:rPr lang="en-US" altLang="zh-CN" sz="1600" b="1" dirty="0">
                <a:solidFill>
                  <a:srgbClr val="C00000"/>
                </a:solidFill>
                <a:latin typeface="Courier New" panose="02070309020205020404" pitchFamily="49" charset="0"/>
                <a:cs typeface="Courier New" panose="02070309020205020404" pitchFamily="49" charset="0"/>
              </a:rPr>
              <a:t>1</a:t>
            </a:r>
            <a:r>
              <a:rPr lang="zh-CN" altLang="en-US" sz="1600" dirty="0">
                <a:solidFill>
                  <a:schemeClr val="accent6">
                    <a:lumMod val="75000"/>
                  </a:schemeClr>
                </a:solidFill>
                <a:latin typeface="Courier New" panose="02070309020205020404" pitchFamily="49" charset="0"/>
                <a:cs typeface="Courier New" panose="02070309020205020404" pitchFamily="49" charset="0"/>
              </a:rPr>
              <a:t>；</a:t>
            </a:r>
            <a:endParaRPr lang="en-US" altLang="zh-CN" sz="1600" dirty="0">
              <a:solidFill>
                <a:schemeClr val="accent6">
                  <a:lumMod val="75000"/>
                </a:schemeClr>
              </a:solidFill>
              <a:latin typeface="Courier New" panose="02070309020205020404" pitchFamily="49" charset="0"/>
              <a:cs typeface="Courier New" panose="02070309020205020404" pitchFamily="49" charset="0"/>
            </a:endParaRPr>
          </a:p>
          <a:p>
            <a:r>
              <a:rPr lang="en-US" altLang="zh-CN" sz="1600" dirty="0">
                <a:solidFill>
                  <a:srgbClr val="0070C0"/>
                </a:solidFill>
                <a:latin typeface="Courier New" panose="02070309020205020404" pitchFamily="49" charset="0"/>
                <a:cs typeface="Courier New" panose="02070309020205020404" pitchFamily="49" charset="0"/>
              </a:rPr>
              <a:t>  </a:t>
            </a:r>
            <a:r>
              <a:rPr lang="en-US" altLang="zh-CN" sz="1600" dirty="0">
                <a:solidFill>
                  <a:schemeClr val="accent6">
                    <a:lumMod val="75000"/>
                  </a:schemeClr>
                </a:solidFill>
                <a:latin typeface="Courier New" panose="02070309020205020404" pitchFamily="49" charset="0"/>
                <a:cs typeface="Courier New" panose="02070309020205020404" pitchFamily="49" charset="0"/>
              </a:rPr>
              <a:t>//    3.</a:t>
            </a:r>
            <a:r>
              <a:rPr lang="en-US" altLang="zh-CN" sz="1600" dirty="0">
                <a:solidFill>
                  <a:srgbClr val="0070C0"/>
                </a:solidFill>
                <a:latin typeface="Courier New" panose="02070309020205020404" pitchFamily="49" charset="0"/>
                <a:cs typeface="Courier New" panose="02070309020205020404" pitchFamily="49" charset="0"/>
              </a:rPr>
              <a:t> </a:t>
            </a:r>
            <a:r>
              <a:rPr lang="en-US" altLang="zh-CN" sz="1600" b="1" dirty="0">
                <a:solidFill>
                  <a:srgbClr val="C00000"/>
                </a:solidFill>
                <a:latin typeface="Courier New" panose="02070309020205020404" pitchFamily="49" charset="0"/>
                <a:cs typeface="Courier New" panose="02070309020205020404" pitchFamily="49" charset="0"/>
              </a:rPr>
              <a:t>r[0]</a:t>
            </a:r>
            <a:r>
              <a:rPr lang="zh-CN" altLang="en-US" sz="1600" dirty="0">
                <a:solidFill>
                  <a:schemeClr val="accent6">
                    <a:lumMod val="75000"/>
                  </a:schemeClr>
                </a:solidFill>
                <a:latin typeface="Courier New" panose="02070309020205020404" pitchFamily="49" charset="0"/>
                <a:cs typeface="Courier New" panose="02070309020205020404" pitchFamily="49" charset="0"/>
              </a:rPr>
              <a:t>只是暂存单元，不是哨兵。当</a:t>
            </a:r>
            <a:r>
              <a:rPr lang="en-US" altLang="zh-CN" sz="1600" b="1" dirty="0">
                <a:solidFill>
                  <a:srgbClr val="C00000"/>
                </a:solidFill>
                <a:latin typeface="Courier New" panose="02070309020205020404" pitchFamily="49" charset="0"/>
                <a:cs typeface="Courier New" panose="02070309020205020404" pitchFamily="49" charset="0"/>
              </a:rPr>
              <a:t>j&lt;=0</a:t>
            </a:r>
            <a:r>
              <a:rPr lang="zh-CN" altLang="en-US" sz="1600" dirty="0">
                <a:solidFill>
                  <a:schemeClr val="accent6">
                    <a:lumMod val="75000"/>
                  </a:schemeClr>
                </a:solidFill>
                <a:latin typeface="Courier New" panose="02070309020205020404" pitchFamily="49" charset="0"/>
                <a:cs typeface="Courier New" panose="02070309020205020404" pitchFamily="49" charset="0"/>
              </a:rPr>
              <a:t>时，插入位置已找到。</a:t>
            </a:r>
          </a:p>
          <a:p>
            <a:r>
              <a:rPr lang="en-US" altLang="zh-CN"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for</a:t>
            </a:r>
            <a:r>
              <a:rPr lang="en-US" altLang="zh-CN"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en-US" altLang="zh-CN" sz="1600" b="1" dirty="0">
                <a:latin typeface="Courier New" panose="02070309020205020404" pitchFamily="49" charset="0"/>
                <a:cs typeface="Courier New" panose="02070309020205020404" pitchFamily="49" charset="0"/>
              </a:rPr>
              <a:t> </a:t>
            </a:r>
            <a:r>
              <a:rPr lang="en-US" altLang="zh-CN" sz="1600" b="1" dirty="0" err="1">
                <a:latin typeface="Courier New" panose="02070309020205020404" pitchFamily="49" charset="0"/>
                <a:cs typeface="Courier New" panose="02070309020205020404" pitchFamily="49" charset="0"/>
              </a:rPr>
              <a:t>i</a:t>
            </a:r>
            <a:r>
              <a:rPr lang="en-US" altLang="zh-CN" sz="1600" b="1" dirty="0">
                <a:latin typeface="Courier New" panose="02070309020205020404" pitchFamily="49" charset="0"/>
                <a:cs typeface="Courier New" panose="02070309020205020404" pitchFamily="49" charset="0"/>
              </a:rPr>
              <a:t>=</a:t>
            </a:r>
            <a:r>
              <a:rPr lang="en-US" altLang="zh-CN" sz="1600" b="1" dirty="0" err="1">
                <a:solidFill>
                  <a:srgbClr val="C00000"/>
                </a:solidFill>
                <a:latin typeface="Courier New" panose="02070309020205020404" pitchFamily="49" charset="0"/>
                <a:cs typeface="Courier New" panose="02070309020205020404" pitchFamily="49" charset="0"/>
              </a:rPr>
              <a:t>dk</a:t>
            </a:r>
            <a:r>
              <a:rPr lang="en-US" altLang="zh-CN" sz="1600" b="1" dirty="0" err="1">
                <a:latin typeface="Courier New" panose="02070309020205020404" pitchFamily="49" charset="0"/>
                <a:cs typeface="Courier New" panose="02070309020205020404" pitchFamily="49" charset="0"/>
              </a:rPr>
              <a:t>+1</a:t>
            </a:r>
            <a:r>
              <a:rPr lang="en-US" altLang="zh-CN" sz="1600" b="1" dirty="0">
                <a:latin typeface="Courier New" panose="02070309020205020404" pitchFamily="49" charset="0"/>
                <a:cs typeface="Courier New" panose="02070309020205020404" pitchFamily="49" charset="0"/>
              </a:rPr>
              <a:t>; </a:t>
            </a:r>
            <a:r>
              <a:rPr lang="en-US" altLang="zh-CN" sz="1600" b="1" dirty="0" err="1">
                <a:latin typeface="Courier New" panose="02070309020205020404" pitchFamily="49" charset="0"/>
                <a:cs typeface="Courier New" panose="02070309020205020404" pitchFamily="49" charset="0"/>
              </a:rPr>
              <a:t>i</a:t>
            </a:r>
            <a:r>
              <a:rPr lang="en-US" altLang="zh-CN" sz="1600" b="1" dirty="0">
                <a:latin typeface="Courier New" panose="02070309020205020404" pitchFamily="49" charset="0"/>
                <a:cs typeface="Courier New" panose="02070309020205020404" pitchFamily="49" charset="0"/>
              </a:rPr>
              <a:t>&lt;=L-&gt;</a:t>
            </a:r>
            <a:r>
              <a:rPr lang="en-US" altLang="zh-CN" sz="1600" b="1" dirty="0" err="1">
                <a:latin typeface="Courier New" panose="02070309020205020404" pitchFamily="49" charset="0"/>
                <a:cs typeface="Courier New" panose="02070309020205020404" pitchFamily="49" charset="0"/>
              </a:rPr>
              <a:t>len</a:t>
            </a:r>
            <a:r>
              <a:rPr lang="en-US" altLang="zh-CN" sz="1600" b="1" dirty="0">
                <a:latin typeface="Courier New" panose="02070309020205020404" pitchFamily="49" charset="0"/>
                <a:cs typeface="Courier New" panose="02070309020205020404" pitchFamily="49" charset="0"/>
              </a:rPr>
              <a:t>; ++</a:t>
            </a:r>
            <a:r>
              <a:rPr lang="en-US" altLang="zh-CN" sz="1600" b="1" dirty="0" err="1">
                <a:latin typeface="Courier New" panose="02070309020205020404" pitchFamily="49" charset="0"/>
                <a:cs typeface="Courier New" panose="02070309020205020404" pitchFamily="49" charset="0"/>
              </a:rPr>
              <a:t>i</a:t>
            </a:r>
            <a:r>
              <a:rPr lang="en-US" altLang="zh-CN" sz="1600" b="1" dirty="0">
                <a:latin typeface="Courier New" panose="02070309020205020404" pitchFamily="49" charset="0"/>
                <a:cs typeface="Courier New" panose="02070309020205020404" pitchFamily="49" charset="0"/>
              </a:rPr>
              <a:t>)</a:t>
            </a:r>
          </a:p>
          <a:p>
            <a:r>
              <a:rPr lang="en-US" altLang="zh-CN"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0006EE"/>
                </a:solidFill>
                <a:latin typeface="Courier New" panose="02070309020205020404" pitchFamily="49" charset="0"/>
                <a:cs typeface="Courier New" panose="02070309020205020404" pitchFamily="49" charset="0"/>
              </a:rPr>
              <a:t>LT</a:t>
            </a:r>
            <a:r>
              <a:rPr lang="en-US" altLang="zh-CN" sz="1600" b="1" dirty="0">
                <a:latin typeface="Courier New" panose="02070309020205020404" pitchFamily="49" charset="0"/>
                <a:cs typeface="Courier New" panose="02070309020205020404" pitchFamily="49" charset="0"/>
              </a:rPr>
              <a:t>(</a:t>
            </a:r>
            <a:r>
              <a:rPr lang="en-US" altLang="zh-CN" sz="1600" b="1" dirty="0" err="1">
                <a:latin typeface="Courier New" panose="02070309020205020404" pitchFamily="49" charset="0"/>
                <a:cs typeface="Courier New" panose="02070309020205020404" pitchFamily="49" charset="0"/>
              </a:rPr>
              <a:t>L.r</a:t>
            </a:r>
            <a:r>
              <a:rPr lang="en-US" altLang="zh-CN" sz="1600" b="1" dirty="0">
                <a:latin typeface="Courier New" panose="02070309020205020404" pitchFamily="49" charset="0"/>
                <a:cs typeface="Courier New" panose="02070309020205020404" pitchFamily="49" charset="0"/>
              </a:rPr>
              <a:t>[</a:t>
            </a:r>
            <a:r>
              <a:rPr lang="en-US" altLang="zh-CN" sz="1600" b="1" dirty="0" err="1">
                <a:latin typeface="Courier New" panose="02070309020205020404" pitchFamily="49" charset="0"/>
                <a:cs typeface="Courier New" panose="02070309020205020404" pitchFamily="49" charset="0"/>
              </a:rPr>
              <a:t>i</a:t>
            </a:r>
            <a:r>
              <a:rPr lang="en-US" altLang="zh-CN" sz="1600" b="1" dirty="0">
                <a:latin typeface="Courier New" panose="02070309020205020404" pitchFamily="49" charset="0"/>
                <a:cs typeface="Courier New" panose="02070309020205020404" pitchFamily="49" charset="0"/>
              </a:rPr>
              <a:t>].key, </a:t>
            </a:r>
            <a:r>
              <a:rPr lang="en-US" altLang="zh-CN" sz="1600" b="1" dirty="0" err="1">
                <a:latin typeface="Courier New" panose="02070309020205020404" pitchFamily="49" charset="0"/>
                <a:cs typeface="Courier New" panose="02070309020205020404" pitchFamily="49" charset="0"/>
              </a:rPr>
              <a:t>L.r</a:t>
            </a:r>
            <a:r>
              <a:rPr lang="en-US" altLang="zh-CN" sz="1600" b="1" dirty="0">
                <a:latin typeface="Courier New" panose="02070309020205020404" pitchFamily="49" charset="0"/>
                <a:cs typeface="Courier New" panose="02070309020205020404" pitchFamily="49" charset="0"/>
              </a:rPr>
              <a:t>[</a:t>
            </a:r>
            <a:r>
              <a:rPr lang="en-US" altLang="zh-CN" sz="1600" b="1" dirty="0" err="1">
                <a:latin typeface="Courier New" panose="02070309020205020404" pitchFamily="49" charset="0"/>
                <a:cs typeface="Courier New" panose="02070309020205020404" pitchFamily="49" charset="0"/>
              </a:rPr>
              <a:t>i</a:t>
            </a:r>
            <a:r>
              <a:rPr lang="en-US" altLang="zh-CN" sz="1600" b="1" dirty="0">
                <a:latin typeface="Courier New" panose="02070309020205020404" pitchFamily="49" charset="0"/>
                <a:cs typeface="Courier New" panose="02070309020205020404" pitchFamily="49" charset="0"/>
              </a:rPr>
              <a:t>-</a:t>
            </a:r>
            <a:r>
              <a:rPr lang="en-US" altLang="zh-CN" sz="1600" b="1" dirty="0">
                <a:solidFill>
                  <a:srgbClr val="C00000"/>
                </a:solidFill>
                <a:latin typeface="Courier New" panose="02070309020205020404" pitchFamily="49" charset="0"/>
                <a:cs typeface="Courier New" panose="02070309020205020404" pitchFamily="49" charset="0"/>
              </a:rPr>
              <a:t>dk</a:t>
            </a:r>
            <a:r>
              <a:rPr lang="en-US" altLang="zh-CN" sz="1600" b="1" dirty="0">
                <a:latin typeface="Courier New" panose="02070309020205020404" pitchFamily="49" charset="0"/>
                <a:cs typeface="Courier New" panose="02070309020205020404" pitchFamily="49" charset="0"/>
              </a:rPr>
              <a:t>].key))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en-US" altLang="zh-CN" sz="1600" b="1" dirty="0">
                <a:latin typeface="Courier New" panose="02070309020205020404" pitchFamily="49" charset="0"/>
                <a:cs typeface="Courier New" panose="02070309020205020404" pitchFamily="49" charset="0"/>
              </a:rPr>
              <a:t> </a:t>
            </a:r>
            <a:r>
              <a:rPr lang="en-US" altLang="zh-CN" sz="1600" dirty="0">
                <a:solidFill>
                  <a:schemeClr val="accent6">
                    <a:lumMod val="75000"/>
                  </a:schemeClr>
                </a:solidFill>
                <a:latin typeface="Courier New" panose="02070309020205020404" pitchFamily="49" charset="0"/>
                <a:cs typeface="Courier New" panose="02070309020205020404" pitchFamily="49" charset="0"/>
              </a:rPr>
              <a:t>//</a:t>
            </a:r>
            <a:r>
              <a:rPr lang="en-US" altLang="zh-CN" sz="1600" dirty="0">
                <a:solidFill>
                  <a:srgbClr val="0070C0"/>
                </a:solidFill>
                <a:latin typeface="Courier New" panose="02070309020205020404" pitchFamily="49" charset="0"/>
                <a:cs typeface="Courier New" panose="02070309020205020404" pitchFamily="49" charset="0"/>
              </a:rPr>
              <a:t> </a:t>
            </a:r>
            <a:r>
              <a:rPr lang="en-US" altLang="zh-CN" sz="1600" b="1" dirty="0" err="1">
                <a:solidFill>
                  <a:srgbClr val="C00000"/>
                </a:solidFill>
                <a:latin typeface="Courier New" panose="02070309020205020404" pitchFamily="49" charset="0"/>
                <a:cs typeface="Courier New" panose="02070309020205020404" pitchFamily="49" charset="0"/>
              </a:rPr>
              <a:t>L.r</a:t>
            </a:r>
            <a:r>
              <a:rPr lang="en-US" altLang="zh-CN" sz="1600" b="1" dirty="0">
                <a:solidFill>
                  <a:srgbClr val="C00000"/>
                </a:solidFill>
                <a:latin typeface="Courier New" panose="02070309020205020404" pitchFamily="49" charset="0"/>
                <a:cs typeface="Courier New" panose="02070309020205020404" pitchFamily="49" charset="0"/>
              </a:rPr>
              <a:t>[</a:t>
            </a:r>
            <a:r>
              <a:rPr lang="en-US" altLang="zh-CN" sz="1600" b="1" dirty="0" err="1">
                <a:solidFill>
                  <a:srgbClr val="C00000"/>
                </a:solidFill>
                <a:latin typeface="Courier New" panose="02070309020205020404" pitchFamily="49" charset="0"/>
                <a:cs typeface="Courier New" panose="02070309020205020404" pitchFamily="49" charset="0"/>
              </a:rPr>
              <a:t>i</a:t>
            </a:r>
            <a:r>
              <a:rPr lang="en-US" altLang="zh-CN" sz="1600" b="1" dirty="0">
                <a:solidFill>
                  <a:srgbClr val="C00000"/>
                </a:solidFill>
                <a:latin typeface="Courier New" panose="02070309020205020404" pitchFamily="49" charset="0"/>
                <a:cs typeface="Courier New" panose="02070309020205020404" pitchFamily="49" charset="0"/>
              </a:rPr>
              <a:t>]</a:t>
            </a:r>
            <a:r>
              <a:rPr lang="zh-CN" altLang="en-US" sz="1600" dirty="0">
                <a:solidFill>
                  <a:schemeClr val="accent6">
                    <a:lumMod val="75000"/>
                  </a:schemeClr>
                </a:solidFill>
                <a:latin typeface="Courier New" panose="02070309020205020404" pitchFamily="49" charset="0"/>
                <a:cs typeface="Courier New" panose="02070309020205020404" pitchFamily="49" charset="0"/>
              </a:rPr>
              <a:t>较小则插入有序增量子表</a:t>
            </a:r>
          </a:p>
          <a:p>
            <a:r>
              <a:rPr lang="zh-CN" altLang="en-US" sz="1600" b="1" dirty="0">
                <a:latin typeface="Courier New" panose="02070309020205020404" pitchFamily="49" charset="0"/>
                <a:cs typeface="Courier New" panose="02070309020205020404" pitchFamily="49" charset="0"/>
              </a:rPr>
              <a:t>      </a:t>
            </a:r>
            <a:r>
              <a:rPr lang="en-US" altLang="zh-CN" sz="1600" b="1" dirty="0">
                <a:latin typeface="Courier New" panose="02070309020205020404" pitchFamily="49" charset="0"/>
                <a:cs typeface="Courier New" panose="02070309020205020404" pitchFamily="49" charset="0"/>
              </a:rPr>
              <a:t>L-&gt;r[0] = L-&gt;r[</a:t>
            </a:r>
            <a:r>
              <a:rPr lang="en-US" altLang="zh-CN" sz="1600" b="1" dirty="0" err="1">
                <a:latin typeface="Courier New" panose="02070309020205020404" pitchFamily="49" charset="0"/>
                <a:cs typeface="Courier New" panose="02070309020205020404" pitchFamily="49" charset="0"/>
              </a:rPr>
              <a:t>i</a:t>
            </a:r>
            <a:r>
              <a:rPr lang="en-US" altLang="zh-CN" sz="1600" b="1" dirty="0">
                <a:latin typeface="Courier New" panose="02070309020205020404" pitchFamily="49" charset="0"/>
                <a:cs typeface="Courier New" panose="02070309020205020404" pitchFamily="49" charset="0"/>
              </a:rPr>
              <a:t>];                 </a:t>
            </a:r>
            <a:r>
              <a:rPr lang="en-US" altLang="zh-CN" sz="1600" dirty="0">
                <a:solidFill>
                  <a:schemeClr val="accent6">
                    <a:lumMod val="75000"/>
                  </a:schemeClr>
                </a:solidFill>
                <a:latin typeface="Courier New" panose="02070309020205020404" pitchFamily="49" charset="0"/>
                <a:cs typeface="Courier New" panose="02070309020205020404" pitchFamily="49" charset="0"/>
              </a:rPr>
              <a:t>// </a:t>
            </a:r>
            <a:r>
              <a:rPr lang="zh-CN" altLang="en-US" sz="1600" dirty="0">
                <a:solidFill>
                  <a:schemeClr val="accent6">
                    <a:lumMod val="75000"/>
                  </a:schemeClr>
                </a:solidFill>
                <a:latin typeface="Courier New" panose="02070309020205020404" pitchFamily="49" charset="0"/>
                <a:cs typeface="Courier New" panose="02070309020205020404" pitchFamily="49" charset="0"/>
              </a:rPr>
              <a:t>先暂存在</a:t>
            </a:r>
            <a:r>
              <a:rPr lang="en-US" altLang="zh-CN" sz="1600" b="1" dirty="0">
                <a:solidFill>
                  <a:srgbClr val="C00000"/>
                </a:solidFill>
                <a:latin typeface="Courier New" panose="02070309020205020404" pitchFamily="49" charset="0"/>
                <a:cs typeface="Courier New" panose="02070309020205020404" pitchFamily="49" charset="0"/>
              </a:rPr>
              <a:t>L-&gt;r[0]</a:t>
            </a:r>
          </a:p>
          <a:p>
            <a:r>
              <a:rPr lang="en-US" altLang="zh-CN" sz="1600" b="1" dirty="0">
                <a:latin typeface="Courier New" panose="02070309020205020404" pitchFamily="49" charset="0"/>
                <a:cs typeface="Courier New" panose="02070309020205020404" pitchFamily="49" charset="0"/>
              </a:rPr>
              <a:t>      L-&gt;r[</a:t>
            </a:r>
            <a:r>
              <a:rPr lang="en-US" altLang="zh-CN" sz="1600" b="1" dirty="0" err="1">
                <a:latin typeface="Courier New" panose="02070309020205020404" pitchFamily="49" charset="0"/>
                <a:cs typeface="Courier New" panose="02070309020205020404" pitchFamily="49" charset="0"/>
              </a:rPr>
              <a:t>i</a:t>
            </a:r>
            <a:r>
              <a:rPr lang="en-US" altLang="zh-CN" sz="1600" b="1" dirty="0">
                <a:latin typeface="Courier New" panose="02070309020205020404" pitchFamily="49" charset="0"/>
                <a:cs typeface="Courier New" panose="02070309020205020404" pitchFamily="49" charset="0"/>
              </a:rPr>
              <a:t>] = L-&gt;r[</a:t>
            </a:r>
            <a:r>
              <a:rPr lang="en-US" altLang="zh-CN" sz="1600" b="1" dirty="0" err="1">
                <a:latin typeface="Courier New" panose="02070309020205020404" pitchFamily="49" charset="0"/>
                <a:cs typeface="Courier New" panose="02070309020205020404" pitchFamily="49" charset="0"/>
              </a:rPr>
              <a:t>i</a:t>
            </a:r>
            <a:r>
              <a:rPr lang="en-US" altLang="zh-CN" sz="1600" b="1" dirty="0">
                <a:latin typeface="Courier New" panose="02070309020205020404" pitchFamily="49" charset="0"/>
                <a:cs typeface="Courier New" panose="02070309020205020404" pitchFamily="49" charset="0"/>
              </a:rPr>
              <a:t>-</a:t>
            </a:r>
            <a:r>
              <a:rPr lang="en-US" altLang="zh-CN" sz="1600" b="1" dirty="0">
                <a:solidFill>
                  <a:srgbClr val="C00000"/>
                </a:solidFill>
                <a:latin typeface="Courier New" panose="02070309020205020404" pitchFamily="49" charset="0"/>
                <a:cs typeface="Courier New" panose="02070309020205020404" pitchFamily="49" charset="0"/>
              </a:rPr>
              <a:t>dk</a:t>
            </a:r>
            <a:r>
              <a:rPr lang="en-US" altLang="zh-CN" sz="1600" b="1" dirty="0">
                <a:latin typeface="Courier New" panose="02070309020205020404" pitchFamily="49" charset="0"/>
                <a:cs typeface="Courier New" panose="02070309020205020404" pitchFamily="49" charset="0"/>
              </a:rPr>
              <a:t>];</a:t>
            </a:r>
          </a:p>
          <a:p>
            <a:r>
              <a:rPr lang="en-US" altLang="zh-CN"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for</a:t>
            </a:r>
            <a:r>
              <a:rPr lang="en-US" altLang="zh-CN"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en-US" altLang="zh-CN" sz="1600" b="1" dirty="0">
                <a:latin typeface="Courier New" panose="02070309020205020404" pitchFamily="49" charset="0"/>
                <a:cs typeface="Courier New" panose="02070309020205020404" pitchFamily="49" charset="0"/>
              </a:rPr>
              <a:t> j=</a:t>
            </a:r>
            <a:r>
              <a:rPr lang="en-US" altLang="zh-CN" sz="1600" b="1" dirty="0" err="1">
                <a:latin typeface="Courier New" panose="02070309020205020404" pitchFamily="49" charset="0"/>
                <a:cs typeface="Courier New" panose="02070309020205020404" pitchFamily="49" charset="0"/>
              </a:rPr>
              <a:t>i</a:t>
            </a:r>
            <a:r>
              <a:rPr lang="en-US" altLang="zh-CN" sz="1600" b="1" dirty="0">
                <a:latin typeface="Courier New" panose="02070309020205020404" pitchFamily="49" charset="0"/>
                <a:cs typeface="Courier New" panose="02070309020205020404" pitchFamily="49" charset="0"/>
              </a:rPr>
              <a:t>-2</a:t>
            </a:r>
            <a:r>
              <a:rPr lang="en-US" altLang="zh-CN" sz="1600" b="1" dirty="0">
                <a:solidFill>
                  <a:srgbClr val="C00000"/>
                </a:solidFill>
                <a:latin typeface="Courier New" panose="02070309020205020404" pitchFamily="49" charset="0"/>
                <a:cs typeface="Courier New" panose="02070309020205020404" pitchFamily="49" charset="0"/>
              </a:rPr>
              <a:t>*dk</a:t>
            </a:r>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0006EE"/>
                </a:solidFill>
                <a:latin typeface="Courier New" panose="02070309020205020404" pitchFamily="49" charset="0"/>
                <a:cs typeface="Courier New" panose="02070309020205020404" pitchFamily="49" charset="0"/>
              </a:rPr>
              <a:t>j&gt;0 </a:t>
            </a:r>
            <a:r>
              <a:rPr lang="en-US" altLang="zh-CN" sz="1600" b="1" dirty="0">
                <a:solidFill>
                  <a:srgbClr val="0006EE"/>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&amp;&amp;</a:t>
            </a:r>
            <a:r>
              <a:rPr lang="en-US" altLang="zh-CN" sz="1600" b="1" dirty="0">
                <a:solidFill>
                  <a:srgbClr val="0006EE"/>
                </a:solidFill>
                <a:latin typeface="Courier New" panose="02070309020205020404" pitchFamily="49" charset="0"/>
                <a:cs typeface="Courier New" panose="02070309020205020404" pitchFamily="49" charset="0"/>
              </a:rPr>
              <a:t> LT</a:t>
            </a:r>
            <a:r>
              <a:rPr lang="en-US" altLang="zh-CN" sz="1600" b="1" dirty="0">
                <a:latin typeface="Courier New" panose="02070309020205020404" pitchFamily="49" charset="0"/>
                <a:cs typeface="Courier New" panose="02070309020205020404" pitchFamily="49" charset="0"/>
              </a:rPr>
              <a:t>(L-&gt;r[0], L-&gt;r[j]); j-=</a:t>
            </a:r>
            <a:r>
              <a:rPr lang="en-US" altLang="zh-CN" sz="1600" b="1" dirty="0">
                <a:solidFill>
                  <a:srgbClr val="C00000"/>
                </a:solidFill>
                <a:latin typeface="Courier New" panose="02070309020205020404" pitchFamily="49" charset="0"/>
                <a:cs typeface="Courier New" panose="02070309020205020404" pitchFamily="49" charset="0"/>
              </a:rPr>
              <a:t>dk</a:t>
            </a:r>
            <a:r>
              <a:rPr lang="en-US" altLang="zh-CN" sz="1600" b="1" dirty="0">
                <a:latin typeface="Courier New" panose="02070309020205020404" pitchFamily="49" charset="0"/>
                <a:cs typeface="Courier New" panose="02070309020205020404" pitchFamily="49" charset="0"/>
              </a:rPr>
              <a:t>)</a:t>
            </a:r>
          </a:p>
          <a:p>
            <a:r>
              <a:rPr lang="en-US" altLang="zh-CN" sz="1600" b="1" dirty="0">
                <a:latin typeface="Courier New" panose="02070309020205020404" pitchFamily="49" charset="0"/>
                <a:cs typeface="Courier New" panose="02070309020205020404" pitchFamily="49" charset="0"/>
              </a:rPr>
              <a:t>        L-&gt;r[</a:t>
            </a:r>
            <a:r>
              <a:rPr lang="en-US" altLang="zh-CN" sz="1600" b="1" dirty="0" err="1">
                <a:latin typeface="Courier New" panose="02070309020205020404" pitchFamily="49" charset="0"/>
                <a:cs typeface="Courier New" panose="02070309020205020404" pitchFamily="49" charset="0"/>
              </a:rPr>
              <a:t>j+</a:t>
            </a:r>
            <a:r>
              <a:rPr lang="en-US" altLang="zh-CN" sz="1600" b="1" dirty="0" err="1">
                <a:solidFill>
                  <a:srgbClr val="C00000"/>
                </a:solidFill>
                <a:latin typeface="Courier New" panose="02070309020205020404" pitchFamily="49" charset="0"/>
                <a:cs typeface="Courier New" panose="02070309020205020404" pitchFamily="49" charset="0"/>
              </a:rPr>
              <a:t>dk</a:t>
            </a:r>
            <a:r>
              <a:rPr lang="en-US" altLang="zh-CN" sz="1600" b="1" dirty="0">
                <a:latin typeface="Courier New" panose="02070309020205020404" pitchFamily="49" charset="0"/>
                <a:cs typeface="Courier New" panose="02070309020205020404" pitchFamily="49" charset="0"/>
              </a:rPr>
              <a:t>] = L-&gt;r[j];   </a:t>
            </a:r>
            <a:r>
              <a:rPr lang="en-US" altLang="zh-CN" sz="1600" dirty="0">
                <a:solidFill>
                  <a:schemeClr val="accent6">
                    <a:lumMod val="75000"/>
                  </a:schemeClr>
                </a:solidFill>
                <a:latin typeface="Courier New" panose="02070309020205020404" pitchFamily="49" charset="0"/>
                <a:cs typeface="Courier New" panose="02070309020205020404" pitchFamily="49" charset="0"/>
              </a:rPr>
              <a:t>// </a:t>
            </a:r>
            <a:r>
              <a:rPr lang="zh-CN" altLang="en-US" sz="1600" dirty="0">
                <a:solidFill>
                  <a:schemeClr val="accent6">
                    <a:lumMod val="75000"/>
                  </a:schemeClr>
                </a:solidFill>
                <a:latin typeface="Courier New" panose="02070309020205020404" pitchFamily="49" charset="0"/>
                <a:cs typeface="Courier New" panose="02070309020205020404" pitchFamily="49" charset="0"/>
              </a:rPr>
              <a:t>记录后移，查找插入位置</a:t>
            </a:r>
          </a:p>
          <a:p>
            <a:r>
              <a:rPr lang="zh-CN" altLang="en-US" sz="1600" b="1" dirty="0">
                <a:latin typeface="Courier New" panose="02070309020205020404" pitchFamily="49" charset="0"/>
                <a:cs typeface="Courier New" panose="02070309020205020404" pitchFamily="49" charset="0"/>
              </a:rPr>
              <a:t>      </a:t>
            </a:r>
            <a:r>
              <a:rPr lang="en-US" altLang="zh-CN" sz="1600" b="1" dirty="0">
                <a:latin typeface="Courier New" panose="02070309020205020404" pitchFamily="49" charset="0"/>
                <a:cs typeface="Courier New" panose="02070309020205020404" pitchFamily="49" charset="0"/>
              </a:rPr>
              <a:t>L-&gt;r[</a:t>
            </a:r>
            <a:r>
              <a:rPr lang="en-US" altLang="zh-CN" sz="1600" b="1" dirty="0" err="1">
                <a:latin typeface="Courier New" panose="02070309020205020404" pitchFamily="49" charset="0"/>
                <a:cs typeface="Courier New" panose="02070309020205020404" pitchFamily="49" charset="0"/>
              </a:rPr>
              <a:t>j+</a:t>
            </a:r>
            <a:r>
              <a:rPr lang="en-US" altLang="zh-CN" sz="1600" b="1" dirty="0" err="1">
                <a:solidFill>
                  <a:srgbClr val="C00000"/>
                </a:solidFill>
                <a:latin typeface="Courier New" panose="02070309020205020404" pitchFamily="49" charset="0"/>
                <a:cs typeface="Courier New" panose="02070309020205020404" pitchFamily="49" charset="0"/>
              </a:rPr>
              <a:t>dk</a:t>
            </a:r>
            <a:r>
              <a:rPr lang="en-US" altLang="zh-CN" sz="1600" b="1" dirty="0">
                <a:latin typeface="Courier New" panose="02070309020205020404" pitchFamily="49" charset="0"/>
                <a:cs typeface="Courier New" panose="02070309020205020404" pitchFamily="49" charset="0"/>
              </a:rPr>
              <a:t>] = L-&gt;r[0];     </a:t>
            </a:r>
            <a:r>
              <a:rPr lang="en-US" altLang="zh-CN" sz="1600" dirty="0">
                <a:solidFill>
                  <a:schemeClr val="accent6">
                    <a:lumMod val="75000"/>
                  </a:schemeClr>
                </a:solidFill>
                <a:latin typeface="Courier New" panose="02070309020205020404" pitchFamily="49" charset="0"/>
                <a:cs typeface="Courier New" panose="02070309020205020404" pitchFamily="49" charset="0"/>
              </a:rPr>
              <a:t>// </a:t>
            </a:r>
            <a:r>
              <a:rPr lang="zh-CN" altLang="en-US" sz="1600" dirty="0">
                <a:solidFill>
                  <a:schemeClr val="accent6">
                    <a:lumMod val="75000"/>
                  </a:schemeClr>
                </a:solidFill>
                <a:latin typeface="Courier New" panose="02070309020205020404" pitchFamily="49" charset="0"/>
                <a:cs typeface="Courier New" panose="02070309020205020404" pitchFamily="49" charset="0"/>
              </a:rPr>
              <a:t>插入</a:t>
            </a:r>
          </a:p>
          <a:p>
            <a:r>
              <a:rPr lang="zh-CN" altLang="en-US"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zh-CN" altLang="en-US" sz="1600" dirty="0">
              <a:solidFill>
                <a:srgbClr val="0070C0"/>
              </a:solidFill>
              <a:latin typeface="Courier New" panose="02070309020205020404" pitchFamily="49" charset="0"/>
              <a:cs typeface="Courier New" panose="02070309020205020404" pitchFamily="49" charset="0"/>
            </a:endParaRPr>
          </a:p>
        </p:txBody>
      </p:sp>
      <p:grpSp>
        <p:nvGrpSpPr>
          <p:cNvPr id="5" name="组合 4">
            <a:extLst>
              <a:ext uri="{FF2B5EF4-FFF2-40B4-BE49-F238E27FC236}">
                <a16:creationId xmlns:a16="http://schemas.microsoft.com/office/drawing/2014/main" id="{26196DF4-52BA-41C8-80ED-59D9683F373B}"/>
              </a:ext>
            </a:extLst>
          </p:cNvPr>
          <p:cNvGrpSpPr/>
          <p:nvPr/>
        </p:nvGrpSpPr>
        <p:grpSpPr>
          <a:xfrm>
            <a:off x="6485241" y="437322"/>
            <a:ext cx="5058274" cy="804192"/>
            <a:chOff x="6434792" y="964977"/>
            <a:chExt cx="5058274" cy="748358"/>
          </a:xfrm>
        </p:grpSpPr>
        <p:grpSp>
          <p:nvGrpSpPr>
            <p:cNvPr id="6" name="组合 5">
              <a:extLst>
                <a:ext uri="{FF2B5EF4-FFF2-40B4-BE49-F238E27FC236}">
                  <a16:creationId xmlns:a16="http://schemas.microsoft.com/office/drawing/2014/main" id="{D3257DAA-ADBB-4008-8F3F-6D2CFDAB2CF0}"/>
                </a:ext>
              </a:extLst>
            </p:cNvPr>
            <p:cNvGrpSpPr/>
            <p:nvPr/>
          </p:nvGrpSpPr>
          <p:grpSpPr>
            <a:xfrm>
              <a:off x="6434792" y="964977"/>
              <a:ext cx="5058274" cy="748358"/>
              <a:chOff x="5178729" y="1066010"/>
              <a:chExt cx="4469711" cy="620519"/>
            </a:xfrm>
          </p:grpSpPr>
          <p:grpSp>
            <p:nvGrpSpPr>
              <p:cNvPr id="11" name="组合 10">
                <a:extLst>
                  <a:ext uri="{FF2B5EF4-FFF2-40B4-BE49-F238E27FC236}">
                    <a16:creationId xmlns:a16="http://schemas.microsoft.com/office/drawing/2014/main" id="{C17F250E-E7A1-4486-9D5E-F35D29D8A28C}"/>
                  </a:ext>
                </a:extLst>
              </p:cNvPr>
              <p:cNvGrpSpPr/>
              <p:nvPr/>
            </p:nvGrpSpPr>
            <p:grpSpPr>
              <a:xfrm>
                <a:off x="7211309" y="1066010"/>
                <a:ext cx="406116" cy="620452"/>
                <a:chOff x="7881869" y="1848118"/>
                <a:chExt cx="406116" cy="620452"/>
              </a:xfrm>
            </p:grpSpPr>
            <p:sp>
              <p:nvSpPr>
                <p:cNvPr id="36" name="矩形 35">
                  <a:extLst>
                    <a:ext uri="{FF2B5EF4-FFF2-40B4-BE49-F238E27FC236}">
                      <a16:creationId xmlns:a16="http://schemas.microsoft.com/office/drawing/2014/main" id="{B960A7A1-2BD8-4283-8803-3489470B5D55}"/>
                    </a:ext>
                  </a:extLst>
                </p:cNvPr>
                <p:cNvSpPr/>
                <p:nvPr/>
              </p:nvSpPr>
              <p:spPr>
                <a:xfrm>
                  <a:off x="7881870" y="1848118"/>
                  <a:ext cx="406115"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rgbClr val="0070C0"/>
                      </a:solidFill>
                    </a:rPr>
                    <a:t>5</a:t>
                  </a:r>
                  <a:endParaRPr lang="zh-CN" altLang="en-US" sz="1600" b="1" dirty="0">
                    <a:solidFill>
                      <a:srgbClr val="0070C0"/>
                    </a:solidFill>
                  </a:endParaRPr>
                </a:p>
              </p:txBody>
            </p:sp>
            <p:sp>
              <p:nvSpPr>
                <p:cNvPr id="37" name="矩形 36">
                  <a:extLst>
                    <a:ext uri="{FF2B5EF4-FFF2-40B4-BE49-F238E27FC236}">
                      <a16:creationId xmlns:a16="http://schemas.microsoft.com/office/drawing/2014/main" id="{6DAF4918-CE72-4D8E-9575-07B62B6BE2D4}"/>
                    </a:ext>
                  </a:extLst>
                </p:cNvPr>
                <p:cNvSpPr/>
                <p:nvPr/>
              </p:nvSpPr>
              <p:spPr>
                <a:xfrm>
                  <a:off x="7881869" y="2160793"/>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grpSp>
            <p:nvGrpSpPr>
              <p:cNvPr id="12" name="组合 11">
                <a:extLst>
                  <a:ext uri="{FF2B5EF4-FFF2-40B4-BE49-F238E27FC236}">
                    <a16:creationId xmlns:a16="http://schemas.microsoft.com/office/drawing/2014/main" id="{6FD97328-5522-4E6E-A0B2-60B3AE92D453}"/>
                  </a:ext>
                </a:extLst>
              </p:cNvPr>
              <p:cNvGrpSpPr/>
              <p:nvPr/>
            </p:nvGrpSpPr>
            <p:grpSpPr>
              <a:xfrm>
                <a:off x="7617424" y="1067394"/>
                <a:ext cx="406116" cy="619135"/>
                <a:chOff x="7881869" y="1848118"/>
                <a:chExt cx="406116" cy="619135"/>
              </a:xfrm>
            </p:grpSpPr>
            <p:sp>
              <p:nvSpPr>
                <p:cNvPr id="34" name="矩形 33">
                  <a:extLst>
                    <a:ext uri="{FF2B5EF4-FFF2-40B4-BE49-F238E27FC236}">
                      <a16:creationId xmlns:a16="http://schemas.microsoft.com/office/drawing/2014/main" id="{C15A7B15-DB02-413B-8C1F-008B7CC269DE}"/>
                    </a:ext>
                  </a:extLst>
                </p:cNvPr>
                <p:cNvSpPr/>
                <p:nvPr/>
              </p:nvSpPr>
              <p:spPr>
                <a:xfrm>
                  <a:off x="7881870" y="1848118"/>
                  <a:ext cx="406115"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rgbClr val="0070C0"/>
                      </a:solidFill>
                    </a:rPr>
                    <a:t>6</a:t>
                  </a:r>
                  <a:endParaRPr lang="zh-CN" altLang="en-US" sz="1600" b="1" dirty="0">
                    <a:solidFill>
                      <a:srgbClr val="0070C0"/>
                    </a:solidFill>
                  </a:endParaRPr>
                </a:p>
              </p:txBody>
            </p:sp>
            <p:sp>
              <p:nvSpPr>
                <p:cNvPr id="35" name="矩形 34">
                  <a:extLst>
                    <a:ext uri="{FF2B5EF4-FFF2-40B4-BE49-F238E27FC236}">
                      <a16:creationId xmlns:a16="http://schemas.microsoft.com/office/drawing/2014/main" id="{86CB7993-2E2B-465C-8553-9E3B4DDDD725}"/>
                    </a:ext>
                  </a:extLst>
                </p:cNvPr>
                <p:cNvSpPr/>
                <p:nvPr/>
              </p:nvSpPr>
              <p:spPr>
                <a:xfrm>
                  <a:off x="7881869" y="2159476"/>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grpSp>
            <p:nvGrpSpPr>
              <p:cNvPr id="13" name="组合 12">
                <a:extLst>
                  <a:ext uri="{FF2B5EF4-FFF2-40B4-BE49-F238E27FC236}">
                    <a16:creationId xmlns:a16="http://schemas.microsoft.com/office/drawing/2014/main" id="{2394CC41-D8CD-4B4D-BF86-F1A86811DA74}"/>
                  </a:ext>
                </a:extLst>
              </p:cNvPr>
              <p:cNvGrpSpPr/>
              <p:nvPr/>
            </p:nvGrpSpPr>
            <p:grpSpPr>
              <a:xfrm>
                <a:off x="8024039" y="1066010"/>
                <a:ext cx="406116" cy="620452"/>
                <a:chOff x="7881869" y="1848118"/>
                <a:chExt cx="406116" cy="620452"/>
              </a:xfrm>
            </p:grpSpPr>
            <p:sp>
              <p:nvSpPr>
                <p:cNvPr id="32" name="矩形 31">
                  <a:extLst>
                    <a:ext uri="{FF2B5EF4-FFF2-40B4-BE49-F238E27FC236}">
                      <a16:creationId xmlns:a16="http://schemas.microsoft.com/office/drawing/2014/main" id="{1A1C3BA5-2306-4542-8146-8DB13512D797}"/>
                    </a:ext>
                  </a:extLst>
                </p:cNvPr>
                <p:cNvSpPr/>
                <p:nvPr/>
              </p:nvSpPr>
              <p:spPr>
                <a:xfrm>
                  <a:off x="7881870" y="1848118"/>
                  <a:ext cx="406115"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rgbClr val="0070C0"/>
                      </a:solidFill>
                    </a:rPr>
                    <a:t>7</a:t>
                  </a:r>
                  <a:endParaRPr lang="zh-CN" altLang="en-US" sz="1600" b="1" dirty="0">
                    <a:solidFill>
                      <a:srgbClr val="0070C0"/>
                    </a:solidFill>
                  </a:endParaRPr>
                </a:p>
              </p:txBody>
            </p:sp>
            <p:sp>
              <p:nvSpPr>
                <p:cNvPr id="33" name="矩形 32">
                  <a:extLst>
                    <a:ext uri="{FF2B5EF4-FFF2-40B4-BE49-F238E27FC236}">
                      <a16:creationId xmlns:a16="http://schemas.microsoft.com/office/drawing/2014/main" id="{2F6E08DB-1C78-43A3-B716-7F851B99BF6E}"/>
                    </a:ext>
                  </a:extLst>
                </p:cNvPr>
                <p:cNvSpPr/>
                <p:nvPr/>
              </p:nvSpPr>
              <p:spPr>
                <a:xfrm>
                  <a:off x="7881869" y="2160793"/>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grpSp>
            <p:nvGrpSpPr>
              <p:cNvPr id="14" name="组合 13">
                <a:extLst>
                  <a:ext uri="{FF2B5EF4-FFF2-40B4-BE49-F238E27FC236}">
                    <a16:creationId xmlns:a16="http://schemas.microsoft.com/office/drawing/2014/main" id="{9469CE33-18E5-4D2B-AABD-D9D18556619C}"/>
                  </a:ext>
                </a:extLst>
              </p:cNvPr>
              <p:cNvGrpSpPr/>
              <p:nvPr/>
            </p:nvGrpSpPr>
            <p:grpSpPr>
              <a:xfrm>
                <a:off x="8430155" y="1067394"/>
                <a:ext cx="1218285" cy="617841"/>
                <a:chOff x="7881870" y="1848118"/>
                <a:chExt cx="1218285" cy="617841"/>
              </a:xfrm>
            </p:grpSpPr>
            <p:sp>
              <p:nvSpPr>
                <p:cNvPr id="30" name="矩形 29">
                  <a:extLst>
                    <a:ext uri="{FF2B5EF4-FFF2-40B4-BE49-F238E27FC236}">
                      <a16:creationId xmlns:a16="http://schemas.microsoft.com/office/drawing/2014/main" id="{9907ABE4-4716-4AA0-9077-ACE6B5B5F651}"/>
                    </a:ext>
                  </a:extLst>
                </p:cNvPr>
                <p:cNvSpPr/>
                <p:nvPr/>
              </p:nvSpPr>
              <p:spPr>
                <a:xfrm>
                  <a:off x="7881870" y="1848118"/>
                  <a:ext cx="406115"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rgbClr val="0070C0"/>
                      </a:solidFill>
                    </a:rPr>
                    <a:t>8</a:t>
                  </a:r>
                  <a:endParaRPr lang="zh-CN" altLang="en-US" sz="1600" b="1" dirty="0">
                    <a:solidFill>
                      <a:srgbClr val="0070C0"/>
                    </a:solidFill>
                  </a:endParaRPr>
                </a:p>
              </p:txBody>
            </p:sp>
            <p:sp>
              <p:nvSpPr>
                <p:cNvPr id="31" name="矩形 30">
                  <a:extLst>
                    <a:ext uri="{FF2B5EF4-FFF2-40B4-BE49-F238E27FC236}">
                      <a16:creationId xmlns:a16="http://schemas.microsoft.com/office/drawing/2014/main" id="{19B38047-7157-469D-9301-36B3332DAE4F}"/>
                    </a:ext>
                  </a:extLst>
                </p:cNvPr>
                <p:cNvSpPr/>
                <p:nvPr/>
              </p:nvSpPr>
              <p:spPr>
                <a:xfrm>
                  <a:off x="8694040" y="2158182"/>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grpSp>
            <p:nvGrpSpPr>
              <p:cNvPr id="15" name="组合 14">
                <a:extLst>
                  <a:ext uri="{FF2B5EF4-FFF2-40B4-BE49-F238E27FC236}">
                    <a16:creationId xmlns:a16="http://schemas.microsoft.com/office/drawing/2014/main" id="{B59F315A-9DA4-4470-ADE9-E0215A15E2F5}"/>
                  </a:ext>
                </a:extLst>
              </p:cNvPr>
              <p:cNvGrpSpPr/>
              <p:nvPr/>
            </p:nvGrpSpPr>
            <p:grpSpPr>
              <a:xfrm>
                <a:off x="5585847" y="1066010"/>
                <a:ext cx="406116" cy="620452"/>
                <a:chOff x="7881869" y="1848118"/>
                <a:chExt cx="406116" cy="620452"/>
              </a:xfrm>
            </p:grpSpPr>
            <p:sp>
              <p:nvSpPr>
                <p:cNvPr id="28" name="矩形 27">
                  <a:extLst>
                    <a:ext uri="{FF2B5EF4-FFF2-40B4-BE49-F238E27FC236}">
                      <a16:creationId xmlns:a16="http://schemas.microsoft.com/office/drawing/2014/main" id="{3DFB7163-41BE-4E40-BA09-8669E7039EA8}"/>
                    </a:ext>
                  </a:extLst>
                </p:cNvPr>
                <p:cNvSpPr/>
                <p:nvPr/>
              </p:nvSpPr>
              <p:spPr>
                <a:xfrm>
                  <a:off x="7881870" y="1848118"/>
                  <a:ext cx="406115"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rgbClr val="0070C0"/>
                      </a:solidFill>
                    </a:rPr>
                    <a:t>1</a:t>
                  </a:r>
                  <a:endParaRPr lang="zh-CN" altLang="en-US" sz="1600" b="1" dirty="0">
                    <a:solidFill>
                      <a:srgbClr val="0070C0"/>
                    </a:solidFill>
                  </a:endParaRPr>
                </a:p>
              </p:txBody>
            </p:sp>
            <p:sp>
              <p:nvSpPr>
                <p:cNvPr id="29" name="矩形 28">
                  <a:extLst>
                    <a:ext uri="{FF2B5EF4-FFF2-40B4-BE49-F238E27FC236}">
                      <a16:creationId xmlns:a16="http://schemas.microsoft.com/office/drawing/2014/main" id="{04BFF791-183E-4B48-967B-52BA82594D97}"/>
                    </a:ext>
                  </a:extLst>
                </p:cNvPr>
                <p:cNvSpPr/>
                <p:nvPr/>
              </p:nvSpPr>
              <p:spPr>
                <a:xfrm>
                  <a:off x="7881869" y="2160793"/>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grpSp>
            <p:nvGrpSpPr>
              <p:cNvPr id="16" name="组合 15">
                <a:extLst>
                  <a:ext uri="{FF2B5EF4-FFF2-40B4-BE49-F238E27FC236}">
                    <a16:creationId xmlns:a16="http://schemas.microsoft.com/office/drawing/2014/main" id="{D9D59E59-E7C5-406C-9FC2-C6625612D699}"/>
                  </a:ext>
                </a:extLst>
              </p:cNvPr>
              <p:cNvGrpSpPr/>
              <p:nvPr/>
            </p:nvGrpSpPr>
            <p:grpSpPr>
              <a:xfrm>
                <a:off x="5991962" y="1067394"/>
                <a:ext cx="406116" cy="619135"/>
                <a:chOff x="7881869" y="1848118"/>
                <a:chExt cx="406116" cy="619135"/>
              </a:xfrm>
            </p:grpSpPr>
            <p:sp>
              <p:nvSpPr>
                <p:cNvPr id="26" name="矩形 25">
                  <a:extLst>
                    <a:ext uri="{FF2B5EF4-FFF2-40B4-BE49-F238E27FC236}">
                      <a16:creationId xmlns:a16="http://schemas.microsoft.com/office/drawing/2014/main" id="{476B1997-3458-4B00-9C9B-5F335D4887D8}"/>
                    </a:ext>
                  </a:extLst>
                </p:cNvPr>
                <p:cNvSpPr/>
                <p:nvPr/>
              </p:nvSpPr>
              <p:spPr>
                <a:xfrm>
                  <a:off x="7881870" y="1848118"/>
                  <a:ext cx="406115"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rgbClr val="0070C0"/>
                      </a:solidFill>
                    </a:rPr>
                    <a:t>2</a:t>
                  </a:r>
                  <a:endParaRPr lang="zh-CN" altLang="en-US" sz="1600" b="1" dirty="0">
                    <a:solidFill>
                      <a:srgbClr val="0070C0"/>
                    </a:solidFill>
                  </a:endParaRPr>
                </a:p>
              </p:txBody>
            </p:sp>
            <p:sp>
              <p:nvSpPr>
                <p:cNvPr id="27" name="矩形 26">
                  <a:extLst>
                    <a:ext uri="{FF2B5EF4-FFF2-40B4-BE49-F238E27FC236}">
                      <a16:creationId xmlns:a16="http://schemas.microsoft.com/office/drawing/2014/main" id="{0359C67E-67FC-4EF8-B61D-52E31B4A4AD2}"/>
                    </a:ext>
                  </a:extLst>
                </p:cNvPr>
                <p:cNvSpPr/>
                <p:nvPr/>
              </p:nvSpPr>
              <p:spPr>
                <a:xfrm>
                  <a:off x="7881869" y="2159476"/>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grpSp>
            <p:nvGrpSpPr>
              <p:cNvPr id="17" name="组合 16">
                <a:extLst>
                  <a:ext uri="{FF2B5EF4-FFF2-40B4-BE49-F238E27FC236}">
                    <a16:creationId xmlns:a16="http://schemas.microsoft.com/office/drawing/2014/main" id="{61451A82-80BB-41C3-BE7B-DC9A46EF2296}"/>
                  </a:ext>
                </a:extLst>
              </p:cNvPr>
              <p:cNvGrpSpPr/>
              <p:nvPr/>
            </p:nvGrpSpPr>
            <p:grpSpPr>
              <a:xfrm>
                <a:off x="6398577" y="1066010"/>
                <a:ext cx="406116" cy="620452"/>
                <a:chOff x="7881869" y="1848118"/>
                <a:chExt cx="406116" cy="620452"/>
              </a:xfrm>
            </p:grpSpPr>
            <p:sp>
              <p:nvSpPr>
                <p:cNvPr id="24" name="矩形 23">
                  <a:extLst>
                    <a:ext uri="{FF2B5EF4-FFF2-40B4-BE49-F238E27FC236}">
                      <a16:creationId xmlns:a16="http://schemas.microsoft.com/office/drawing/2014/main" id="{C0FB32DE-8674-42BA-BF06-87C8B6DEB173}"/>
                    </a:ext>
                  </a:extLst>
                </p:cNvPr>
                <p:cNvSpPr/>
                <p:nvPr/>
              </p:nvSpPr>
              <p:spPr>
                <a:xfrm>
                  <a:off x="7881870" y="1848118"/>
                  <a:ext cx="406115"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rgbClr val="0070C0"/>
                      </a:solidFill>
                    </a:rPr>
                    <a:t>3</a:t>
                  </a:r>
                  <a:endParaRPr lang="zh-CN" altLang="en-US" sz="1600" b="1" dirty="0">
                    <a:solidFill>
                      <a:srgbClr val="0070C0"/>
                    </a:solidFill>
                  </a:endParaRPr>
                </a:p>
              </p:txBody>
            </p:sp>
            <p:sp>
              <p:nvSpPr>
                <p:cNvPr id="25" name="矩形 24">
                  <a:extLst>
                    <a:ext uri="{FF2B5EF4-FFF2-40B4-BE49-F238E27FC236}">
                      <a16:creationId xmlns:a16="http://schemas.microsoft.com/office/drawing/2014/main" id="{3B584871-FB17-4894-92F0-D209911E104F}"/>
                    </a:ext>
                  </a:extLst>
                </p:cNvPr>
                <p:cNvSpPr/>
                <p:nvPr/>
              </p:nvSpPr>
              <p:spPr>
                <a:xfrm>
                  <a:off x="7881869" y="2160793"/>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grpSp>
            <p:nvGrpSpPr>
              <p:cNvPr id="18" name="组合 17">
                <a:extLst>
                  <a:ext uri="{FF2B5EF4-FFF2-40B4-BE49-F238E27FC236}">
                    <a16:creationId xmlns:a16="http://schemas.microsoft.com/office/drawing/2014/main" id="{0D22FA6C-1472-4A1C-91FB-627652BA6F5D}"/>
                  </a:ext>
                </a:extLst>
              </p:cNvPr>
              <p:cNvGrpSpPr/>
              <p:nvPr/>
            </p:nvGrpSpPr>
            <p:grpSpPr>
              <a:xfrm>
                <a:off x="6804692" y="1067394"/>
                <a:ext cx="406116" cy="619135"/>
                <a:chOff x="7881869" y="1848118"/>
                <a:chExt cx="406116" cy="619135"/>
              </a:xfrm>
            </p:grpSpPr>
            <p:sp>
              <p:nvSpPr>
                <p:cNvPr id="22" name="矩形 21">
                  <a:extLst>
                    <a:ext uri="{FF2B5EF4-FFF2-40B4-BE49-F238E27FC236}">
                      <a16:creationId xmlns:a16="http://schemas.microsoft.com/office/drawing/2014/main" id="{F527A01F-B4A0-464B-B1AB-034D8A33A24B}"/>
                    </a:ext>
                  </a:extLst>
                </p:cNvPr>
                <p:cNvSpPr/>
                <p:nvPr/>
              </p:nvSpPr>
              <p:spPr>
                <a:xfrm>
                  <a:off x="7881870" y="1848118"/>
                  <a:ext cx="406115"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rgbClr val="0070C0"/>
                      </a:solidFill>
                    </a:rPr>
                    <a:t>4</a:t>
                  </a:r>
                  <a:endParaRPr lang="zh-CN" altLang="en-US" sz="1600" b="1" dirty="0">
                    <a:solidFill>
                      <a:srgbClr val="0070C0"/>
                    </a:solidFill>
                  </a:endParaRPr>
                </a:p>
              </p:txBody>
            </p:sp>
            <p:sp>
              <p:nvSpPr>
                <p:cNvPr id="23" name="矩形 22">
                  <a:extLst>
                    <a:ext uri="{FF2B5EF4-FFF2-40B4-BE49-F238E27FC236}">
                      <a16:creationId xmlns:a16="http://schemas.microsoft.com/office/drawing/2014/main" id="{A51DFFC8-80C6-49C2-B1DE-9D9674C606E4}"/>
                    </a:ext>
                  </a:extLst>
                </p:cNvPr>
                <p:cNvSpPr/>
                <p:nvPr/>
              </p:nvSpPr>
              <p:spPr>
                <a:xfrm>
                  <a:off x="7881869" y="2159476"/>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grpSp>
            <p:nvGrpSpPr>
              <p:cNvPr id="19" name="组合 18">
                <a:extLst>
                  <a:ext uri="{FF2B5EF4-FFF2-40B4-BE49-F238E27FC236}">
                    <a16:creationId xmlns:a16="http://schemas.microsoft.com/office/drawing/2014/main" id="{8D035DE1-ED3C-4C9D-9D40-2310EE248BF3}"/>
                  </a:ext>
                </a:extLst>
              </p:cNvPr>
              <p:cNvGrpSpPr/>
              <p:nvPr/>
            </p:nvGrpSpPr>
            <p:grpSpPr>
              <a:xfrm>
                <a:off x="5178729" y="1067394"/>
                <a:ext cx="406116" cy="619135"/>
                <a:chOff x="7881869" y="1848118"/>
                <a:chExt cx="406116" cy="619135"/>
              </a:xfrm>
              <a:solidFill>
                <a:schemeClr val="accent5">
                  <a:lumMod val="40000"/>
                  <a:lumOff val="60000"/>
                </a:schemeClr>
              </a:solidFill>
            </p:grpSpPr>
            <p:sp>
              <p:nvSpPr>
                <p:cNvPr id="20" name="矩形 19">
                  <a:extLst>
                    <a:ext uri="{FF2B5EF4-FFF2-40B4-BE49-F238E27FC236}">
                      <a16:creationId xmlns:a16="http://schemas.microsoft.com/office/drawing/2014/main" id="{92284F48-A24F-46D5-8E65-D809918AD754}"/>
                    </a:ext>
                  </a:extLst>
                </p:cNvPr>
                <p:cNvSpPr/>
                <p:nvPr/>
              </p:nvSpPr>
              <p:spPr>
                <a:xfrm>
                  <a:off x="7881870" y="1848118"/>
                  <a:ext cx="406115"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rgbClr val="0070C0"/>
                      </a:solidFill>
                    </a:rPr>
                    <a:t>0</a:t>
                  </a:r>
                  <a:endParaRPr lang="zh-CN" altLang="en-US" sz="1600" b="1" dirty="0">
                    <a:solidFill>
                      <a:srgbClr val="0070C0"/>
                    </a:solidFill>
                  </a:endParaRPr>
                </a:p>
              </p:txBody>
            </p:sp>
            <p:sp>
              <p:nvSpPr>
                <p:cNvPr id="21" name="矩形 20">
                  <a:extLst>
                    <a:ext uri="{FF2B5EF4-FFF2-40B4-BE49-F238E27FC236}">
                      <a16:creationId xmlns:a16="http://schemas.microsoft.com/office/drawing/2014/main" id="{DD2B7FE5-5ADC-4F4B-BEE6-81AA693B224A}"/>
                    </a:ext>
                  </a:extLst>
                </p:cNvPr>
                <p:cNvSpPr/>
                <p:nvPr/>
              </p:nvSpPr>
              <p:spPr>
                <a:xfrm>
                  <a:off x="7881869" y="2159476"/>
                  <a:ext cx="406115" cy="307777"/>
                </a:xfrm>
                <a:prstGeom prst="rect">
                  <a:avLst/>
                </a:prstGeom>
                <a:solidFill>
                  <a:schemeClr val="bg2"/>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grpSp>
        <p:sp>
          <p:nvSpPr>
            <p:cNvPr id="7" name="矩形 6">
              <a:extLst>
                <a:ext uri="{FF2B5EF4-FFF2-40B4-BE49-F238E27FC236}">
                  <a16:creationId xmlns:a16="http://schemas.microsoft.com/office/drawing/2014/main" id="{2265C246-F538-47BF-9D51-8F896B17357B}"/>
                </a:ext>
              </a:extLst>
            </p:cNvPr>
            <p:cNvSpPr/>
            <p:nvPr/>
          </p:nvSpPr>
          <p:spPr>
            <a:xfrm>
              <a:off x="10113999" y="1340734"/>
              <a:ext cx="459592" cy="371185"/>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8" name="矩形 7">
              <a:extLst>
                <a:ext uri="{FF2B5EF4-FFF2-40B4-BE49-F238E27FC236}">
                  <a16:creationId xmlns:a16="http://schemas.microsoft.com/office/drawing/2014/main" id="{EF6BC7C8-B9AF-4054-A41F-BEE49C83E9EC}"/>
                </a:ext>
              </a:extLst>
            </p:cNvPr>
            <p:cNvSpPr/>
            <p:nvPr/>
          </p:nvSpPr>
          <p:spPr>
            <a:xfrm>
              <a:off x="10573917" y="1340720"/>
              <a:ext cx="459592" cy="371185"/>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9" name="矩形 8">
              <a:extLst>
                <a:ext uri="{FF2B5EF4-FFF2-40B4-BE49-F238E27FC236}">
                  <a16:creationId xmlns:a16="http://schemas.microsoft.com/office/drawing/2014/main" id="{DD5D5000-EE81-4082-82D2-746EE0464D41}"/>
                </a:ext>
              </a:extLst>
            </p:cNvPr>
            <p:cNvSpPr/>
            <p:nvPr/>
          </p:nvSpPr>
          <p:spPr>
            <a:xfrm>
              <a:off x="10572659" y="969521"/>
              <a:ext cx="459591" cy="3711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rgbClr val="0070C0"/>
                  </a:solidFill>
                </a:rPr>
                <a:t>9</a:t>
              </a:r>
              <a:endParaRPr lang="zh-CN" altLang="en-US" sz="1600" b="1" dirty="0">
                <a:solidFill>
                  <a:srgbClr val="0070C0"/>
                </a:solidFill>
              </a:endParaRPr>
            </a:p>
          </p:txBody>
        </p:sp>
        <p:sp>
          <p:nvSpPr>
            <p:cNvPr id="10" name="矩形 9">
              <a:extLst>
                <a:ext uri="{FF2B5EF4-FFF2-40B4-BE49-F238E27FC236}">
                  <a16:creationId xmlns:a16="http://schemas.microsoft.com/office/drawing/2014/main" id="{2A05208B-BCCC-43C1-8FEF-B20F7923F7E3}"/>
                </a:ext>
              </a:extLst>
            </p:cNvPr>
            <p:cNvSpPr/>
            <p:nvPr/>
          </p:nvSpPr>
          <p:spPr>
            <a:xfrm>
              <a:off x="11031508" y="971416"/>
              <a:ext cx="459591" cy="3711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rgbClr val="0070C0"/>
                  </a:solidFill>
                </a:rPr>
                <a:t>10</a:t>
              </a:r>
              <a:endParaRPr lang="zh-CN" altLang="en-US" sz="1600" b="1" dirty="0">
                <a:solidFill>
                  <a:srgbClr val="0070C0"/>
                </a:solidFill>
              </a:endParaRPr>
            </a:p>
          </p:txBody>
        </p:sp>
      </p:grpSp>
      <p:sp>
        <p:nvSpPr>
          <p:cNvPr id="38" name="文本框 37">
            <a:extLst>
              <a:ext uri="{FF2B5EF4-FFF2-40B4-BE49-F238E27FC236}">
                <a16:creationId xmlns:a16="http://schemas.microsoft.com/office/drawing/2014/main" id="{814CE8AB-814D-4CEC-8394-E41067F628C9}"/>
              </a:ext>
            </a:extLst>
          </p:cNvPr>
          <p:cNvSpPr txBox="1"/>
          <p:nvPr/>
        </p:nvSpPr>
        <p:spPr>
          <a:xfrm>
            <a:off x="7021877" y="864341"/>
            <a:ext cx="307777" cy="369332"/>
          </a:xfrm>
          <a:prstGeom prst="rect">
            <a:avLst/>
          </a:prstGeom>
          <a:noFill/>
        </p:spPr>
        <p:txBody>
          <a:bodyPr wrap="none" lIns="0" tIns="0" rIns="0" bIns="0" rtlCol="0" anchor="ctr" anchorCtr="1">
            <a:spAutoFit/>
          </a:bodyPr>
          <a:lstStyle/>
          <a:p>
            <a:pPr algn="ctr"/>
            <a:r>
              <a:rPr lang="en-US" altLang="zh-CN" sz="2400" b="1" dirty="0">
                <a:solidFill>
                  <a:schemeClr val="accent2"/>
                </a:solidFill>
                <a:latin typeface="Times New Roman" panose="02020603050405020304" pitchFamily="18" charset="0"/>
                <a:cs typeface="Times New Roman" panose="02020603050405020304" pitchFamily="18" charset="0"/>
              </a:rPr>
              <a:t>13</a:t>
            </a:r>
            <a:endParaRPr lang="zh-CN" altLang="en-US" sz="2400" b="1" dirty="0">
              <a:solidFill>
                <a:schemeClr val="accent2"/>
              </a:solidFill>
              <a:latin typeface="Times New Roman" panose="02020603050405020304" pitchFamily="18" charset="0"/>
              <a:cs typeface="Times New Roman" panose="02020603050405020304" pitchFamily="18" charset="0"/>
            </a:endParaRPr>
          </a:p>
        </p:txBody>
      </p:sp>
      <p:sp>
        <p:nvSpPr>
          <p:cNvPr id="39" name="文本框 38">
            <a:extLst>
              <a:ext uri="{FF2B5EF4-FFF2-40B4-BE49-F238E27FC236}">
                <a16:creationId xmlns:a16="http://schemas.microsoft.com/office/drawing/2014/main" id="{EDCB488B-3DE0-4C25-8EAB-F833828F33FA}"/>
              </a:ext>
            </a:extLst>
          </p:cNvPr>
          <p:cNvSpPr txBox="1"/>
          <p:nvPr/>
        </p:nvSpPr>
        <p:spPr>
          <a:xfrm>
            <a:off x="7487236" y="870874"/>
            <a:ext cx="307777" cy="369332"/>
          </a:xfrm>
          <a:prstGeom prst="rect">
            <a:avLst/>
          </a:prstGeom>
          <a:noFill/>
        </p:spPr>
        <p:txBody>
          <a:bodyPr wrap="square" lIns="0" tIns="0" rIns="0" bIns="0" rtlCol="0" anchor="ctr" anchorCtr="1">
            <a:spAutoFit/>
          </a:bodyPr>
          <a:lstStyle/>
          <a:p>
            <a:pPr algn="ctr"/>
            <a:r>
              <a:rPr lang="en-US" altLang="zh-CN" sz="2400" b="1" dirty="0">
                <a:solidFill>
                  <a:schemeClr val="accent2">
                    <a:lumMod val="50000"/>
                  </a:schemeClr>
                </a:solidFill>
                <a:latin typeface="Times New Roman" panose="02020603050405020304" pitchFamily="18" charset="0"/>
                <a:cs typeface="Times New Roman" panose="02020603050405020304" pitchFamily="18" charset="0"/>
              </a:rPr>
              <a:t>27</a:t>
            </a:r>
            <a:endParaRPr lang="zh-CN" altLang="en-US" sz="2400" b="1" dirty="0">
              <a:solidFill>
                <a:schemeClr val="accent2">
                  <a:lumMod val="50000"/>
                </a:schemeClr>
              </a:solidFill>
              <a:latin typeface="Times New Roman" panose="02020603050405020304" pitchFamily="18" charset="0"/>
              <a:cs typeface="Times New Roman" panose="02020603050405020304" pitchFamily="18" charset="0"/>
            </a:endParaRPr>
          </a:p>
        </p:txBody>
      </p:sp>
      <p:sp>
        <p:nvSpPr>
          <p:cNvPr id="40" name="文本框 39">
            <a:extLst>
              <a:ext uri="{FF2B5EF4-FFF2-40B4-BE49-F238E27FC236}">
                <a16:creationId xmlns:a16="http://schemas.microsoft.com/office/drawing/2014/main" id="{DC6CB19B-89D7-453C-8226-BAE495B926CD}"/>
              </a:ext>
            </a:extLst>
          </p:cNvPr>
          <p:cNvSpPr txBox="1"/>
          <p:nvPr/>
        </p:nvSpPr>
        <p:spPr>
          <a:xfrm>
            <a:off x="7943627" y="870780"/>
            <a:ext cx="307777" cy="369332"/>
          </a:xfrm>
          <a:prstGeom prst="rect">
            <a:avLst/>
          </a:prstGeom>
          <a:noFill/>
        </p:spPr>
        <p:txBody>
          <a:bodyPr wrap="none" lIns="0" tIns="0" rIns="0" bIns="0" rtlCol="0" anchor="ctr" anchorCtr="1">
            <a:spAutoFit/>
          </a:bodyPr>
          <a:lstStyle/>
          <a:p>
            <a:pPr algn="ctr"/>
            <a:r>
              <a:rPr lang="en-US" altLang="zh-CN" sz="2400" b="1" dirty="0">
                <a:solidFill>
                  <a:srgbClr val="00B0F0"/>
                </a:solidFill>
                <a:latin typeface="Times New Roman" panose="02020603050405020304" pitchFamily="18" charset="0"/>
                <a:cs typeface="Times New Roman" panose="02020603050405020304" pitchFamily="18" charset="0"/>
              </a:rPr>
              <a:t>49</a:t>
            </a:r>
            <a:endParaRPr lang="zh-CN" altLang="en-US" sz="2400" b="1" dirty="0">
              <a:solidFill>
                <a:srgbClr val="00B0F0"/>
              </a:solidFill>
              <a:latin typeface="Times New Roman" panose="02020603050405020304" pitchFamily="18" charset="0"/>
              <a:cs typeface="Times New Roman" panose="02020603050405020304" pitchFamily="18" charset="0"/>
            </a:endParaRPr>
          </a:p>
        </p:txBody>
      </p:sp>
      <p:sp>
        <p:nvSpPr>
          <p:cNvPr id="41" name="文本框 40">
            <a:extLst>
              <a:ext uri="{FF2B5EF4-FFF2-40B4-BE49-F238E27FC236}">
                <a16:creationId xmlns:a16="http://schemas.microsoft.com/office/drawing/2014/main" id="{CFD8DFF2-6A7C-4D5A-959A-40BBFC3A9DB4}"/>
              </a:ext>
            </a:extLst>
          </p:cNvPr>
          <p:cNvSpPr txBox="1"/>
          <p:nvPr/>
        </p:nvSpPr>
        <p:spPr>
          <a:xfrm>
            <a:off x="8411036" y="870780"/>
            <a:ext cx="307777" cy="369332"/>
          </a:xfrm>
          <a:prstGeom prst="rect">
            <a:avLst/>
          </a:prstGeom>
          <a:noFill/>
        </p:spPr>
        <p:txBody>
          <a:bodyPr wrap="none" lIns="0" tIns="0" rIns="0" bIns="0" rtlCol="0" anchor="ctr" anchorCtr="1">
            <a:spAutoFit/>
          </a:bodyPr>
          <a:lstStyle/>
          <a:p>
            <a:pPr algn="ctr"/>
            <a:r>
              <a:rPr lang="en-US" altLang="zh-CN" sz="2400" b="1" dirty="0">
                <a:solidFill>
                  <a:srgbClr val="FF0000"/>
                </a:solidFill>
                <a:latin typeface="Times New Roman" panose="02020603050405020304" pitchFamily="18" charset="0"/>
                <a:cs typeface="Times New Roman" panose="02020603050405020304" pitchFamily="18" charset="0"/>
              </a:rPr>
              <a:t>55</a:t>
            </a:r>
            <a:endParaRPr lang="zh-CN" altLang="en-US" sz="2400" b="1" dirty="0">
              <a:solidFill>
                <a:srgbClr val="FF0000"/>
              </a:solidFill>
              <a:latin typeface="Times New Roman" panose="02020603050405020304" pitchFamily="18" charset="0"/>
              <a:cs typeface="Times New Roman" panose="02020603050405020304" pitchFamily="18" charset="0"/>
            </a:endParaRPr>
          </a:p>
        </p:txBody>
      </p:sp>
      <p:sp>
        <p:nvSpPr>
          <p:cNvPr id="42" name="文本框 41">
            <a:extLst>
              <a:ext uri="{FF2B5EF4-FFF2-40B4-BE49-F238E27FC236}">
                <a16:creationId xmlns:a16="http://schemas.microsoft.com/office/drawing/2014/main" id="{0CFF3254-DA83-4706-B024-F7E083769321}"/>
              </a:ext>
            </a:extLst>
          </p:cNvPr>
          <p:cNvSpPr txBox="1"/>
          <p:nvPr/>
        </p:nvSpPr>
        <p:spPr>
          <a:xfrm>
            <a:off x="8859420" y="865275"/>
            <a:ext cx="307777" cy="369332"/>
          </a:xfrm>
          <a:prstGeom prst="rect">
            <a:avLst/>
          </a:prstGeom>
          <a:noFill/>
        </p:spPr>
        <p:txBody>
          <a:bodyPr wrap="none" lIns="0" tIns="0" rIns="0" bIns="0" rtlCol="0" anchor="ctr" anchorCtr="1">
            <a:spAutoFit/>
          </a:bodyPr>
          <a:lstStyle/>
          <a:p>
            <a:pPr algn="ctr"/>
            <a:r>
              <a:rPr lang="en-US" altLang="zh-CN" sz="2400" b="1" dirty="0">
                <a:solidFill>
                  <a:srgbClr val="00B050"/>
                </a:solidFill>
                <a:latin typeface="Times New Roman" panose="02020603050405020304" pitchFamily="18" charset="0"/>
                <a:cs typeface="Times New Roman" panose="02020603050405020304" pitchFamily="18" charset="0"/>
              </a:rPr>
              <a:t>04</a:t>
            </a:r>
            <a:endParaRPr lang="zh-CN" altLang="en-US" sz="2400" b="1" dirty="0">
              <a:solidFill>
                <a:srgbClr val="00B050"/>
              </a:solidFill>
              <a:latin typeface="Times New Roman" panose="02020603050405020304" pitchFamily="18" charset="0"/>
              <a:cs typeface="Times New Roman" panose="02020603050405020304" pitchFamily="18" charset="0"/>
            </a:endParaRPr>
          </a:p>
        </p:txBody>
      </p:sp>
      <p:sp>
        <p:nvSpPr>
          <p:cNvPr id="43" name="文本框 42">
            <a:extLst>
              <a:ext uri="{FF2B5EF4-FFF2-40B4-BE49-F238E27FC236}">
                <a16:creationId xmlns:a16="http://schemas.microsoft.com/office/drawing/2014/main" id="{4DBFA7DE-32E9-417C-9EE0-0F8D16341E7C}"/>
              </a:ext>
            </a:extLst>
          </p:cNvPr>
          <p:cNvSpPr txBox="1"/>
          <p:nvPr/>
        </p:nvSpPr>
        <p:spPr>
          <a:xfrm>
            <a:off x="9327971" y="871999"/>
            <a:ext cx="307777" cy="369332"/>
          </a:xfrm>
          <a:prstGeom prst="rect">
            <a:avLst/>
          </a:prstGeom>
          <a:noFill/>
        </p:spPr>
        <p:txBody>
          <a:bodyPr wrap="none" lIns="0" tIns="0" rIns="0" bIns="0" rtlCol="0" anchor="ctr" anchorCtr="1">
            <a:spAutoFit/>
          </a:bodyPr>
          <a:lstStyle/>
          <a:p>
            <a:pPr algn="ctr"/>
            <a:r>
              <a:rPr lang="en-US" altLang="zh-CN" sz="2400" b="1" dirty="0">
                <a:solidFill>
                  <a:schemeClr val="accent2"/>
                </a:solidFill>
                <a:latin typeface="Times New Roman" panose="02020603050405020304" pitchFamily="18" charset="0"/>
                <a:cs typeface="Times New Roman" panose="02020603050405020304" pitchFamily="18" charset="0"/>
              </a:rPr>
              <a:t>49</a:t>
            </a:r>
            <a:endParaRPr lang="zh-CN" altLang="en-US" sz="2400" b="1" dirty="0">
              <a:solidFill>
                <a:schemeClr val="accent2"/>
              </a:solidFill>
              <a:latin typeface="Times New Roman" panose="02020603050405020304" pitchFamily="18" charset="0"/>
              <a:cs typeface="Times New Roman" panose="02020603050405020304" pitchFamily="18" charset="0"/>
            </a:endParaRPr>
          </a:p>
        </p:txBody>
      </p:sp>
      <p:sp>
        <p:nvSpPr>
          <p:cNvPr id="44" name="文本框 43">
            <a:extLst>
              <a:ext uri="{FF2B5EF4-FFF2-40B4-BE49-F238E27FC236}">
                <a16:creationId xmlns:a16="http://schemas.microsoft.com/office/drawing/2014/main" id="{A8FD2D21-98FA-4418-BAFF-201B5C621D08}"/>
              </a:ext>
            </a:extLst>
          </p:cNvPr>
          <p:cNvSpPr txBox="1"/>
          <p:nvPr/>
        </p:nvSpPr>
        <p:spPr>
          <a:xfrm>
            <a:off x="9788956" y="865560"/>
            <a:ext cx="307777" cy="369332"/>
          </a:xfrm>
          <a:prstGeom prst="rect">
            <a:avLst/>
          </a:prstGeom>
          <a:noFill/>
        </p:spPr>
        <p:txBody>
          <a:bodyPr wrap="none" lIns="0" tIns="0" rIns="0" bIns="0" rtlCol="0" anchor="ctr" anchorCtr="1">
            <a:spAutoFit/>
          </a:bodyPr>
          <a:lstStyle/>
          <a:p>
            <a:pPr algn="ctr"/>
            <a:r>
              <a:rPr lang="en-US" altLang="zh-CN" sz="2400" b="1" dirty="0">
                <a:solidFill>
                  <a:schemeClr val="accent2">
                    <a:lumMod val="50000"/>
                  </a:schemeClr>
                </a:solidFill>
                <a:latin typeface="Times New Roman" panose="02020603050405020304" pitchFamily="18" charset="0"/>
                <a:cs typeface="Times New Roman" panose="02020603050405020304" pitchFamily="18" charset="0"/>
              </a:rPr>
              <a:t>38</a:t>
            </a:r>
            <a:endParaRPr lang="zh-CN" altLang="en-US" sz="2400" b="1" dirty="0">
              <a:solidFill>
                <a:schemeClr val="accent2">
                  <a:lumMod val="50000"/>
                </a:schemeClr>
              </a:solidFill>
              <a:latin typeface="Times New Roman" panose="02020603050405020304" pitchFamily="18" charset="0"/>
              <a:cs typeface="Times New Roman" panose="02020603050405020304" pitchFamily="18" charset="0"/>
            </a:endParaRPr>
          </a:p>
        </p:txBody>
      </p:sp>
      <p:sp>
        <p:nvSpPr>
          <p:cNvPr id="45" name="文本框 44">
            <a:extLst>
              <a:ext uri="{FF2B5EF4-FFF2-40B4-BE49-F238E27FC236}">
                <a16:creationId xmlns:a16="http://schemas.microsoft.com/office/drawing/2014/main" id="{93B4D2B8-4806-4974-B51F-211EF2FF80FA}"/>
              </a:ext>
            </a:extLst>
          </p:cNvPr>
          <p:cNvSpPr txBox="1"/>
          <p:nvPr/>
        </p:nvSpPr>
        <p:spPr>
          <a:xfrm>
            <a:off x="10244629" y="870780"/>
            <a:ext cx="307777" cy="369332"/>
          </a:xfrm>
          <a:prstGeom prst="rect">
            <a:avLst/>
          </a:prstGeom>
          <a:noFill/>
        </p:spPr>
        <p:txBody>
          <a:bodyPr wrap="none" lIns="0" tIns="0" rIns="0" bIns="0" rtlCol="0" anchor="ctr" anchorCtr="1">
            <a:spAutoFit/>
          </a:bodyPr>
          <a:lstStyle/>
          <a:p>
            <a:pPr algn="ctr"/>
            <a:r>
              <a:rPr lang="en-US" altLang="zh-CN" sz="2400" b="1" dirty="0">
                <a:solidFill>
                  <a:srgbClr val="00B0F0"/>
                </a:solidFill>
                <a:latin typeface="Times New Roman" panose="02020603050405020304" pitchFamily="18" charset="0"/>
                <a:cs typeface="Times New Roman" panose="02020603050405020304" pitchFamily="18" charset="0"/>
              </a:rPr>
              <a:t>65</a:t>
            </a:r>
            <a:endParaRPr lang="zh-CN" altLang="en-US" sz="2400" b="1" dirty="0">
              <a:solidFill>
                <a:srgbClr val="00B0F0"/>
              </a:solidFill>
              <a:latin typeface="Times New Roman" panose="02020603050405020304" pitchFamily="18" charset="0"/>
              <a:cs typeface="Times New Roman" panose="02020603050405020304" pitchFamily="18" charset="0"/>
            </a:endParaRPr>
          </a:p>
        </p:txBody>
      </p:sp>
      <p:cxnSp>
        <p:nvCxnSpPr>
          <p:cNvPr id="46" name="直接连接符 45">
            <a:extLst>
              <a:ext uri="{FF2B5EF4-FFF2-40B4-BE49-F238E27FC236}">
                <a16:creationId xmlns:a16="http://schemas.microsoft.com/office/drawing/2014/main" id="{EF1F106A-930F-490E-996C-A77DCDFF9DFD}"/>
              </a:ext>
            </a:extLst>
          </p:cNvPr>
          <p:cNvCxnSpPr/>
          <p:nvPr/>
        </p:nvCxnSpPr>
        <p:spPr>
          <a:xfrm>
            <a:off x="7935774" y="921917"/>
            <a:ext cx="308307"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9" name="文本框 48">
            <a:extLst>
              <a:ext uri="{FF2B5EF4-FFF2-40B4-BE49-F238E27FC236}">
                <a16:creationId xmlns:a16="http://schemas.microsoft.com/office/drawing/2014/main" id="{17FC2550-C852-4D48-8C6A-A25C7AACFBBE}"/>
              </a:ext>
            </a:extLst>
          </p:cNvPr>
          <p:cNvSpPr txBox="1"/>
          <p:nvPr/>
        </p:nvSpPr>
        <p:spPr>
          <a:xfrm>
            <a:off x="10698918" y="867153"/>
            <a:ext cx="307777" cy="369332"/>
          </a:xfrm>
          <a:prstGeom prst="rect">
            <a:avLst/>
          </a:prstGeom>
          <a:noFill/>
        </p:spPr>
        <p:txBody>
          <a:bodyPr wrap="none" lIns="0" tIns="0" rIns="0" bIns="0" rtlCol="0" anchor="ctr" anchorCtr="1">
            <a:spAutoFit/>
          </a:bodyPr>
          <a:lstStyle/>
          <a:p>
            <a:pPr algn="ctr"/>
            <a:r>
              <a:rPr lang="en-US" altLang="zh-CN" sz="2400" b="1" dirty="0">
                <a:solidFill>
                  <a:srgbClr val="FF0000"/>
                </a:solidFill>
                <a:latin typeface="Times New Roman" panose="02020603050405020304" pitchFamily="18" charset="0"/>
                <a:cs typeface="Times New Roman" panose="02020603050405020304" pitchFamily="18" charset="0"/>
              </a:rPr>
              <a:t>97</a:t>
            </a:r>
            <a:endParaRPr lang="zh-CN" altLang="en-US" sz="2400" b="1" dirty="0">
              <a:solidFill>
                <a:srgbClr val="FF0000"/>
              </a:solidFill>
              <a:latin typeface="Times New Roman" panose="02020603050405020304" pitchFamily="18" charset="0"/>
              <a:cs typeface="Times New Roman" panose="02020603050405020304" pitchFamily="18" charset="0"/>
            </a:endParaRPr>
          </a:p>
        </p:txBody>
      </p:sp>
      <p:sp>
        <p:nvSpPr>
          <p:cNvPr id="50" name="文本框 49">
            <a:extLst>
              <a:ext uri="{FF2B5EF4-FFF2-40B4-BE49-F238E27FC236}">
                <a16:creationId xmlns:a16="http://schemas.microsoft.com/office/drawing/2014/main" id="{F9708B6F-2208-435C-A549-A0B1C2926151}"/>
              </a:ext>
            </a:extLst>
          </p:cNvPr>
          <p:cNvSpPr txBox="1"/>
          <p:nvPr/>
        </p:nvSpPr>
        <p:spPr>
          <a:xfrm>
            <a:off x="11164017" y="864766"/>
            <a:ext cx="307777" cy="369332"/>
          </a:xfrm>
          <a:prstGeom prst="rect">
            <a:avLst/>
          </a:prstGeom>
          <a:noFill/>
        </p:spPr>
        <p:txBody>
          <a:bodyPr wrap="none" lIns="0" tIns="0" rIns="0" bIns="0" rtlCol="0" anchor="ctr" anchorCtr="1">
            <a:spAutoFit/>
          </a:bodyPr>
          <a:lstStyle/>
          <a:p>
            <a:pPr algn="ctr"/>
            <a:r>
              <a:rPr lang="en-US" altLang="zh-CN" sz="2400" b="1" dirty="0">
                <a:solidFill>
                  <a:srgbClr val="00B050"/>
                </a:solidFill>
                <a:latin typeface="Times New Roman" panose="02020603050405020304" pitchFamily="18" charset="0"/>
                <a:cs typeface="Times New Roman" panose="02020603050405020304" pitchFamily="18" charset="0"/>
              </a:rPr>
              <a:t>76</a:t>
            </a:r>
            <a:endParaRPr lang="zh-CN" altLang="en-US" sz="2400" b="1" dirty="0">
              <a:solidFill>
                <a:srgbClr val="00B050"/>
              </a:solidFill>
              <a:latin typeface="Times New Roman" panose="02020603050405020304" pitchFamily="18" charset="0"/>
              <a:cs typeface="Times New Roman" panose="02020603050405020304" pitchFamily="18" charset="0"/>
            </a:endParaRPr>
          </a:p>
        </p:txBody>
      </p:sp>
      <p:sp>
        <p:nvSpPr>
          <p:cNvPr id="51" name="文本框 50">
            <a:extLst>
              <a:ext uri="{FF2B5EF4-FFF2-40B4-BE49-F238E27FC236}">
                <a16:creationId xmlns:a16="http://schemas.microsoft.com/office/drawing/2014/main" id="{BCECBD1B-7F5A-4DFD-BF42-1E7E473D567B}"/>
              </a:ext>
            </a:extLst>
          </p:cNvPr>
          <p:cNvSpPr txBox="1"/>
          <p:nvPr/>
        </p:nvSpPr>
        <p:spPr>
          <a:xfrm>
            <a:off x="5619834" y="862273"/>
            <a:ext cx="998991" cy="369332"/>
          </a:xfrm>
          <a:prstGeom prst="rect">
            <a:avLst/>
          </a:prstGeom>
          <a:noFill/>
        </p:spPr>
        <p:txBody>
          <a:bodyPr wrap="none" rtlCol="0">
            <a:spAutoFit/>
          </a:bodyPr>
          <a:lstStyle/>
          <a:p>
            <a:r>
              <a:rPr lang="zh-CN" altLang="en-US" b="1" dirty="0">
                <a:solidFill>
                  <a:srgbClr val="0006EE"/>
                </a:solidFill>
              </a:rPr>
              <a:t>第</a:t>
            </a:r>
            <a:r>
              <a:rPr lang="en-US" altLang="zh-CN" b="1" dirty="0">
                <a:solidFill>
                  <a:srgbClr val="0006EE"/>
                </a:solidFill>
              </a:rPr>
              <a:t>1</a:t>
            </a:r>
            <a:r>
              <a:rPr lang="zh-CN" altLang="en-US" b="1" dirty="0">
                <a:solidFill>
                  <a:srgbClr val="0006EE"/>
                </a:solidFill>
              </a:rPr>
              <a:t>趟：</a:t>
            </a:r>
          </a:p>
        </p:txBody>
      </p:sp>
      <p:grpSp>
        <p:nvGrpSpPr>
          <p:cNvPr id="52" name="组合 51">
            <a:extLst>
              <a:ext uri="{FF2B5EF4-FFF2-40B4-BE49-F238E27FC236}">
                <a16:creationId xmlns:a16="http://schemas.microsoft.com/office/drawing/2014/main" id="{D02A1B62-1F92-416D-8C91-C106826F57C9}"/>
              </a:ext>
            </a:extLst>
          </p:cNvPr>
          <p:cNvGrpSpPr/>
          <p:nvPr/>
        </p:nvGrpSpPr>
        <p:grpSpPr>
          <a:xfrm>
            <a:off x="6483274" y="1411482"/>
            <a:ext cx="5058274" cy="372746"/>
            <a:chOff x="6434792" y="1340591"/>
            <a:chExt cx="5058274" cy="372746"/>
          </a:xfrm>
        </p:grpSpPr>
        <p:grpSp>
          <p:nvGrpSpPr>
            <p:cNvPr id="53" name="组合 52">
              <a:extLst>
                <a:ext uri="{FF2B5EF4-FFF2-40B4-BE49-F238E27FC236}">
                  <a16:creationId xmlns:a16="http://schemas.microsoft.com/office/drawing/2014/main" id="{370F1911-6BD0-4C97-8CB9-D88CFCC05875}"/>
                </a:ext>
              </a:extLst>
            </p:cNvPr>
            <p:cNvGrpSpPr/>
            <p:nvPr/>
          </p:nvGrpSpPr>
          <p:grpSpPr>
            <a:xfrm>
              <a:off x="6434792" y="1340591"/>
              <a:ext cx="5058274" cy="372746"/>
              <a:chOff x="5178729" y="1377458"/>
              <a:chExt cx="4469711" cy="309071"/>
            </a:xfrm>
          </p:grpSpPr>
          <p:sp>
            <p:nvSpPr>
              <p:cNvPr id="56" name="矩形 55">
                <a:extLst>
                  <a:ext uri="{FF2B5EF4-FFF2-40B4-BE49-F238E27FC236}">
                    <a16:creationId xmlns:a16="http://schemas.microsoft.com/office/drawing/2014/main" id="{5E700F4E-BAD2-4F41-B58D-083B33BE24C6}"/>
                  </a:ext>
                </a:extLst>
              </p:cNvPr>
              <p:cNvSpPr/>
              <p:nvPr/>
            </p:nvSpPr>
            <p:spPr>
              <a:xfrm>
                <a:off x="7211309" y="1378685"/>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57" name="矩形 56">
                <a:extLst>
                  <a:ext uri="{FF2B5EF4-FFF2-40B4-BE49-F238E27FC236}">
                    <a16:creationId xmlns:a16="http://schemas.microsoft.com/office/drawing/2014/main" id="{7CC91E15-2FA7-490F-8296-8A717D238C72}"/>
                  </a:ext>
                </a:extLst>
              </p:cNvPr>
              <p:cNvSpPr/>
              <p:nvPr/>
            </p:nvSpPr>
            <p:spPr>
              <a:xfrm>
                <a:off x="7617424" y="1378752"/>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58" name="矩形 57">
                <a:extLst>
                  <a:ext uri="{FF2B5EF4-FFF2-40B4-BE49-F238E27FC236}">
                    <a16:creationId xmlns:a16="http://schemas.microsoft.com/office/drawing/2014/main" id="{A5A1DE19-F84D-460E-8352-87235F290135}"/>
                  </a:ext>
                </a:extLst>
              </p:cNvPr>
              <p:cNvSpPr/>
              <p:nvPr/>
            </p:nvSpPr>
            <p:spPr>
              <a:xfrm>
                <a:off x="8024039" y="1378685"/>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59" name="矩形 58">
                <a:extLst>
                  <a:ext uri="{FF2B5EF4-FFF2-40B4-BE49-F238E27FC236}">
                    <a16:creationId xmlns:a16="http://schemas.microsoft.com/office/drawing/2014/main" id="{2D1EE058-E1B8-45AC-91A1-12E7EE036A9A}"/>
                  </a:ext>
                </a:extLst>
              </p:cNvPr>
              <p:cNvSpPr/>
              <p:nvPr/>
            </p:nvSpPr>
            <p:spPr>
              <a:xfrm>
                <a:off x="9242325" y="1377458"/>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60" name="矩形 59">
                <a:extLst>
                  <a:ext uri="{FF2B5EF4-FFF2-40B4-BE49-F238E27FC236}">
                    <a16:creationId xmlns:a16="http://schemas.microsoft.com/office/drawing/2014/main" id="{D50B12D9-C0B7-487D-8E13-F3A112C61E50}"/>
                  </a:ext>
                </a:extLst>
              </p:cNvPr>
              <p:cNvSpPr/>
              <p:nvPr/>
            </p:nvSpPr>
            <p:spPr>
              <a:xfrm>
                <a:off x="5585847" y="1378685"/>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61" name="矩形 60">
                <a:extLst>
                  <a:ext uri="{FF2B5EF4-FFF2-40B4-BE49-F238E27FC236}">
                    <a16:creationId xmlns:a16="http://schemas.microsoft.com/office/drawing/2014/main" id="{ED1A663B-E344-446F-BF12-E0DCC1171180}"/>
                  </a:ext>
                </a:extLst>
              </p:cNvPr>
              <p:cNvSpPr/>
              <p:nvPr/>
            </p:nvSpPr>
            <p:spPr>
              <a:xfrm>
                <a:off x="5991962" y="1378752"/>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62" name="矩形 61">
                <a:extLst>
                  <a:ext uri="{FF2B5EF4-FFF2-40B4-BE49-F238E27FC236}">
                    <a16:creationId xmlns:a16="http://schemas.microsoft.com/office/drawing/2014/main" id="{4BB9AA67-6BDE-40F7-8922-65D6BCF89612}"/>
                  </a:ext>
                </a:extLst>
              </p:cNvPr>
              <p:cNvSpPr/>
              <p:nvPr/>
            </p:nvSpPr>
            <p:spPr>
              <a:xfrm>
                <a:off x="6398577" y="1378685"/>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63" name="矩形 62">
                <a:extLst>
                  <a:ext uri="{FF2B5EF4-FFF2-40B4-BE49-F238E27FC236}">
                    <a16:creationId xmlns:a16="http://schemas.microsoft.com/office/drawing/2014/main" id="{DDD40BD6-F733-467D-8B6B-56EBF959FB2F}"/>
                  </a:ext>
                </a:extLst>
              </p:cNvPr>
              <p:cNvSpPr/>
              <p:nvPr/>
            </p:nvSpPr>
            <p:spPr>
              <a:xfrm>
                <a:off x="6804692" y="1378752"/>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64" name="矩形 63">
                <a:extLst>
                  <a:ext uri="{FF2B5EF4-FFF2-40B4-BE49-F238E27FC236}">
                    <a16:creationId xmlns:a16="http://schemas.microsoft.com/office/drawing/2014/main" id="{8A665A65-5BA9-4990-BBE5-82F3E6810B7E}"/>
                  </a:ext>
                </a:extLst>
              </p:cNvPr>
              <p:cNvSpPr/>
              <p:nvPr/>
            </p:nvSpPr>
            <p:spPr>
              <a:xfrm>
                <a:off x="5178729" y="1378752"/>
                <a:ext cx="406115" cy="307777"/>
              </a:xfrm>
              <a:prstGeom prst="rect">
                <a:avLst/>
              </a:prstGeom>
              <a:solidFill>
                <a:schemeClr val="bg2"/>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sp>
          <p:nvSpPr>
            <p:cNvPr id="54" name="矩形 53">
              <a:extLst>
                <a:ext uri="{FF2B5EF4-FFF2-40B4-BE49-F238E27FC236}">
                  <a16:creationId xmlns:a16="http://schemas.microsoft.com/office/drawing/2014/main" id="{F3B73F72-E080-4EE1-A5D1-1D50125C959E}"/>
                </a:ext>
              </a:extLst>
            </p:cNvPr>
            <p:cNvSpPr/>
            <p:nvPr/>
          </p:nvSpPr>
          <p:spPr>
            <a:xfrm>
              <a:off x="10113999" y="1340734"/>
              <a:ext cx="459592" cy="371185"/>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55" name="矩形 54">
              <a:extLst>
                <a:ext uri="{FF2B5EF4-FFF2-40B4-BE49-F238E27FC236}">
                  <a16:creationId xmlns:a16="http://schemas.microsoft.com/office/drawing/2014/main" id="{FE3F21C0-56A5-4769-A2A0-BCDB42CF4DC5}"/>
                </a:ext>
              </a:extLst>
            </p:cNvPr>
            <p:cNvSpPr/>
            <p:nvPr/>
          </p:nvSpPr>
          <p:spPr>
            <a:xfrm>
              <a:off x="10573917" y="1340720"/>
              <a:ext cx="459592" cy="371185"/>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sp>
        <p:nvSpPr>
          <p:cNvPr id="65" name="文本框 64">
            <a:extLst>
              <a:ext uri="{FF2B5EF4-FFF2-40B4-BE49-F238E27FC236}">
                <a16:creationId xmlns:a16="http://schemas.microsoft.com/office/drawing/2014/main" id="{32439163-265B-4A63-843E-0FBF2DBB87BA}"/>
              </a:ext>
            </a:extLst>
          </p:cNvPr>
          <p:cNvSpPr txBox="1"/>
          <p:nvPr/>
        </p:nvSpPr>
        <p:spPr>
          <a:xfrm>
            <a:off x="7026536" y="1420305"/>
            <a:ext cx="307777" cy="369332"/>
          </a:xfrm>
          <a:prstGeom prst="rect">
            <a:avLst/>
          </a:prstGeom>
          <a:noFill/>
        </p:spPr>
        <p:txBody>
          <a:bodyPr wrap="none" lIns="0" tIns="0" rIns="0" bIns="0" rtlCol="0" anchor="ctr" anchorCtr="1">
            <a:spAutoFit/>
          </a:bodyPr>
          <a:lstStyle/>
          <a:p>
            <a:pPr algn="ctr"/>
            <a:r>
              <a:rPr lang="en-US" altLang="zh-CN" sz="2400" b="1" dirty="0">
                <a:solidFill>
                  <a:srgbClr val="FF0000"/>
                </a:solidFill>
                <a:latin typeface="Times New Roman" panose="02020603050405020304" pitchFamily="18" charset="0"/>
                <a:cs typeface="Times New Roman" panose="02020603050405020304" pitchFamily="18" charset="0"/>
              </a:rPr>
              <a:t>13</a:t>
            </a:r>
            <a:endParaRPr lang="zh-CN" altLang="en-US" sz="2400" b="1" dirty="0">
              <a:solidFill>
                <a:srgbClr val="FF0000"/>
              </a:solidFill>
              <a:latin typeface="Times New Roman" panose="02020603050405020304" pitchFamily="18" charset="0"/>
              <a:cs typeface="Times New Roman" panose="02020603050405020304" pitchFamily="18" charset="0"/>
            </a:endParaRPr>
          </a:p>
        </p:txBody>
      </p:sp>
      <p:sp>
        <p:nvSpPr>
          <p:cNvPr id="66" name="文本框 65">
            <a:extLst>
              <a:ext uri="{FF2B5EF4-FFF2-40B4-BE49-F238E27FC236}">
                <a16:creationId xmlns:a16="http://schemas.microsoft.com/office/drawing/2014/main" id="{F0B61E71-B3EE-42AA-9C4E-ACEA1840ECE1}"/>
              </a:ext>
            </a:extLst>
          </p:cNvPr>
          <p:cNvSpPr txBox="1"/>
          <p:nvPr/>
        </p:nvSpPr>
        <p:spPr>
          <a:xfrm>
            <a:off x="7491895" y="1426838"/>
            <a:ext cx="307777" cy="369332"/>
          </a:xfrm>
          <a:prstGeom prst="rect">
            <a:avLst/>
          </a:prstGeom>
          <a:noFill/>
        </p:spPr>
        <p:txBody>
          <a:bodyPr wrap="square" lIns="0" tIns="0" rIns="0" bIns="0" rtlCol="0" anchor="ctr" anchorCtr="1">
            <a:spAutoFit/>
          </a:bodyPr>
          <a:lstStyle/>
          <a:p>
            <a:pPr algn="ctr"/>
            <a:r>
              <a:rPr lang="en-US" altLang="zh-CN" sz="2400" b="1" dirty="0">
                <a:solidFill>
                  <a:srgbClr val="0006EE"/>
                </a:solidFill>
                <a:latin typeface="Times New Roman" panose="02020603050405020304" pitchFamily="18" charset="0"/>
                <a:cs typeface="Times New Roman" panose="02020603050405020304" pitchFamily="18" charset="0"/>
              </a:rPr>
              <a:t>04</a:t>
            </a:r>
            <a:endParaRPr lang="zh-CN" altLang="en-US" sz="2400" b="1" dirty="0">
              <a:solidFill>
                <a:srgbClr val="0006EE"/>
              </a:solidFill>
              <a:latin typeface="Times New Roman" panose="02020603050405020304" pitchFamily="18" charset="0"/>
              <a:cs typeface="Times New Roman" panose="02020603050405020304" pitchFamily="18" charset="0"/>
            </a:endParaRPr>
          </a:p>
        </p:txBody>
      </p:sp>
      <p:sp>
        <p:nvSpPr>
          <p:cNvPr id="67" name="文本框 66">
            <a:extLst>
              <a:ext uri="{FF2B5EF4-FFF2-40B4-BE49-F238E27FC236}">
                <a16:creationId xmlns:a16="http://schemas.microsoft.com/office/drawing/2014/main" id="{14030B03-9665-45D7-AF92-2F8B49C6B66D}"/>
              </a:ext>
            </a:extLst>
          </p:cNvPr>
          <p:cNvSpPr txBox="1"/>
          <p:nvPr/>
        </p:nvSpPr>
        <p:spPr>
          <a:xfrm>
            <a:off x="7948286" y="1426744"/>
            <a:ext cx="307777" cy="369332"/>
          </a:xfrm>
          <a:prstGeom prst="rect">
            <a:avLst/>
          </a:prstGeom>
          <a:noFill/>
        </p:spPr>
        <p:txBody>
          <a:bodyPr wrap="none" lIns="0" tIns="0" rIns="0" bIns="0" rtlCol="0" anchor="ctr" anchorCtr="1">
            <a:spAutoFit/>
          </a:bodyPr>
          <a:lstStyle/>
          <a:p>
            <a:pPr algn="ctr"/>
            <a:r>
              <a:rPr lang="en-US" altLang="zh-CN" sz="2400" b="1" dirty="0">
                <a:solidFill>
                  <a:srgbClr val="00B050"/>
                </a:solidFill>
                <a:latin typeface="Times New Roman" panose="02020603050405020304" pitchFamily="18" charset="0"/>
                <a:cs typeface="Times New Roman" panose="02020603050405020304" pitchFamily="18" charset="0"/>
              </a:rPr>
              <a:t>49</a:t>
            </a:r>
            <a:endParaRPr lang="zh-CN" altLang="en-US" sz="2400" b="1" dirty="0">
              <a:solidFill>
                <a:srgbClr val="00B050"/>
              </a:solidFill>
              <a:latin typeface="Times New Roman" panose="02020603050405020304" pitchFamily="18" charset="0"/>
              <a:cs typeface="Times New Roman" panose="02020603050405020304" pitchFamily="18" charset="0"/>
            </a:endParaRPr>
          </a:p>
        </p:txBody>
      </p:sp>
      <p:sp>
        <p:nvSpPr>
          <p:cNvPr id="68" name="文本框 67">
            <a:extLst>
              <a:ext uri="{FF2B5EF4-FFF2-40B4-BE49-F238E27FC236}">
                <a16:creationId xmlns:a16="http://schemas.microsoft.com/office/drawing/2014/main" id="{7B1669A9-76B1-46AA-8575-6D5F4680F271}"/>
              </a:ext>
            </a:extLst>
          </p:cNvPr>
          <p:cNvSpPr txBox="1"/>
          <p:nvPr/>
        </p:nvSpPr>
        <p:spPr>
          <a:xfrm>
            <a:off x="8415695" y="1426744"/>
            <a:ext cx="307777" cy="369332"/>
          </a:xfrm>
          <a:prstGeom prst="rect">
            <a:avLst/>
          </a:prstGeom>
          <a:noFill/>
        </p:spPr>
        <p:txBody>
          <a:bodyPr wrap="none" lIns="0" tIns="0" rIns="0" bIns="0" rtlCol="0" anchor="ctr" anchorCtr="1">
            <a:spAutoFit/>
          </a:bodyPr>
          <a:lstStyle/>
          <a:p>
            <a:pPr algn="ctr"/>
            <a:r>
              <a:rPr lang="en-US" altLang="zh-CN" sz="2400" b="1" dirty="0">
                <a:solidFill>
                  <a:srgbClr val="FF0000"/>
                </a:solidFill>
                <a:latin typeface="Times New Roman" panose="02020603050405020304" pitchFamily="18" charset="0"/>
                <a:cs typeface="Times New Roman" panose="02020603050405020304" pitchFamily="18" charset="0"/>
              </a:rPr>
              <a:t>38</a:t>
            </a:r>
            <a:endParaRPr lang="zh-CN" altLang="en-US" sz="2400" b="1" dirty="0">
              <a:solidFill>
                <a:srgbClr val="FF0000"/>
              </a:solidFill>
              <a:latin typeface="Times New Roman" panose="02020603050405020304" pitchFamily="18" charset="0"/>
              <a:cs typeface="Times New Roman" panose="02020603050405020304" pitchFamily="18" charset="0"/>
            </a:endParaRPr>
          </a:p>
        </p:txBody>
      </p:sp>
      <p:sp>
        <p:nvSpPr>
          <p:cNvPr id="69" name="文本框 68">
            <a:extLst>
              <a:ext uri="{FF2B5EF4-FFF2-40B4-BE49-F238E27FC236}">
                <a16:creationId xmlns:a16="http://schemas.microsoft.com/office/drawing/2014/main" id="{764914D6-37AD-48D3-B15E-D9EC59D8BBCC}"/>
              </a:ext>
            </a:extLst>
          </p:cNvPr>
          <p:cNvSpPr txBox="1"/>
          <p:nvPr/>
        </p:nvSpPr>
        <p:spPr>
          <a:xfrm>
            <a:off x="8864079" y="1421239"/>
            <a:ext cx="307777" cy="369332"/>
          </a:xfrm>
          <a:prstGeom prst="rect">
            <a:avLst/>
          </a:prstGeom>
          <a:noFill/>
        </p:spPr>
        <p:txBody>
          <a:bodyPr wrap="none" lIns="0" tIns="0" rIns="0" bIns="0" rtlCol="0" anchor="ctr" anchorCtr="1">
            <a:spAutoFit/>
          </a:bodyPr>
          <a:lstStyle/>
          <a:p>
            <a:pPr algn="ctr"/>
            <a:r>
              <a:rPr lang="en-US" altLang="zh-CN" sz="2400" b="1" dirty="0">
                <a:solidFill>
                  <a:srgbClr val="0006EE"/>
                </a:solidFill>
                <a:latin typeface="Times New Roman" panose="02020603050405020304" pitchFamily="18" charset="0"/>
                <a:cs typeface="Times New Roman" panose="02020603050405020304" pitchFamily="18" charset="0"/>
              </a:rPr>
              <a:t>27</a:t>
            </a:r>
            <a:endParaRPr lang="zh-CN" altLang="en-US" sz="2400" b="1" dirty="0">
              <a:solidFill>
                <a:srgbClr val="0006EE"/>
              </a:solidFill>
              <a:latin typeface="Times New Roman" panose="02020603050405020304" pitchFamily="18" charset="0"/>
              <a:cs typeface="Times New Roman" panose="02020603050405020304" pitchFamily="18" charset="0"/>
            </a:endParaRPr>
          </a:p>
        </p:txBody>
      </p:sp>
      <p:sp>
        <p:nvSpPr>
          <p:cNvPr id="70" name="文本框 69">
            <a:extLst>
              <a:ext uri="{FF2B5EF4-FFF2-40B4-BE49-F238E27FC236}">
                <a16:creationId xmlns:a16="http://schemas.microsoft.com/office/drawing/2014/main" id="{E44421E9-7C59-466E-A949-906FDC20FEF1}"/>
              </a:ext>
            </a:extLst>
          </p:cNvPr>
          <p:cNvSpPr txBox="1"/>
          <p:nvPr/>
        </p:nvSpPr>
        <p:spPr>
          <a:xfrm>
            <a:off x="9332630" y="1427963"/>
            <a:ext cx="307777" cy="369332"/>
          </a:xfrm>
          <a:prstGeom prst="rect">
            <a:avLst/>
          </a:prstGeom>
          <a:noFill/>
        </p:spPr>
        <p:txBody>
          <a:bodyPr wrap="none" lIns="0" tIns="0" rIns="0" bIns="0" rtlCol="0" anchor="ctr" anchorCtr="1">
            <a:spAutoFit/>
          </a:bodyPr>
          <a:lstStyle/>
          <a:p>
            <a:pPr algn="ctr"/>
            <a:r>
              <a:rPr lang="en-US" altLang="zh-CN" sz="2400" b="1" dirty="0">
                <a:solidFill>
                  <a:srgbClr val="00B050"/>
                </a:solidFill>
                <a:latin typeface="Times New Roman" panose="02020603050405020304" pitchFamily="18" charset="0"/>
                <a:cs typeface="Times New Roman" panose="02020603050405020304" pitchFamily="18" charset="0"/>
              </a:rPr>
              <a:t>49</a:t>
            </a:r>
            <a:endParaRPr lang="zh-CN" altLang="en-US" sz="2400" b="1" dirty="0">
              <a:solidFill>
                <a:srgbClr val="00B050"/>
              </a:solidFill>
              <a:latin typeface="Times New Roman" panose="02020603050405020304" pitchFamily="18" charset="0"/>
              <a:cs typeface="Times New Roman" panose="02020603050405020304" pitchFamily="18" charset="0"/>
            </a:endParaRPr>
          </a:p>
        </p:txBody>
      </p:sp>
      <p:sp>
        <p:nvSpPr>
          <p:cNvPr id="71" name="文本框 70">
            <a:extLst>
              <a:ext uri="{FF2B5EF4-FFF2-40B4-BE49-F238E27FC236}">
                <a16:creationId xmlns:a16="http://schemas.microsoft.com/office/drawing/2014/main" id="{96597393-520F-4FAA-9AC3-76144C269D22}"/>
              </a:ext>
            </a:extLst>
          </p:cNvPr>
          <p:cNvSpPr txBox="1"/>
          <p:nvPr/>
        </p:nvSpPr>
        <p:spPr>
          <a:xfrm>
            <a:off x="9793615" y="1421524"/>
            <a:ext cx="307777" cy="369332"/>
          </a:xfrm>
          <a:prstGeom prst="rect">
            <a:avLst/>
          </a:prstGeom>
          <a:noFill/>
        </p:spPr>
        <p:txBody>
          <a:bodyPr wrap="none" lIns="0" tIns="0" rIns="0" bIns="0" rtlCol="0" anchor="ctr" anchorCtr="1">
            <a:spAutoFit/>
          </a:bodyPr>
          <a:lstStyle/>
          <a:p>
            <a:pPr algn="ctr"/>
            <a:r>
              <a:rPr lang="en-US" altLang="zh-CN" sz="2400" b="1" dirty="0">
                <a:solidFill>
                  <a:srgbClr val="FF0000"/>
                </a:solidFill>
                <a:latin typeface="Times New Roman" panose="02020603050405020304" pitchFamily="18" charset="0"/>
                <a:cs typeface="Times New Roman" panose="02020603050405020304" pitchFamily="18" charset="0"/>
              </a:rPr>
              <a:t>55</a:t>
            </a:r>
            <a:endParaRPr lang="zh-CN" altLang="en-US" sz="2400" b="1" dirty="0">
              <a:solidFill>
                <a:srgbClr val="FF0000"/>
              </a:solidFill>
              <a:latin typeface="Times New Roman" panose="02020603050405020304" pitchFamily="18" charset="0"/>
              <a:cs typeface="Times New Roman" panose="02020603050405020304" pitchFamily="18" charset="0"/>
            </a:endParaRPr>
          </a:p>
        </p:txBody>
      </p:sp>
      <p:sp>
        <p:nvSpPr>
          <p:cNvPr id="72" name="文本框 71">
            <a:extLst>
              <a:ext uri="{FF2B5EF4-FFF2-40B4-BE49-F238E27FC236}">
                <a16:creationId xmlns:a16="http://schemas.microsoft.com/office/drawing/2014/main" id="{A60B200C-8EE1-4C52-8A1C-A9DCFA8901BD}"/>
              </a:ext>
            </a:extLst>
          </p:cNvPr>
          <p:cNvSpPr txBox="1"/>
          <p:nvPr/>
        </p:nvSpPr>
        <p:spPr>
          <a:xfrm>
            <a:off x="10249288" y="1426744"/>
            <a:ext cx="307777" cy="369332"/>
          </a:xfrm>
          <a:prstGeom prst="rect">
            <a:avLst/>
          </a:prstGeom>
          <a:noFill/>
        </p:spPr>
        <p:txBody>
          <a:bodyPr wrap="none" lIns="0" tIns="0" rIns="0" bIns="0" rtlCol="0" anchor="ctr" anchorCtr="1">
            <a:spAutoFit/>
          </a:bodyPr>
          <a:lstStyle/>
          <a:p>
            <a:pPr algn="ctr"/>
            <a:r>
              <a:rPr lang="en-US" altLang="zh-CN" sz="2400" b="1" dirty="0">
                <a:solidFill>
                  <a:srgbClr val="0006EE"/>
                </a:solidFill>
                <a:latin typeface="Times New Roman" panose="02020603050405020304" pitchFamily="18" charset="0"/>
                <a:cs typeface="Times New Roman" panose="02020603050405020304" pitchFamily="18" charset="0"/>
              </a:rPr>
              <a:t>65</a:t>
            </a:r>
            <a:endParaRPr lang="zh-CN" altLang="en-US" sz="2400" b="1" dirty="0">
              <a:solidFill>
                <a:srgbClr val="0006EE"/>
              </a:solidFill>
              <a:latin typeface="Times New Roman" panose="02020603050405020304" pitchFamily="18" charset="0"/>
              <a:cs typeface="Times New Roman" panose="02020603050405020304" pitchFamily="18" charset="0"/>
            </a:endParaRPr>
          </a:p>
        </p:txBody>
      </p:sp>
      <p:cxnSp>
        <p:nvCxnSpPr>
          <p:cNvPr id="73" name="直接连接符 72">
            <a:extLst>
              <a:ext uri="{FF2B5EF4-FFF2-40B4-BE49-F238E27FC236}">
                <a16:creationId xmlns:a16="http://schemas.microsoft.com/office/drawing/2014/main" id="{EC8D01BB-3E49-4EE3-98DB-14FDAF9E53F3}"/>
              </a:ext>
            </a:extLst>
          </p:cNvPr>
          <p:cNvCxnSpPr/>
          <p:nvPr/>
        </p:nvCxnSpPr>
        <p:spPr>
          <a:xfrm>
            <a:off x="7940433" y="1477881"/>
            <a:ext cx="308307"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74" name="文本框 73">
            <a:extLst>
              <a:ext uri="{FF2B5EF4-FFF2-40B4-BE49-F238E27FC236}">
                <a16:creationId xmlns:a16="http://schemas.microsoft.com/office/drawing/2014/main" id="{FB793358-7D02-4A2A-9BBF-810889340F75}"/>
              </a:ext>
            </a:extLst>
          </p:cNvPr>
          <p:cNvSpPr txBox="1"/>
          <p:nvPr/>
        </p:nvSpPr>
        <p:spPr>
          <a:xfrm>
            <a:off x="10703577" y="1423117"/>
            <a:ext cx="307777" cy="369332"/>
          </a:xfrm>
          <a:prstGeom prst="rect">
            <a:avLst/>
          </a:prstGeom>
          <a:noFill/>
        </p:spPr>
        <p:txBody>
          <a:bodyPr wrap="none" lIns="0" tIns="0" rIns="0" bIns="0" rtlCol="0" anchor="ctr" anchorCtr="1">
            <a:spAutoFit/>
          </a:bodyPr>
          <a:lstStyle/>
          <a:p>
            <a:pPr algn="ctr"/>
            <a:r>
              <a:rPr lang="en-US" altLang="zh-CN" sz="2400" b="1" dirty="0">
                <a:solidFill>
                  <a:srgbClr val="00B050"/>
                </a:solidFill>
                <a:latin typeface="Times New Roman" panose="02020603050405020304" pitchFamily="18" charset="0"/>
                <a:cs typeface="Times New Roman" panose="02020603050405020304" pitchFamily="18" charset="0"/>
              </a:rPr>
              <a:t>97</a:t>
            </a:r>
            <a:endParaRPr lang="zh-CN" altLang="en-US" sz="2400" b="1" dirty="0">
              <a:solidFill>
                <a:srgbClr val="00B050"/>
              </a:solidFill>
              <a:latin typeface="Times New Roman" panose="02020603050405020304" pitchFamily="18" charset="0"/>
              <a:cs typeface="Times New Roman" panose="02020603050405020304" pitchFamily="18" charset="0"/>
            </a:endParaRPr>
          </a:p>
        </p:txBody>
      </p:sp>
      <p:sp>
        <p:nvSpPr>
          <p:cNvPr id="75" name="文本框 74">
            <a:extLst>
              <a:ext uri="{FF2B5EF4-FFF2-40B4-BE49-F238E27FC236}">
                <a16:creationId xmlns:a16="http://schemas.microsoft.com/office/drawing/2014/main" id="{F90147C2-7E9B-4280-80C4-0F32B2E76F5B}"/>
              </a:ext>
            </a:extLst>
          </p:cNvPr>
          <p:cNvSpPr txBox="1"/>
          <p:nvPr/>
        </p:nvSpPr>
        <p:spPr>
          <a:xfrm>
            <a:off x="11168676" y="1420730"/>
            <a:ext cx="307777" cy="369332"/>
          </a:xfrm>
          <a:prstGeom prst="rect">
            <a:avLst/>
          </a:prstGeom>
          <a:noFill/>
        </p:spPr>
        <p:txBody>
          <a:bodyPr wrap="none" lIns="0" tIns="0" rIns="0" bIns="0" rtlCol="0" anchor="ctr" anchorCtr="1">
            <a:spAutoFit/>
          </a:bodyPr>
          <a:lstStyle/>
          <a:p>
            <a:pPr algn="ctr"/>
            <a:r>
              <a:rPr lang="en-US" altLang="zh-CN" sz="2400" b="1" dirty="0">
                <a:solidFill>
                  <a:srgbClr val="FF0000"/>
                </a:solidFill>
                <a:latin typeface="Times New Roman" panose="02020603050405020304" pitchFamily="18" charset="0"/>
                <a:cs typeface="Times New Roman" panose="02020603050405020304" pitchFamily="18" charset="0"/>
              </a:rPr>
              <a:t>76</a:t>
            </a:r>
            <a:endParaRPr lang="zh-CN" altLang="en-US" sz="2400" b="1" dirty="0">
              <a:solidFill>
                <a:srgbClr val="FF0000"/>
              </a:solidFill>
              <a:latin typeface="Times New Roman" panose="02020603050405020304" pitchFamily="18" charset="0"/>
              <a:cs typeface="Times New Roman" panose="02020603050405020304" pitchFamily="18" charset="0"/>
            </a:endParaRPr>
          </a:p>
        </p:txBody>
      </p:sp>
      <p:sp>
        <p:nvSpPr>
          <p:cNvPr id="76" name="文本框 75">
            <a:extLst>
              <a:ext uri="{FF2B5EF4-FFF2-40B4-BE49-F238E27FC236}">
                <a16:creationId xmlns:a16="http://schemas.microsoft.com/office/drawing/2014/main" id="{9BEDE88B-9AE0-4B1F-BC1D-EB856E2D652D}"/>
              </a:ext>
            </a:extLst>
          </p:cNvPr>
          <p:cNvSpPr txBox="1"/>
          <p:nvPr/>
        </p:nvSpPr>
        <p:spPr>
          <a:xfrm>
            <a:off x="5619834" y="1412408"/>
            <a:ext cx="1005403" cy="369332"/>
          </a:xfrm>
          <a:prstGeom prst="rect">
            <a:avLst/>
          </a:prstGeom>
          <a:noFill/>
        </p:spPr>
        <p:txBody>
          <a:bodyPr wrap="none" rtlCol="0">
            <a:spAutoFit/>
          </a:bodyPr>
          <a:lstStyle/>
          <a:p>
            <a:r>
              <a:rPr lang="zh-CN" altLang="en-US" b="1" dirty="0">
                <a:solidFill>
                  <a:srgbClr val="0006EE"/>
                </a:solidFill>
              </a:rPr>
              <a:t>第</a:t>
            </a:r>
            <a:r>
              <a:rPr lang="en-US" altLang="zh-CN" b="1" dirty="0">
                <a:solidFill>
                  <a:srgbClr val="0006EE"/>
                </a:solidFill>
              </a:rPr>
              <a:t>2</a:t>
            </a:r>
            <a:r>
              <a:rPr lang="zh-CN" altLang="en-US" b="1" dirty="0">
                <a:solidFill>
                  <a:srgbClr val="0006EE"/>
                </a:solidFill>
              </a:rPr>
              <a:t>趟：</a:t>
            </a:r>
          </a:p>
        </p:txBody>
      </p:sp>
      <p:sp>
        <p:nvSpPr>
          <p:cNvPr id="77" name="文本框 76">
            <a:extLst>
              <a:ext uri="{FF2B5EF4-FFF2-40B4-BE49-F238E27FC236}">
                <a16:creationId xmlns:a16="http://schemas.microsoft.com/office/drawing/2014/main" id="{D9F56741-74AC-4CE5-996D-5C56D28CEF58}"/>
              </a:ext>
            </a:extLst>
          </p:cNvPr>
          <p:cNvSpPr txBox="1"/>
          <p:nvPr/>
        </p:nvSpPr>
        <p:spPr>
          <a:xfrm>
            <a:off x="5015401" y="862273"/>
            <a:ext cx="734496" cy="369332"/>
          </a:xfrm>
          <a:prstGeom prst="rect">
            <a:avLst/>
          </a:prstGeom>
          <a:noFill/>
        </p:spPr>
        <p:txBody>
          <a:bodyPr wrap="none" rtlCol="0">
            <a:spAutoFit/>
          </a:bodyPr>
          <a:lstStyle/>
          <a:p>
            <a:r>
              <a:rPr lang="en-US" altLang="zh-CN" b="1" dirty="0">
                <a:solidFill>
                  <a:srgbClr val="00B050"/>
                </a:solidFill>
              </a:rPr>
              <a:t>dk=5</a:t>
            </a:r>
            <a:endParaRPr lang="zh-CN" altLang="en-US" b="1" dirty="0">
              <a:solidFill>
                <a:srgbClr val="00B050"/>
              </a:solidFill>
            </a:endParaRPr>
          </a:p>
        </p:txBody>
      </p:sp>
      <p:sp>
        <p:nvSpPr>
          <p:cNvPr id="78" name="文本框 77">
            <a:extLst>
              <a:ext uri="{FF2B5EF4-FFF2-40B4-BE49-F238E27FC236}">
                <a16:creationId xmlns:a16="http://schemas.microsoft.com/office/drawing/2014/main" id="{53D786C4-E8F0-4E1D-BC40-ABCFBC746EFE}"/>
              </a:ext>
            </a:extLst>
          </p:cNvPr>
          <p:cNvSpPr txBox="1"/>
          <p:nvPr/>
        </p:nvSpPr>
        <p:spPr>
          <a:xfrm>
            <a:off x="5015401" y="1402499"/>
            <a:ext cx="734496" cy="369332"/>
          </a:xfrm>
          <a:prstGeom prst="rect">
            <a:avLst/>
          </a:prstGeom>
          <a:noFill/>
        </p:spPr>
        <p:txBody>
          <a:bodyPr wrap="none" rtlCol="0">
            <a:spAutoFit/>
          </a:bodyPr>
          <a:lstStyle/>
          <a:p>
            <a:r>
              <a:rPr lang="en-US" altLang="zh-CN" b="1" dirty="0">
                <a:solidFill>
                  <a:srgbClr val="00B050"/>
                </a:solidFill>
              </a:rPr>
              <a:t>dk=3</a:t>
            </a:r>
            <a:endParaRPr lang="zh-CN" altLang="en-US" b="1" dirty="0">
              <a:solidFill>
                <a:srgbClr val="00B050"/>
              </a:solidFill>
            </a:endParaRPr>
          </a:p>
        </p:txBody>
      </p:sp>
      <p:sp>
        <p:nvSpPr>
          <p:cNvPr id="79" name="文本框 78">
            <a:extLst>
              <a:ext uri="{FF2B5EF4-FFF2-40B4-BE49-F238E27FC236}">
                <a16:creationId xmlns:a16="http://schemas.microsoft.com/office/drawing/2014/main" id="{E8860223-701F-4100-93E0-FA42F293B2B8}"/>
              </a:ext>
            </a:extLst>
          </p:cNvPr>
          <p:cNvSpPr txBox="1"/>
          <p:nvPr/>
        </p:nvSpPr>
        <p:spPr>
          <a:xfrm>
            <a:off x="7715764" y="2640291"/>
            <a:ext cx="307777" cy="317651"/>
          </a:xfrm>
          <a:prstGeom prst="rect">
            <a:avLst/>
          </a:prstGeom>
          <a:noFill/>
        </p:spPr>
        <p:txBody>
          <a:bodyPr wrap="none" lIns="0" tIns="0" rIns="0" bIns="0" rtlCol="0" anchor="ctr" anchorCtr="1">
            <a:spAutoFit/>
          </a:bodyPr>
          <a:lstStyle/>
          <a:p>
            <a:pPr algn="ctr">
              <a:lnSpc>
                <a:spcPct val="85000"/>
              </a:lnSpc>
            </a:pPr>
            <a:r>
              <a:rPr lang="en-US" altLang="zh-CN" sz="2400" b="1" dirty="0">
                <a:solidFill>
                  <a:srgbClr val="C00000"/>
                </a:solidFill>
                <a:latin typeface="黑体" panose="02010609060101010101" pitchFamily="49" charset="-122"/>
                <a:ea typeface="黑体" panose="02010609060101010101" pitchFamily="49" charset="-122"/>
              </a:rPr>
              <a:t>≯</a:t>
            </a:r>
            <a:endParaRPr lang="zh-CN" altLang="en-US" sz="2400" b="1" dirty="0">
              <a:solidFill>
                <a:srgbClr val="C00000"/>
              </a:solidFill>
              <a:latin typeface="黑体" panose="02010609060101010101" pitchFamily="49" charset="-122"/>
              <a:ea typeface="黑体" panose="02010609060101010101" pitchFamily="49" charset="-122"/>
            </a:endParaRPr>
          </a:p>
        </p:txBody>
      </p:sp>
      <p:sp>
        <p:nvSpPr>
          <p:cNvPr id="81" name="文本框 80">
            <a:extLst>
              <a:ext uri="{FF2B5EF4-FFF2-40B4-BE49-F238E27FC236}">
                <a16:creationId xmlns:a16="http://schemas.microsoft.com/office/drawing/2014/main" id="{29A81638-6EFE-4A59-A361-5679116D0082}"/>
              </a:ext>
            </a:extLst>
          </p:cNvPr>
          <p:cNvSpPr txBox="1"/>
          <p:nvPr/>
        </p:nvSpPr>
        <p:spPr>
          <a:xfrm>
            <a:off x="7355673" y="2647823"/>
            <a:ext cx="184346" cy="327782"/>
          </a:xfrm>
          <a:prstGeom prst="rect">
            <a:avLst/>
          </a:prstGeom>
          <a:noFill/>
        </p:spPr>
        <p:txBody>
          <a:bodyPr wrap="none" lIns="0" tIns="0" rIns="0" bIns="0" rtlCol="0" anchor="ctr" anchorCtr="1">
            <a:spAutoFit/>
          </a:bodyPr>
          <a:lstStyle/>
          <a:p>
            <a:pPr algn="ctr">
              <a:lnSpc>
                <a:spcPct val="85000"/>
              </a:lnSpc>
            </a:pPr>
            <a:r>
              <a:rPr lang="en-US" altLang="zh-CN" sz="2400" b="1" dirty="0">
                <a:solidFill>
                  <a:srgbClr val="C00000"/>
                </a:solidFill>
                <a:latin typeface="Courier New" panose="02070309020205020404" pitchFamily="49" charset="0"/>
                <a:ea typeface="黑体" panose="02010609060101010101" pitchFamily="49" charset="-122"/>
                <a:cs typeface="Courier New" panose="02070309020205020404" pitchFamily="49" charset="0"/>
              </a:rPr>
              <a:t>&gt;</a:t>
            </a:r>
            <a:endParaRPr lang="zh-CN" altLang="en-US" sz="2400" b="1" dirty="0">
              <a:solidFill>
                <a:srgbClr val="C00000"/>
              </a:solidFill>
              <a:latin typeface="Courier New" panose="02070309020205020404" pitchFamily="49" charset="0"/>
              <a:ea typeface="黑体" panose="02010609060101010101" pitchFamily="49" charset="-122"/>
              <a:cs typeface="Courier New" panose="02070309020205020404" pitchFamily="49" charset="0"/>
            </a:endParaRPr>
          </a:p>
        </p:txBody>
      </p:sp>
      <p:grpSp>
        <p:nvGrpSpPr>
          <p:cNvPr id="118" name="组合 117">
            <a:extLst>
              <a:ext uri="{FF2B5EF4-FFF2-40B4-BE49-F238E27FC236}">
                <a16:creationId xmlns:a16="http://schemas.microsoft.com/office/drawing/2014/main" id="{E9B0BC63-8EC3-43B9-8571-DD4FCCB34FD4}"/>
              </a:ext>
            </a:extLst>
          </p:cNvPr>
          <p:cNvGrpSpPr/>
          <p:nvPr/>
        </p:nvGrpSpPr>
        <p:grpSpPr>
          <a:xfrm>
            <a:off x="6483274" y="1953350"/>
            <a:ext cx="5058274" cy="372746"/>
            <a:chOff x="6434792" y="1340591"/>
            <a:chExt cx="5058274" cy="372746"/>
          </a:xfrm>
        </p:grpSpPr>
        <p:grpSp>
          <p:nvGrpSpPr>
            <p:cNvPr id="119" name="组合 118">
              <a:extLst>
                <a:ext uri="{FF2B5EF4-FFF2-40B4-BE49-F238E27FC236}">
                  <a16:creationId xmlns:a16="http://schemas.microsoft.com/office/drawing/2014/main" id="{66F18C00-8714-45B4-92CF-920BADE15350}"/>
                </a:ext>
              </a:extLst>
            </p:cNvPr>
            <p:cNvGrpSpPr/>
            <p:nvPr/>
          </p:nvGrpSpPr>
          <p:grpSpPr>
            <a:xfrm>
              <a:off x="6434792" y="1340591"/>
              <a:ext cx="5058274" cy="372746"/>
              <a:chOff x="5178729" y="1377458"/>
              <a:chExt cx="4469711" cy="309071"/>
            </a:xfrm>
          </p:grpSpPr>
          <p:sp>
            <p:nvSpPr>
              <p:cNvPr id="122" name="矩形 121">
                <a:extLst>
                  <a:ext uri="{FF2B5EF4-FFF2-40B4-BE49-F238E27FC236}">
                    <a16:creationId xmlns:a16="http://schemas.microsoft.com/office/drawing/2014/main" id="{FFEDDE91-8394-4233-99B0-86EB291BE74A}"/>
                  </a:ext>
                </a:extLst>
              </p:cNvPr>
              <p:cNvSpPr/>
              <p:nvPr/>
            </p:nvSpPr>
            <p:spPr>
              <a:xfrm>
                <a:off x="7211309" y="1378685"/>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123" name="矩形 122">
                <a:extLst>
                  <a:ext uri="{FF2B5EF4-FFF2-40B4-BE49-F238E27FC236}">
                    <a16:creationId xmlns:a16="http://schemas.microsoft.com/office/drawing/2014/main" id="{90A71A55-01A1-43D4-B6DB-7B5FF9B47AB1}"/>
                  </a:ext>
                </a:extLst>
              </p:cNvPr>
              <p:cNvSpPr/>
              <p:nvPr/>
            </p:nvSpPr>
            <p:spPr>
              <a:xfrm>
                <a:off x="7617424" y="1378752"/>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124" name="矩形 123">
                <a:extLst>
                  <a:ext uri="{FF2B5EF4-FFF2-40B4-BE49-F238E27FC236}">
                    <a16:creationId xmlns:a16="http://schemas.microsoft.com/office/drawing/2014/main" id="{E13ED613-8B45-46C1-A08B-F6FB75C9640B}"/>
                  </a:ext>
                </a:extLst>
              </p:cNvPr>
              <p:cNvSpPr/>
              <p:nvPr/>
            </p:nvSpPr>
            <p:spPr>
              <a:xfrm>
                <a:off x="8024039" y="1378685"/>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125" name="矩形 124">
                <a:extLst>
                  <a:ext uri="{FF2B5EF4-FFF2-40B4-BE49-F238E27FC236}">
                    <a16:creationId xmlns:a16="http://schemas.microsoft.com/office/drawing/2014/main" id="{7DE2F411-5878-4F6E-A320-C7B147778AFC}"/>
                  </a:ext>
                </a:extLst>
              </p:cNvPr>
              <p:cNvSpPr/>
              <p:nvPr/>
            </p:nvSpPr>
            <p:spPr>
              <a:xfrm>
                <a:off x="9242325" y="1377458"/>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126" name="矩形 125">
                <a:extLst>
                  <a:ext uri="{FF2B5EF4-FFF2-40B4-BE49-F238E27FC236}">
                    <a16:creationId xmlns:a16="http://schemas.microsoft.com/office/drawing/2014/main" id="{EBFE3F70-C69F-4C6F-A88C-70A5E3E63F76}"/>
                  </a:ext>
                </a:extLst>
              </p:cNvPr>
              <p:cNvSpPr/>
              <p:nvPr/>
            </p:nvSpPr>
            <p:spPr>
              <a:xfrm>
                <a:off x="5585847" y="1378685"/>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127" name="矩形 126">
                <a:extLst>
                  <a:ext uri="{FF2B5EF4-FFF2-40B4-BE49-F238E27FC236}">
                    <a16:creationId xmlns:a16="http://schemas.microsoft.com/office/drawing/2014/main" id="{8584B607-D3B0-4C01-85E4-450AA4FA979A}"/>
                  </a:ext>
                </a:extLst>
              </p:cNvPr>
              <p:cNvSpPr/>
              <p:nvPr/>
            </p:nvSpPr>
            <p:spPr>
              <a:xfrm>
                <a:off x="5991962" y="1378752"/>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128" name="矩形 127">
                <a:extLst>
                  <a:ext uri="{FF2B5EF4-FFF2-40B4-BE49-F238E27FC236}">
                    <a16:creationId xmlns:a16="http://schemas.microsoft.com/office/drawing/2014/main" id="{DB79A9A9-4096-4F4F-B863-180022E785B0}"/>
                  </a:ext>
                </a:extLst>
              </p:cNvPr>
              <p:cNvSpPr/>
              <p:nvPr/>
            </p:nvSpPr>
            <p:spPr>
              <a:xfrm>
                <a:off x="6398577" y="1378685"/>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129" name="矩形 128">
                <a:extLst>
                  <a:ext uri="{FF2B5EF4-FFF2-40B4-BE49-F238E27FC236}">
                    <a16:creationId xmlns:a16="http://schemas.microsoft.com/office/drawing/2014/main" id="{6E800051-6539-46B8-B8F7-E6460AF8E8A9}"/>
                  </a:ext>
                </a:extLst>
              </p:cNvPr>
              <p:cNvSpPr/>
              <p:nvPr/>
            </p:nvSpPr>
            <p:spPr>
              <a:xfrm>
                <a:off x="6804692" y="1378752"/>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130" name="矩形 129">
                <a:extLst>
                  <a:ext uri="{FF2B5EF4-FFF2-40B4-BE49-F238E27FC236}">
                    <a16:creationId xmlns:a16="http://schemas.microsoft.com/office/drawing/2014/main" id="{FB97B0FB-D843-4C80-A3B2-1E4EAC60E20E}"/>
                  </a:ext>
                </a:extLst>
              </p:cNvPr>
              <p:cNvSpPr/>
              <p:nvPr/>
            </p:nvSpPr>
            <p:spPr>
              <a:xfrm>
                <a:off x="5178729" y="1378752"/>
                <a:ext cx="406115" cy="307777"/>
              </a:xfrm>
              <a:prstGeom prst="rect">
                <a:avLst/>
              </a:prstGeom>
              <a:solidFill>
                <a:schemeClr val="bg2"/>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sp>
          <p:nvSpPr>
            <p:cNvPr id="120" name="矩形 119">
              <a:extLst>
                <a:ext uri="{FF2B5EF4-FFF2-40B4-BE49-F238E27FC236}">
                  <a16:creationId xmlns:a16="http://schemas.microsoft.com/office/drawing/2014/main" id="{030F768D-E3EB-4C46-9089-3B95AABC8AA1}"/>
                </a:ext>
              </a:extLst>
            </p:cNvPr>
            <p:cNvSpPr/>
            <p:nvPr/>
          </p:nvSpPr>
          <p:spPr>
            <a:xfrm>
              <a:off x="10113999" y="1340734"/>
              <a:ext cx="459592" cy="371185"/>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121" name="矩形 120">
              <a:extLst>
                <a:ext uri="{FF2B5EF4-FFF2-40B4-BE49-F238E27FC236}">
                  <a16:creationId xmlns:a16="http://schemas.microsoft.com/office/drawing/2014/main" id="{E6C97144-53B1-4966-B188-61D56E4AD8FA}"/>
                </a:ext>
              </a:extLst>
            </p:cNvPr>
            <p:cNvSpPr/>
            <p:nvPr/>
          </p:nvSpPr>
          <p:spPr>
            <a:xfrm>
              <a:off x="10573917" y="1340720"/>
              <a:ext cx="459592" cy="371185"/>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sp>
        <p:nvSpPr>
          <p:cNvPr id="131" name="文本框 130">
            <a:extLst>
              <a:ext uri="{FF2B5EF4-FFF2-40B4-BE49-F238E27FC236}">
                <a16:creationId xmlns:a16="http://schemas.microsoft.com/office/drawing/2014/main" id="{85157CE5-0044-4F61-917E-4F29B19675F0}"/>
              </a:ext>
            </a:extLst>
          </p:cNvPr>
          <p:cNvSpPr txBox="1"/>
          <p:nvPr/>
        </p:nvSpPr>
        <p:spPr>
          <a:xfrm>
            <a:off x="7026536" y="1962173"/>
            <a:ext cx="307777" cy="369332"/>
          </a:xfrm>
          <a:prstGeom prst="rect">
            <a:avLst/>
          </a:prstGeom>
          <a:noFill/>
        </p:spPr>
        <p:txBody>
          <a:bodyPr wrap="none" lIns="0" tIns="0" rIns="0" bIns="0" rtlCol="0" anchor="ctr" anchorCtr="1">
            <a:spAutoFit/>
          </a:bodyPr>
          <a:lstStyle/>
          <a:p>
            <a:pPr algn="ctr"/>
            <a:r>
              <a:rPr lang="en-US" altLang="zh-CN" sz="2400" b="1" dirty="0">
                <a:latin typeface="Times New Roman" panose="02020603050405020304" pitchFamily="18" charset="0"/>
                <a:cs typeface="Times New Roman" panose="02020603050405020304" pitchFamily="18" charset="0"/>
              </a:rPr>
              <a:t>13</a:t>
            </a:r>
            <a:endParaRPr lang="zh-CN" altLang="en-US" sz="2400" b="1" dirty="0">
              <a:latin typeface="Times New Roman" panose="02020603050405020304" pitchFamily="18" charset="0"/>
              <a:cs typeface="Times New Roman" panose="02020603050405020304" pitchFamily="18" charset="0"/>
            </a:endParaRPr>
          </a:p>
        </p:txBody>
      </p:sp>
      <p:sp>
        <p:nvSpPr>
          <p:cNvPr id="132" name="文本框 131">
            <a:extLst>
              <a:ext uri="{FF2B5EF4-FFF2-40B4-BE49-F238E27FC236}">
                <a16:creationId xmlns:a16="http://schemas.microsoft.com/office/drawing/2014/main" id="{1A6CF868-A92C-4C2B-B288-69081210111F}"/>
              </a:ext>
            </a:extLst>
          </p:cNvPr>
          <p:cNvSpPr txBox="1"/>
          <p:nvPr/>
        </p:nvSpPr>
        <p:spPr>
          <a:xfrm>
            <a:off x="7491895" y="1968706"/>
            <a:ext cx="307777" cy="369332"/>
          </a:xfrm>
          <a:prstGeom prst="rect">
            <a:avLst/>
          </a:prstGeom>
          <a:noFill/>
        </p:spPr>
        <p:txBody>
          <a:bodyPr wrap="square" lIns="0" tIns="0" rIns="0" bIns="0" rtlCol="0" anchor="ctr" anchorCtr="1">
            <a:spAutoFit/>
          </a:bodyPr>
          <a:lstStyle/>
          <a:p>
            <a:pPr algn="ctr"/>
            <a:r>
              <a:rPr lang="en-US" altLang="zh-CN" sz="2400" b="1" dirty="0">
                <a:latin typeface="Times New Roman" panose="02020603050405020304" pitchFamily="18" charset="0"/>
                <a:cs typeface="Times New Roman" panose="02020603050405020304" pitchFamily="18" charset="0"/>
              </a:rPr>
              <a:t>04</a:t>
            </a:r>
            <a:endParaRPr lang="zh-CN" altLang="en-US" sz="2400" b="1" dirty="0">
              <a:latin typeface="Times New Roman" panose="02020603050405020304" pitchFamily="18" charset="0"/>
              <a:cs typeface="Times New Roman" panose="02020603050405020304" pitchFamily="18" charset="0"/>
            </a:endParaRPr>
          </a:p>
        </p:txBody>
      </p:sp>
      <p:sp>
        <p:nvSpPr>
          <p:cNvPr id="133" name="文本框 132">
            <a:extLst>
              <a:ext uri="{FF2B5EF4-FFF2-40B4-BE49-F238E27FC236}">
                <a16:creationId xmlns:a16="http://schemas.microsoft.com/office/drawing/2014/main" id="{F51A3329-208B-414A-B1E5-AF444C6836A8}"/>
              </a:ext>
            </a:extLst>
          </p:cNvPr>
          <p:cNvSpPr txBox="1"/>
          <p:nvPr/>
        </p:nvSpPr>
        <p:spPr>
          <a:xfrm>
            <a:off x="7948286" y="1968612"/>
            <a:ext cx="307777" cy="369332"/>
          </a:xfrm>
          <a:prstGeom prst="rect">
            <a:avLst/>
          </a:prstGeom>
          <a:noFill/>
        </p:spPr>
        <p:txBody>
          <a:bodyPr wrap="none" lIns="0" tIns="0" rIns="0" bIns="0" rtlCol="0" anchor="ctr" anchorCtr="1">
            <a:spAutoFit/>
          </a:bodyPr>
          <a:lstStyle/>
          <a:p>
            <a:pPr algn="ctr"/>
            <a:r>
              <a:rPr lang="en-US" altLang="zh-CN" sz="2400" b="1" dirty="0">
                <a:latin typeface="Times New Roman" panose="02020603050405020304" pitchFamily="18" charset="0"/>
                <a:cs typeface="Times New Roman" panose="02020603050405020304" pitchFamily="18" charset="0"/>
              </a:rPr>
              <a:t>49</a:t>
            </a:r>
            <a:endParaRPr lang="zh-CN" altLang="en-US" sz="2400" b="1" dirty="0">
              <a:latin typeface="Times New Roman" panose="02020603050405020304" pitchFamily="18" charset="0"/>
              <a:cs typeface="Times New Roman" panose="02020603050405020304" pitchFamily="18" charset="0"/>
            </a:endParaRPr>
          </a:p>
        </p:txBody>
      </p:sp>
      <p:sp>
        <p:nvSpPr>
          <p:cNvPr id="134" name="文本框 133">
            <a:extLst>
              <a:ext uri="{FF2B5EF4-FFF2-40B4-BE49-F238E27FC236}">
                <a16:creationId xmlns:a16="http://schemas.microsoft.com/office/drawing/2014/main" id="{88787031-6733-4566-91B0-A8852996E8C7}"/>
              </a:ext>
            </a:extLst>
          </p:cNvPr>
          <p:cNvSpPr txBox="1"/>
          <p:nvPr/>
        </p:nvSpPr>
        <p:spPr>
          <a:xfrm>
            <a:off x="8415695" y="1968612"/>
            <a:ext cx="307777" cy="369332"/>
          </a:xfrm>
          <a:prstGeom prst="rect">
            <a:avLst/>
          </a:prstGeom>
          <a:noFill/>
        </p:spPr>
        <p:txBody>
          <a:bodyPr wrap="none" lIns="0" tIns="0" rIns="0" bIns="0" rtlCol="0" anchor="ctr" anchorCtr="1">
            <a:spAutoFit/>
          </a:bodyPr>
          <a:lstStyle/>
          <a:p>
            <a:pPr algn="ctr"/>
            <a:r>
              <a:rPr lang="en-US" altLang="zh-CN" sz="2400" b="1" dirty="0">
                <a:latin typeface="Times New Roman" panose="02020603050405020304" pitchFamily="18" charset="0"/>
                <a:cs typeface="Times New Roman" panose="02020603050405020304" pitchFamily="18" charset="0"/>
              </a:rPr>
              <a:t>38</a:t>
            </a:r>
            <a:endParaRPr lang="zh-CN" altLang="en-US" sz="2400" b="1" dirty="0">
              <a:latin typeface="Times New Roman" panose="02020603050405020304" pitchFamily="18" charset="0"/>
              <a:cs typeface="Times New Roman" panose="02020603050405020304" pitchFamily="18" charset="0"/>
            </a:endParaRPr>
          </a:p>
        </p:txBody>
      </p:sp>
      <p:sp>
        <p:nvSpPr>
          <p:cNvPr id="135" name="文本框 134">
            <a:extLst>
              <a:ext uri="{FF2B5EF4-FFF2-40B4-BE49-F238E27FC236}">
                <a16:creationId xmlns:a16="http://schemas.microsoft.com/office/drawing/2014/main" id="{CF768732-92B5-440B-A743-1A01AAF0E504}"/>
              </a:ext>
            </a:extLst>
          </p:cNvPr>
          <p:cNvSpPr txBox="1"/>
          <p:nvPr/>
        </p:nvSpPr>
        <p:spPr>
          <a:xfrm>
            <a:off x="8864079" y="1963107"/>
            <a:ext cx="307777" cy="369332"/>
          </a:xfrm>
          <a:prstGeom prst="rect">
            <a:avLst/>
          </a:prstGeom>
          <a:noFill/>
        </p:spPr>
        <p:txBody>
          <a:bodyPr wrap="none" lIns="0" tIns="0" rIns="0" bIns="0" rtlCol="0" anchor="ctr" anchorCtr="1">
            <a:spAutoFit/>
          </a:bodyPr>
          <a:lstStyle/>
          <a:p>
            <a:pPr algn="ctr"/>
            <a:r>
              <a:rPr lang="en-US" altLang="zh-CN" sz="2400" b="1" dirty="0">
                <a:latin typeface="Times New Roman" panose="02020603050405020304" pitchFamily="18" charset="0"/>
                <a:cs typeface="Times New Roman" panose="02020603050405020304" pitchFamily="18" charset="0"/>
              </a:rPr>
              <a:t>27</a:t>
            </a:r>
            <a:endParaRPr lang="zh-CN" altLang="en-US" sz="2400" b="1" dirty="0">
              <a:latin typeface="Times New Roman" panose="02020603050405020304" pitchFamily="18" charset="0"/>
              <a:cs typeface="Times New Roman" panose="02020603050405020304" pitchFamily="18" charset="0"/>
            </a:endParaRPr>
          </a:p>
        </p:txBody>
      </p:sp>
      <p:sp>
        <p:nvSpPr>
          <p:cNvPr id="136" name="文本框 135">
            <a:extLst>
              <a:ext uri="{FF2B5EF4-FFF2-40B4-BE49-F238E27FC236}">
                <a16:creationId xmlns:a16="http://schemas.microsoft.com/office/drawing/2014/main" id="{C7D6563B-EDF9-47FB-BE18-7E11565A11AA}"/>
              </a:ext>
            </a:extLst>
          </p:cNvPr>
          <p:cNvSpPr txBox="1"/>
          <p:nvPr/>
        </p:nvSpPr>
        <p:spPr>
          <a:xfrm>
            <a:off x="9332630" y="1969831"/>
            <a:ext cx="307777" cy="369332"/>
          </a:xfrm>
          <a:prstGeom prst="rect">
            <a:avLst/>
          </a:prstGeom>
          <a:noFill/>
        </p:spPr>
        <p:txBody>
          <a:bodyPr wrap="none" lIns="0" tIns="0" rIns="0" bIns="0" rtlCol="0" anchor="ctr" anchorCtr="1">
            <a:spAutoFit/>
          </a:bodyPr>
          <a:lstStyle/>
          <a:p>
            <a:pPr algn="ctr"/>
            <a:r>
              <a:rPr lang="en-US" altLang="zh-CN" sz="2400" b="1" dirty="0">
                <a:latin typeface="Times New Roman" panose="02020603050405020304" pitchFamily="18" charset="0"/>
                <a:cs typeface="Times New Roman" panose="02020603050405020304" pitchFamily="18" charset="0"/>
              </a:rPr>
              <a:t>49</a:t>
            </a:r>
            <a:endParaRPr lang="zh-CN" altLang="en-US" sz="2400" b="1" dirty="0">
              <a:latin typeface="Times New Roman" panose="02020603050405020304" pitchFamily="18" charset="0"/>
              <a:cs typeface="Times New Roman" panose="02020603050405020304" pitchFamily="18" charset="0"/>
            </a:endParaRPr>
          </a:p>
        </p:txBody>
      </p:sp>
      <p:sp>
        <p:nvSpPr>
          <p:cNvPr id="137" name="文本框 136">
            <a:extLst>
              <a:ext uri="{FF2B5EF4-FFF2-40B4-BE49-F238E27FC236}">
                <a16:creationId xmlns:a16="http://schemas.microsoft.com/office/drawing/2014/main" id="{67486CC9-AB72-4CB6-98B9-A2BDC7F2E7D7}"/>
              </a:ext>
            </a:extLst>
          </p:cNvPr>
          <p:cNvSpPr txBox="1"/>
          <p:nvPr/>
        </p:nvSpPr>
        <p:spPr>
          <a:xfrm>
            <a:off x="9793615" y="1963392"/>
            <a:ext cx="307777" cy="369332"/>
          </a:xfrm>
          <a:prstGeom prst="rect">
            <a:avLst/>
          </a:prstGeom>
          <a:noFill/>
        </p:spPr>
        <p:txBody>
          <a:bodyPr wrap="none" lIns="0" tIns="0" rIns="0" bIns="0" rtlCol="0" anchor="ctr" anchorCtr="1">
            <a:spAutoFit/>
          </a:bodyPr>
          <a:lstStyle/>
          <a:p>
            <a:pPr algn="ctr"/>
            <a:r>
              <a:rPr lang="en-US" altLang="zh-CN" sz="2400" b="1" dirty="0">
                <a:latin typeface="Times New Roman" panose="02020603050405020304" pitchFamily="18" charset="0"/>
                <a:cs typeface="Times New Roman" panose="02020603050405020304" pitchFamily="18" charset="0"/>
              </a:rPr>
              <a:t>55</a:t>
            </a:r>
            <a:endParaRPr lang="zh-CN" altLang="en-US" sz="2400" b="1" dirty="0">
              <a:latin typeface="Times New Roman" panose="02020603050405020304" pitchFamily="18" charset="0"/>
              <a:cs typeface="Times New Roman" panose="02020603050405020304" pitchFamily="18" charset="0"/>
            </a:endParaRPr>
          </a:p>
        </p:txBody>
      </p:sp>
      <p:sp>
        <p:nvSpPr>
          <p:cNvPr id="138" name="文本框 137">
            <a:extLst>
              <a:ext uri="{FF2B5EF4-FFF2-40B4-BE49-F238E27FC236}">
                <a16:creationId xmlns:a16="http://schemas.microsoft.com/office/drawing/2014/main" id="{8879019F-62F2-491D-8D5B-093FD951B40A}"/>
              </a:ext>
            </a:extLst>
          </p:cNvPr>
          <p:cNvSpPr txBox="1"/>
          <p:nvPr/>
        </p:nvSpPr>
        <p:spPr>
          <a:xfrm>
            <a:off x="10249288" y="1968612"/>
            <a:ext cx="307777" cy="369332"/>
          </a:xfrm>
          <a:prstGeom prst="rect">
            <a:avLst/>
          </a:prstGeom>
          <a:noFill/>
        </p:spPr>
        <p:txBody>
          <a:bodyPr wrap="none" lIns="0" tIns="0" rIns="0" bIns="0" rtlCol="0" anchor="ctr" anchorCtr="1">
            <a:spAutoFit/>
          </a:bodyPr>
          <a:lstStyle/>
          <a:p>
            <a:pPr algn="ctr"/>
            <a:r>
              <a:rPr lang="en-US" altLang="zh-CN" sz="2400" b="1" dirty="0">
                <a:latin typeface="Times New Roman" panose="02020603050405020304" pitchFamily="18" charset="0"/>
                <a:cs typeface="Times New Roman" panose="02020603050405020304" pitchFamily="18" charset="0"/>
              </a:rPr>
              <a:t>65</a:t>
            </a:r>
            <a:endParaRPr lang="zh-CN" altLang="en-US" sz="2400" b="1" dirty="0">
              <a:latin typeface="Times New Roman" panose="02020603050405020304" pitchFamily="18" charset="0"/>
              <a:cs typeface="Times New Roman" panose="02020603050405020304" pitchFamily="18" charset="0"/>
            </a:endParaRPr>
          </a:p>
        </p:txBody>
      </p:sp>
      <p:cxnSp>
        <p:nvCxnSpPr>
          <p:cNvPr id="139" name="直接连接符 138">
            <a:extLst>
              <a:ext uri="{FF2B5EF4-FFF2-40B4-BE49-F238E27FC236}">
                <a16:creationId xmlns:a16="http://schemas.microsoft.com/office/drawing/2014/main" id="{2775E9D0-9B9B-43DF-B024-946404F97946}"/>
              </a:ext>
            </a:extLst>
          </p:cNvPr>
          <p:cNvCxnSpPr/>
          <p:nvPr/>
        </p:nvCxnSpPr>
        <p:spPr>
          <a:xfrm>
            <a:off x="7940433" y="2019749"/>
            <a:ext cx="308307"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40" name="文本框 139">
            <a:extLst>
              <a:ext uri="{FF2B5EF4-FFF2-40B4-BE49-F238E27FC236}">
                <a16:creationId xmlns:a16="http://schemas.microsoft.com/office/drawing/2014/main" id="{7C35C6E8-1AB3-4232-868F-FE93102BD1D4}"/>
              </a:ext>
            </a:extLst>
          </p:cNvPr>
          <p:cNvSpPr txBox="1"/>
          <p:nvPr/>
        </p:nvSpPr>
        <p:spPr>
          <a:xfrm>
            <a:off x="10703577" y="1964985"/>
            <a:ext cx="307777" cy="369332"/>
          </a:xfrm>
          <a:prstGeom prst="rect">
            <a:avLst/>
          </a:prstGeom>
          <a:noFill/>
        </p:spPr>
        <p:txBody>
          <a:bodyPr wrap="none" lIns="0" tIns="0" rIns="0" bIns="0" rtlCol="0" anchor="ctr" anchorCtr="1">
            <a:spAutoFit/>
          </a:bodyPr>
          <a:lstStyle/>
          <a:p>
            <a:pPr algn="ctr"/>
            <a:r>
              <a:rPr lang="en-US" altLang="zh-CN" sz="2400" b="1" dirty="0">
                <a:latin typeface="Times New Roman" panose="02020603050405020304" pitchFamily="18" charset="0"/>
                <a:cs typeface="Times New Roman" panose="02020603050405020304" pitchFamily="18" charset="0"/>
              </a:rPr>
              <a:t>97</a:t>
            </a:r>
            <a:endParaRPr lang="zh-CN" altLang="en-US" sz="2400" b="1" dirty="0">
              <a:latin typeface="Times New Roman" panose="02020603050405020304" pitchFamily="18" charset="0"/>
              <a:cs typeface="Times New Roman" panose="02020603050405020304" pitchFamily="18" charset="0"/>
            </a:endParaRPr>
          </a:p>
        </p:txBody>
      </p:sp>
      <p:sp>
        <p:nvSpPr>
          <p:cNvPr id="141" name="文本框 140">
            <a:extLst>
              <a:ext uri="{FF2B5EF4-FFF2-40B4-BE49-F238E27FC236}">
                <a16:creationId xmlns:a16="http://schemas.microsoft.com/office/drawing/2014/main" id="{350D990F-EF0D-4F79-BFFC-6AD46EDCB019}"/>
              </a:ext>
            </a:extLst>
          </p:cNvPr>
          <p:cNvSpPr txBox="1"/>
          <p:nvPr/>
        </p:nvSpPr>
        <p:spPr>
          <a:xfrm>
            <a:off x="11168676" y="1962598"/>
            <a:ext cx="307777" cy="369332"/>
          </a:xfrm>
          <a:prstGeom prst="rect">
            <a:avLst/>
          </a:prstGeom>
          <a:noFill/>
        </p:spPr>
        <p:txBody>
          <a:bodyPr wrap="none" lIns="0" tIns="0" rIns="0" bIns="0" rtlCol="0" anchor="ctr" anchorCtr="1">
            <a:spAutoFit/>
          </a:bodyPr>
          <a:lstStyle/>
          <a:p>
            <a:pPr algn="ctr"/>
            <a:r>
              <a:rPr lang="en-US" altLang="zh-CN" sz="2400" b="1" dirty="0">
                <a:latin typeface="Times New Roman" panose="02020603050405020304" pitchFamily="18" charset="0"/>
                <a:cs typeface="Times New Roman" panose="02020603050405020304" pitchFamily="18" charset="0"/>
              </a:rPr>
              <a:t>76</a:t>
            </a:r>
            <a:endParaRPr lang="zh-CN" altLang="en-US" sz="2400" b="1" dirty="0">
              <a:latin typeface="Times New Roman" panose="02020603050405020304" pitchFamily="18" charset="0"/>
              <a:cs typeface="Times New Roman" panose="02020603050405020304" pitchFamily="18" charset="0"/>
            </a:endParaRPr>
          </a:p>
        </p:txBody>
      </p:sp>
      <p:sp>
        <p:nvSpPr>
          <p:cNvPr id="142" name="文本框 141">
            <a:extLst>
              <a:ext uri="{FF2B5EF4-FFF2-40B4-BE49-F238E27FC236}">
                <a16:creationId xmlns:a16="http://schemas.microsoft.com/office/drawing/2014/main" id="{13E0E7AC-111D-4BEE-9E8E-9338BDF5D8C0}"/>
              </a:ext>
            </a:extLst>
          </p:cNvPr>
          <p:cNvSpPr txBox="1"/>
          <p:nvPr/>
        </p:nvSpPr>
        <p:spPr>
          <a:xfrm>
            <a:off x="5619834" y="1954276"/>
            <a:ext cx="1005403" cy="369332"/>
          </a:xfrm>
          <a:prstGeom prst="rect">
            <a:avLst/>
          </a:prstGeom>
          <a:noFill/>
        </p:spPr>
        <p:txBody>
          <a:bodyPr wrap="none" rtlCol="0">
            <a:spAutoFit/>
          </a:bodyPr>
          <a:lstStyle/>
          <a:p>
            <a:r>
              <a:rPr lang="zh-CN" altLang="en-US" b="1" dirty="0">
                <a:solidFill>
                  <a:srgbClr val="0006EE"/>
                </a:solidFill>
              </a:rPr>
              <a:t>第</a:t>
            </a:r>
            <a:r>
              <a:rPr lang="en-US" altLang="zh-CN" b="1" dirty="0">
                <a:solidFill>
                  <a:srgbClr val="0006EE"/>
                </a:solidFill>
              </a:rPr>
              <a:t>3</a:t>
            </a:r>
            <a:r>
              <a:rPr lang="zh-CN" altLang="en-US" b="1" dirty="0">
                <a:solidFill>
                  <a:srgbClr val="0006EE"/>
                </a:solidFill>
              </a:rPr>
              <a:t>趟：</a:t>
            </a:r>
          </a:p>
        </p:txBody>
      </p:sp>
      <p:sp>
        <p:nvSpPr>
          <p:cNvPr id="143" name="文本框 142">
            <a:extLst>
              <a:ext uri="{FF2B5EF4-FFF2-40B4-BE49-F238E27FC236}">
                <a16:creationId xmlns:a16="http://schemas.microsoft.com/office/drawing/2014/main" id="{4698523D-8D1F-4A01-893F-293E8F1E63C0}"/>
              </a:ext>
            </a:extLst>
          </p:cNvPr>
          <p:cNvSpPr txBox="1"/>
          <p:nvPr/>
        </p:nvSpPr>
        <p:spPr>
          <a:xfrm>
            <a:off x="5015401" y="1944367"/>
            <a:ext cx="734496" cy="369332"/>
          </a:xfrm>
          <a:prstGeom prst="rect">
            <a:avLst/>
          </a:prstGeom>
          <a:noFill/>
        </p:spPr>
        <p:txBody>
          <a:bodyPr wrap="none" rtlCol="0">
            <a:spAutoFit/>
          </a:bodyPr>
          <a:lstStyle/>
          <a:p>
            <a:r>
              <a:rPr lang="en-US" altLang="zh-CN" b="1" dirty="0">
                <a:solidFill>
                  <a:srgbClr val="00B050"/>
                </a:solidFill>
              </a:rPr>
              <a:t>dk=1</a:t>
            </a:r>
            <a:endParaRPr lang="zh-CN" altLang="en-US" b="1" dirty="0">
              <a:solidFill>
                <a:srgbClr val="00B050"/>
              </a:solidFill>
            </a:endParaRPr>
          </a:p>
        </p:txBody>
      </p:sp>
      <p:sp>
        <p:nvSpPr>
          <p:cNvPr id="146" name="文本框 145">
            <a:extLst>
              <a:ext uri="{FF2B5EF4-FFF2-40B4-BE49-F238E27FC236}">
                <a16:creationId xmlns:a16="http://schemas.microsoft.com/office/drawing/2014/main" id="{A544CCC5-6CA9-4BFB-8BC0-FA5B5BBD5756}"/>
              </a:ext>
            </a:extLst>
          </p:cNvPr>
          <p:cNvSpPr txBox="1"/>
          <p:nvPr/>
        </p:nvSpPr>
        <p:spPr>
          <a:xfrm>
            <a:off x="8273925" y="2647823"/>
            <a:ext cx="184346" cy="327782"/>
          </a:xfrm>
          <a:prstGeom prst="rect">
            <a:avLst/>
          </a:prstGeom>
          <a:noFill/>
        </p:spPr>
        <p:txBody>
          <a:bodyPr wrap="none" lIns="0" tIns="0" rIns="0" bIns="0" rtlCol="0" anchor="ctr" anchorCtr="1">
            <a:spAutoFit/>
          </a:bodyPr>
          <a:lstStyle/>
          <a:p>
            <a:pPr algn="ctr">
              <a:lnSpc>
                <a:spcPct val="85000"/>
              </a:lnSpc>
            </a:pPr>
            <a:r>
              <a:rPr lang="en-US" altLang="zh-CN" sz="2400" b="1" dirty="0">
                <a:solidFill>
                  <a:srgbClr val="C00000"/>
                </a:solidFill>
                <a:latin typeface="Courier New" panose="02070309020205020404" pitchFamily="49" charset="0"/>
                <a:ea typeface="黑体" panose="02010609060101010101" pitchFamily="49" charset="-122"/>
                <a:cs typeface="Courier New" panose="02070309020205020404" pitchFamily="49" charset="0"/>
              </a:rPr>
              <a:t>&gt;</a:t>
            </a:r>
            <a:endParaRPr lang="zh-CN" altLang="en-US" sz="2400" b="1" dirty="0">
              <a:solidFill>
                <a:srgbClr val="C00000"/>
              </a:solidFill>
              <a:latin typeface="Courier New" panose="02070309020205020404" pitchFamily="49" charset="0"/>
              <a:ea typeface="黑体" panose="02010609060101010101" pitchFamily="49" charset="-122"/>
              <a:cs typeface="Courier New" panose="02070309020205020404" pitchFamily="49" charset="0"/>
            </a:endParaRPr>
          </a:p>
        </p:txBody>
      </p:sp>
      <p:sp>
        <p:nvSpPr>
          <p:cNvPr id="158" name="文本框 157">
            <a:extLst>
              <a:ext uri="{FF2B5EF4-FFF2-40B4-BE49-F238E27FC236}">
                <a16:creationId xmlns:a16="http://schemas.microsoft.com/office/drawing/2014/main" id="{50006015-F7E7-4DDB-B394-6E27C7597162}"/>
              </a:ext>
            </a:extLst>
          </p:cNvPr>
          <p:cNvSpPr txBox="1"/>
          <p:nvPr/>
        </p:nvSpPr>
        <p:spPr>
          <a:xfrm>
            <a:off x="8739810" y="2647823"/>
            <a:ext cx="184346" cy="327782"/>
          </a:xfrm>
          <a:prstGeom prst="rect">
            <a:avLst/>
          </a:prstGeom>
          <a:noFill/>
        </p:spPr>
        <p:txBody>
          <a:bodyPr wrap="none" lIns="0" tIns="0" rIns="0" bIns="0" rtlCol="0" anchor="ctr" anchorCtr="1">
            <a:spAutoFit/>
          </a:bodyPr>
          <a:lstStyle/>
          <a:p>
            <a:pPr algn="ctr">
              <a:lnSpc>
                <a:spcPct val="85000"/>
              </a:lnSpc>
            </a:pPr>
            <a:r>
              <a:rPr lang="en-US" altLang="zh-CN" sz="2400" b="1" dirty="0">
                <a:solidFill>
                  <a:srgbClr val="C00000"/>
                </a:solidFill>
                <a:latin typeface="Courier New" panose="02070309020205020404" pitchFamily="49" charset="0"/>
                <a:ea typeface="黑体" panose="02010609060101010101" pitchFamily="49" charset="-122"/>
                <a:cs typeface="Courier New" panose="02070309020205020404" pitchFamily="49" charset="0"/>
              </a:rPr>
              <a:t>&gt;</a:t>
            </a:r>
            <a:endParaRPr lang="zh-CN" altLang="en-US" sz="2400" b="1" dirty="0">
              <a:solidFill>
                <a:srgbClr val="C00000"/>
              </a:solidFill>
              <a:latin typeface="Courier New" panose="02070309020205020404" pitchFamily="49" charset="0"/>
              <a:ea typeface="黑体" panose="02010609060101010101" pitchFamily="49" charset="-122"/>
              <a:cs typeface="Courier New" panose="02070309020205020404" pitchFamily="49" charset="0"/>
            </a:endParaRPr>
          </a:p>
        </p:txBody>
      </p:sp>
      <p:sp>
        <p:nvSpPr>
          <p:cNvPr id="170" name="文本框 169">
            <a:extLst>
              <a:ext uri="{FF2B5EF4-FFF2-40B4-BE49-F238E27FC236}">
                <a16:creationId xmlns:a16="http://schemas.microsoft.com/office/drawing/2014/main" id="{816D5B9B-1C22-4E81-8810-E72280A63789}"/>
              </a:ext>
            </a:extLst>
          </p:cNvPr>
          <p:cNvSpPr txBox="1"/>
          <p:nvPr/>
        </p:nvSpPr>
        <p:spPr>
          <a:xfrm>
            <a:off x="7012747" y="2633511"/>
            <a:ext cx="309380" cy="313932"/>
          </a:xfrm>
          <a:prstGeom prst="rect">
            <a:avLst/>
          </a:prstGeom>
          <a:noFill/>
        </p:spPr>
        <p:txBody>
          <a:bodyPr wrap="none" lIns="0" tIns="0" rIns="0" bIns="0" rtlCol="0" anchor="ctr" anchorCtr="1">
            <a:spAutoFit/>
          </a:bodyPr>
          <a:lstStyle/>
          <a:p>
            <a:pPr algn="ctr">
              <a:lnSpc>
                <a:spcPct val="85000"/>
              </a:lnSpc>
            </a:pPr>
            <a:r>
              <a:rPr lang="en-US" altLang="zh-CN" sz="2400" b="1" dirty="0">
                <a:solidFill>
                  <a:srgbClr val="C00000"/>
                </a:solidFill>
                <a:latin typeface="黑体" panose="02010609060101010101" pitchFamily="49" charset="-122"/>
                <a:ea typeface="黑体" panose="02010609060101010101" pitchFamily="49" charset="-122"/>
                <a:cs typeface="Courier New" panose="02070309020205020404" pitchFamily="49" charset="0"/>
              </a:rPr>
              <a:t>≮</a:t>
            </a:r>
            <a:endParaRPr lang="zh-CN" altLang="en-US" sz="2400" b="1" dirty="0">
              <a:solidFill>
                <a:srgbClr val="C00000"/>
              </a:solidFill>
              <a:latin typeface="黑体" panose="02010609060101010101" pitchFamily="49" charset="-122"/>
              <a:ea typeface="黑体" panose="02010609060101010101" pitchFamily="49" charset="-122"/>
              <a:cs typeface="Courier New" panose="02070309020205020404" pitchFamily="49" charset="0"/>
            </a:endParaRPr>
          </a:p>
        </p:txBody>
      </p:sp>
      <p:sp>
        <p:nvSpPr>
          <p:cNvPr id="172" name="文本框 171">
            <a:extLst>
              <a:ext uri="{FF2B5EF4-FFF2-40B4-BE49-F238E27FC236}">
                <a16:creationId xmlns:a16="http://schemas.microsoft.com/office/drawing/2014/main" id="{795B25F5-D1B9-40E4-89FD-091E7F0F7713}"/>
              </a:ext>
            </a:extLst>
          </p:cNvPr>
          <p:cNvSpPr txBox="1"/>
          <p:nvPr/>
        </p:nvSpPr>
        <p:spPr>
          <a:xfrm>
            <a:off x="7307549" y="2647823"/>
            <a:ext cx="184346" cy="327782"/>
          </a:xfrm>
          <a:prstGeom prst="rect">
            <a:avLst/>
          </a:prstGeom>
          <a:noFill/>
        </p:spPr>
        <p:txBody>
          <a:bodyPr wrap="none" lIns="0" tIns="0" rIns="0" bIns="0" rtlCol="0" anchor="ctr" anchorCtr="1">
            <a:spAutoFit/>
          </a:bodyPr>
          <a:lstStyle/>
          <a:p>
            <a:pPr algn="ctr">
              <a:lnSpc>
                <a:spcPct val="85000"/>
              </a:lnSpc>
            </a:pPr>
            <a:r>
              <a:rPr lang="en-US" altLang="zh-CN" sz="2400" b="1" dirty="0">
                <a:solidFill>
                  <a:srgbClr val="C00000"/>
                </a:solidFill>
                <a:latin typeface="Courier New" panose="02070309020205020404" pitchFamily="49" charset="0"/>
                <a:ea typeface="黑体" panose="02010609060101010101" pitchFamily="49" charset="-122"/>
                <a:cs typeface="Courier New" panose="02070309020205020404" pitchFamily="49" charset="0"/>
              </a:rPr>
              <a:t>&lt;</a:t>
            </a:r>
            <a:endParaRPr lang="zh-CN" altLang="en-US" sz="2400" b="1" dirty="0">
              <a:solidFill>
                <a:srgbClr val="C00000"/>
              </a:solidFill>
              <a:latin typeface="Courier New" panose="02070309020205020404" pitchFamily="49" charset="0"/>
              <a:ea typeface="黑体" panose="02010609060101010101" pitchFamily="49" charset="-122"/>
              <a:cs typeface="Courier New" panose="02070309020205020404" pitchFamily="49" charset="0"/>
            </a:endParaRPr>
          </a:p>
        </p:txBody>
      </p:sp>
      <p:sp>
        <p:nvSpPr>
          <p:cNvPr id="173" name="文本框 172">
            <a:extLst>
              <a:ext uri="{FF2B5EF4-FFF2-40B4-BE49-F238E27FC236}">
                <a16:creationId xmlns:a16="http://schemas.microsoft.com/office/drawing/2014/main" id="{71E41934-AD20-44D9-A78A-32B2BEC6E82B}"/>
              </a:ext>
            </a:extLst>
          </p:cNvPr>
          <p:cNvSpPr txBox="1"/>
          <p:nvPr/>
        </p:nvSpPr>
        <p:spPr>
          <a:xfrm>
            <a:off x="9094836" y="2646706"/>
            <a:ext cx="307777" cy="317651"/>
          </a:xfrm>
          <a:prstGeom prst="rect">
            <a:avLst/>
          </a:prstGeom>
          <a:noFill/>
        </p:spPr>
        <p:txBody>
          <a:bodyPr wrap="none" lIns="0" tIns="0" rIns="0" bIns="0" rtlCol="0" anchor="ctr" anchorCtr="1">
            <a:spAutoFit/>
          </a:bodyPr>
          <a:lstStyle/>
          <a:p>
            <a:pPr algn="ctr">
              <a:lnSpc>
                <a:spcPct val="85000"/>
              </a:lnSpc>
            </a:pPr>
            <a:r>
              <a:rPr lang="en-US" altLang="zh-CN" sz="2400" b="1" dirty="0">
                <a:solidFill>
                  <a:srgbClr val="C00000"/>
                </a:solidFill>
                <a:latin typeface="黑体" panose="02010609060101010101" pitchFamily="49" charset="-122"/>
                <a:ea typeface="黑体" panose="02010609060101010101" pitchFamily="49" charset="-122"/>
              </a:rPr>
              <a:t>≯</a:t>
            </a:r>
            <a:endParaRPr lang="zh-CN" altLang="en-US" sz="2400" b="1" dirty="0">
              <a:solidFill>
                <a:srgbClr val="C00000"/>
              </a:solidFill>
              <a:latin typeface="黑体" panose="02010609060101010101" pitchFamily="49" charset="-122"/>
              <a:ea typeface="黑体" panose="02010609060101010101" pitchFamily="49" charset="-122"/>
            </a:endParaRPr>
          </a:p>
        </p:txBody>
      </p:sp>
      <p:sp>
        <p:nvSpPr>
          <p:cNvPr id="175" name="文本框 174">
            <a:extLst>
              <a:ext uri="{FF2B5EF4-FFF2-40B4-BE49-F238E27FC236}">
                <a16:creationId xmlns:a16="http://schemas.microsoft.com/office/drawing/2014/main" id="{C0347644-E92A-4774-B49E-E1FA38CB28B5}"/>
              </a:ext>
            </a:extLst>
          </p:cNvPr>
          <p:cNvSpPr txBox="1"/>
          <p:nvPr/>
        </p:nvSpPr>
        <p:spPr>
          <a:xfrm>
            <a:off x="9560721" y="2640291"/>
            <a:ext cx="307777" cy="317651"/>
          </a:xfrm>
          <a:prstGeom prst="rect">
            <a:avLst/>
          </a:prstGeom>
          <a:noFill/>
        </p:spPr>
        <p:txBody>
          <a:bodyPr wrap="none" lIns="0" tIns="0" rIns="0" bIns="0" rtlCol="0" anchor="ctr" anchorCtr="1">
            <a:spAutoFit/>
          </a:bodyPr>
          <a:lstStyle/>
          <a:p>
            <a:pPr algn="ctr">
              <a:lnSpc>
                <a:spcPct val="85000"/>
              </a:lnSpc>
            </a:pPr>
            <a:r>
              <a:rPr lang="en-US" altLang="zh-CN" sz="2400" b="1" dirty="0">
                <a:solidFill>
                  <a:srgbClr val="C00000"/>
                </a:solidFill>
                <a:latin typeface="黑体" panose="02010609060101010101" pitchFamily="49" charset="-122"/>
                <a:ea typeface="黑体" panose="02010609060101010101" pitchFamily="49" charset="-122"/>
              </a:rPr>
              <a:t>≯</a:t>
            </a:r>
            <a:endParaRPr lang="zh-CN" altLang="en-US" sz="2400" b="1" dirty="0">
              <a:solidFill>
                <a:srgbClr val="C00000"/>
              </a:solidFill>
              <a:latin typeface="黑体" panose="02010609060101010101" pitchFamily="49" charset="-122"/>
              <a:ea typeface="黑体" panose="02010609060101010101" pitchFamily="49" charset="-122"/>
            </a:endParaRPr>
          </a:p>
        </p:txBody>
      </p:sp>
      <p:sp>
        <p:nvSpPr>
          <p:cNvPr id="177" name="文本框 176">
            <a:extLst>
              <a:ext uri="{FF2B5EF4-FFF2-40B4-BE49-F238E27FC236}">
                <a16:creationId xmlns:a16="http://schemas.microsoft.com/office/drawing/2014/main" id="{3F0F8B7B-8307-4FAC-A59D-A2275991E649}"/>
              </a:ext>
            </a:extLst>
          </p:cNvPr>
          <p:cNvSpPr txBox="1"/>
          <p:nvPr/>
        </p:nvSpPr>
        <p:spPr>
          <a:xfrm>
            <a:off x="10028220" y="2633511"/>
            <a:ext cx="307777" cy="317651"/>
          </a:xfrm>
          <a:prstGeom prst="rect">
            <a:avLst/>
          </a:prstGeom>
          <a:noFill/>
        </p:spPr>
        <p:txBody>
          <a:bodyPr wrap="none" lIns="0" tIns="0" rIns="0" bIns="0" rtlCol="0" anchor="ctr" anchorCtr="1">
            <a:spAutoFit/>
          </a:bodyPr>
          <a:lstStyle/>
          <a:p>
            <a:pPr algn="ctr">
              <a:lnSpc>
                <a:spcPct val="85000"/>
              </a:lnSpc>
            </a:pPr>
            <a:r>
              <a:rPr lang="en-US" altLang="zh-CN" sz="2400" b="1" dirty="0">
                <a:solidFill>
                  <a:srgbClr val="C00000"/>
                </a:solidFill>
                <a:latin typeface="黑体" panose="02010609060101010101" pitchFamily="49" charset="-122"/>
                <a:ea typeface="黑体" panose="02010609060101010101" pitchFamily="49" charset="-122"/>
              </a:rPr>
              <a:t>≯</a:t>
            </a:r>
            <a:endParaRPr lang="zh-CN" altLang="en-US" sz="2400" b="1" dirty="0">
              <a:solidFill>
                <a:srgbClr val="C00000"/>
              </a:solidFill>
              <a:latin typeface="黑体" panose="02010609060101010101" pitchFamily="49" charset="-122"/>
              <a:ea typeface="黑体" panose="02010609060101010101" pitchFamily="49" charset="-122"/>
            </a:endParaRPr>
          </a:p>
        </p:txBody>
      </p:sp>
      <p:sp>
        <p:nvSpPr>
          <p:cNvPr id="179" name="文本框 178">
            <a:extLst>
              <a:ext uri="{FF2B5EF4-FFF2-40B4-BE49-F238E27FC236}">
                <a16:creationId xmlns:a16="http://schemas.microsoft.com/office/drawing/2014/main" id="{CB350F87-FE77-4CB3-A472-6097E8ED2506}"/>
              </a:ext>
            </a:extLst>
          </p:cNvPr>
          <p:cNvSpPr txBox="1"/>
          <p:nvPr/>
        </p:nvSpPr>
        <p:spPr>
          <a:xfrm>
            <a:off x="10493084" y="2633511"/>
            <a:ext cx="307777" cy="317651"/>
          </a:xfrm>
          <a:prstGeom prst="rect">
            <a:avLst/>
          </a:prstGeom>
          <a:noFill/>
        </p:spPr>
        <p:txBody>
          <a:bodyPr wrap="none" lIns="0" tIns="0" rIns="0" bIns="0" rtlCol="0" anchor="ctr" anchorCtr="1">
            <a:spAutoFit/>
          </a:bodyPr>
          <a:lstStyle/>
          <a:p>
            <a:pPr algn="ctr">
              <a:lnSpc>
                <a:spcPct val="85000"/>
              </a:lnSpc>
            </a:pPr>
            <a:r>
              <a:rPr lang="en-US" altLang="zh-CN" sz="2400" b="1" dirty="0">
                <a:solidFill>
                  <a:srgbClr val="C00000"/>
                </a:solidFill>
                <a:latin typeface="黑体" panose="02010609060101010101" pitchFamily="49" charset="-122"/>
                <a:ea typeface="黑体" panose="02010609060101010101" pitchFamily="49" charset="-122"/>
              </a:rPr>
              <a:t>≯</a:t>
            </a:r>
            <a:endParaRPr lang="zh-CN" altLang="en-US" sz="2400" b="1" dirty="0">
              <a:solidFill>
                <a:srgbClr val="C00000"/>
              </a:solidFill>
              <a:latin typeface="黑体" panose="02010609060101010101" pitchFamily="49" charset="-122"/>
              <a:ea typeface="黑体" panose="02010609060101010101" pitchFamily="49" charset="-122"/>
            </a:endParaRPr>
          </a:p>
        </p:txBody>
      </p:sp>
      <p:sp>
        <p:nvSpPr>
          <p:cNvPr id="181" name="文本框 180">
            <a:extLst>
              <a:ext uri="{FF2B5EF4-FFF2-40B4-BE49-F238E27FC236}">
                <a16:creationId xmlns:a16="http://schemas.microsoft.com/office/drawing/2014/main" id="{ADFD07F7-53F9-4F22-974C-3EE4D957A1F7}"/>
              </a:ext>
            </a:extLst>
          </p:cNvPr>
          <p:cNvSpPr txBox="1"/>
          <p:nvPr/>
        </p:nvSpPr>
        <p:spPr>
          <a:xfrm>
            <a:off x="11019664" y="2635225"/>
            <a:ext cx="184346" cy="327782"/>
          </a:xfrm>
          <a:prstGeom prst="rect">
            <a:avLst/>
          </a:prstGeom>
          <a:noFill/>
        </p:spPr>
        <p:txBody>
          <a:bodyPr wrap="none" lIns="0" tIns="0" rIns="0" bIns="0" rtlCol="0" anchor="ctr" anchorCtr="1">
            <a:spAutoFit/>
          </a:bodyPr>
          <a:lstStyle/>
          <a:p>
            <a:pPr algn="ctr">
              <a:lnSpc>
                <a:spcPct val="85000"/>
              </a:lnSpc>
            </a:pPr>
            <a:r>
              <a:rPr lang="en-US" altLang="zh-CN" sz="2400" b="1" dirty="0">
                <a:solidFill>
                  <a:srgbClr val="C00000"/>
                </a:solidFill>
                <a:latin typeface="Courier New" panose="02070309020205020404" pitchFamily="49" charset="0"/>
                <a:ea typeface="黑体" panose="02010609060101010101" pitchFamily="49" charset="-122"/>
                <a:cs typeface="Courier New" panose="02070309020205020404" pitchFamily="49" charset="0"/>
              </a:rPr>
              <a:t>&gt;</a:t>
            </a:r>
            <a:endParaRPr lang="zh-CN" altLang="en-US" sz="2400" b="1" dirty="0">
              <a:solidFill>
                <a:srgbClr val="C00000"/>
              </a:solidFill>
              <a:latin typeface="Courier New" panose="02070309020205020404" pitchFamily="49" charset="0"/>
              <a:ea typeface="黑体" panose="02010609060101010101" pitchFamily="49" charset="-122"/>
              <a:cs typeface="Courier New" panose="02070309020205020404" pitchFamily="49" charset="0"/>
            </a:endParaRPr>
          </a:p>
        </p:txBody>
      </p:sp>
      <p:sp>
        <p:nvSpPr>
          <p:cNvPr id="184" name="文本框 183">
            <a:extLst>
              <a:ext uri="{FF2B5EF4-FFF2-40B4-BE49-F238E27FC236}">
                <a16:creationId xmlns:a16="http://schemas.microsoft.com/office/drawing/2014/main" id="{1DA513AF-09E8-4946-AEF6-7D49CCF70351}"/>
              </a:ext>
            </a:extLst>
          </p:cNvPr>
          <p:cNvSpPr txBox="1"/>
          <p:nvPr/>
        </p:nvSpPr>
        <p:spPr>
          <a:xfrm>
            <a:off x="8391178" y="2625739"/>
            <a:ext cx="309380" cy="313932"/>
          </a:xfrm>
          <a:prstGeom prst="rect">
            <a:avLst/>
          </a:prstGeom>
          <a:noFill/>
        </p:spPr>
        <p:txBody>
          <a:bodyPr wrap="none" lIns="0" tIns="0" rIns="0" bIns="0" rtlCol="0" anchor="ctr" anchorCtr="1">
            <a:spAutoFit/>
          </a:bodyPr>
          <a:lstStyle/>
          <a:p>
            <a:pPr algn="ctr">
              <a:lnSpc>
                <a:spcPct val="85000"/>
              </a:lnSpc>
            </a:pPr>
            <a:r>
              <a:rPr lang="en-US" altLang="zh-CN" sz="2400" b="1" dirty="0">
                <a:solidFill>
                  <a:srgbClr val="C00000"/>
                </a:solidFill>
                <a:latin typeface="黑体" panose="02010609060101010101" pitchFamily="49" charset="-122"/>
                <a:ea typeface="黑体" panose="02010609060101010101" pitchFamily="49" charset="-122"/>
                <a:cs typeface="Courier New" panose="02070309020205020404" pitchFamily="49" charset="0"/>
              </a:rPr>
              <a:t>≮</a:t>
            </a:r>
            <a:endParaRPr lang="zh-CN" altLang="en-US" sz="2400" b="1" dirty="0">
              <a:solidFill>
                <a:srgbClr val="C00000"/>
              </a:solidFill>
              <a:latin typeface="黑体" panose="02010609060101010101" pitchFamily="49" charset="-122"/>
              <a:ea typeface="黑体" panose="02010609060101010101" pitchFamily="49" charset="-122"/>
              <a:cs typeface="Courier New" panose="02070309020205020404" pitchFamily="49" charset="0"/>
            </a:endParaRPr>
          </a:p>
        </p:txBody>
      </p:sp>
      <p:sp>
        <p:nvSpPr>
          <p:cNvPr id="147" name="文本框 146">
            <a:extLst>
              <a:ext uri="{FF2B5EF4-FFF2-40B4-BE49-F238E27FC236}">
                <a16:creationId xmlns:a16="http://schemas.microsoft.com/office/drawing/2014/main" id="{CF9BA0D7-B480-4D8D-83DA-370DEB4BD2CF}"/>
              </a:ext>
            </a:extLst>
          </p:cNvPr>
          <p:cNvSpPr txBox="1"/>
          <p:nvPr/>
        </p:nvSpPr>
        <p:spPr>
          <a:xfrm>
            <a:off x="369690" y="1231605"/>
            <a:ext cx="4573751" cy="1520609"/>
          </a:xfrm>
          <a:prstGeom prst="rect">
            <a:avLst/>
          </a:prstGeom>
          <a:noFill/>
        </p:spPr>
        <p:txBody>
          <a:bodyPr wrap="square" rtlCol="0">
            <a:spAutoFit/>
          </a:bodyPr>
          <a:lstStyle/>
          <a:p>
            <a:pPr>
              <a:lnSpc>
                <a:spcPct val="120000"/>
              </a:lnSpc>
            </a:pPr>
            <a:r>
              <a:rPr lang="zh-CN" altLang="en-US" sz="2000" b="1" dirty="0">
                <a:solidFill>
                  <a:srgbClr val="0006EE"/>
                </a:solidFill>
                <a:latin typeface="宋体" panose="02010600030101010101" pitchFamily="2" charset="-122"/>
                <a:ea typeface="宋体" panose="02010600030101010101" pitchFamily="2" charset="-122"/>
              </a:rPr>
              <a:t>希尔排序的最后一趟的增量</a:t>
            </a:r>
            <a:r>
              <a:rPr lang="en-US" altLang="zh-CN" sz="2000" b="1" dirty="0">
                <a:solidFill>
                  <a:srgbClr val="C00000"/>
                </a:solidFill>
                <a:latin typeface="宋体" panose="02010600030101010101" pitchFamily="2" charset="-122"/>
                <a:ea typeface="宋体" panose="02010600030101010101" pitchFamily="2" charset="-122"/>
              </a:rPr>
              <a:t>dk</a:t>
            </a:r>
            <a:r>
              <a:rPr lang="zh-CN" altLang="en-US" sz="2000" b="1" dirty="0">
                <a:solidFill>
                  <a:srgbClr val="0006EE"/>
                </a:solidFill>
                <a:latin typeface="宋体" panose="02010600030101010101" pitchFamily="2" charset="-122"/>
                <a:ea typeface="宋体" panose="02010600030101010101" pitchFamily="2" charset="-122"/>
              </a:rPr>
              <a:t>必须为</a:t>
            </a:r>
            <a:r>
              <a:rPr lang="en-US" altLang="zh-CN" sz="2000" b="1" dirty="0">
                <a:solidFill>
                  <a:srgbClr val="C00000"/>
                </a:solidFill>
                <a:latin typeface="宋体" panose="02010600030101010101" pitchFamily="2" charset="-122"/>
                <a:ea typeface="宋体" panose="02010600030101010101" pitchFamily="2" charset="-122"/>
              </a:rPr>
              <a:t>1</a:t>
            </a:r>
            <a:r>
              <a:rPr lang="zh-CN" altLang="en-US" sz="2000" b="1" dirty="0">
                <a:solidFill>
                  <a:srgbClr val="0006EE"/>
                </a:solidFill>
                <a:latin typeface="宋体" panose="02010600030101010101" pitchFamily="2" charset="-122"/>
                <a:ea typeface="宋体" panose="02010600030101010101" pitchFamily="2" charset="-122"/>
              </a:rPr>
              <a:t>。</a:t>
            </a:r>
            <a:endParaRPr lang="en-US" altLang="zh-CN" sz="2000" b="1" dirty="0">
              <a:solidFill>
                <a:srgbClr val="0006EE"/>
              </a:solidFill>
              <a:latin typeface="宋体" panose="02010600030101010101" pitchFamily="2" charset="-122"/>
              <a:ea typeface="宋体" panose="02010600030101010101" pitchFamily="2" charset="-122"/>
            </a:endParaRPr>
          </a:p>
          <a:p>
            <a:pPr>
              <a:lnSpc>
                <a:spcPct val="120000"/>
              </a:lnSpc>
            </a:pPr>
            <a:r>
              <a:rPr lang="zh-CN" altLang="en-US" sz="2000" b="1" dirty="0">
                <a:solidFill>
                  <a:srgbClr val="0006EE"/>
                </a:solidFill>
                <a:latin typeface="宋体" panose="02010600030101010101" pitchFamily="2" charset="-122"/>
                <a:ea typeface="宋体" panose="02010600030101010101" pitchFamily="2" charset="-122"/>
              </a:rPr>
              <a:t>把算法中的</a:t>
            </a:r>
            <a:r>
              <a:rPr lang="en-US" altLang="zh-CN" sz="2000" b="1" dirty="0">
                <a:solidFill>
                  <a:srgbClr val="C00000"/>
                </a:solidFill>
                <a:latin typeface="宋体" panose="02010600030101010101" pitchFamily="2" charset="-122"/>
                <a:ea typeface="宋体" panose="02010600030101010101" pitchFamily="2" charset="-122"/>
              </a:rPr>
              <a:t>dk</a:t>
            </a:r>
            <a:r>
              <a:rPr lang="zh-CN" altLang="en-US" sz="2000" b="1" dirty="0">
                <a:solidFill>
                  <a:srgbClr val="0006EE"/>
                </a:solidFill>
                <a:latin typeface="宋体" panose="02010600030101010101" pitchFamily="2" charset="-122"/>
                <a:ea typeface="宋体" panose="02010600030101010101" pitchFamily="2" charset="-122"/>
              </a:rPr>
              <a:t>全部换回</a:t>
            </a:r>
            <a:r>
              <a:rPr lang="en-US" altLang="zh-CN" sz="2000" b="1" dirty="0">
                <a:solidFill>
                  <a:srgbClr val="C00000"/>
                </a:solidFill>
                <a:latin typeface="宋体" panose="02010600030101010101" pitchFamily="2" charset="-122"/>
                <a:ea typeface="宋体" panose="02010600030101010101" pitchFamily="2" charset="-122"/>
              </a:rPr>
              <a:t>1</a:t>
            </a:r>
            <a:r>
              <a:rPr lang="zh-CN" altLang="en-US" sz="2000" b="1" dirty="0">
                <a:solidFill>
                  <a:srgbClr val="0006EE"/>
                </a:solidFill>
                <a:latin typeface="宋体" panose="02010600030101010101" pitchFamily="2" charset="-122"/>
                <a:ea typeface="宋体" panose="02010600030101010101" pitchFamily="2" charset="-122"/>
              </a:rPr>
              <a:t>，算法就还原回直接插入排序的</a:t>
            </a:r>
            <a:r>
              <a:rPr lang="zh-CN" altLang="en-US" sz="2000" b="1" dirty="0">
                <a:solidFill>
                  <a:srgbClr val="C00000"/>
                </a:solidFill>
                <a:latin typeface="宋体" panose="02010600030101010101" pitchFamily="2" charset="-122"/>
                <a:ea typeface="宋体" panose="02010600030101010101" pitchFamily="2" charset="-122"/>
              </a:rPr>
              <a:t>算法</a:t>
            </a:r>
            <a:r>
              <a:rPr lang="en-US" altLang="zh-CN" sz="2000" b="1" dirty="0">
                <a:solidFill>
                  <a:srgbClr val="C00000"/>
                </a:solidFill>
                <a:latin typeface="宋体" panose="02010600030101010101" pitchFamily="2" charset="-122"/>
                <a:ea typeface="宋体" panose="02010600030101010101" pitchFamily="2" charset="-122"/>
              </a:rPr>
              <a:t>10.1</a:t>
            </a:r>
            <a:r>
              <a:rPr lang="zh-CN" altLang="en-US" sz="2000" b="1" dirty="0">
                <a:solidFill>
                  <a:srgbClr val="0006EE"/>
                </a:solidFill>
                <a:latin typeface="宋体" panose="02010600030101010101" pitchFamily="2" charset="-122"/>
                <a:ea typeface="宋体" panose="02010600030101010101" pitchFamily="2" charset="-122"/>
              </a:rPr>
              <a:t>了。</a:t>
            </a:r>
            <a:endParaRPr lang="en-US" altLang="zh-CN" sz="2000" b="1" dirty="0">
              <a:solidFill>
                <a:srgbClr val="0006EE"/>
              </a:solidFill>
              <a:latin typeface="宋体" panose="02010600030101010101" pitchFamily="2" charset="-122"/>
              <a:ea typeface="宋体" panose="02010600030101010101" pitchFamily="2" charset="-122"/>
            </a:endParaRPr>
          </a:p>
          <a:p>
            <a:pPr>
              <a:lnSpc>
                <a:spcPct val="120000"/>
              </a:lnSpc>
            </a:pPr>
            <a:r>
              <a:rPr lang="zh-CN" altLang="en-US" sz="2000" b="1" dirty="0">
                <a:solidFill>
                  <a:srgbClr val="0006EE"/>
                </a:solidFill>
                <a:latin typeface="宋体" panose="02010600030101010101" pitchFamily="2" charset="-122"/>
                <a:ea typeface="宋体" panose="02010600030101010101" pitchFamily="2" charset="-122"/>
              </a:rPr>
              <a:t>我们看增量</a:t>
            </a:r>
            <a:r>
              <a:rPr lang="en-US" altLang="zh-CN" sz="2000" b="1" dirty="0">
                <a:solidFill>
                  <a:srgbClr val="0006EE"/>
                </a:solidFill>
                <a:latin typeface="宋体" panose="02010600030101010101" pitchFamily="2" charset="-122"/>
                <a:ea typeface="宋体" panose="02010600030101010101" pitchFamily="2" charset="-122"/>
              </a:rPr>
              <a:t>dk</a:t>
            </a:r>
            <a:r>
              <a:rPr lang="zh-CN" altLang="en-US" sz="2000" b="1" dirty="0">
                <a:solidFill>
                  <a:srgbClr val="0006EE"/>
                </a:solidFill>
                <a:latin typeface="宋体" panose="02010600030101010101" pitchFamily="2" charset="-122"/>
                <a:ea typeface="宋体" panose="02010600030101010101" pitchFamily="2" charset="-122"/>
              </a:rPr>
              <a:t>为</a:t>
            </a:r>
            <a:r>
              <a:rPr lang="en-US" altLang="zh-CN" sz="2000" b="1" dirty="0">
                <a:solidFill>
                  <a:srgbClr val="0006EE"/>
                </a:solidFill>
                <a:latin typeface="宋体" panose="02010600030101010101" pitchFamily="2" charset="-122"/>
                <a:ea typeface="宋体" panose="02010600030101010101" pitchFamily="2" charset="-122"/>
              </a:rPr>
              <a:t>1</a:t>
            </a:r>
            <a:r>
              <a:rPr lang="zh-CN" altLang="en-US" sz="2000" b="1" dirty="0">
                <a:solidFill>
                  <a:srgbClr val="0006EE"/>
                </a:solidFill>
                <a:latin typeface="宋体" panose="02010600030101010101" pitchFamily="2" charset="-122"/>
                <a:ea typeface="宋体" panose="02010600030101010101" pitchFamily="2" charset="-122"/>
              </a:rPr>
              <a:t>的最后一趟。</a:t>
            </a:r>
          </a:p>
        </p:txBody>
      </p:sp>
      <p:sp>
        <p:nvSpPr>
          <p:cNvPr id="148" name="文本框 147">
            <a:extLst>
              <a:ext uri="{FF2B5EF4-FFF2-40B4-BE49-F238E27FC236}">
                <a16:creationId xmlns:a16="http://schemas.microsoft.com/office/drawing/2014/main" id="{1E174597-36E7-49C6-AFC0-42FA5432E276}"/>
              </a:ext>
            </a:extLst>
          </p:cNvPr>
          <p:cNvSpPr txBox="1"/>
          <p:nvPr/>
        </p:nvSpPr>
        <p:spPr>
          <a:xfrm>
            <a:off x="7458809" y="170485"/>
            <a:ext cx="369012" cy="461665"/>
          </a:xfrm>
          <a:prstGeom prst="rect">
            <a:avLst/>
          </a:prstGeom>
          <a:noFill/>
        </p:spPr>
        <p:txBody>
          <a:bodyPr wrap="none" rtlCol="0">
            <a:spAutoFit/>
          </a:bodyPr>
          <a:lstStyle/>
          <a:p>
            <a:r>
              <a:rPr lang="en-US" altLang="zh-CN" sz="2400" b="1" dirty="0" err="1">
                <a:solidFill>
                  <a:srgbClr val="C00000"/>
                </a:solidFill>
                <a:latin typeface="Courier New" panose="02070309020205020404" pitchFamily="49" charset="0"/>
                <a:cs typeface="Courier New" panose="02070309020205020404" pitchFamily="49" charset="0"/>
              </a:rPr>
              <a:t>i</a:t>
            </a:r>
            <a:endParaRPr lang="zh-CN" altLang="en-US" sz="2400" b="1" dirty="0">
              <a:solidFill>
                <a:srgbClr val="C00000"/>
              </a:solidFill>
              <a:latin typeface="Courier New" panose="02070309020205020404" pitchFamily="49" charset="0"/>
              <a:cs typeface="Courier New" panose="02070309020205020404" pitchFamily="49" charset="0"/>
            </a:endParaRPr>
          </a:p>
        </p:txBody>
      </p:sp>
      <p:grpSp>
        <p:nvGrpSpPr>
          <p:cNvPr id="149" name="组合 148">
            <a:extLst>
              <a:ext uri="{FF2B5EF4-FFF2-40B4-BE49-F238E27FC236}">
                <a16:creationId xmlns:a16="http://schemas.microsoft.com/office/drawing/2014/main" id="{0A6F490E-5221-456E-B3DA-6E4AD5599C11}"/>
              </a:ext>
            </a:extLst>
          </p:cNvPr>
          <p:cNvGrpSpPr/>
          <p:nvPr/>
        </p:nvGrpSpPr>
        <p:grpSpPr>
          <a:xfrm>
            <a:off x="10849026" y="2272351"/>
            <a:ext cx="494658" cy="338355"/>
            <a:chOff x="9013309" y="1234607"/>
            <a:chExt cx="2300412" cy="570369"/>
          </a:xfrm>
        </p:grpSpPr>
        <p:cxnSp>
          <p:nvCxnSpPr>
            <p:cNvPr id="150" name="直接连接符 149">
              <a:extLst>
                <a:ext uri="{FF2B5EF4-FFF2-40B4-BE49-F238E27FC236}">
                  <a16:creationId xmlns:a16="http://schemas.microsoft.com/office/drawing/2014/main" id="{90D78B8D-9D29-41FF-A44C-6606C23204A5}"/>
                </a:ext>
              </a:extLst>
            </p:cNvPr>
            <p:cNvCxnSpPr>
              <a:cxnSpLocks/>
            </p:cNvCxnSpPr>
            <p:nvPr/>
          </p:nvCxnSpPr>
          <p:spPr>
            <a:xfrm>
              <a:off x="9013309" y="1234607"/>
              <a:ext cx="1030087" cy="570369"/>
            </a:xfrm>
            <a:prstGeom prst="line">
              <a:avLst/>
            </a:prstGeom>
            <a:ln w="2222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51" name="直接连接符 150">
              <a:extLst>
                <a:ext uri="{FF2B5EF4-FFF2-40B4-BE49-F238E27FC236}">
                  <a16:creationId xmlns:a16="http://schemas.microsoft.com/office/drawing/2014/main" id="{C3052B51-550D-4425-BF12-B3ABA5AF995E}"/>
                </a:ext>
              </a:extLst>
            </p:cNvPr>
            <p:cNvCxnSpPr>
              <a:cxnSpLocks/>
            </p:cNvCxnSpPr>
            <p:nvPr/>
          </p:nvCxnSpPr>
          <p:spPr>
            <a:xfrm flipH="1">
              <a:off x="10224279" y="1239953"/>
              <a:ext cx="1089442" cy="546858"/>
            </a:xfrm>
            <a:prstGeom prst="line">
              <a:avLst/>
            </a:prstGeom>
            <a:ln w="22225">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152" name="组合 151">
            <a:extLst>
              <a:ext uri="{FF2B5EF4-FFF2-40B4-BE49-F238E27FC236}">
                <a16:creationId xmlns:a16="http://schemas.microsoft.com/office/drawing/2014/main" id="{FD146BF6-1D8E-4D0A-B167-21194C8AA58F}"/>
              </a:ext>
            </a:extLst>
          </p:cNvPr>
          <p:cNvGrpSpPr/>
          <p:nvPr/>
        </p:nvGrpSpPr>
        <p:grpSpPr>
          <a:xfrm>
            <a:off x="10390914" y="2258629"/>
            <a:ext cx="494658" cy="338355"/>
            <a:chOff x="9013309" y="1234607"/>
            <a:chExt cx="2300412" cy="570369"/>
          </a:xfrm>
        </p:grpSpPr>
        <p:cxnSp>
          <p:nvCxnSpPr>
            <p:cNvPr id="153" name="直接连接符 152">
              <a:extLst>
                <a:ext uri="{FF2B5EF4-FFF2-40B4-BE49-F238E27FC236}">
                  <a16:creationId xmlns:a16="http://schemas.microsoft.com/office/drawing/2014/main" id="{B0D31A0A-A570-4418-B4EB-C64FA8D76933}"/>
                </a:ext>
              </a:extLst>
            </p:cNvPr>
            <p:cNvCxnSpPr>
              <a:cxnSpLocks/>
            </p:cNvCxnSpPr>
            <p:nvPr/>
          </p:nvCxnSpPr>
          <p:spPr>
            <a:xfrm>
              <a:off x="9013309" y="1234607"/>
              <a:ext cx="1030087" cy="570369"/>
            </a:xfrm>
            <a:prstGeom prst="line">
              <a:avLst/>
            </a:prstGeom>
            <a:ln w="2222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54" name="直接连接符 153">
              <a:extLst>
                <a:ext uri="{FF2B5EF4-FFF2-40B4-BE49-F238E27FC236}">
                  <a16:creationId xmlns:a16="http://schemas.microsoft.com/office/drawing/2014/main" id="{08AF5D66-B180-4CC8-93BE-395664EA08F3}"/>
                </a:ext>
              </a:extLst>
            </p:cNvPr>
            <p:cNvCxnSpPr>
              <a:cxnSpLocks/>
            </p:cNvCxnSpPr>
            <p:nvPr/>
          </p:nvCxnSpPr>
          <p:spPr>
            <a:xfrm flipH="1">
              <a:off x="10224279" y="1239953"/>
              <a:ext cx="1089442" cy="546858"/>
            </a:xfrm>
            <a:prstGeom prst="line">
              <a:avLst/>
            </a:prstGeom>
            <a:ln w="22225">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155" name="组合 154">
            <a:extLst>
              <a:ext uri="{FF2B5EF4-FFF2-40B4-BE49-F238E27FC236}">
                <a16:creationId xmlns:a16="http://schemas.microsoft.com/office/drawing/2014/main" id="{1AAF31E1-6201-4A33-9E6F-50E04319C152}"/>
              </a:ext>
            </a:extLst>
          </p:cNvPr>
          <p:cNvGrpSpPr/>
          <p:nvPr/>
        </p:nvGrpSpPr>
        <p:grpSpPr>
          <a:xfrm>
            <a:off x="9948015" y="2276892"/>
            <a:ext cx="494658" cy="338355"/>
            <a:chOff x="9013309" y="1234607"/>
            <a:chExt cx="2300412" cy="570369"/>
          </a:xfrm>
        </p:grpSpPr>
        <p:cxnSp>
          <p:nvCxnSpPr>
            <p:cNvPr id="156" name="直接连接符 155">
              <a:extLst>
                <a:ext uri="{FF2B5EF4-FFF2-40B4-BE49-F238E27FC236}">
                  <a16:creationId xmlns:a16="http://schemas.microsoft.com/office/drawing/2014/main" id="{2F85709A-1FFF-45C9-B517-1B86F4109C25}"/>
                </a:ext>
              </a:extLst>
            </p:cNvPr>
            <p:cNvCxnSpPr>
              <a:cxnSpLocks/>
            </p:cNvCxnSpPr>
            <p:nvPr/>
          </p:nvCxnSpPr>
          <p:spPr>
            <a:xfrm>
              <a:off x="9013309" y="1234607"/>
              <a:ext cx="1030087" cy="570369"/>
            </a:xfrm>
            <a:prstGeom prst="line">
              <a:avLst/>
            </a:prstGeom>
            <a:ln w="2222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59" name="直接连接符 158">
              <a:extLst>
                <a:ext uri="{FF2B5EF4-FFF2-40B4-BE49-F238E27FC236}">
                  <a16:creationId xmlns:a16="http://schemas.microsoft.com/office/drawing/2014/main" id="{E3FE0034-18ED-45FE-8F60-CBBD2F3D5F3F}"/>
                </a:ext>
              </a:extLst>
            </p:cNvPr>
            <p:cNvCxnSpPr>
              <a:cxnSpLocks/>
            </p:cNvCxnSpPr>
            <p:nvPr/>
          </p:nvCxnSpPr>
          <p:spPr>
            <a:xfrm flipH="1">
              <a:off x="10224279" y="1239953"/>
              <a:ext cx="1089442" cy="546858"/>
            </a:xfrm>
            <a:prstGeom prst="line">
              <a:avLst/>
            </a:prstGeom>
            <a:ln w="22225">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160" name="组合 159">
            <a:extLst>
              <a:ext uri="{FF2B5EF4-FFF2-40B4-BE49-F238E27FC236}">
                <a16:creationId xmlns:a16="http://schemas.microsoft.com/office/drawing/2014/main" id="{8C8AFF26-CD72-4DEB-BCA8-C2A5FF4D9E07}"/>
              </a:ext>
            </a:extLst>
          </p:cNvPr>
          <p:cNvGrpSpPr/>
          <p:nvPr/>
        </p:nvGrpSpPr>
        <p:grpSpPr>
          <a:xfrm>
            <a:off x="9453999" y="2276495"/>
            <a:ext cx="494658" cy="338355"/>
            <a:chOff x="9013309" y="1234607"/>
            <a:chExt cx="2300412" cy="570369"/>
          </a:xfrm>
        </p:grpSpPr>
        <p:cxnSp>
          <p:nvCxnSpPr>
            <p:cNvPr id="161" name="直接连接符 160">
              <a:extLst>
                <a:ext uri="{FF2B5EF4-FFF2-40B4-BE49-F238E27FC236}">
                  <a16:creationId xmlns:a16="http://schemas.microsoft.com/office/drawing/2014/main" id="{E86FFDE8-0101-4CCE-B2B9-91D500A33550}"/>
                </a:ext>
              </a:extLst>
            </p:cNvPr>
            <p:cNvCxnSpPr>
              <a:cxnSpLocks/>
            </p:cNvCxnSpPr>
            <p:nvPr/>
          </p:nvCxnSpPr>
          <p:spPr>
            <a:xfrm>
              <a:off x="9013309" y="1234607"/>
              <a:ext cx="1030087" cy="570369"/>
            </a:xfrm>
            <a:prstGeom prst="line">
              <a:avLst/>
            </a:prstGeom>
            <a:ln w="2222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62" name="直接连接符 161">
              <a:extLst>
                <a:ext uri="{FF2B5EF4-FFF2-40B4-BE49-F238E27FC236}">
                  <a16:creationId xmlns:a16="http://schemas.microsoft.com/office/drawing/2014/main" id="{26546A84-CEB9-40A9-9373-9FC228959C05}"/>
                </a:ext>
              </a:extLst>
            </p:cNvPr>
            <p:cNvCxnSpPr>
              <a:cxnSpLocks/>
            </p:cNvCxnSpPr>
            <p:nvPr/>
          </p:nvCxnSpPr>
          <p:spPr>
            <a:xfrm flipH="1">
              <a:off x="10224279" y="1239953"/>
              <a:ext cx="1089442" cy="546858"/>
            </a:xfrm>
            <a:prstGeom prst="line">
              <a:avLst/>
            </a:prstGeom>
            <a:ln w="22225">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163" name="组合 162">
            <a:extLst>
              <a:ext uri="{FF2B5EF4-FFF2-40B4-BE49-F238E27FC236}">
                <a16:creationId xmlns:a16="http://schemas.microsoft.com/office/drawing/2014/main" id="{84D77007-A58C-46A4-BE11-E6135E2A0CF5}"/>
              </a:ext>
            </a:extLst>
          </p:cNvPr>
          <p:cNvGrpSpPr/>
          <p:nvPr/>
        </p:nvGrpSpPr>
        <p:grpSpPr>
          <a:xfrm>
            <a:off x="9002852" y="2267382"/>
            <a:ext cx="494658" cy="338355"/>
            <a:chOff x="9013309" y="1234607"/>
            <a:chExt cx="2300412" cy="570369"/>
          </a:xfrm>
        </p:grpSpPr>
        <p:cxnSp>
          <p:nvCxnSpPr>
            <p:cNvPr id="164" name="直接连接符 163">
              <a:extLst>
                <a:ext uri="{FF2B5EF4-FFF2-40B4-BE49-F238E27FC236}">
                  <a16:creationId xmlns:a16="http://schemas.microsoft.com/office/drawing/2014/main" id="{09F6B9AC-FEFD-4513-AFF6-5872471DECB0}"/>
                </a:ext>
              </a:extLst>
            </p:cNvPr>
            <p:cNvCxnSpPr>
              <a:cxnSpLocks/>
            </p:cNvCxnSpPr>
            <p:nvPr/>
          </p:nvCxnSpPr>
          <p:spPr>
            <a:xfrm>
              <a:off x="9013309" y="1234607"/>
              <a:ext cx="1030087" cy="570369"/>
            </a:xfrm>
            <a:prstGeom prst="line">
              <a:avLst/>
            </a:prstGeom>
            <a:ln w="2222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65" name="直接连接符 164">
              <a:extLst>
                <a:ext uri="{FF2B5EF4-FFF2-40B4-BE49-F238E27FC236}">
                  <a16:creationId xmlns:a16="http://schemas.microsoft.com/office/drawing/2014/main" id="{FBDC5576-B75F-455C-ADFB-04108B816092}"/>
                </a:ext>
              </a:extLst>
            </p:cNvPr>
            <p:cNvCxnSpPr>
              <a:cxnSpLocks/>
            </p:cNvCxnSpPr>
            <p:nvPr/>
          </p:nvCxnSpPr>
          <p:spPr>
            <a:xfrm flipH="1">
              <a:off x="10224279" y="1239953"/>
              <a:ext cx="1089442" cy="546858"/>
            </a:xfrm>
            <a:prstGeom prst="line">
              <a:avLst/>
            </a:prstGeom>
            <a:ln w="22225">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166" name="组合 165">
            <a:extLst>
              <a:ext uri="{FF2B5EF4-FFF2-40B4-BE49-F238E27FC236}">
                <a16:creationId xmlns:a16="http://schemas.microsoft.com/office/drawing/2014/main" id="{33B9757A-822D-466C-90A4-02B29550ADA9}"/>
              </a:ext>
            </a:extLst>
          </p:cNvPr>
          <p:cNvGrpSpPr/>
          <p:nvPr/>
        </p:nvGrpSpPr>
        <p:grpSpPr>
          <a:xfrm>
            <a:off x="8558896" y="2269971"/>
            <a:ext cx="494658" cy="338355"/>
            <a:chOff x="9013309" y="1234607"/>
            <a:chExt cx="2300412" cy="570369"/>
          </a:xfrm>
        </p:grpSpPr>
        <p:cxnSp>
          <p:nvCxnSpPr>
            <p:cNvPr id="167" name="直接连接符 166">
              <a:extLst>
                <a:ext uri="{FF2B5EF4-FFF2-40B4-BE49-F238E27FC236}">
                  <a16:creationId xmlns:a16="http://schemas.microsoft.com/office/drawing/2014/main" id="{92DADDD2-064E-4A20-927C-9494AA144A94}"/>
                </a:ext>
              </a:extLst>
            </p:cNvPr>
            <p:cNvCxnSpPr>
              <a:cxnSpLocks/>
            </p:cNvCxnSpPr>
            <p:nvPr/>
          </p:nvCxnSpPr>
          <p:spPr>
            <a:xfrm>
              <a:off x="9013309" y="1234607"/>
              <a:ext cx="1030087" cy="570369"/>
            </a:xfrm>
            <a:prstGeom prst="line">
              <a:avLst/>
            </a:prstGeom>
            <a:ln w="2222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68" name="直接连接符 167">
              <a:extLst>
                <a:ext uri="{FF2B5EF4-FFF2-40B4-BE49-F238E27FC236}">
                  <a16:creationId xmlns:a16="http://schemas.microsoft.com/office/drawing/2014/main" id="{2FDC2824-4643-4545-8B00-7FC2E432F805}"/>
                </a:ext>
              </a:extLst>
            </p:cNvPr>
            <p:cNvCxnSpPr>
              <a:cxnSpLocks/>
            </p:cNvCxnSpPr>
            <p:nvPr/>
          </p:nvCxnSpPr>
          <p:spPr>
            <a:xfrm flipH="1">
              <a:off x="10224279" y="1239953"/>
              <a:ext cx="1089442" cy="546858"/>
            </a:xfrm>
            <a:prstGeom prst="line">
              <a:avLst/>
            </a:prstGeom>
            <a:ln w="22225">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185" name="组合 184">
            <a:extLst>
              <a:ext uri="{FF2B5EF4-FFF2-40B4-BE49-F238E27FC236}">
                <a16:creationId xmlns:a16="http://schemas.microsoft.com/office/drawing/2014/main" id="{459D62F5-829A-4141-A150-E159AC65CE8E}"/>
              </a:ext>
            </a:extLst>
          </p:cNvPr>
          <p:cNvGrpSpPr/>
          <p:nvPr/>
        </p:nvGrpSpPr>
        <p:grpSpPr>
          <a:xfrm>
            <a:off x="8071625" y="2265719"/>
            <a:ext cx="494658" cy="338355"/>
            <a:chOff x="9013309" y="1234607"/>
            <a:chExt cx="2300412" cy="570369"/>
          </a:xfrm>
        </p:grpSpPr>
        <p:cxnSp>
          <p:nvCxnSpPr>
            <p:cNvPr id="186" name="直接连接符 185">
              <a:extLst>
                <a:ext uri="{FF2B5EF4-FFF2-40B4-BE49-F238E27FC236}">
                  <a16:creationId xmlns:a16="http://schemas.microsoft.com/office/drawing/2014/main" id="{9156B138-7272-45D3-89BD-B0EEA317977A}"/>
                </a:ext>
              </a:extLst>
            </p:cNvPr>
            <p:cNvCxnSpPr>
              <a:cxnSpLocks/>
            </p:cNvCxnSpPr>
            <p:nvPr/>
          </p:nvCxnSpPr>
          <p:spPr>
            <a:xfrm>
              <a:off x="9013309" y="1234607"/>
              <a:ext cx="1030087" cy="570369"/>
            </a:xfrm>
            <a:prstGeom prst="line">
              <a:avLst/>
            </a:prstGeom>
            <a:ln w="2222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87" name="直接连接符 186">
              <a:extLst>
                <a:ext uri="{FF2B5EF4-FFF2-40B4-BE49-F238E27FC236}">
                  <a16:creationId xmlns:a16="http://schemas.microsoft.com/office/drawing/2014/main" id="{7BA4D7D6-58ED-4407-B1C4-EB48150783DA}"/>
                </a:ext>
              </a:extLst>
            </p:cNvPr>
            <p:cNvCxnSpPr>
              <a:cxnSpLocks/>
            </p:cNvCxnSpPr>
            <p:nvPr/>
          </p:nvCxnSpPr>
          <p:spPr>
            <a:xfrm flipH="1">
              <a:off x="10224279" y="1239953"/>
              <a:ext cx="1089442" cy="546858"/>
            </a:xfrm>
            <a:prstGeom prst="line">
              <a:avLst/>
            </a:prstGeom>
            <a:ln w="22225">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188" name="组合 187">
            <a:extLst>
              <a:ext uri="{FF2B5EF4-FFF2-40B4-BE49-F238E27FC236}">
                <a16:creationId xmlns:a16="http://schemas.microsoft.com/office/drawing/2014/main" id="{4E8F1581-266F-459F-959F-082C80F97525}"/>
              </a:ext>
            </a:extLst>
          </p:cNvPr>
          <p:cNvGrpSpPr/>
          <p:nvPr/>
        </p:nvGrpSpPr>
        <p:grpSpPr>
          <a:xfrm>
            <a:off x="7637964" y="2268548"/>
            <a:ext cx="494658" cy="338355"/>
            <a:chOff x="9013309" y="1234607"/>
            <a:chExt cx="2300412" cy="570369"/>
          </a:xfrm>
        </p:grpSpPr>
        <p:cxnSp>
          <p:nvCxnSpPr>
            <p:cNvPr id="189" name="直接连接符 188">
              <a:extLst>
                <a:ext uri="{FF2B5EF4-FFF2-40B4-BE49-F238E27FC236}">
                  <a16:creationId xmlns:a16="http://schemas.microsoft.com/office/drawing/2014/main" id="{46C090FD-3D03-45B2-86FE-B1F8D8BE8D2E}"/>
                </a:ext>
              </a:extLst>
            </p:cNvPr>
            <p:cNvCxnSpPr>
              <a:cxnSpLocks/>
            </p:cNvCxnSpPr>
            <p:nvPr/>
          </p:nvCxnSpPr>
          <p:spPr>
            <a:xfrm>
              <a:off x="9013309" y="1234607"/>
              <a:ext cx="1030087" cy="570369"/>
            </a:xfrm>
            <a:prstGeom prst="line">
              <a:avLst/>
            </a:prstGeom>
            <a:ln w="2222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90" name="直接连接符 189">
              <a:extLst>
                <a:ext uri="{FF2B5EF4-FFF2-40B4-BE49-F238E27FC236}">
                  <a16:creationId xmlns:a16="http://schemas.microsoft.com/office/drawing/2014/main" id="{6A263C35-0F8D-4312-8955-E462D73B5EAA}"/>
                </a:ext>
              </a:extLst>
            </p:cNvPr>
            <p:cNvCxnSpPr>
              <a:cxnSpLocks/>
            </p:cNvCxnSpPr>
            <p:nvPr/>
          </p:nvCxnSpPr>
          <p:spPr>
            <a:xfrm flipH="1">
              <a:off x="10224279" y="1239953"/>
              <a:ext cx="1089442" cy="546858"/>
            </a:xfrm>
            <a:prstGeom prst="line">
              <a:avLst/>
            </a:prstGeom>
            <a:ln w="22225">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191" name="组合 190">
            <a:extLst>
              <a:ext uri="{FF2B5EF4-FFF2-40B4-BE49-F238E27FC236}">
                <a16:creationId xmlns:a16="http://schemas.microsoft.com/office/drawing/2014/main" id="{1C1CFD9B-CCCA-4ACB-94C2-95112BB39B19}"/>
              </a:ext>
            </a:extLst>
          </p:cNvPr>
          <p:cNvGrpSpPr/>
          <p:nvPr/>
        </p:nvGrpSpPr>
        <p:grpSpPr>
          <a:xfrm>
            <a:off x="6743908" y="2281103"/>
            <a:ext cx="3646684" cy="352408"/>
            <a:chOff x="9013309" y="1234607"/>
            <a:chExt cx="2300413" cy="594057"/>
          </a:xfrm>
        </p:grpSpPr>
        <p:cxnSp>
          <p:nvCxnSpPr>
            <p:cNvPr id="192" name="直接连接符 191">
              <a:extLst>
                <a:ext uri="{FF2B5EF4-FFF2-40B4-BE49-F238E27FC236}">
                  <a16:creationId xmlns:a16="http://schemas.microsoft.com/office/drawing/2014/main" id="{9133C608-2169-475C-BFB3-F8F9F40A3A70}"/>
                </a:ext>
              </a:extLst>
            </p:cNvPr>
            <p:cNvCxnSpPr>
              <a:cxnSpLocks/>
            </p:cNvCxnSpPr>
            <p:nvPr/>
          </p:nvCxnSpPr>
          <p:spPr>
            <a:xfrm>
              <a:off x="9013309" y="1234607"/>
              <a:ext cx="1062092" cy="594057"/>
            </a:xfrm>
            <a:prstGeom prst="line">
              <a:avLst/>
            </a:prstGeom>
            <a:ln w="2222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93" name="直接连接符 192">
              <a:extLst>
                <a:ext uri="{FF2B5EF4-FFF2-40B4-BE49-F238E27FC236}">
                  <a16:creationId xmlns:a16="http://schemas.microsoft.com/office/drawing/2014/main" id="{3B40EDF4-D28C-4F3B-9836-C799EFEDD6B4}"/>
                </a:ext>
              </a:extLst>
            </p:cNvPr>
            <p:cNvCxnSpPr>
              <a:cxnSpLocks/>
              <a:endCxn id="184" idx="0"/>
            </p:cNvCxnSpPr>
            <p:nvPr/>
          </p:nvCxnSpPr>
          <p:spPr>
            <a:xfrm flipH="1">
              <a:off x="10150029" y="1239952"/>
              <a:ext cx="1163693" cy="575611"/>
            </a:xfrm>
            <a:prstGeom prst="line">
              <a:avLst/>
            </a:prstGeom>
            <a:ln w="22225">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194" name="组合 193">
            <a:extLst>
              <a:ext uri="{FF2B5EF4-FFF2-40B4-BE49-F238E27FC236}">
                <a16:creationId xmlns:a16="http://schemas.microsoft.com/office/drawing/2014/main" id="{2C0597BB-FBB4-494B-842A-A43F80291E91}"/>
              </a:ext>
            </a:extLst>
          </p:cNvPr>
          <p:cNvGrpSpPr/>
          <p:nvPr/>
        </p:nvGrpSpPr>
        <p:grpSpPr>
          <a:xfrm>
            <a:off x="7150117" y="2289378"/>
            <a:ext cx="494658" cy="338355"/>
            <a:chOff x="9013309" y="1234607"/>
            <a:chExt cx="2300412" cy="570369"/>
          </a:xfrm>
        </p:grpSpPr>
        <p:cxnSp>
          <p:nvCxnSpPr>
            <p:cNvPr id="195" name="直接连接符 194">
              <a:extLst>
                <a:ext uri="{FF2B5EF4-FFF2-40B4-BE49-F238E27FC236}">
                  <a16:creationId xmlns:a16="http://schemas.microsoft.com/office/drawing/2014/main" id="{A209EFC7-3470-446C-85C4-68DB8AD69C00}"/>
                </a:ext>
              </a:extLst>
            </p:cNvPr>
            <p:cNvCxnSpPr>
              <a:cxnSpLocks/>
            </p:cNvCxnSpPr>
            <p:nvPr/>
          </p:nvCxnSpPr>
          <p:spPr>
            <a:xfrm>
              <a:off x="9013309" y="1234607"/>
              <a:ext cx="1030087" cy="570369"/>
            </a:xfrm>
            <a:prstGeom prst="line">
              <a:avLst/>
            </a:prstGeom>
            <a:ln w="2222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96" name="直接连接符 195">
              <a:extLst>
                <a:ext uri="{FF2B5EF4-FFF2-40B4-BE49-F238E27FC236}">
                  <a16:creationId xmlns:a16="http://schemas.microsoft.com/office/drawing/2014/main" id="{D9D24514-5D7D-4916-8140-584F21FB2045}"/>
                </a:ext>
              </a:extLst>
            </p:cNvPr>
            <p:cNvCxnSpPr>
              <a:cxnSpLocks/>
            </p:cNvCxnSpPr>
            <p:nvPr/>
          </p:nvCxnSpPr>
          <p:spPr>
            <a:xfrm flipH="1">
              <a:off x="10224279" y="1239953"/>
              <a:ext cx="1089442" cy="546858"/>
            </a:xfrm>
            <a:prstGeom prst="line">
              <a:avLst/>
            </a:prstGeom>
            <a:ln w="22225">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197" name="组合 196">
            <a:extLst>
              <a:ext uri="{FF2B5EF4-FFF2-40B4-BE49-F238E27FC236}">
                <a16:creationId xmlns:a16="http://schemas.microsoft.com/office/drawing/2014/main" id="{E59C034F-4676-4561-ABC7-69CEBBD6BC1D}"/>
              </a:ext>
            </a:extLst>
          </p:cNvPr>
          <p:cNvGrpSpPr/>
          <p:nvPr/>
        </p:nvGrpSpPr>
        <p:grpSpPr>
          <a:xfrm>
            <a:off x="6741048" y="2286880"/>
            <a:ext cx="903663" cy="338355"/>
            <a:chOff x="9013309" y="1234607"/>
            <a:chExt cx="2300412" cy="570369"/>
          </a:xfrm>
        </p:grpSpPr>
        <p:cxnSp>
          <p:nvCxnSpPr>
            <p:cNvPr id="198" name="直接连接符 197">
              <a:extLst>
                <a:ext uri="{FF2B5EF4-FFF2-40B4-BE49-F238E27FC236}">
                  <a16:creationId xmlns:a16="http://schemas.microsoft.com/office/drawing/2014/main" id="{C7786131-EEDE-473E-A582-841B5A5C794F}"/>
                </a:ext>
              </a:extLst>
            </p:cNvPr>
            <p:cNvCxnSpPr>
              <a:cxnSpLocks/>
            </p:cNvCxnSpPr>
            <p:nvPr/>
          </p:nvCxnSpPr>
          <p:spPr>
            <a:xfrm>
              <a:off x="9013309" y="1234607"/>
              <a:ext cx="1030087" cy="570369"/>
            </a:xfrm>
            <a:prstGeom prst="line">
              <a:avLst/>
            </a:prstGeom>
            <a:ln w="2222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99" name="直接连接符 198">
              <a:extLst>
                <a:ext uri="{FF2B5EF4-FFF2-40B4-BE49-F238E27FC236}">
                  <a16:creationId xmlns:a16="http://schemas.microsoft.com/office/drawing/2014/main" id="{F2E52FCC-48CE-40E3-A8FF-DD2D4259DCB9}"/>
                </a:ext>
              </a:extLst>
            </p:cNvPr>
            <p:cNvCxnSpPr>
              <a:cxnSpLocks/>
            </p:cNvCxnSpPr>
            <p:nvPr/>
          </p:nvCxnSpPr>
          <p:spPr>
            <a:xfrm flipH="1">
              <a:off x="10224279" y="1239953"/>
              <a:ext cx="1089442" cy="546858"/>
            </a:xfrm>
            <a:prstGeom prst="line">
              <a:avLst/>
            </a:prstGeom>
            <a:ln w="22225">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200" name="组合 199">
            <a:extLst>
              <a:ext uri="{FF2B5EF4-FFF2-40B4-BE49-F238E27FC236}">
                <a16:creationId xmlns:a16="http://schemas.microsoft.com/office/drawing/2014/main" id="{F9E45F67-4546-4BD8-A4E6-FFBE32F798D6}"/>
              </a:ext>
            </a:extLst>
          </p:cNvPr>
          <p:cNvGrpSpPr/>
          <p:nvPr/>
        </p:nvGrpSpPr>
        <p:grpSpPr>
          <a:xfrm>
            <a:off x="6749743" y="2272352"/>
            <a:ext cx="1343950" cy="375471"/>
            <a:chOff x="9013309" y="1234607"/>
            <a:chExt cx="2300414" cy="632935"/>
          </a:xfrm>
        </p:grpSpPr>
        <p:cxnSp>
          <p:nvCxnSpPr>
            <p:cNvPr id="201" name="直接连接符 200">
              <a:extLst>
                <a:ext uri="{FF2B5EF4-FFF2-40B4-BE49-F238E27FC236}">
                  <a16:creationId xmlns:a16="http://schemas.microsoft.com/office/drawing/2014/main" id="{01F78B0F-6CF5-4676-9AEB-6D6E5CCA727C}"/>
                </a:ext>
              </a:extLst>
            </p:cNvPr>
            <p:cNvCxnSpPr>
              <a:cxnSpLocks/>
              <a:endCxn id="172" idx="0"/>
            </p:cNvCxnSpPr>
            <p:nvPr/>
          </p:nvCxnSpPr>
          <p:spPr>
            <a:xfrm>
              <a:off x="9013309" y="1234607"/>
              <a:ext cx="1112557" cy="632935"/>
            </a:xfrm>
            <a:prstGeom prst="line">
              <a:avLst/>
            </a:prstGeom>
            <a:ln w="2222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02" name="直接连接符 201">
              <a:extLst>
                <a:ext uri="{FF2B5EF4-FFF2-40B4-BE49-F238E27FC236}">
                  <a16:creationId xmlns:a16="http://schemas.microsoft.com/office/drawing/2014/main" id="{E416FD56-2963-4070-82FB-F61014CE3E57}"/>
                </a:ext>
              </a:extLst>
            </p:cNvPr>
            <p:cNvCxnSpPr>
              <a:cxnSpLocks/>
              <a:endCxn id="172" idx="0"/>
            </p:cNvCxnSpPr>
            <p:nvPr/>
          </p:nvCxnSpPr>
          <p:spPr>
            <a:xfrm flipH="1">
              <a:off x="10125866" y="1239952"/>
              <a:ext cx="1187857" cy="627590"/>
            </a:xfrm>
            <a:prstGeom prst="line">
              <a:avLst/>
            </a:prstGeom>
            <a:ln w="22225">
              <a:solidFill>
                <a:srgbClr val="00B050"/>
              </a:solidFill>
            </a:ln>
          </p:spPr>
          <p:style>
            <a:lnRef idx="1">
              <a:schemeClr val="accent1"/>
            </a:lnRef>
            <a:fillRef idx="0">
              <a:schemeClr val="accent1"/>
            </a:fillRef>
            <a:effectRef idx="0">
              <a:schemeClr val="accent1"/>
            </a:effectRef>
            <a:fontRef idx="minor">
              <a:schemeClr val="tx1"/>
            </a:fontRef>
          </p:style>
        </p:cxnSp>
      </p:grpSp>
      <p:sp>
        <p:nvSpPr>
          <p:cNvPr id="2" name="矩形: 圆角 1">
            <a:extLst>
              <a:ext uri="{FF2B5EF4-FFF2-40B4-BE49-F238E27FC236}">
                <a16:creationId xmlns:a16="http://schemas.microsoft.com/office/drawing/2014/main" id="{79D932F0-E4DF-944B-21D4-E22864CAC1CC}"/>
              </a:ext>
            </a:extLst>
          </p:cNvPr>
          <p:cNvSpPr/>
          <p:nvPr/>
        </p:nvSpPr>
        <p:spPr>
          <a:xfrm>
            <a:off x="1411129" y="263971"/>
            <a:ext cx="2968941" cy="442827"/>
          </a:xfrm>
          <a:prstGeom prst="roundRect">
            <a:avLst/>
          </a:prstGeom>
          <a:solidFill>
            <a:schemeClr val="tx2">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2400" b="1" dirty="0">
                <a:solidFill>
                  <a:srgbClr val="C00000"/>
                </a:solidFill>
                <a:effectLst>
                  <a:outerShdw blurRad="38100" dist="38100" dir="2700000" algn="tl">
                    <a:srgbClr val="000000">
                      <a:alpha val="43137"/>
                    </a:srgbClr>
                  </a:outerShdw>
                </a:effectLst>
              </a:rPr>
              <a:t>算法</a:t>
            </a:r>
            <a:r>
              <a:rPr lang="en-US" altLang="zh-CN" sz="2400" b="1" dirty="0">
                <a:solidFill>
                  <a:srgbClr val="C00000"/>
                </a:solidFill>
                <a:effectLst>
                  <a:outerShdw blurRad="38100" dist="38100" dir="2700000" algn="tl">
                    <a:srgbClr val="000000">
                      <a:alpha val="43137"/>
                    </a:srgbClr>
                  </a:outerShdw>
                </a:effectLst>
              </a:rPr>
              <a:t>10.5  </a:t>
            </a:r>
            <a:r>
              <a:rPr lang="zh-CN" altLang="en-US" sz="2400" b="1" dirty="0">
                <a:solidFill>
                  <a:srgbClr val="002060"/>
                </a:solidFill>
                <a:effectLst>
                  <a:outerShdw blurRad="38100" dist="38100" dir="2700000" algn="tl">
                    <a:srgbClr val="000000">
                      <a:alpha val="43137"/>
                    </a:srgbClr>
                  </a:outerShdw>
                </a:effectLst>
              </a:rPr>
              <a:t>希尔排序</a:t>
            </a:r>
          </a:p>
        </p:txBody>
      </p:sp>
    </p:spTree>
    <p:extLst>
      <p:ext uri="{BB962C8B-B14F-4D97-AF65-F5344CB8AC3E}">
        <p14:creationId xmlns:p14="http://schemas.microsoft.com/office/powerpoint/2010/main" val="844288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47">
                                            <p:txEl>
                                              <p:pRg st="0" end="0"/>
                                            </p:txEl>
                                          </p:spTgt>
                                        </p:tgtEl>
                                        <p:attrNameLst>
                                          <p:attrName>style.visibility</p:attrName>
                                        </p:attrNameLst>
                                      </p:cBhvr>
                                      <p:to>
                                        <p:strVal val="visible"/>
                                      </p:to>
                                    </p:set>
                                    <p:animEffect transition="in" filter="wipe(up)">
                                      <p:cBhvr>
                                        <p:cTn id="7" dur="500"/>
                                        <p:tgtEl>
                                          <p:spTgt spid="1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47">
                                            <p:txEl>
                                              <p:pRg st="1" end="1"/>
                                            </p:txEl>
                                          </p:spTgt>
                                        </p:tgtEl>
                                        <p:attrNameLst>
                                          <p:attrName>style.visibility</p:attrName>
                                        </p:attrNameLst>
                                      </p:cBhvr>
                                      <p:to>
                                        <p:strVal val="visible"/>
                                      </p:to>
                                    </p:set>
                                    <p:animEffect transition="in" filter="wipe(up)">
                                      <p:cBhvr>
                                        <p:cTn id="12" dur="500"/>
                                        <p:tgtEl>
                                          <p:spTgt spid="14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7">
                                            <p:txEl>
                                              <p:pRg st="2" end="2"/>
                                            </p:txEl>
                                          </p:spTgt>
                                        </p:tgtEl>
                                        <p:attrNameLst>
                                          <p:attrName>style.visibility</p:attrName>
                                        </p:attrNameLst>
                                      </p:cBhvr>
                                      <p:to>
                                        <p:strVal val="visible"/>
                                      </p:to>
                                    </p:set>
                                    <p:animEffect transition="in" filter="wipe(up)">
                                      <p:cBhvr>
                                        <p:cTn id="17" dur="500"/>
                                        <p:tgtEl>
                                          <p:spTgt spid="14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7" presetClass="entr" presetSubtype="0" fill="hold" grpId="0" nodeType="clickEffect">
                                  <p:stCondLst>
                                    <p:cond delay="0"/>
                                  </p:stCondLst>
                                  <p:childTnLst>
                                    <p:set>
                                      <p:cBhvr>
                                        <p:cTn id="21" dur="1" fill="hold">
                                          <p:stCondLst>
                                            <p:cond delay="0"/>
                                          </p:stCondLst>
                                        </p:cTn>
                                        <p:tgtEl>
                                          <p:spTgt spid="142"/>
                                        </p:tgtEl>
                                        <p:attrNameLst>
                                          <p:attrName>style.visibility</p:attrName>
                                        </p:attrNameLst>
                                      </p:cBhvr>
                                      <p:to>
                                        <p:strVal val="visible"/>
                                      </p:to>
                                    </p:set>
                                    <p:animEffect transition="in" filter="fade">
                                      <p:cBhvr>
                                        <p:cTn id="22" dur="1000"/>
                                        <p:tgtEl>
                                          <p:spTgt spid="142"/>
                                        </p:tgtEl>
                                      </p:cBhvr>
                                    </p:animEffect>
                                    <p:anim calcmode="lin" valueType="num">
                                      <p:cBhvr>
                                        <p:cTn id="23" dur="1000" fill="hold"/>
                                        <p:tgtEl>
                                          <p:spTgt spid="142"/>
                                        </p:tgtEl>
                                        <p:attrNameLst>
                                          <p:attrName>ppt_x</p:attrName>
                                        </p:attrNameLst>
                                      </p:cBhvr>
                                      <p:tavLst>
                                        <p:tav tm="0">
                                          <p:val>
                                            <p:strVal val="#ppt_x"/>
                                          </p:val>
                                        </p:tav>
                                        <p:tav tm="100000">
                                          <p:val>
                                            <p:strVal val="#ppt_x"/>
                                          </p:val>
                                        </p:tav>
                                      </p:tavLst>
                                    </p:anim>
                                    <p:anim calcmode="lin" valueType="num">
                                      <p:cBhvr>
                                        <p:cTn id="24" dur="1000" fill="hold"/>
                                        <p:tgtEl>
                                          <p:spTgt spid="142"/>
                                        </p:tgtEl>
                                        <p:attrNameLst>
                                          <p:attrName>ppt_y</p:attrName>
                                        </p:attrNameLst>
                                      </p:cBhvr>
                                      <p:tavLst>
                                        <p:tav tm="0">
                                          <p:val>
                                            <p:strVal val="#ppt_y-.1"/>
                                          </p:val>
                                        </p:tav>
                                        <p:tav tm="100000">
                                          <p:val>
                                            <p:strVal val="#ppt_y"/>
                                          </p:val>
                                        </p:tav>
                                      </p:tavLst>
                                    </p:anim>
                                  </p:childTnLst>
                                </p:cTn>
                              </p:par>
                              <p:par>
                                <p:cTn id="25" presetID="47" presetClass="entr" presetSubtype="0" fill="hold" nodeType="withEffect">
                                  <p:stCondLst>
                                    <p:cond delay="0"/>
                                  </p:stCondLst>
                                  <p:childTnLst>
                                    <p:set>
                                      <p:cBhvr>
                                        <p:cTn id="26" dur="1" fill="hold">
                                          <p:stCondLst>
                                            <p:cond delay="0"/>
                                          </p:stCondLst>
                                        </p:cTn>
                                        <p:tgtEl>
                                          <p:spTgt spid="118"/>
                                        </p:tgtEl>
                                        <p:attrNameLst>
                                          <p:attrName>style.visibility</p:attrName>
                                        </p:attrNameLst>
                                      </p:cBhvr>
                                      <p:to>
                                        <p:strVal val="visible"/>
                                      </p:to>
                                    </p:set>
                                    <p:animEffect transition="in" filter="fade">
                                      <p:cBhvr>
                                        <p:cTn id="27" dur="1000"/>
                                        <p:tgtEl>
                                          <p:spTgt spid="118"/>
                                        </p:tgtEl>
                                      </p:cBhvr>
                                    </p:animEffect>
                                    <p:anim calcmode="lin" valueType="num">
                                      <p:cBhvr>
                                        <p:cTn id="28" dur="1000" fill="hold"/>
                                        <p:tgtEl>
                                          <p:spTgt spid="118"/>
                                        </p:tgtEl>
                                        <p:attrNameLst>
                                          <p:attrName>ppt_x</p:attrName>
                                        </p:attrNameLst>
                                      </p:cBhvr>
                                      <p:tavLst>
                                        <p:tav tm="0">
                                          <p:val>
                                            <p:strVal val="#ppt_x"/>
                                          </p:val>
                                        </p:tav>
                                        <p:tav tm="100000">
                                          <p:val>
                                            <p:strVal val="#ppt_x"/>
                                          </p:val>
                                        </p:tav>
                                      </p:tavLst>
                                    </p:anim>
                                    <p:anim calcmode="lin" valueType="num">
                                      <p:cBhvr>
                                        <p:cTn id="29" dur="1000" fill="hold"/>
                                        <p:tgtEl>
                                          <p:spTgt spid="118"/>
                                        </p:tgtEl>
                                        <p:attrNameLst>
                                          <p:attrName>ppt_y</p:attrName>
                                        </p:attrNameLst>
                                      </p:cBhvr>
                                      <p:tavLst>
                                        <p:tav tm="0">
                                          <p:val>
                                            <p:strVal val="#ppt_y-.1"/>
                                          </p:val>
                                        </p:tav>
                                        <p:tav tm="100000">
                                          <p:val>
                                            <p:strVal val="#ppt_y"/>
                                          </p:val>
                                        </p:tav>
                                      </p:tavLst>
                                    </p:anim>
                                  </p:childTnLst>
                                </p:cTn>
                              </p:par>
                              <p:par>
                                <p:cTn id="30" presetID="47" presetClass="entr" presetSubtype="0" fill="hold" grpId="0" nodeType="withEffect">
                                  <p:stCondLst>
                                    <p:cond delay="0"/>
                                  </p:stCondLst>
                                  <p:childTnLst>
                                    <p:set>
                                      <p:cBhvr>
                                        <p:cTn id="31" dur="1" fill="hold">
                                          <p:stCondLst>
                                            <p:cond delay="0"/>
                                          </p:stCondLst>
                                        </p:cTn>
                                        <p:tgtEl>
                                          <p:spTgt spid="131"/>
                                        </p:tgtEl>
                                        <p:attrNameLst>
                                          <p:attrName>style.visibility</p:attrName>
                                        </p:attrNameLst>
                                      </p:cBhvr>
                                      <p:to>
                                        <p:strVal val="visible"/>
                                      </p:to>
                                    </p:set>
                                    <p:animEffect transition="in" filter="fade">
                                      <p:cBhvr>
                                        <p:cTn id="32" dur="1000"/>
                                        <p:tgtEl>
                                          <p:spTgt spid="131"/>
                                        </p:tgtEl>
                                      </p:cBhvr>
                                    </p:animEffect>
                                    <p:anim calcmode="lin" valueType="num">
                                      <p:cBhvr>
                                        <p:cTn id="33" dur="1000" fill="hold"/>
                                        <p:tgtEl>
                                          <p:spTgt spid="131"/>
                                        </p:tgtEl>
                                        <p:attrNameLst>
                                          <p:attrName>ppt_x</p:attrName>
                                        </p:attrNameLst>
                                      </p:cBhvr>
                                      <p:tavLst>
                                        <p:tav tm="0">
                                          <p:val>
                                            <p:strVal val="#ppt_x"/>
                                          </p:val>
                                        </p:tav>
                                        <p:tav tm="100000">
                                          <p:val>
                                            <p:strVal val="#ppt_x"/>
                                          </p:val>
                                        </p:tav>
                                      </p:tavLst>
                                    </p:anim>
                                    <p:anim calcmode="lin" valueType="num">
                                      <p:cBhvr>
                                        <p:cTn id="34" dur="1000" fill="hold"/>
                                        <p:tgtEl>
                                          <p:spTgt spid="131"/>
                                        </p:tgtEl>
                                        <p:attrNameLst>
                                          <p:attrName>ppt_y</p:attrName>
                                        </p:attrNameLst>
                                      </p:cBhvr>
                                      <p:tavLst>
                                        <p:tav tm="0">
                                          <p:val>
                                            <p:strVal val="#ppt_y-.1"/>
                                          </p:val>
                                        </p:tav>
                                        <p:tav tm="100000">
                                          <p:val>
                                            <p:strVal val="#ppt_y"/>
                                          </p:val>
                                        </p:tav>
                                      </p:tavLst>
                                    </p:anim>
                                  </p:childTnLst>
                                </p:cTn>
                              </p:par>
                              <p:par>
                                <p:cTn id="35" presetID="47" presetClass="entr" presetSubtype="0" fill="hold" grpId="0" nodeType="withEffect">
                                  <p:stCondLst>
                                    <p:cond delay="0"/>
                                  </p:stCondLst>
                                  <p:childTnLst>
                                    <p:set>
                                      <p:cBhvr>
                                        <p:cTn id="36" dur="1" fill="hold">
                                          <p:stCondLst>
                                            <p:cond delay="0"/>
                                          </p:stCondLst>
                                        </p:cTn>
                                        <p:tgtEl>
                                          <p:spTgt spid="132"/>
                                        </p:tgtEl>
                                        <p:attrNameLst>
                                          <p:attrName>style.visibility</p:attrName>
                                        </p:attrNameLst>
                                      </p:cBhvr>
                                      <p:to>
                                        <p:strVal val="visible"/>
                                      </p:to>
                                    </p:set>
                                    <p:animEffect transition="in" filter="fade">
                                      <p:cBhvr>
                                        <p:cTn id="37" dur="1000"/>
                                        <p:tgtEl>
                                          <p:spTgt spid="132"/>
                                        </p:tgtEl>
                                      </p:cBhvr>
                                    </p:animEffect>
                                    <p:anim calcmode="lin" valueType="num">
                                      <p:cBhvr>
                                        <p:cTn id="38" dur="1000" fill="hold"/>
                                        <p:tgtEl>
                                          <p:spTgt spid="132"/>
                                        </p:tgtEl>
                                        <p:attrNameLst>
                                          <p:attrName>ppt_x</p:attrName>
                                        </p:attrNameLst>
                                      </p:cBhvr>
                                      <p:tavLst>
                                        <p:tav tm="0">
                                          <p:val>
                                            <p:strVal val="#ppt_x"/>
                                          </p:val>
                                        </p:tav>
                                        <p:tav tm="100000">
                                          <p:val>
                                            <p:strVal val="#ppt_x"/>
                                          </p:val>
                                        </p:tav>
                                      </p:tavLst>
                                    </p:anim>
                                    <p:anim calcmode="lin" valueType="num">
                                      <p:cBhvr>
                                        <p:cTn id="39" dur="1000" fill="hold"/>
                                        <p:tgtEl>
                                          <p:spTgt spid="132"/>
                                        </p:tgtEl>
                                        <p:attrNameLst>
                                          <p:attrName>ppt_y</p:attrName>
                                        </p:attrNameLst>
                                      </p:cBhvr>
                                      <p:tavLst>
                                        <p:tav tm="0">
                                          <p:val>
                                            <p:strVal val="#ppt_y-.1"/>
                                          </p:val>
                                        </p:tav>
                                        <p:tav tm="100000">
                                          <p:val>
                                            <p:strVal val="#ppt_y"/>
                                          </p:val>
                                        </p:tav>
                                      </p:tavLst>
                                    </p:anim>
                                  </p:childTnLst>
                                </p:cTn>
                              </p:par>
                              <p:par>
                                <p:cTn id="40" presetID="47" presetClass="entr" presetSubtype="0" fill="hold" grpId="0" nodeType="withEffect">
                                  <p:stCondLst>
                                    <p:cond delay="0"/>
                                  </p:stCondLst>
                                  <p:childTnLst>
                                    <p:set>
                                      <p:cBhvr>
                                        <p:cTn id="41" dur="1" fill="hold">
                                          <p:stCondLst>
                                            <p:cond delay="0"/>
                                          </p:stCondLst>
                                        </p:cTn>
                                        <p:tgtEl>
                                          <p:spTgt spid="133"/>
                                        </p:tgtEl>
                                        <p:attrNameLst>
                                          <p:attrName>style.visibility</p:attrName>
                                        </p:attrNameLst>
                                      </p:cBhvr>
                                      <p:to>
                                        <p:strVal val="visible"/>
                                      </p:to>
                                    </p:set>
                                    <p:animEffect transition="in" filter="fade">
                                      <p:cBhvr>
                                        <p:cTn id="42" dur="1000"/>
                                        <p:tgtEl>
                                          <p:spTgt spid="133"/>
                                        </p:tgtEl>
                                      </p:cBhvr>
                                    </p:animEffect>
                                    <p:anim calcmode="lin" valueType="num">
                                      <p:cBhvr>
                                        <p:cTn id="43" dur="1000" fill="hold"/>
                                        <p:tgtEl>
                                          <p:spTgt spid="133"/>
                                        </p:tgtEl>
                                        <p:attrNameLst>
                                          <p:attrName>ppt_x</p:attrName>
                                        </p:attrNameLst>
                                      </p:cBhvr>
                                      <p:tavLst>
                                        <p:tav tm="0">
                                          <p:val>
                                            <p:strVal val="#ppt_x"/>
                                          </p:val>
                                        </p:tav>
                                        <p:tav tm="100000">
                                          <p:val>
                                            <p:strVal val="#ppt_x"/>
                                          </p:val>
                                        </p:tav>
                                      </p:tavLst>
                                    </p:anim>
                                    <p:anim calcmode="lin" valueType="num">
                                      <p:cBhvr>
                                        <p:cTn id="44" dur="1000" fill="hold"/>
                                        <p:tgtEl>
                                          <p:spTgt spid="133"/>
                                        </p:tgtEl>
                                        <p:attrNameLst>
                                          <p:attrName>ppt_y</p:attrName>
                                        </p:attrNameLst>
                                      </p:cBhvr>
                                      <p:tavLst>
                                        <p:tav tm="0">
                                          <p:val>
                                            <p:strVal val="#ppt_y-.1"/>
                                          </p:val>
                                        </p:tav>
                                        <p:tav tm="100000">
                                          <p:val>
                                            <p:strVal val="#ppt_y"/>
                                          </p:val>
                                        </p:tav>
                                      </p:tavLst>
                                    </p:anim>
                                  </p:childTnLst>
                                </p:cTn>
                              </p:par>
                              <p:par>
                                <p:cTn id="45" presetID="47" presetClass="entr" presetSubtype="0" fill="hold" grpId="0" nodeType="withEffect">
                                  <p:stCondLst>
                                    <p:cond delay="0"/>
                                  </p:stCondLst>
                                  <p:childTnLst>
                                    <p:set>
                                      <p:cBhvr>
                                        <p:cTn id="46" dur="1" fill="hold">
                                          <p:stCondLst>
                                            <p:cond delay="0"/>
                                          </p:stCondLst>
                                        </p:cTn>
                                        <p:tgtEl>
                                          <p:spTgt spid="134"/>
                                        </p:tgtEl>
                                        <p:attrNameLst>
                                          <p:attrName>style.visibility</p:attrName>
                                        </p:attrNameLst>
                                      </p:cBhvr>
                                      <p:to>
                                        <p:strVal val="visible"/>
                                      </p:to>
                                    </p:set>
                                    <p:animEffect transition="in" filter="fade">
                                      <p:cBhvr>
                                        <p:cTn id="47" dur="1000"/>
                                        <p:tgtEl>
                                          <p:spTgt spid="134"/>
                                        </p:tgtEl>
                                      </p:cBhvr>
                                    </p:animEffect>
                                    <p:anim calcmode="lin" valueType="num">
                                      <p:cBhvr>
                                        <p:cTn id="48" dur="1000" fill="hold"/>
                                        <p:tgtEl>
                                          <p:spTgt spid="134"/>
                                        </p:tgtEl>
                                        <p:attrNameLst>
                                          <p:attrName>ppt_x</p:attrName>
                                        </p:attrNameLst>
                                      </p:cBhvr>
                                      <p:tavLst>
                                        <p:tav tm="0">
                                          <p:val>
                                            <p:strVal val="#ppt_x"/>
                                          </p:val>
                                        </p:tav>
                                        <p:tav tm="100000">
                                          <p:val>
                                            <p:strVal val="#ppt_x"/>
                                          </p:val>
                                        </p:tav>
                                      </p:tavLst>
                                    </p:anim>
                                    <p:anim calcmode="lin" valueType="num">
                                      <p:cBhvr>
                                        <p:cTn id="49" dur="1000" fill="hold"/>
                                        <p:tgtEl>
                                          <p:spTgt spid="134"/>
                                        </p:tgtEl>
                                        <p:attrNameLst>
                                          <p:attrName>ppt_y</p:attrName>
                                        </p:attrNameLst>
                                      </p:cBhvr>
                                      <p:tavLst>
                                        <p:tav tm="0">
                                          <p:val>
                                            <p:strVal val="#ppt_y-.1"/>
                                          </p:val>
                                        </p:tav>
                                        <p:tav tm="100000">
                                          <p:val>
                                            <p:strVal val="#ppt_y"/>
                                          </p:val>
                                        </p:tav>
                                      </p:tavLst>
                                    </p:anim>
                                  </p:childTnLst>
                                </p:cTn>
                              </p:par>
                              <p:par>
                                <p:cTn id="50" presetID="47" presetClass="entr" presetSubtype="0" fill="hold" grpId="0" nodeType="withEffect">
                                  <p:stCondLst>
                                    <p:cond delay="0"/>
                                  </p:stCondLst>
                                  <p:childTnLst>
                                    <p:set>
                                      <p:cBhvr>
                                        <p:cTn id="51" dur="1" fill="hold">
                                          <p:stCondLst>
                                            <p:cond delay="0"/>
                                          </p:stCondLst>
                                        </p:cTn>
                                        <p:tgtEl>
                                          <p:spTgt spid="135"/>
                                        </p:tgtEl>
                                        <p:attrNameLst>
                                          <p:attrName>style.visibility</p:attrName>
                                        </p:attrNameLst>
                                      </p:cBhvr>
                                      <p:to>
                                        <p:strVal val="visible"/>
                                      </p:to>
                                    </p:set>
                                    <p:animEffect transition="in" filter="fade">
                                      <p:cBhvr>
                                        <p:cTn id="52" dur="1000"/>
                                        <p:tgtEl>
                                          <p:spTgt spid="135"/>
                                        </p:tgtEl>
                                      </p:cBhvr>
                                    </p:animEffect>
                                    <p:anim calcmode="lin" valueType="num">
                                      <p:cBhvr>
                                        <p:cTn id="53" dur="1000" fill="hold"/>
                                        <p:tgtEl>
                                          <p:spTgt spid="135"/>
                                        </p:tgtEl>
                                        <p:attrNameLst>
                                          <p:attrName>ppt_x</p:attrName>
                                        </p:attrNameLst>
                                      </p:cBhvr>
                                      <p:tavLst>
                                        <p:tav tm="0">
                                          <p:val>
                                            <p:strVal val="#ppt_x"/>
                                          </p:val>
                                        </p:tav>
                                        <p:tav tm="100000">
                                          <p:val>
                                            <p:strVal val="#ppt_x"/>
                                          </p:val>
                                        </p:tav>
                                      </p:tavLst>
                                    </p:anim>
                                    <p:anim calcmode="lin" valueType="num">
                                      <p:cBhvr>
                                        <p:cTn id="54" dur="1000" fill="hold"/>
                                        <p:tgtEl>
                                          <p:spTgt spid="135"/>
                                        </p:tgtEl>
                                        <p:attrNameLst>
                                          <p:attrName>ppt_y</p:attrName>
                                        </p:attrNameLst>
                                      </p:cBhvr>
                                      <p:tavLst>
                                        <p:tav tm="0">
                                          <p:val>
                                            <p:strVal val="#ppt_y-.1"/>
                                          </p:val>
                                        </p:tav>
                                        <p:tav tm="100000">
                                          <p:val>
                                            <p:strVal val="#ppt_y"/>
                                          </p:val>
                                        </p:tav>
                                      </p:tavLst>
                                    </p:anim>
                                  </p:childTnLst>
                                </p:cTn>
                              </p:par>
                              <p:par>
                                <p:cTn id="55" presetID="47" presetClass="entr" presetSubtype="0" fill="hold" grpId="0" nodeType="withEffect">
                                  <p:stCondLst>
                                    <p:cond delay="0"/>
                                  </p:stCondLst>
                                  <p:childTnLst>
                                    <p:set>
                                      <p:cBhvr>
                                        <p:cTn id="56" dur="1" fill="hold">
                                          <p:stCondLst>
                                            <p:cond delay="0"/>
                                          </p:stCondLst>
                                        </p:cTn>
                                        <p:tgtEl>
                                          <p:spTgt spid="136"/>
                                        </p:tgtEl>
                                        <p:attrNameLst>
                                          <p:attrName>style.visibility</p:attrName>
                                        </p:attrNameLst>
                                      </p:cBhvr>
                                      <p:to>
                                        <p:strVal val="visible"/>
                                      </p:to>
                                    </p:set>
                                    <p:animEffect transition="in" filter="fade">
                                      <p:cBhvr>
                                        <p:cTn id="57" dur="1000"/>
                                        <p:tgtEl>
                                          <p:spTgt spid="136"/>
                                        </p:tgtEl>
                                      </p:cBhvr>
                                    </p:animEffect>
                                    <p:anim calcmode="lin" valueType="num">
                                      <p:cBhvr>
                                        <p:cTn id="58" dur="1000" fill="hold"/>
                                        <p:tgtEl>
                                          <p:spTgt spid="136"/>
                                        </p:tgtEl>
                                        <p:attrNameLst>
                                          <p:attrName>ppt_x</p:attrName>
                                        </p:attrNameLst>
                                      </p:cBhvr>
                                      <p:tavLst>
                                        <p:tav tm="0">
                                          <p:val>
                                            <p:strVal val="#ppt_x"/>
                                          </p:val>
                                        </p:tav>
                                        <p:tav tm="100000">
                                          <p:val>
                                            <p:strVal val="#ppt_x"/>
                                          </p:val>
                                        </p:tav>
                                      </p:tavLst>
                                    </p:anim>
                                    <p:anim calcmode="lin" valueType="num">
                                      <p:cBhvr>
                                        <p:cTn id="59" dur="1000" fill="hold"/>
                                        <p:tgtEl>
                                          <p:spTgt spid="136"/>
                                        </p:tgtEl>
                                        <p:attrNameLst>
                                          <p:attrName>ppt_y</p:attrName>
                                        </p:attrNameLst>
                                      </p:cBhvr>
                                      <p:tavLst>
                                        <p:tav tm="0">
                                          <p:val>
                                            <p:strVal val="#ppt_y-.1"/>
                                          </p:val>
                                        </p:tav>
                                        <p:tav tm="100000">
                                          <p:val>
                                            <p:strVal val="#ppt_y"/>
                                          </p:val>
                                        </p:tav>
                                      </p:tavLst>
                                    </p:anim>
                                  </p:childTnLst>
                                </p:cTn>
                              </p:par>
                              <p:par>
                                <p:cTn id="60" presetID="47" presetClass="entr" presetSubtype="0" fill="hold" grpId="0" nodeType="withEffect">
                                  <p:stCondLst>
                                    <p:cond delay="0"/>
                                  </p:stCondLst>
                                  <p:childTnLst>
                                    <p:set>
                                      <p:cBhvr>
                                        <p:cTn id="61" dur="1" fill="hold">
                                          <p:stCondLst>
                                            <p:cond delay="0"/>
                                          </p:stCondLst>
                                        </p:cTn>
                                        <p:tgtEl>
                                          <p:spTgt spid="137"/>
                                        </p:tgtEl>
                                        <p:attrNameLst>
                                          <p:attrName>style.visibility</p:attrName>
                                        </p:attrNameLst>
                                      </p:cBhvr>
                                      <p:to>
                                        <p:strVal val="visible"/>
                                      </p:to>
                                    </p:set>
                                    <p:animEffect transition="in" filter="fade">
                                      <p:cBhvr>
                                        <p:cTn id="62" dur="1000"/>
                                        <p:tgtEl>
                                          <p:spTgt spid="137"/>
                                        </p:tgtEl>
                                      </p:cBhvr>
                                    </p:animEffect>
                                    <p:anim calcmode="lin" valueType="num">
                                      <p:cBhvr>
                                        <p:cTn id="63" dur="1000" fill="hold"/>
                                        <p:tgtEl>
                                          <p:spTgt spid="137"/>
                                        </p:tgtEl>
                                        <p:attrNameLst>
                                          <p:attrName>ppt_x</p:attrName>
                                        </p:attrNameLst>
                                      </p:cBhvr>
                                      <p:tavLst>
                                        <p:tav tm="0">
                                          <p:val>
                                            <p:strVal val="#ppt_x"/>
                                          </p:val>
                                        </p:tav>
                                        <p:tav tm="100000">
                                          <p:val>
                                            <p:strVal val="#ppt_x"/>
                                          </p:val>
                                        </p:tav>
                                      </p:tavLst>
                                    </p:anim>
                                    <p:anim calcmode="lin" valueType="num">
                                      <p:cBhvr>
                                        <p:cTn id="64" dur="1000" fill="hold"/>
                                        <p:tgtEl>
                                          <p:spTgt spid="137"/>
                                        </p:tgtEl>
                                        <p:attrNameLst>
                                          <p:attrName>ppt_y</p:attrName>
                                        </p:attrNameLst>
                                      </p:cBhvr>
                                      <p:tavLst>
                                        <p:tav tm="0">
                                          <p:val>
                                            <p:strVal val="#ppt_y-.1"/>
                                          </p:val>
                                        </p:tav>
                                        <p:tav tm="100000">
                                          <p:val>
                                            <p:strVal val="#ppt_y"/>
                                          </p:val>
                                        </p:tav>
                                      </p:tavLst>
                                    </p:anim>
                                  </p:childTnLst>
                                </p:cTn>
                              </p:par>
                              <p:par>
                                <p:cTn id="65" presetID="47" presetClass="entr" presetSubtype="0" fill="hold" grpId="0" nodeType="withEffect">
                                  <p:stCondLst>
                                    <p:cond delay="0"/>
                                  </p:stCondLst>
                                  <p:childTnLst>
                                    <p:set>
                                      <p:cBhvr>
                                        <p:cTn id="66" dur="1" fill="hold">
                                          <p:stCondLst>
                                            <p:cond delay="0"/>
                                          </p:stCondLst>
                                        </p:cTn>
                                        <p:tgtEl>
                                          <p:spTgt spid="138"/>
                                        </p:tgtEl>
                                        <p:attrNameLst>
                                          <p:attrName>style.visibility</p:attrName>
                                        </p:attrNameLst>
                                      </p:cBhvr>
                                      <p:to>
                                        <p:strVal val="visible"/>
                                      </p:to>
                                    </p:set>
                                    <p:animEffect transition="in" filter="fade">
                                      <p:cBhvr>
                                        <p:cTn id="67" dur="1000"/>
                                        <p:tgtEl>
                                          <p:spTgt spid="138"/>
                                        </p:tgtEl>
                                      </p:cBhvr>
                                    </p:animEffect>
                                    <p:anim calcmode="lin" valueType="num">
                                      <p:cBhvr>
                                        <p:cTn id="68" dur="1000" fill="hold"/>
                                        <p:tgtEl>
                                          <p:spTgt spid="138"/>
                                        </p:tgtEl>
                                        <p:attrNameLst>
                                          <p:attrName>ppt_x</p:attrName>
                                        </p:attrNameLst>
                                      </p:cBhvr>
                                      <p:tavLst>
                                        <p:tav tm="0">
                                          <p:val>
                                            <p:strVal val="#ppt_x"/>
                                          </p:val>
                                        </p:tav>
                                        <p:tav tm="100000">
                                          <p:val>
                                            <p:strVal val="#ppt_x"/>
                                          </p:val>
                                        </p:tav>
                                      </p:tavLst>
                                    </p:anim>
                                    <p:anim calcmode="lin" valueType="num">
                                      <p:cBhvr>
                                        <p:cTn id="69" dur="1000" fill="hold"/>
                                        <p:tgtEl>
                                          <p:spTgt spid="138"/>
                                        </p:tgtEl>
                                        <p:attrNameLst>
                                          <p:attrName>ppt_y</p:attrName>
                                        </p:attrNameLst>
                                      </p:cBhvr>
                                      <p:tavLst>
                                        <p:tav tm="0">
                                          <p:val>
                                            <p:strVal val="#ppt_y-.1"/>
                                          </p:val>
                                        </p:tav>
                                        <p:tav tm="100000">
                                          <p:val>
                                            <p:strVal val="#ppt_y"/>
                                          </p:val>
                                        </p:tav>
                                      </p:tavLst>
                                    </p:anim>
                                  </p:childTnLst>
                                </p:cTn>
                              </p:par>
                              <p:par>
                                <p:cTn id="70" presetID="47" presetClass="entr" presetSubtype="0" fill="hold" nodeType="withEffect">
                                  <p:stCondLst>
                                    <p:cond delay="0"/>
                                  </p:stCondLst>
                                  <p:childTnLst>
                                    <p:set>
                                      <p:cBhvr>
                                        <p:cTn id="71" dur="1" fill="hold">
                                          <p:stCondLst>
                                            <p:cond delay="0"/>
                                          </p:stCondLst>
                                        </p:cTn>
                                        <p:tgtEl>
                                          <p:spTgt spid="139"/>
                                        </p:tgtEl>
                                        <p:attrNameLst>
                                          <p:attrName>style.visibility</p:attrName>
                                        </p:attrNameLst>
                                      </p:cBhvr>
                                      <p:to>
                                        <p:strVal val="visible"/>
                                      </p:to>
                                    </p:set>
                                    <p:animEffect transition="in" filter="fade">
                                      <p:cBhvr>
                                        <p:cTn id="72" dur="1000"/>
                                        <p:tgtEl>
                                          <p:spTgt spid="139"/>
                                        </p:tgtEl>
                                      </p:cBhvr>
                                    </p:animEffect>
                                    <p:anim calcmode="lin" valueType="num">
                                      <p:cBhvr>
                                        <p:cTn id="73" dur="1000" fill="hold"/>
                                        <p:tgtEl>
                                          <p:spTgt spid="139"/>
                                        </p:tgtEl>
                                        <p:attrNameLst>
                                          <p:attrName>ppt_x</p:attrName>
                                        </p:attrNameLst>
                                      </p:cBhvr>
                                      <p:tavLst>
                                        <p:tav tm="0">
                                          <p:val>
                                            <p:strVal val="#ppt_x"/>
                                          </p:val>
                                        </p:tav>
                                        <p:tav tm="100000">
                                          <p:val>
                                            <p:strVal val="#ppt_x"/>
                                          </p:val>
                                        </p:tav>
                                      </p:tavLst>
                                    </p:anim>
                                    <p:anim calcmode="lin" valueType="num">
                                      <p:cBhvr>
                                        <p:cTn id="74" dur="1000" fill="hold"/>
                                        <p:tgtEl>
                                          <p:spTgt spid="139"/>
                                        </p:tgtEl>
                                        <p:attrNameLst>
                                          <p:attrName>ppt_y</p:attrName>
                                        </p:attrNameLst>
                                      </p:cBhvr>
                                      <p:tavLst>
                                        <p:tav tm="0">
                                          <p:val>
                                            <p:strVal val="#ppt_y-.1"/>
                                          </p:val>
                                        </p:tav>
                                        <p:tav tm="100000">
                                          <p:val>
                                            <p:strVal val="#ppt_y"/>
                                          </p:val>
                                        </p:tav>
                                      </p:tavLst>
                                    </p:anim>
                                  </p:childTnLst>
                                </p:cTn>
                              </p:par>
                              <p:par>
                                <p:cTn id="75" presetID="47" presetClass="entr" presetSubtype="0" fill="hold" grpId="0" nodeType="withEffect">
                                  <p:stCondLst>
                                    <p:cond delay="0"/>
                                  </p:stCondLst>
                                  <p:childTnLst>
                                    <p:set>
                                      <p:cBhvr>
                                        <p:cTn id="76" dur="1" fill="hold">
                                          <p:stCondLst>
                                            <p:cond delay="0"/>
                                          </p:stCondLst>
                                        </p:cTn>
                                        <p:tgtEl>
                                          <p:spTgt spid="140"/>
                                        </p:tgtEl>
                                        <p:attrNameLst>
                                          <p:attrName>style.visibility</p:attrName>
                                        </p:attrNameLst>
                                      </p:cBhvr>
                                      <p:to>
                                        <p:strVal val="visible"/>
                                      </p:to>
                                    </p:set>
                                    <p:animEffect transition="in" filter="fade">
                                      <p:cBhvr>
                                        <p:cTn id="77" dur="1000"/>
                                        <p:tgtEl>
                                          <p:spTgt spid="140"/>
                                        </p:tgtEl>
                                      </p:cBhvr>
                                    </p:animEffect>
                                    <p:anim calcmode="lin" valueType="num">
                                      <p:cBhvr>
                                        <p:cTn id="78" dur="1000" fill="hold"/>
                                        <p:tgtEl>
                                          <p:spTgt spid="140"/>
                                        </p:tgtEl>
                                        <p:attrNameLst>
                                          <p:attrName>ppt_x</p:attrName>
                                        </p:attrNameLst>
                                      </p:cBhvr>
                                      <p:tavLst>
                                        <p:tav tm="0">
                                          <p:val>
                                            <p:strVal val="#ppt_x"/>
                                          </p:val>
                                        </p:tav>
                                        <p:tav tm="100000">
                                          <p:val>
                                            <p:strVal val="#ppt_x"/>
                                          </p:val>
                                        </p:tav>
                                      </p:tavLst>
                                    </p:anim>
                                    <p:anim calcmode="lin" valueType="num">
                                      <p:cBhvr>
                                        <p:cTn id="79" dur="1000" fill="hold"/>
                                        <p:tgtEl>
                                          <p:spTgt spid="140"/>
                                        </p:tgtEl>
                                        <p:attrNameLst>
                                          <p:attrName>ppt_y</p:attrName>
                                        </p:attrNameLst>
                                      </p:cBhvr>
                                      <p:tavLst>
                                        <p:tav tm="0">
                                          <p:val>
                                            <p:strVal val="#ppt_y-.1"/>
                                          </p:val>
                                        </p:tav>
                                        <p:tav tm="100000">
                                          <p:val>
                                            <p:strVal val="#ppt_y"/>
                                          </p:val>
                                        </p:tav>
                                      </p:tavLst>
                                    </p:anim>
                                  </p:childTnLst>
                                </p:cTn>
                              </p:par>
                              <p:par>
                                <p:cTn id="80" presetID="47" presetClass="entr" presetSubtype="0" fill="hold" grpId="0" nodeType="withEffect">
                                  <p:stCondLst>
                                    <p:cond delay="0"/>
                                  </p:stCondLst>
                                  <p:childTnLst>
                                    <p:set>
                                      <p:cBhvr>
                                        <p:cTn id="81" dur="1" fill="hold">
                                          <p:stCondLst>
                                            <p:cond delay="0"/>
                                          </p:stCondLst>
                                        </p:cTn>
                                        <p:tgtEl>
                                          <p:spTgt spid="141"/>
                                        </p:tgtEl>
                                        <p:attrNameLst>
                                          <p:attrName>style.visibility</p:attrName>
                                        </p:attrNameLst>
                                      </p:cBhvr>
                                      <p:to>
                                        <p:strVal val="visible"/>
                                      </p:to>
                                    </p:set>
                                    <p:animEffect transition="in" filter="fade">
                                      <p:cBhvr>
                                        <p:cTn id="82" dur="1000"/>
                                        <p:tgtEl>
                                          <p:spTgt spid="141"/>
                                        </p:tgtEl>
                                      </p:cBhvr>
                                    </p:animEffect>
                                    <p:anim calcmode="lin" valueType="num">
                                      <p:cBhvr>
                                        <p:cTn id="83" dur="1000" fill="hold"/>
                                        <p:tgtEl>
                                          <p:spTgt spid="141"/>
                                        </p:tgtEl>
                                        <p:attrNameLst>
                                          <p:attrName>ppt_x</p:attrName>
                                        </p:attrNameLst>
                                      </p:cBhvr>
                                      <p:tavLst>
                                        <p:tav tm="0">
                                          <p:val>
                                            <p:strVal val="#ppt_x"/>
                                          </p:val>
                                        </p:tav>
                                        <p:tav tm="100000">
                                          <p:val>
                                            <p:strVal val="#ppt_x"/>
                                          </p:val>
                                        </p:tav>
                                      </p:tavLst>
                                    </p:anim>
                                    <p:anim calcmode="lin" valueType="num">
                                      <p:cBhvr>
                                        <p:cTn id="84" dur="1000" fill="hold"/>
                                        <p:tgtEl>
                                          <p:spTgt spid="141"/>
                                        </p:tgtEl>
                                        <p:attrNameLst>
                                          <p:attrName>ppt_y</p:attrName>
                                        </p:attrNameLst>
                                      </p:cBhvr>
                                      <p:tavLst>
                                        <p:tav tm="0">
                                          <p:val>
                                            <p:strVal val="#ppt_y-.1"/>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grpId="0" nodeType="clickEffect">
                                  <p:stCondLst>
                                    <p:cond delay="0"/>
                                  </p:stCondLst>
                                  <p:childTnLst>
                                    <p:set>
                                      <p:cBhvr>
                                        <p:cTn id="88" dur="1" fill="hold">
                                          <p:stCondLst>
                                            <p:cond delay="0"/>
                                          </p:stCondLst>
                                        </p:cTn>
                                        <p:tgtEl>
                                          <p:spTgt spid="143"/>
                                        </p:tgtEl>
                                        <p:attrNameLst>
                                          <p:attrName>style.visibility</p:attrName>
                                        </p:attrNameLst>
                                      </p:cBhvr>
                                      <p:to>
                                        <p:strVal val="visible"/>
                                      </p:to>
                                    </p:set>
                                    <p:animEffect transition="in" filter="wipe(left)">
                                      <p:cBhvr>
                                        <p:cTn id="89" dur="1000"/>
                                        <p:tgtEl>
                                          <p:spTgt spid="143"/>
                                        </p:tgtEl>
                                      </p:cBhvr>
                                    </p:animEffect>
                                  </p:childTnLst>
                                </p:cTn>
                              </p:par>
                            </p:childTnLst>
                          </p:cTn>
                        </p:par>
                      </p:childTnLst>
                    </p:cTn>
                  </p:par>
                  <p:par>
                    <p:cTn id="90" fill="hold">
                      <p:stCondLst>
                        <p:cond delay="indefinite"/>
                      </p:stCondLst>
                      <p:childTnLst>
                        <p:par>
                          <p:cTn id="91" fill="hold">
                            <p:stCondLst>
                              <p:cond delay="0"/>
                            </p:stCondLst>
                            <p:childTnLst>
                              <p:par>
                                <p:cTn id="92" presetID="47" presetClass="entr" presetSubtype="0" fill="hold" grpId="0" nodeType="clickEffect">
                                  <p:stCondLst>
                                    <p:cond delay="0"/>
                                  </p:stCondLst>
                                  <p:childTnLst>
                                    <p:set>
                                      <p:cBhvr>
                                        <p:cTn id="93" dur="1" fill="hold">
                                          <p:stCondLst>
                                            <p:cond delay="0"/>
                                          </p:stCondLst>
                                        </p:cTn>
                                        <p:tgtEl>
                                          <p:spTgt spid="148"/>
                                        </p:tgtEl>
                                        <p:attrNameLst>
                                          <p:attrName>style.visibility</p:attrName>
                                        </p:attrNameLst>
                                      </p:cBhvr>
                                      <p:to>
                                        <p:strVal val="visible"/>
                                      </p:to>
                                    </p:set>
                                    <p:animEffect transition="in" filter="fade">
                                      <p:cBhvr>
                                        <p:cTn id="94" dur="1000"/>
                                        <p:tgtEl>
                                          <p:spTgt spid="148"/>
                                        </p:tgtEl>
                                      </p:cBhvr>
                                    </p:animEffect>
                                    <p:anim calcmode="lin" valueType="num">
                                      <p:cBhvr>
                                        <p:cTn id="95" dur="1000" fill="hold"/>
                                        <p:tgtEl>
                                          <p:spTgt spid="148"/>
                                        </p:tgtEl>
                                        <p:attrNameLst>
                                          <p:attrName>ppt_x</p:attrName>
                                        </p:attrNameLst>
                                      </p:cBhvr>
                                      <p:tavLst>
                                        <p:tav tm="0">
                                          <p:val>
                                            <p:strVal val="#ppt_x"/>
                                          </p:val>
                                        </p:tav>
                                        <p:tav tm="100000">
                                          <p:val>
                                            <p:strVal val="#ppt_x"/>
                                          </p:val>
                                        </p:tav>
                                      </p:tavLst>
                                    </p:anim>
                                    <p:anim calcmode="lin" valueType="num">
                                      <p:cBhvr>
                                        <p:cTn id="96" dur="1000" fill="hold"/>
                                        <p:tgtEl>
                                          <p:spTgt spid="148"/>
                                        </p:tgtEl>
                                        <p:attrNameLst>
                                          <p:attrName>ppt_y</p:attrName>
                                        </p:attrNameLst>
                                      </p:cBhvr>
                                      <p:tavLst>
                                        <p:tav tm="0">
                                          <p:val>
                                            <p:strVal val="#ppt_y-.1"/>
                                          </p:val>
                                        </p:tav>
                                        <p:tav tm="100000">
                                          <p:val>
                                            <p:strVal val="#ppt_y"/>
                                          </p:val>
                                        </p:tav>
                                      </p:tavLst>
                                    </p:anim>
                                  </p:childTnLst>
                                </p:cTn>
                              </p:par>
                            </p:childTnLst>
                          </p:cTn>
                        </p:par>
                      </p:childTnLst>
                    </p:cTn>
                  </p:par>
                  <p:par>
                    <p:cTn id="97" fill="hold">
                      <p:stCondLst>
                        <p:cond delay="indefinite"/>
                      </p:stCondLst>
                      <p:childTnLst>
                        <p:par>
                          <p:cTn id="98" fill="hold">
                            <p:stCondLst>
                              <p:cond delay="0"/>
                            </p:stCondLst>
                            <p:childTnLst>
                              <p:par>
                                <p:cTn id="99" presetID="22" presetClass="entr" presetSubtype="1" fill="hold" nodeType="clickEffect">
                                  <p:stCondLst>
                                    <p:cond delay="0"/>
                                  </p:stCondLst>
                                  <p:childTnLst>
                                    <p:set>
                                      <p:cBhvr>
                                        <p:cTn id="100" dur="1" fill="hold">
                                          <p:stCondLst>
                                            <p:cond delay="0"/>
                                          </p:stCondLst>
                                        </p:cTn>
                                        <p:tgtEl>
                                          <p:spTgt spid="194"/>
                                        </p:tgtEl>
                                        <p:attrNameLst>
                                          <p:attrName>style.visibility</p:attrName>
                                        </p:attrNameLst>
                                      </p:cBhvr>
                                      <p:to>
                                        <p:strVal val="visible"/>
                                      </p:to>
                                    </p:set>
                                    <p:animEffect transition="in" filter="wipe(up)">
                                      <p:cBhvr>
                                        <p:cTn id="101" dur="1000"/>
                                        <p:tgtEl>
                                          <p:spTgt spid="194"/>
                                        </p:tgtEl>
                                      </p:cBhvr>
                                    </p:animEffect>
                                  </p:childTnLst>
                                </p:cTn>
                              </p:par>
                            </p:childTnLst>
                          </p:cTn>
                        </p:par>
                        <p:par>
                          <p:cTn id="102" fill="hold">
                            <p:stCondLst>
                              <p:cond delay="1000"/>
                            </p:stCondLst>
                            <p:childTnLst>
                              <p:par>
                                <p:cTn id="103" presetID="45" presetClass="entr" presetSubtype="0" fill="hold" grpId="0" nodeType="afterEffect">
                                  <p:stCondLst>
                                    <p:cond delay="0"/>
                                  </p:stCondLst>
                                  <p:childTnLst>
                                    <p:set>
                                      <p:cBhvr>
                                        <p:cTn id="104" dur="1" fill="hold">
                                          <p:stCondLst>
                                            <p:cond delay="0"/>
                                          </p:stCondLst>
                                        </p:cTn>
                                        <p:tgtEl>
                                          <p:spTgt spid="81"/>
                                        </p:tgtEl>
                                        <p:attrNameLst>
                                          <p:attrName>style.visibility</p:attrName>
                                        </p:attrNameLst>
                                      </p:cBhvr>
                                      <p:to>
                                        <p:strVal val="visible"/>
                                      </p:to>
                                    </p:set>
                                    <p:animEffect transition="in" filter="fade">
                                      <p:cBhvr>
                                        <p:cTn id="105" dur="2000"/>
                                        <p:tgtEl>
                                          <p:spTgt spid="81"/>
                                        </p:tgtEl>
                                      </p:cBhvr>
                                    </p:animEffect>
                                    <p:anim calcmode="lin" valueType="num">
                                      <p:cBhvr>
                                        <p:cTn id="106" dur="2000" fill="hold"/>
                                        <p:tgtEl>
                                          <p:spTgt spid="81"/>
                                        </p:tgtEl>
                                        <p:attrNameLst>
                                          <p:attrName>ppt_w</p:attrName>
                                        </p:attrNameLst>
                                      </p:cBhvr>
                                      <p:tavLst>
                                        <p:tav tm="0" fmla="#ppt_w*sin(2.5*pi*$)">
                                          <p:val>
                                            <p:fltVal val="0"/>
                                          </p:val>
                                        </p:tav>
                                        <p:tav tm="100000">
                                          <p:val>
                                            <p:fltVal val="1"/>
                                          </p:val>
                                        </p:tav>
                                      </p:tavLst>
                                    </p:anim>
                                    <p:anim calcmode="lin" valueType="num">
                                      <p:cBhvr>
                                        <p:cTn id="107" dur="2000" fill="hold"/>
                                        <p:tgtEl>
                                          <p:spTgt spid="81"/>
                                        </p:tgtEl>
                                        <p:attrNameLst>
                                          <p:attrName>ppt_h</p:attrName>
                                        </p:attrNameLst>
                                      </p:cBhvr>
                                      <p:tavLst>
                                        <p:tav tm="0">
                                          <p:val>
                                            <p:strVal val="#ppt_h"/>
                                          </p:val>
                                        </p:tav>
                                        <p:tav tm="100000">
                                          <p:val>
                                            <p:strVal val="#ppt_h"/>
                                          </p:val>
                                        </p:tav>
                                      </p:tavLst>
                                    </p:anim>
                                  </p:childTnLst>
                                </p:cTn>
                              </p:par>
                            </p:childTnLst>
                          </p:cTn>
                        </p:par>
                      </p:childTnLst>
                    </p:cTn>
                  </p:par>
                  <p:par>
                    <p:cTn id="108" fill="hold">
                      <p:stCondLst>
                        <p:cond delay="indefinite"/>
                      </p:stCondLst>
                      <p:childTnLst>
                        <p:par>
                          <p:cTn id="109" fill="hold">
                            <p:stCondLst>
                              <p:cond delay="0"/>
                            </p:stCondLst>
                            <p:childTnLst>
                              <p:par>
                                <p:cTn id="110" presetID="37" presetClass="path" presetSubtype="0" accel="50000" decel="50000" fill="hold" grpId="1" nodeType="clickEffect">
                                  <p:stCondLst>
                                    <p:cond delay="0"/>
                                  </p:stCondLst>
                                  <p:childTnLst>
                                    <p:animMotion origin="layout" path="M -3.33333E-6 -0.00023 L -0.02057 0.03981 C -0.02487 0.04884 -0.03125 0.05393 -0.03802 0.05393 C -0.04557 0.05393 -0.05169 0.04884 -0.05599 0.03981 L -0.07643 -0.00023 " pathEditMode="relative" rAng="0" ptsTypes="AAAAA">
                                      <p:cBhvr>
                                        <p:cTn id="111" dur="2000" fill="hold"/>
                                        <p:tgtEl>
                                          <p:spTgt spid="132"/>
                                        </p:tgtEl>
                                        <p:attrNameLst>
                                          <p:attrName>ppt_x</p:attrName>
                                          <p:attrName>ppt_y</p:attrName>
                                        </p:attrNameLst>
                                      </p:cBhvr>
                                      <p:rCtr x="-3828" y="2708"/>
                                    </p:animMotion>
                                  </p:childTnLst>
                                </p:cTn>
                              </p:par>
                            </p:childTnLst>
                          </p:cTn>
                        </p:par>
                        <p:par>
                          <p:cTn id="112" fill="hold">
                            <p:stCondLst>
                              <p:cond delay="2000"/>
                            </p:stCondLst>
                            <p:childTnLst>
                              <p:par>
                                <p:cTn id="113" presetID="63" presetClass="path" presetSubtype="0" accel="50000" decel="50000" fill="hold" grpId="1" nodeType="afterEffect">
                                  <p:stCondLst>
                                    <p:cond delay="0"/>
                                  </p:stCondLst>
                                  <p:childTnLst>
                                    <p:animMotion origin="layout" path="M -2.29167E-6 -2.96296E-6 L 0.03815 0.0007 " pathEditMode="relative" rAng="0" ptsTypes="AA">
                                      <p:cBhvr>
                                        <p:cTn id="114" dur="2000" fill="hold"/>
                                        <p:tgtEl>
                                          <p:spTgt spid="131"/>
                                        </p:tgtEl>
                                        <p:attrNameLst>
                                          <p:attrName>ppt_x</p:attrName>
                                          <p:attrName>ppt_y</p:attrName>
                                        </p:attrNameLst>
                                      </p:cBhvr>
                                      <p:rCtr x="1888" y="46"/>
                                    </p:animMotion>
                                  </p:childTnLst>
                                </p:cTn>
                              </p:par>
                            </p:childTnLst>
                          </p:cTn>
                        </p:par>
                        <p:par>
                          <p:cTn id="115" fill="hold">
                            <p:stCondLst>
                              <p:cond delay="4000"/>
                            </p:stCondLst>
                            <p:childTnLst>
                              <p:par>
                                <p:cTn id="116" presetID="63" presetClass="path" presetSubtype="0" accel="50000" decel="50000" fill="hold" grpId="2" nodeType="afterEffect">
                                  <p:stCondLst>
                                    <p:cond delay="0"/>
                                  </p:stCondLst>
                                  <p:childTnLst>
                                    <p:animMotion origin="layout" path="M -0.07643 -0.00023 L -0.03815 -0.00092 " pathEditMode="relative" rAng="0" ptsTypes="AA">
                                      <p:cBhvr>
                                        <p:cTn id="117" dur="2000" fill="hold"/>
                                        <p:tgtEl>
                                          <p:spTgt spid="132"/>
                                        </p:tgtEl>
                                        <p:attrNameLst>
                                          <p:attrName>ppt_x</p:attrName>
                                          <p:attrName>ppt_y</p:attrName>
                                        </p:attrNameLst>
                                      </p:cBhvr>
                                      <p:rCtr x="1888" y="-69"/>
                                    </p:animMotion>
                                  </p:childTnLst>
                                </p:cTn>
                              </p:par>
                            </p:childTnLst>
                          </p:cTn>
                        </p:par>
                        <p:par>
                          <p:cTn id="118" fill="hold">
                            <p:stCondLst>
                              <p:cond delay="6000"/>
                            </p:stCondLst>
                            <p:childTnLst>
                              <p:par>
                                <p:cTn id="119" presetID="31" presetClass="exit" presetSubtype="0" fill="hold" nodeType="afterEffect">
                                  <p:stCondLst>
                                    <p:cond delay="0"/>
                                  </p:stCondLst>
                                  <p:childTnLst>
                                    <p:anim calcmode="lin" valueType="num">
                                      <p:cBhvr>
                                        <p:cTn id="120" dur="1000"/>
                                        <p:tgtEl>
                                          <p:spTgt spid="194"/>
                                        </p:tgtEl>
                                        <p:attrNameLst>
                                          <p:attrName>ppt_w</p:attrName>
                                        </p:attrNameLst>
                                      </p:cBhvr>
                                      <p:tavLst>
                                        <p:tav tm="0">
                                          <p:val>
                                            <p:strVal val="ppt_w"/>
                                          </p:val>
                                        </p:tav>
                                        <p:tav tm="100000">
                                          <p:val>
                                            <p:fltVal val="0"/>
                                          </p:val>
                                        </p:tav>
                                      </p:tavLst>
                                    </p:anim>
                                    <p:anim calcmode="lin" valueType="num">
                                      <p:cBhvr>
                                        <p:cTn id="121" dur="1000"/>
                                        <p:tgtEl>
                                          <p:spTgt spid="194"/>
                                        </p:tgtEl>
                                        <p:attrNameLst>
                                          <p:attrName>ppt_h</p:attrName>
                                        </p:attrNameLst>
                                      </p:cBhvr>
                                      <p:tavLst>
                                        <p:tav tm="0">
                                          <p:val>
                                            <p:strVal val="ppt_h"/>
                                          </p:val>
                                        </p:tav>
                                        <p:tav tm="100000">
                                          <p:val>
                                            <p:fltVal val="0"/>
                                          </p:val>
                                        </p:tav>
                                      </p:tavLst>
                                    </p:anim>
                                    <p:anim calcmode="lin" valueType="num">
                                      <p:cBhvr>
                                        <p:cTn id="122" dur="1000"/>
                                        <p:tgtEl>
                                          <p:spTgt spid="194"/>
                                        </p:tgtEl>
                                        <p:attrNameLst>
                                          <p:attrName>style.rotation</p:attrName>
                                        </p:attrNameLst>
                                      </p:cBhvr>
                                      <p:tavLst>
                                        <p:tav tm="0">
                                          <p:val>
                                            <p:fltVal val="0"/>
                                          </p:val>
                                        </p:tav>
                                        <p:tav tm="100000">
                                          <p:val>
                                            <p:fltVal val="90"/>
                                          </p:val>
                                        </p:tav>
                                      </p:tavLst>
                                    </p:anim>
                                    <p:animEffect transition="out" filter="fade">
                                      <p:cBhvr>
                                        <p:cTn id="123" dur="1000"/>
                                        <p:tgtEl>
                                          <p:spTgt spid="194"/>
                                        </p:tgtEl>
                                      </p:cBhvr>
                                    </p:animEffect>
                                    <p:set>
                                      <p:cBhvr>
                                        <p:cTn id="124" dur="1" fill="hold">
                                          <p:stCondLst>
                                            <p:cond delay="999"/>
                                          </p:stCondLst>
                                        </p:cTn>
                                        <p:tgtEl>
                                          <p:spTgt spid="194"/>
                                        </p:tgtEl>
                                        <p:attrNameLst>
                                          <p:attrName>style.visibility</p:attrName>
                                        </p:attrNameLst>
                                      </p:cBhvr>
                                      <p:to>
                                        <p:strVal val="hidden"/>
                                      </p:to>
                                    </p:set>
                                  </p:childTnLst>
                                </p:cTn>
                              </p:par>
                              <p:par>
                                <p:cTn id="125" presetID="10" presetClass="exit" presetSubtype="0" fill="hold" grpId="1" nodeType="withEffect">
                                  <p:stCondLst>
                                    <p:cond delay="0"/>
                                  </p:stCondLst>
                                  <p:childTnLst>
                                    <p:animEffect transition="out" filter="fade">
                                      <p:cBhvr>
                                        <p:cTn id="126" dur="500"/>
                                        <p:tgtEl>
                                          <p:spTgt spid="81"/>
                                        </p:tgtEl>
                                      </p:cBhvr>
                                    </p:animEffect>
                                    <p:set>
                                      <p:cBhvr>
                                        <p:cTn id="127" dur="1" fill="hold">
                                          <p:stCondLst>
                                            <p:cond delay="499"/>
                                          </p:stCondLst>
                                        </p:cTn>
                                        <p:tgtEl>
                                          <p:spTgt spid="81"/>
                                        </p:tgtEl>
                                        <p:attrNameLst>
                                          <p:attrName>style.visibility</p:attrName>
                                        </p:attrNameLst>
                                      </p:cBhvr>
                                      <p:to>
                                        <p:strVal val="hidden"/>
                                      </p:to>
                                    </p:set>
                                  </p:childTnLst>
                                </p:cTn>
                              </p:par>
                            </p:childTnLst>
                          </p:cTn>
                        </p:par>
                      </p:childTnLst>
                    </p:cTn>
                  </p:par>
                  <p:par>
                    <p:cTn id="128" fill="hold">
                      <p:stCondLst>
                        <p:cond delay="indefinite"/>
                      </p:stCondLst>
                      <p:childTnLst>
                        <p:par>
                          <p:cTn id="129" fill="hold">
                            <p:stCondLst>
                              <p:cond delay="0"/>
                            </p:stCondLst>
                            <p:childTnLst>
                              <p:par>
                                <p:cTn id="130" presetID="63" presetClass="path" presetSubtype="0" accel="50000" decel="50000" fill="hold" grpId="1" nodeType="clickEffect">
                                  <p:stCondLst>
                                    <p:cond delay="0"/>
                                  </p:stCondLst>
                                  <p:childTnLst>
                                    <p:animMotion origin="layout" path="M -2.91667E-6 -3.33333E-6 L 0.03776 -0.00115 " pathEditMode="relative" rAng="0" ptsTypes="AA">
                                      <p:cBhvr>
                                        <p:cTn id="131" dur="2000" fill="hold"/>
                                        <p:tgtEl>
                                          <p:spTgt spid="148"/>
                                        </p:tgtEl>
                                        <p:attrNameLst>
                                          <p:attrName>ppt_x</p:attrName>
                                          <p:attrName>ppt_y</p:attrName>
                                        </p:attrNameLst>
                                      </p:cBhvr>
                                      <p:rCtr x="1888" y="-69"/>
                                    </p:animMotion>
                                  </p:childTnLst>
                                </p:cTn>
                              </p:par>
                            </p:childTnLst>
                          </p:cTn>
                        </p:par>
                      </p:childTnLst>
                    </p:cTn>
                  </p:par>
                  <p:par>
                    <p:cTn id="132" fill="hold">
                      <p:stCondLst>
                        <p:cond delay="indefinite"/>
                      </p:stCondLst>
                      <p:childTnLst>
                        <p:par>
                          <p:cTn id="133" fill="hold">
                            <p:stCondLst>
                              <p:cond delay="0"/>
                            </p:stCondLst>
                            <p:childTnLst>
                              <p:par>
                                <p:cTn id="134" presetID="22" presetClass="entr" presetSubtype="1" fill="hold" nodeType="clickEffect">
                                  <p:stCondLst>
                                    <p:cond delay="0"/>
                                  </p:stCondLst>
                                  <p:childTnLst>
                                    <p:set>
                                      <p:cBhvr>
                                        <p:cTn id="135" dur="1" fill="hold">
                                          <p:stCondLst>
                                            <p:cond delay="0"/>
                                          </p:stCondLst>
                                        </p:cTn>
                                        <p:tgtEl>
                                          <p:spTgt spid="188"/>
                                        </p:tgtEl>
                                        <p:attrNameLst>
                                          <p:attrName>style.visibility</p:attrName>
                                        </p:attrNameLst>
                                      </p:cBhvr>
                                      <p:to>
                                        <p:strVal val="visible"/>
                                      </p:to>
                                    </p:set>
                                    <p:animEffect transition="in" filter="wipe(up)">
                                      <p:cBhvr>
                                        <p:cTn id="136" dur="1000"/>
                                        <p:tgtEl>
                                          <p:spTgt spid="188"/>
                                        </p:tgtEl>
                                      </p:cBhvr>
                                    </p:animEffect>
                                  </p:childTnLst>
                                </p:cTn>
                              </p:par>
                            </p:childTnLst>
                          </p:cTn>
                        </p:par>
                        <p:par>
                          <p:cTn id="137" fill="hold">
                            <p:stCondLst>
                              <p:cond delay="1000"/>
                            </p:stCondLst>
                            <p:childTnLst>
                              <p:par>
                                <p:cTn id="138" presetID="45" presetClass="entr" presetSubtype="0" fill="hold" grpId="0" nodeType="afterEffect">
                                  <p:stCondLst>
                                    <p:cond delay="0"/>
                                  </p:stCondLst>
                                  <p:childTnLst>
                                    <p:set>
                                      <p:cBhvr>
                                        <p:cTn id="139" dur="1" fill="hold">
                                          <p:stCondLst>
                                            <p:cond delay="0"/>
                                          </p:stCondLst>
                                        </p:cTn>
                                        <p:tgtEl>
                                          <p:spTgt spid="79"/>
                                        </p:tgtEl>
                                        <p:attrNameLst>
                                          <p:attrName>style.visibility</p:attrName>
                                        </p:attrNameLst>
                                      </p:cBhvr>
                                      <p:to>
                                        <p:strVal val="visible"/>
                                      </p:to>
                                    </p:set>
                                    <p:animEffect transition="in" filter="fade">
                                      <p:cBhvr>
                                        <p:cTn id="140" dur="2000"/>
                                        <p:tgtEl>
                                          <p:spTgt spid="79"/>
                                        </p:tgtEl>
                                      </p:cBhvr>
                                    </p:animEffect>
                                    <p:anim calcmode="lin" valueType="num">
                                      <p:cBhvr>
                                        <p:cTn id="141" dur="2000" fill="hold"/>
                                        <p:tgtEl>
                                          <p:spTgt spid="79"/>
                                        </p:tgtEl>
                                        <p:attrNameLst>
                                          <p:attrName>ppt_w</p:attrName>
                                        </p:attrNameLst>
                                      </p:cBhvr>
                                      <p:tavLst>
                                        <p:tav tm="0" fmla="#ppt_w*sin(2.5*pi*$)">
                                          <p:val>
                                            <p:fltVal val="0"/>
                                          </p:val>
                                        </p:tav>
                                        <p:tav tm="100000">
                                          <p:val>
                                            <p:fltVal val="1"/>
                                          </p:val>
                                        </p:tav>
                                      </p:tavLst>
                                    </p:anim>
                                    <p:anim calcmode="lin" valueType="num">
                                      <p:cBhvr>
                                        <p:cTn id="142" dur="2000" fill="hold"/>
                                        <p:tgtEl>
                                          <p:spTgt spid="79"/>
                                        </p:tgtEl>
                                        <p:attrNameLst>
                                          <p:attrName>ppt_h</p:attrName>
                                        </p:attrNameLst>
                                      </p:cBhvr>
                                      <p:tavLst>
                                        <p:tav tm="0">
                                          <p:val>
                                            <p:strVal val="#ppt_h"/>
                                          </p:val>
                                        </p:tav>
                                        <p:tav tm="100000">
                                          <p:val>
                                            <p:strVal val="#ppt_h"/>
                                          </p:val>
                                        </p:tav>
                                      </p:tavLst>
                                    </p:anim>
                                  </p:childTnLst>
                                </p:cTn>
                              </p:par>
                            </p:childTnLst>
                          </p:cTn>
                        </p:par>
                      </p:childTnLst>
                    </p:cTn>
                  </p:par>
                  <p:par>
                    <p:cTn id="143" fill="hold">
                      <p:stCondLst>
                        <p:cond delay="indefinite"/>
                      </p:stCondLst>
                      <p:childTnLst>
                        <p:par>
                          <p:cTn id="144" fill="hold">
                            <p:stCondLst>
                              <p:cond delay="0"/>
                            </p:stCondLst>
                            <p:childTnLst>
                              <p:par>
                                <p:cTn id="145" presetID="31" presetClass="exit" presetSubtype="0" fill="hold" nodeType="clickEffect">
                                  <p:stCondLst>
                                    <p:cond delay="0"/>
                                  </p:stCondLst>
                                  <p:childTnLst>
                                    <p:anim calcmode="lin" valueType="num">
                                      <p:cBhvr>
                                        <p:cTn id="146" dur="1000"/>
                                        <p:tgtEl>
                                          <p:spTgt spid="188"/>
                                        </p:tgtEl>
                                        <p:attrNameLst>
                                          <p:attrName>ppt_w</p:attrName>
                                        </p:attrNameLst>
                                      </p:cBhvr>
                                      <p:tavLst>
                                        <p:tav tm="0">
                                          <p:val>
                                            <p:strVal val="ppt_w"/>
                                          </p:val>
                                        </p:tav>
                                        <p:tav tm="100000">
                                          <p:val>
                                            <p:fltVal val="0"/>
                                          </p:val>
                                        </p:tav>
                                      </p:tavLst>
                                    </p:anim>
                                    <p:anim calcmode="lin" valueType="num">
                                      <p:cBhvr>
                                        <p:cTn id="147" dur="1000"/>
                                        <p:tgtEl>
                                          <p:spTgt spid="188"/>
                                        </p:tgtEl>
                                        <p:attrNameLst>
                                          <p:attrName>ppt_h</p:attrName>
                                        </p:attrNameLst>
                                      </p:cBhvr>
                                      <p:tavLst>
                                        <p:tav tm="0">
                                          <p:val>
                                            <p:strVal val="ppt_h"/>
                                          </p:val>
                                        </p:tav>
                                        <p:tav tm="100000">
                                          <p:val>
                                            <p:fltVal val="0"/>
                                          </p:val>
                                        </p:tav>
                                      </p:tavLst>
                                    </p:anim>
                                    <p:anim calcmode="lin" valueType="num">
                                      <p:cBhvr>
                                        <p:cTn id="148" dur="1000"/>
                                        <p:tgtEl>
                                          <p:spTgt spid="188"/>
                                        </p:tgtEl>
                                        <p:attrNameLst>
                                          <p:attrName>style.rotation</p:attrName>
                                        </p:attrNameLst>
                                      </p:cBhvr>
                                      <p:tavLst>
                                        <p:tav tm="0">
                                          <p:val>
                                            <p:fltVal val="0"/>
                                          </p:val>
                                        </p:tav>
                                        <p:tav tm="100000">
                                          <p:val>
                                            <p:fltVal val="90"/>
                                          </p:val>
                                        </p:tav>
                                      </p:tavLst>
                                    </p:anim>
                                    <p:animEffect transition="out" filter="fade">
                                      <p:cBhvr>
                                        <p:cTn id="149" dur="1000"/>
                                        <p:tgtEl>
                                          <p:spTgt spid="188"/>
                                        </p:tgtEl>
                                      </p:cBhvr>
                                    </p:animEffect>
                                    <p:set>
                                      <p:cBhvr>
                                        <p:cTn id="150" dur="1" fill="hold">
                                          <p:stCondLst>
                                            <p:cond delay="999"/>
                                          </p:stCondLst>
                                        </p:cTn>
                                        <p:tgtEl>
                                          <p:spTgt spid="188"/>
                                        </p:tgtEl>
                                        <p:attrNameLst>
                                          <p:attrName>style.visibility</p:attrName>
                                        </p:attrNameLst>
                                      </p:cBhvr>
                                      <p:to>
                                        <p:strVal val="hidden"/>
                                      </p:to>
                                    </p:set>
                                  </p:childTnLst>
                                </p:cTn>
                              </p:par>
                              <p:par>
                                <p:cTn id="151" presetID="10" presetClass="exit" presetSubtype="0" fill="hold" grpId="1" nodeType="withEffect">
                                  <p:stCondLst>
                                    <p:cond delay="0"/>
                                  </p:stCondLst>
                                  <p:childTnLst>
                                    <p:animEffect transition="out" filter="fade">
                                      <p:cBhvr>
                                        <p:cTn id="152" dur="500"/>
                                        <p:tgtEl>
                                          <p:spTgt spid="79"/>
                                        </p:tgtEl>
                                      </p:cBhvr>
                                    </p:animEffect>
                                    <p:set>
                                      <p:cBhvr>
                                        <p:cTn id="153" dur="1" fill="hold">
                                          <p:stCondLst>
                                            <p:cond delay="499"/>
                                          </p:stCondLst>
                                        </p:cTn>
                                        <p:tgtEl>
                                          <p:spTgt spid="79"/>
                                        </p:tgtEl>
                                        <p:attrNameLst>
                                          <p:attrName>style.visibility</p:attrName>
                                        </p:attrNameLst>
                                      </p:cBhvr>
                                      <p:to>
                                        <p:strVal val="hidden"/>
                                      </p:to>
                                    </p:set>
                                  </p:childTnLst>
                                </p:cTn>
                              </p:par>
                            </p:childTnLst>
                          </p:cTn>
                        </p:par>
                      </p:childTnLst>
                    </p:cTn>
                  </p:par>
                  <p:par>
                    <p:cTn id="154" fill="hold">
                      <p:stCondLst>
                        <p:cond delay="indefinite"/>
                      </p:stCondLst>
                      <p:childTnLst>
                        <p:par>
                          <p:cTn id="155" fill="hold">
                            <p:stCondLst>
                              <p:cond delay="0"/>
                            </p:stCondLst>
                            <p:childTnLst>
                              <p:par>
                                <p:cTn id="156" presetID="63" presetClass="path" presetSubtype="0" accel="50000" decel="50000" fill="hold" grpId="2" nodeType="clickEffect">
                                  <p:stCondLst>
                                    <p:cond delay="0"/>
                                  </p:stCondLst>
                                  <p:childTnLst>
                                    <p:animMotion origin="layout" path="M 0.03776 -0.00115 L 0.07539 -0.00092 " pathEditMode="relative" rAng="0" ptsTypes="AA">
                                      <p:cBhvr>
                                        <p:cTn id="157" dur="2000" fill="hold"/>
                                        <p:tgtEl>
                                          <p:spTgt spid="148"/>
                                        </p:tgtEl>
                                        <p:attrNameLst>
                                          <p:attrName>ppt_x</p:attrName>
                                          <p:attrName>ppt_y</p:attrName>
                                        </p:attrNameLst>
                                      </p:cBhvr>
                                      <p:rCtr x="1875" y="0"/>
                                    </p:animMotion>
                                  </p:childTnLst>
                                </p:cTn>
                              </p:par>
                            </p:childTnLst>
                          </p:cTn>
                        </p:par>
                      </p:childTnLst>
                    </p:cTn>
                  </p:par>
                  <p:par>
                    <p:cTn id="158" fill="hold">
                      <p:stCondLst>
                        <p:cond delay="indefinite"/>
                      </p:stCondLst>
                      <p:childTnLst>
                        <p:par>
                          <p:cTn id="159" fill="hold">
                            <p:stCondLst>
                              <p:cond delay="0"/>
                            </p:stCondLst>
                            <p:childTnLst>
                              <p:par>
                                <p:cTn id="160" presetID="22" presetClass="entr" presetSubtype="1" fill="hold" nodeType="clickEffect">
                                  <p:stCondLst>
                                    <p:cond delay="0"/>
                                  </p:stCondLst>
                                  <p:childTnLst>
                                    <p:set>
                                      <p:cBhvr>
                                        <p:cTn id="161" dur="1" fill="hold">
                                          <p:stCondLst>
                                            <p:cond delay="0"/>
                                          </p:stCondLst>
                                        </p:cTn>
                                        <p:tgtEl>
                                          <p:spTgt spid="185"/>
                                        </p:tgtEl>
                                        <p:attrNameLst>
                                          <p:attrName>style.visibility</p:attrName>
                                        </p:attrNameLst>
                                      </p:cBhvr>
                                      <p:to>
                                        <p:strVal val="visible"/>
                                      </p:to>
                                    </p:set>
                                    <p:animEffect transition="in" filter="wipe(up)">
                                      <p:cBhvr>
                                        <p:cTn id="162" dur="1000"/>
                                        <p:tgtEl>
                                          <p:spTgt spid="185"/>
                                        </p:tgtEl>
                                      </p:cBhvr>
                                    </p:animEffect>
                                  </p:childTnLst>
                                </p:cTn>
                              </p:par>
                            </p:childTnLst>
                          </p:cTn>
                        </p:par>
                        <p:par>
                          <p:cTn id="163" fill="hold">
                            <p:stCondLst>
                              <p:cond delay="1000"/>
                            </p:stCondLst>
                            <p:childTnLst>
                              <p:par>
                                <p:cTn id="164" presetID="45" presetClass="entr" presetSubtype="0" fill="hold" grpId="0" nodeType="afterEffect">
                                  <p:stCondLst>
                                    <p:cond delay="0"/>
                                  </p:stCondLst>
                                  <p:childTnLst>
                                    <p:set>
                                      <p:cBhvr>
                                        <p:cTn id="165" dur="1" fill="hold">
                                          <p:stCondLst>
                                            <p:cond delay="0"/>
                                          </p:stCondLst>
                                        </p:cTn>
                                        <p:tgtEl>
                                          <p:spTgt spid="146"/>
                                        </p:tgtEl>
                                        <p:attrNameLst>
                                          <p:attrName>style.visibility</p:attrName>
                                        </p:attrNameLst>
                                      </p:cBhvr>
                                      <p:to>
                                        <p:strVal val="visible"/>
                                      </p:to>
                                    </p:set>
                                    <p:animEffect transition="in" filter="fade">
                                      <p:cBhvr>
                                        <p:cTn id="166" dur="2000"/>
                                        <p:tgtEl>
                                          <p:spTgt spid="146"/>
                                        </p:tgtEl>
                                      </p:cBhvr>
                                    </p:animEffect>
                                    <p:anim calcmode="lin" valueType="num">
                                      <p:cBhvr>
                                        <p:cTn id="167" dur="2000" fill="hold"/>
                                        <p:tgtEl>
                                          <p:spTgt spid="146"/>
                                        </p:tgtEl>
                                        <p:attrNameLst>
                                          <p:attrName>ppt_w</p:attrName>
                                        </p:attrNameLst>
                                      </p:cBhvr>
                                      <p:tavLst>
                                        <p:tav tm="0" fmla="#ppt_w*sin(2.5*pi*$)">
                                          <p:val>
                                            <p:fltVal val="0"/>
                                          </p:val>
                                        </p:tav>
                                        <p:tav tm="100000">
                                          <p:val>
                                            <p:fltVal val="1"/>
                                          </p:val>
                                        </p:tav>
                                      </p:tavLst>
                                    </p:anim>
                                    <p:anim calcmode="lin" valueType="num">
                                      <p:cBhvr>
                                        <p:cTn id="168" dur="2000" fill="hold"/>
                                        <p:tgtEl>
                                          <p:spTgt spid="146"/>
                                        </p:tgtEl>
                                        <p:attrNameLst>
                                          <p:attrName>ppt_h</p:attrName>
                                        </p:attrNameLst>
                                      </p:cBhvr>
                                      <p:tavLst>
                                        <p:tav tm="0">
                                          <p:val>
                                            <p:strVal val="#ppt_h"/>
                                          </p:val>
                                        </p:tav>
                                        <p:tav tm="100000">
                                          <p:val>
                                            <p:strVal val="#ppt_h"/>
                                          </p:val>
                                        </p:tav>
                                      </p:tavLst>
                                    </p:anim>
                                  </p:childTnLst>
                                </p:cTn>
                              </p:par>
                            </p:childTnLst>
                          </p:cTn>
                        </p:par>
                      </p:childTnLst>
                    </p:cTn>
                  </p:par>
                  <p:par>
                    <p:cTn id="169" fill="hold">
                      <p:stCondLst>
                        <p:cond delay="indefinite"/>
                      </p:stCondLst>
                      <p:childTnLst>
                        <p:par>
                          <p:cTn id="170" fill="hold">
                            <p:stCondLst>
                              <p:cond delay="0"/>
                            </p:stCondLst>
                            <p:childTnLst>
                              <p:par>
                                <p:cTn id="171" presetID="37" presetClass="path" presetSubtype="0" accel="50000" decel="50000" fill="hold" grpId="1" nodeType="clickEffect">
                                  <p:stCondLst>
                                    <p:cond delay="0"/>
                                  </p:stCondLst>
                                  <p:childTnLst>
                                    <p:animMotion origin="layout" path="M 0.00065 -0.00023 L -0.04036 0.03982 C -0.04895 0.04884 -0.06172 0.0537 -0.07526 0.0537 C -0.09049 0.0537 -0.10273 0.04884 -0.11132 0.03982 L -0.15221 -0.00023 " pathEditMode="relative" rAng="0" ptsTypes="AAAAA">
                                      <p:cBhvr>
                                        <p:cTn id="172" dur="2000" fill="hold"/>
                                        <p:tgtEl>
                                          <p:spTgt spid="134"/>
                                        </p:tgtEl>
                                        <p:attrNameLst>
                                          <p:attrName>ppt_x</p:attrName>
                                          <p:attrName>ppt_y</p:attrName>
                                        </p:attrNameLst>
                                      </p:cBhvr>
                                      <p:rCtr x="-7643" y="2685"/>
                                    </p:animMotion>
                                  </p:childTnLst>
                                </p:cTn>
                              </p:par>
                            </p:childTnLst>
                          </p:cTn>
                        </p:par>
                        <p:par>
                          <p:cTn id="173" fill="hold">
                            <p:stCondLst>
                              <p:cond delay="2000"/>
                            </p:stCondLst>
                            <p:childTnLst>
                              <p:par>
                                <p:cTn id="174" presetID="63" presetClass="path" presetSubtype="0" accel="50000" decel="50000" fill="hold" grpId="1" nodeType="afterEffect">
                                  <p:stCondLst>
                                    <p:cond delay="0"/>
                                  </p:stCondLst>
                                  <p:childTnLst>
                                    <p:animMotion origin="layout" path="M -3.33333E-6 1.11111E-6 L 0.03894 -0.00023 " pathEditMode="relative" rAng="0" ptsTypes="AA">
                                      <p:cBhvr>
                                        <p:cTn id="175" dur="2000" fill="hold"/>
                                        <p:tgtEl>
                                          <p:spTgt spid="133"/>
                                        </p:tgtEl>
                                        <p:attrNameLst>
                                          <p:attrName>ppt_x</p:attrName>
                                          <p:attrName>ppt_y</p:attrName>
                                        </p:attrNameLst>
                                      </p:cBhvr>
                                      <p:rCtr x="1940" y="-23"/>
                                    </p:animMotion>
                                  </p:childTnLst>
                                </p:cTn>
                              </p:par>
                              <p:par>
                                <p:cTn id="176" presetID="63" presetClass="path" presetSubtype="0" accel="50000" decel="50000" fill="hold" nodeType="withEffect">
                                  <p:stCondLst>
                                    <p:cond delay="0"/>
                                  </p:stCondLst>
                                  <p:childTnLst>
                                    <p:animMotion origin="layout" path="M -2.29167E-6 -4.44444E-6 L 0.03906 -0.00023 " pathEditMode="relative" rAng="0" ptsTypes="AA">
                                      <p:cBhvr>
                                        <p:cTn id="177" dur="2000" fill="hold"/>
                                        <p:tgtEl>
                                          <p:spTgt spid="139"/>
                                        </p:tgtEl>
                                        <p:attrNameLst>
                                          <p:attrName>ppt_x</p:attrName>
                                          <p:attrName>ppt_y</p:attrName>
                                        </p:attrNameLst>
                                      </p:cBhvr>
                                      <p:rCtr x="1953" y="-23"/>
                                    </p:animMotion>
                                  </p:childTnLst>
                                </p:cTn>
                              </p:par>
                            </p:childTnLst>
                          </p:cTn>
                        </p:par>
                        <p:par>
                          <p:cTn id="178" fill="hold">
                            <p:stCondLst>
                              <p:cond delay="4000"/>
                            </p:stCondLst>
                            <p:childTnLst>
                              <p:par>
                                <p:cTn id="179" presetID="31" presetClass="exit" presetSubtype="0" fill="hold" nodeType="afterEffect">
                                  <p:stCondLst>
                                    <p:cond delay="0"/>
                                  </p:stCondLst>
                                  <p:childTnLst>
                                    <p:anim calcmode="lin" valueType="num">
                                      <p:cBhvr>
                                        <p:cTn id="180" dur="1000"/>
                                        <p:tgtEl>
                                          <p:spTgt spid="185"/>
                                        </p:tgtEl>
                                        <p:attrNameLst>
                                          <p:attrName>ppt_w</p:attrName>
                                        </p:attrNameLst>
                                      </p:cBhvr>
                                      <p:tavLst>
                                        <p:tav tm="0">
                                          <p:val>
                                            <p:strVal val="ppt_w"/>
                                          </p:val>
                                        </p:tav>
                                        <p:tav tm="100000">
                                          <p:val>
                                            <p:fltVal val="0"/>
                                          </p:val>
                                        </p:tav>
                                      </p:tavLst>
                                    </p:anim>
                                    <p:anim calcmode="lin" valueType="num">
                                      <p:cBhvr>
                                        <p:cTn id="181" dur="1000"/>
                                        <p:tgtEl>
                                          <p:spTgt spid="185"/>
                                        </p:tgtEl>
                                        <p:attrNameLst>
                                          <p:attrName>ppt_h</p:attrName>
                                        </p:attrNameLst>
                                      </p:cBhvr>
                                      <p:tavLst>
                                        <p:tav tm="0">
                                          <p:val>
                                            <p:strVal val="ppt_h"/>
                                          </p:val>
                                        </p:tav>
                                        <p:tav tm="100000">
                                          <p:val>
                                            <p:fltVal val="0"/>
                                          </p:val>
                                        </p:tav>
                                      </p:tavLst>
                                    </p:anim>
                                    <p:anim calcmode="lin" valueType="num">
                                      <p:cBhvr>
                                        <p:cTn id="182" dur="1000"/>
                                        <p:tgtEl>
                                          <p:spTgt spid="185"/>
                                        </p:tgtEl>
                                        <p:attrNameLst>
                                          <p:attrName>style.rotation</p:attrName>
                                        </p:attrNameLst>
                                      </p:cBhvr>
                                      <p:tavLst>
                                        <p:tav tm="0">
                                          <p:val>
                                            <p:fltVal val="0"/>
                                          </p:val>
                                        </p:tav>
                                        <p:tav tm="100000">
                                          <p:val>
                                            <p:fltVal val="90"/>
                                          </p:val>
                                        </p:tav>
                                      </p:tavLst>
                                    </p:anim>
                                    <p:animEffect transition="out" filter="fade">
                                      <p:cBhvr>
                                        <p:cTn id="183" dur="1000"/>
                                        <p:tgtEl>
                                          <p:spTgt spid="185"/>
                                        </p:tgtEl>
                                      </p:cBhvr>
                                    </p:animEffect>
                                    <p:set>
                                      <p:cBhvr>
                                        <p:cTn id="184" dur="1" fill="hold">
                                          <p:stCondLst>
                                            <p:cond delay="999"/>
                                          </p:stCondLst>
                                        </p:cTn>
                                        <p:tgtEl>
                                          <p:spTgt spid="185"/>
                                        </p:tgtEl>
                                        <p:attrNameLst>
                                          <p:attrName>style.visibility</p:attrName>
                                        </p:attrNameLst>
                                      </p:cBhvr>
                                      <p:to>
                                        <p:strVal val="hidden"/>
                                      </p:to>
                                    </p:set>
                                  </p:childTnLst>
                                </p:cTn>
                              </p:par>
                              <p:par>
                                <p:cTn id="185" presetID="10" presetClass="exit" presetSubtype="0" fill="hold" grpId="1" nodeType="withEffect">
                                  <p:stCondLst>
                                    <p:cond delay="0"/>
                                  </p:stCondLst>
                                  <p:childTnLst>
                                    <p:animEffect transition="out" filter="fade">
                                      <p:cBhvr>
                                        <p:cTn id="186" dur="500"/>
                                        <p:tgtEl>
                                          <p:spTgt spid="146"/>
                                        </p:tgtEl>
                                      </p:cBhvr>
                                    </p:animEffect>
                                    <p:set>
                                      <p:cBhvr>
                                        <p:cTn id="187" dur="1" fill="hold">
                                          <p:stCondLst>
                                            <p:cond delay="499"/>
                                          </p:stCondLst>
                                        </p:cTn>
                                        <p:tgtEl>
                                          <p:spTgt spid="146"/>
                                        </p:tgtEl>
                                        <p:attrNameLst>
                                          <p:attrName>style.visibility</p:attrName>
                                        </p:attrNameLst>
                                      </p:cBhvr>
                                      <p:to>
                                        <p:strVal val="hidden"/>
                                      </p:to>
                                    </p:set>
                                  </p:childTnLst>
                                </p:cTn>
                              </p:par>
                            </p:childTnLst>
                          </p:cTn>
                        </p:par>
                      </p:childTnLst>
                    </p:cTn>
                  </p:par>
                  <p:par>
                    <p:cTn id="188" fill="hold">
                      <p:stCondLst>
                        <p:cond delay="indefinite"/>
                      </p:stCondLst>
                      <p:childTnLst>
                        <p:par>
                          <p:cTn id="189" fill="hold">
                            <p:stCondLst>
                              <p:cond delay="0"/>
                            </p:stCondLst>
                            <p:childTnLst>
                              <p:par>
                                <p:cTn id="190" presetID="22" presetClass="entr" presetSubtype="1" fill="hold" nodeType="clickEffect">
                                  <p:stCondLst>
                                    <p:cond delay="0"/>
                                  </p:stCondLst>
                                  <p:childTnLst>
                                    <p:set>
                                      <p:cBhvr>
                                        <p:cTn id="191" dur="1" fill="hold">
                                          <p:stCondLst>
                                            <p:cond delay="0"/>
                                          </p:stCondLst>
                                        </p:cTn>
                                        <p:tgtEl>
                                          <p:spTgt spid="197"/>
                                        </p:tgtEl>
                                        <p:attrNameLst>
                                          <p:attrName>style.visibility</p:attrName>
                                        </p:attrNameLst>
                                      </p:cBhvr>
                                      <p:to>
                                        <p:strVal val="visible"/>
                                      </p:to>
                                    </p:set>
                                    <p:animEffect transition="in" filter="wipe(up)">
                                      <p:cBhvr>
                                        <p:cTn id="192" dur="1000"/>
                                        <p:tgtEl>
                                          <p:spTgt spid="197"/>
                                        </p:tgtEl>
                                      </p:cBhvr>
                                    </p:animEffect>
                                  </p:childTnLst>
                                </p:cTn>
                              </p:par>
                            </p:childTnLst>
                          </p:cTn>
                        </p:par>
                        <p:par>
                          <p:cTn id="193" fill="hold">
                            <p:stCondLst>
                              <p:cond delay="1000"/>
                            </p:stCondLst>
                            <p:childTnLst>
                              <p:par>
                                <p:cTn id="194" presetID="45" presetClass="entr" presetSubtype="0" fill="hold" grpId="0" nodeType="afterEffect">
                                  <p:stCondLst>
                                    <p:cond delay="0"/>
                                  </p:stCondLst>
                                  <p:childTnLst>
                                    <p:set>
                                      <p:cBhvr>
                                        <p:cTn id="195" dur="1" fill="hold">
                                          <p:stCondLst>
                                            <p:cond delay="0"/>
                                          </p:stCondLst>
                                        </p:cTn>
                                        <p:tgtEl>
                                          <p:spTgt spid="170"/>
                                        </p:tgtEl>
                                        <p:attrNameLst>
                                          <p:attrName>style.visibility</p:attrName>
                                        </p:attrNameLst>
                                      </p:cBhvr>
                                      <p:to>
                                        <p:strVal val="visible"/>
                                      </p:to>
                                    </p:set>
                                    <p:animEffect transition="in" filter="fade">
                                      <p:cBhvr>
                                        <p:cTn id="196" dur="2000"/>
                                        <p:tgtEl>
                                          <p:spTgt spid="170"/>
                                        </p:tgtEl>
                                      </p:cBhvr>
                                    </p:animEffect>
                                    <p:anim calcmode="lin" valueType="num">
                                      <p:cBhvr>
                                        <p:cTn id="197" dur="2000" fill="hold"/>
                                        <p:tgtEl>
                                          <p:spTgt spid="170"/>
                                        </p:tgtEl>
                                        <p:attrNameLst>
                                          <p:attrName>ppt_w</p:attrName>
                                        </p:attrNameLst>
                                      </p:cBhvr>
                                      <p:tavLst>
                                        <p:tav tm="0" fmla="#ppt_w*sin(2.5*pi*$)">
                                          <p:val>
                                            <p:fltVal val="0"/>
                                          </p:val>
                                        </p:tav>
                                        <p:tav tm="100000">
                                          <p:val>
                                            <p:fltVal val="1"/>
                                          </p:val>
                                        </p:tav>
                                      </p:tavLst>
                                    </p:anim>
                                    <p:anim calcmode="lin" valueType="num">
                                      <p:cBhvr>
                                        <p:cTn id="198" dur="2000" fill="hold"/>
                                        <p:tgtEl>
                                          <p:spTgt spid="170"/>
                                        </p:tgtEl>
                                        <p:attrNameLst>
                                          <p:attrName>ppt_h</p:attrName>
                                        </p:attrNameLst>
                                      </p:cBhvr>
                                      <p:tavLst>
                                        <p:tav tm="0">
                                          <p:val>
                                            <p:strVal val="#ppt_h"/>
                                          </p:val>
                                        </p:tav>
                                        <p:tav tm="100000">
                                          <p:val>
                                            <p:strVal val="#ppt_h"/>
                                          </p:val>
                                        </p:tav>
                                      </p:tavLst>
                                    </p:anim>
                                  </p:childTnLst>
                                </p:cTn>
                              </p:par>
                            </p:childTnLst>
                          </p:cTn>
                        </p:par>
                      </p:childTnLst>
                    </p:cTn>
                  </p:par>
                  <p:par>
                    <p:cTn id="199" fill="hold">
                      <p:stCondLst>
                        <p:cond delay="indefinite"/>
                      </p:stCondLst>
                      <p:childTnLst>
                        <p:par>
                          <p:cTn id="200" fill="hold">
                            <p:stCondLst>
                              <p:cond delay="0"/>
                            </p:stCondLst>
                            <p:childTnLst>
                              <p:par>
                                <p:cTn id="201" presetID="37" presetClass="path" presetSubtype="0" accel="50000" decel="50000" fill="hold" grpId="2" nodeType="clickEffect">
                                  <p:stCondLst>
                                    <p:cond delay="0"/>
                                  </p:stCondLst>
                                  <p:childTnLst>
                                    <p:animMotion origin="layout" path="M -0.15221 -0.00023 L -0.12148 0.03981 C -0.1151 0.04884 -0.10546 0.0537 -0.09531 0.0537 C -0.08385 0.0537 -0.0746 0.04884 -0.06822 0.03981 L -0.03737 -0.00023 " pathEditMode="relative" rAng="0" ptsTypes="AAAAA">
                                      <p:cBhvr>
                                        <p:cTn id="202" dur="2000" fill="hold"/>
                                        <p:tgtEl>
                                          <p:spTgt spid="134"/>
                                        </p:tgtEl>
                                        <p:attrNameLst>
                                          <p:attrName>ppt_x</p:attrName>
                                          <p:attrName>ppt_y</p:attrName>
                                        </p:attrNameLst>
                                      </p:cBhvr>
                                      <p:rCtr x="5742" y="2685"/>
                                    </p:animMotion>
                                  </p:childTnLst>
                                </p:cTn>
                              </p:par>
                            </p:childTnLst>
                          </p:cTn>
                        </p:par>
                        <p:par>
                          <p:cTn id="203" fill="hold">
                            <p:stCondLst>
                              <p:cond delay="2000"/>
                            </p:stCondLst>
                            <p:childTnLst>
                              <p:par>
                                <p:cTn id="204" presetID="31" presetClass="exit" presetSubtype="0" fill="hold" nodeType="afterEffect">
                                  <p:stCondLst>
                                    <p:cond delay="0"/>
                                  </p:stCondLst>
                                  <p:childTnLst>
                                    <p:anim calcmode="lin" valueType="num">
                                      <p:cBhvr>
                                        <p:cTn id="205" dur="1000"/>
                                        <p:tgtEl>
                                          <p:spTgt spid="197"/>
                                        </p:tgtEl>
                                        <p:attrNameLst>
                                          <p:attrName>ppt_w</p:attrName>
                                        </p:attrNameLst>
                                      </p:cBhvr>
                                      <p:tavLst>
                                        <p:tav tm="0">
                                          <p:val>
                                            <p:strVal val="ppt_w"/>
                                          </p:val>
                                        </p:tav>
                                        <p:tav tm="100000">
                                          <p:val>
                                            <p:fltVal val="0"/>
                                          </p:val>
                                        </p:tav>
                                      </p:tavLst>
                                    </p:anim>
                                    <p:anim calcmode="lin" valueType="num">
                                      <p:cBhvr>
                                        <p:cTn id="206" dur="1000"/>
                                        <p:tgtEl>
                                          <p:spTgt spid="197"/>
                                        </p:tgtEl>
                                        <p:attrNameLst>
                                          <p:attrName>ppt_h</p:attrName>
                                        </p:attrNameLst>
                                      </p:cBhvr>
                                      <p:tavLst>
                                        <p:tav tm="0">
                                          <p:val>
                                            <p:strVal val="ppt_h"/>
                                          </p:val>
                                        </p:tav>
                                        <p:tav tm="100000">
                                          <p:val>
                                            <p:fltVal val="0"/>
                                          </p:val>
                                        </p:tav>
                                      </p:tavLst>
                                    </p:anim>
                                    <p:anim calcmode="lin" valueType="num">
                                      <p:cBhvr>
                                        <p:cTn id="207" dur="1000"/>
                                        <p:tgtEl>
                                          <p:spTgt spid="197"/>
                                        </p:tgtEl>
                                        <p:attrNameLst>
                                          <p:attrName>style.rotation</p:attrName>
                                        </p:attrNameLst>
                                      </p:cBhvr>
                                      <p:tavLst>
                                        <p:tav tm="0">
                                          <p:val>
                                            <p:fltVal val="0"/>
                                          </p:val>
                                        </p:tav>
                                        <p:tav tm="100000">
                                          <p:val>
                                            <p:fltVal val="90"/>
                                          </p:val>
                                        </p:tav>
                                      </p:tavLst>
                                    </p:anim>
                                    <p:animEffect transition="out" filter="fade">
                                      <p:cBhvr>
                                        <p:cTn id="208" dur="1000"/>
                                        <p:tgtEl>
                                          <p:spTgt spid="197"/>
                                        </p:tgtEl>
                                      </p:cBhvr>
                                    </p:animEffect>
                                    <p:set>
                                      <p:cBhvr>
                                        <p:cTn id="209" dur="1" fill="hold">
                                          <p:stCondLst>
                                            <p:cond delay="999"/>
                                          </p:stCondLst>
                                        </p:cTn>
                                        <p:tgtEl>
                                          <p:spTgt spid="197"/>
                                        </p:tgtEl>
                                        <p:attrNameLst>
                                          <p:attrName>style.visibility</p:attrName>
                                        </p:attrNameLst>
                                      </p:cBhvr>
                                      <p:to>
                                        <p:strVal val="hidden"/>
                                      </p:to>
                                    </p:set>
                                  </p:childTnLst>
                                </p:cTn>
                              </p:par>
                              <p:par>
                                <p:cTn id="210" presetID="10" presetClass="exit" presetSubtype="0" fill="hold" grpId="1" nodeType="withEffect">
                                  <p:stCondLst>
                                    <p:cond delay="0"/>
                                  </p:stCondLst>
                                  <p:childTnLst>
                                    <p:animEffect transition="out" filter="fade">
                                      <p:cBhvr>
                                        <p:cTn id="211" dur="500"/>
                                        <p:tgtEl>
                                          <p:spTgt spid="170"/>
                                        </p:tgtEl>
                                      </p:cBhvr>
                                    </p:animEffect>
                                    <p:set>
                                      <p:cBhvr>
                                        <p:cTn id="212" dur="1" fill="hold">
                                          <p:stCondLst>
                                            <p:cond delay="499"/>
                                          </p:stCondLst>
                                        </p:cTn>
                                        <p:tgtEl>
                                          <p:spTgt spid="170"/>
                                        </p:tgtEl>
                                        <p:attrNameLst>
                                          <p:attrName>style.visibility</p:attrName>
                                        </p:attrNameLst>
                                      </p:cBhvr>
                                      <p:to>
                                        <p:strVal val="hidden"/>
                                      </p:to>
                                    </p:set>
                                  </p:childTnLst>
                                </p:cTn>
                              </p:par>
                            </p:childTnLst>
                          </p:cTn>
                        </p:par>
                      </p:childTnLst>
                    </p:cTn>
                  </p:par>
                  <p:par>
                    <p:cTn id="213" fill="hold">
                      <p:stCondLst>
                        <p:cond delay="indefinite"/>
                      </p:stCondLst>
                      <p:childTnLst>
                        <p:par>
                          <p:cTn id="214" fill="hold">
                            <p:stCondLst>
                              <p:cond delay="0"/>
                            </p:stCondLst>
                            <p:childTnLst>
                              <p:par>
                                <p:cTn id="215" presetID="63" presetClass="path" presetSubtype="0" accel="50000" decel="50000" fill="hold" grpId="3" nodeType="clickEffect">
                                  <p:stCondLst>
                                    <p:cond delay="0"/>
                                  </p:stCondLst>
                                  <p:childTnLst>
                                    <p:animMotion origin="layout" path="M 0.07539 -0.00092 L 0.11263 -0.00069 " pathEditMode="relative" rAng="0" ptsTypes="AA">
                                      <p:cBhvr>
                                        <p:cTn id="216" dur="2000" fill="hold"/>
                                        <p:tgtEl>
                                          <p:spTgt spid="148"/>
                                        </p:tgtEl>
                                        <p:attrNameLst>
                                          <p:attrName>ppt_x</p:attrName>
                                          <p:attrName>ppt_y</p:attrName>
                                        </p:attrNameLst>
                                      </p:cBhvr>
                                      <p:rCtr x="1862" y="0"/>
                                    </p:animMotion>
                                  </p:childTnLst>
                                </p:cTn>
                              </p:par>
                            </p:childTnLst>
                          </p:cTn>
                        </p:par>
                      </p:childTnLst>
                    </p:cTn>
                  </p:par>
                  <p:par>
                    <p:cTn id="217" fill="hold">
                      <p:stCondLst>
                        <p:cond delay="indefinite"/>
                      </p:stCondLst>
                      <p:childTnLst>
                        <p:par>
                          <p:cTn id="218" fill="hold">
                            <p:stCondLst>
                              <p:cond delay="0"/>
                            </p:stCondLst>
                            <p:childTnLst>
                              <p:par>
                                <p:cTn id="219" presetID="22" presetClass="entr" presetSubtype="1" fill="hold" nodeType="clickEffect">
                                  <p:stCondLst>
                                    <p:cond delay="0"/>
                                  </p:stCondLst>
                                  <p:childTnLst>
                                    <p:set>
                                      <p:cBhvr>
                                        <p:cTn id="220" dur="1" fill="hold">
                                          <p:stCondLst>
                                            <p:cond delay="0"/>
                                          </p:stCondLst>
                                        </p:cTn>
                                        <p:tgtEl>
                                          <p:spTgt spid="166"/>
                                        </p:tgtEl>
                                        <p:attrNameLst>
                                          <p:attrName>style.visibility</p:attrName>
                                        </p:attrNameLst>
                                      </p:cBhvr>
                                      <p:to>
                                        <p:strVal val="visible"/>
                                      </p:to>
                                    </p:set>
                                    <p:animEffect transition="in" filter="wipe(up)">
                                      <p:cBhvr>
                                        <p:cTn id="221" dur="1000"/>
                                        <p:tgtEl>
                                          <p:spTgt spid="166"/>
                                        </p:tgtEl>
                                      </p:cBhvr>
                                    </p:animEffect>
                                  </p:childTnLst>
                                </p:cTn>
                              </p:par>
                            </p:childTnLst>
                          </p:cTn>
                        </p:par>
                        <p:par>
                          <p:cTn id="222" fill="hold">
                            <p:stCondLst>
                              <p:cond delay="1000"/>
                            </p:stCondLst>
                            <p:childTnLst>
                              <p:par>
                                <p:cTn id="223" presetID="45" presetClass="entr" presetSubtype="0" fill="hold" grpId="0" nodeType="afterEffect">
                                  <p:stCondLst>
                                    <p:cond delay="0"/>
                                  </p:stCondLst>
                                  <p:childTnLst>
                                    <p:set>
                                      <p:cBhvr>
                                        <p:cTn id="224" dur="1" fill="hold">
                                          <p:stCondLst>
                                            <p:cond delay="0"/>
                                          </p:stCondLst>
                                        </p:cTn>
                                        <p:tgtEl>
                                          <p:spTgt spid="158"/>
                                        </p:tgtEl>
                                        <p:attrNameLst>
                                          <p:attrName>style.visibility</p:attrName>
                                        </p:attrNameLst>
                                      </p:cBhvr>
                                      <p:to>
                                        <p:strVal val="visible"/>
                                      </p:to>
                                    </p:set>
                                    <p:animEffect transition="in" filter="fade">
                                      <p:cBhvr>
                                        <p:cTn id="225" dur="2000"/>
                                        <p:tgtEl>
                                          <p:spTgt spid="158"/>
                                        </p:tgtEl>
                                      </p:cBhvr>
                                    </p:animEffect>
                                    <p:anim calcmode="lin" valueType="num">
                                      <p:cBhvr>
                                        <p:cTn id="226" dur="2000" fill="hold"/>
                                        <p:tgtEl>
                                          <p:spTgt spid="158"/>
                                        </p:tgtEl>
                                        <p:attrNameLst>
                                          <p:attrName>ppt_w</p:attrName>
                                        </p:attrNameLst>
                                      </p:cBhvr>
                                      <p:tavLst>
                                        <p:tav tm="0" fmla="#ppt_w*sin(2.5*pi*$)">
                                          <p:val>
                                            <p:fltVal val="0"/>
                                          </p:val>
                                        </p:tav>
                                        <p:tav tm="100000">
                                          <p:val>
                                            <p:fltVal val="1"/>
                                          </p:val>
                                        </p:tav>
                                      </p:tavLst>
                                    </p:anim>
                                    <p:anim calcmode="lin" valueType="num">
                                      <p:cBhvr>
                                        <p:cTn id="227" dur="2000" fill="hold"/>
                                        <p:tgtEl>
                                          <p:spTgt spid="158"/>
                                        </p:tgtEl>
                                        <p:attrNameLst>
                                          <p:attrName>ppt_h</p:attrName>
                                        </p:attrNameLst>
                                      </p:cBhvr>
                                      <p:tavLst>
                                        <p:tav tm="0">
                                          <p:val>
                                            <p:strVal val="#ppt_h"/>
                                          </p:val>
                                        </p:tav>
                                        <p:tav tm="100000">
                                          <p:val>
                                            <p:strVal val="#ppt_h"/>
                                          </p:val>
                                        </p:tav>
                                      </p:tavLst>
                                    </p:anim>
                                  </p:childTnLst>
                                </p:cTn>
                              </p:par>
                            </p:childTnLst>
                          </p:cTn>
                        </p:par>
                      </p:childTnLst>
                    </p:cTn>
                  </p:par>
                  <p:par>
                    <p:cTn id="228" fill="hold">
                      <p:stCondLst>
                        <p:cond delay="indefinite"/>
                      </p:stCondLst>
                      <p:childTnLst>
                        <p:par>
                          <p:cTn id="229" fill="hold">
                            <p:stCondLst>
                              <p:cond delay="0"/>
                            </p:stCondLst>
                            <p:childTnLst>
                              <p:par>
                                <p:cTn id="230" presetID="37" presetClass="path" presetSubtype="0" accel="50000" decel="50000" fill="hold" grpId="1" nodeType="clickEffect">
                                  <p:stCondLst>
                                    <p:cond delay="0"/>
                                  </p:stCondLst>
                                  <p:childTnLst>
                                    <p:animMotion origin="layout" path="M -0.00013 0.00046 L -0.05091 0.04051 C -0.06145 0.04954 -0.07721 0.0544 -0.09388 0.0544 C -0.11276 0.0544 -0.12786 0.04954 -0.13841 0.04051 L -0.18906 0.00046 " pathEditMode="relative" rAng="0" ptsTypes="AAAAA">
                                      <p:cBhvr>
                                        <p:cTn id="231" dur="2000" fill="hold"/>
                                        <p:tgtEl>
                                          <p:spTgt spid="135"/>
                                        </p:tgtEl>
                                        <p:attrNameLst>
                                          <p:attrName>ppt_x</p:attrName>
                                          <p:attrName>ppt_y</p:attrName>
                                        </p:attrNameLst>
                                      </p:cBhvr>
                                      <p:rCtr x="-9453" y="2685"/>
                                    </p:animMotion>
                                  </p:childTnLst>
                                </p:cTn>
                              </p:par>
                            </p:childTnLst>
                          </p:cTn>
                        </p:par>
                        <p:par>
                          <p:cTn id="232" fill="hold">
                            <p:stCondLst>
                              <p:cond delay="2000"/>
                            </p:stCondLst>
                            <p:childTnLst>
                              <p:par>
                                <p:cTn id="233" presetID="63" presetClass="path" presetSubtype="0" accel="50000" decel="50000" fill="hold" grpId="2" nodeType="afterEffect">
                                  <p:stCondLst>
                                    <p:cond delay="0"/>
                                  </p:stCondLst>
                                  <p:childTnLst>
                                    <p:animMotion origin="layout" path="M 0.03894 -0.00023 L 0.075 -0.00023 " pathEditMode="relative" rAng="0" ptsTypes="AA">
                                      <p:cBhvr>
                                        <p:cTn id="234" dur="2000" fill="hold"/>
                                        <p:tgtEl>
                                          <p:spTgt spid="133"/>
                                        </p:tgtEl>
                                        <p:attrNameLst>
                                          <p:attrName>ppt_x</p:attrName>
                                          <p:attrName>ppt_y</p:attrName>
                                        </p:attrNameLst>
                                      </p:cBhvr>
                                      <p:rCtr x="1849" y="-69"/>
                                    </p:animMotion>
                                  </p:childTnLst>
                                </p:cTn>
                              </p:par>
                              <p:par>
                                <p:cTn id="235" presetID="63" presetClass="path" presetSubtype="0" accel="50000" decel="50000" fill="hold" nodeType="withEffect">
                                  <p:stCondLst>
                                    <p:cond delay="0"/>
                                  </p:stCondLst>
                                  <p:childTnLst>
                                    <p:animMotion origin="layout" path="M 0.03906 -0.00023 L 0.07526 -4.44444E-6 " pathEditMode="relative" rAng="0" ptsTypes="AA">
                                      <p:cBhvr>
                                        <p:cTn id="236" dur="2000" fill="hold"/>
                                        <p:tgtEl>
                                          <p:spTgt spid="139"/>
                                        </p:tgtEl>
                                        <p:attrNameLst>
                                          <p:attrName>ppt_x</p:attrName>
                                          <p:attrName>ppt_y</p:attrName>
                                        </p:attrNameLst>
                                      </p:cBhvr>
                                      <p:rCtr x="1810" y="0"/>
                                    </p:animMotion>
                                  </p:childTnLst>
                                </p:cTn>
                              </p:par>
                            </p:childTnLst>
                          </p:cTn>
                        </p:par>
                        <p:par>
                          <p:cTn id="237" fill="hold">
                            <p:stCondLst>
                              <p:cond delay="4000"/>
                            </p:stCondLst>
                            <p:childTnLst>
                              <p:par>
                                <p:cTn id="238" presetID="31" presetClass="exit" presetSubtype="0" fill="hold" nodeType="afterEffect">
                                  <p:stCondLst>
                                    <p:cond delay="0"/>
                                  </p:stCondLst>
                                  <p:childTnLst>
                                    <p:anim calcmode="lin" valueType="num">
                                      <p:cBhvr>
                                        <p:cTn id="239" dur="1000"/>
                                        <p:tgtEl>
                                          <p:spTgt spid="166"/>
                                        </p:tgtEl>
                                        <p:attrNameLst>
                                          <p:attrName>ppt_w</p:attrName>
                                        </p:attrNameLst>
                                      </p:cBhvr>
                                      <p:tavLst>
                                        <p:tav tm="0">
                                          <p:val>
                                            <p:strVal val="ppt_w"/>
                                          </p:val>
                                        </p:tav>
                                        <p:tav tm="100000">
                                          <p:val>
                                            <p:fltVal val="0"/>
                                          </p:val>
                                        </p:tav>
                                      </p:tavLst>
                                    </p:anim>
                                    <p:anim calcmode="lin" valueType="num">
                                      <p:cBhvr>
                                        <p:cTn id="240" dur="1000"/>
                                        <p:tgtEl>
                                          <p:spTgt spid="166"/>
                                        </p:tgtEl>
                                        <p:attrNameLst>
                                          <p:attrName>ppt_h</p:attrName>
                                        </p:attrNameLst>
                                      </p:cBhvr>
                                      <p:tavLst>
                                        <p:tav tm="0">
                                          <p:val>
                                            <p:strVal val="ppt_h"/>
                                          </p:val>
                                        </p:tav>
                                        <p:tav tm="100000">
                                          <p:val>
                                            <p:fltVal val="0"/>
                                          </p:val>
                                        </p:tav>
                                      </p:tavLst>
                                    </p:anim>
                                    <p:anim calcmode="lin" valueType="num">
                                      <p:cBhvr>
                                        <p:cTn id="241" dur="1000"/>
                                        <p:tgtEl>
                                          <p:spTgt spid="166"/>
                                        </p:tgtEl>
                                        <p:attrNameLst>
                                          <p:attrName>style.rotation</p:attrName>
                                        </p:attrNameLst>
                                      </p:cBhvr>
                                      <p:tavLst>
                                        <p:tav tm="0">
                                          <p:val>
                                            <p:fltVal val="0"/>
                                          </p:val>
                                        </p:tav>
                                        <p:tav tm="100000">
                                          <p:val>
                                            <p:fltVal val="90"/>
                                          </p:val>
                                        </p:tav>
                                      </p:tavLst>
                                    </p:anim>
                                    <p:animEffect transition="out" filter="fade">
                                      <p:cBhvr>
                                        <p:cTn id="242" dur="1000"/>
                                        <p:tgtEl>
                                          <p:spTgt spid="166"/>
                                        </p:tgtEl>
                                      </p:cBhvr>
                                    </p:animEffect>
                                    <p:set>
                                      <p:cBhvr>
                                        <p:cTn id="243" dur="1" fill="hold">
                                          <p:stCondLst>
                                            <p:cond delay="999"/>
                                          </p:stCondLst>
                                        </p:cTn>
                                        <p:tgtEl>
                                          <p:spTgt spid="166"/>
                                        </p:tgtEl>
                                        <p:attrNameLst>
                                          <p:attrName>style.visibility</p:attrName>
                                        </p:attrNameLst>
                                      </p:cBhvr>
                                      <p:to>
                                        <p:strVal val="hidden"/>
                                      </p:to>
                                    </p:set>
                                  </p:childTnLst>
                                </p:cTn>
                              </p:par>
                              <p:par>
                                <p:cTn id="244" presetID="10" presetClass="exit" presetSubtype="0" fill="hold" grpId="1" nodeType="withEffect">
                                  <p:stCondLst>
                                    <p:cond delay="0"/>
                                  </p:stCondLst>
                                  <p:childTnLst>
                                    <p:animEffect transition="out" filter="fade">
                                      <p:cBhvr>
                                        <p:cTn id="245" dur="500"/>
                                        <p:tgtEl>
                                          <p:spTgt spid="158"/>
                                        </p:tgtEl>
                                      </p:cBhvr>
                                    </p:animEffect>
                                    <p:set>
                                      <p:cBhvr>
                                        <p:cTn id="246" dur="1" fill="hold">
                                          <p:stCondLst>
                                            <p:cond delay="499"/>
                                          </p:stCondLst>
                                        </p:cTn>
                                        <p:tgtEl>
                                          <p:spTgt spid="158"/>
                                        </p:tgtEl>
                                        <p:attrNameLst>
                                          <p:attrName>style.visibility</p:attrName>
                                        </p:attrNameLst>
                                      </p:cBhvr>
                                      <p:to>
                                        <p:strVal val="hidden"/>
                                      </p:to>
                                    </p:set>
                                  </p:childTnLst>
                                </p:cTn>
                              </p:par>
                            </p:childTnLst>
                          </p:cTn>
                        </p:par>
                      </p:childTnLst>
                    </p:cTn>
                  </p:par>
                  <p:par>
                    <p:cTn id="247" fill="hold">
                      <p:stCondLst>
                        <p:cond delay="indefinite"/>
                      </p:stCondLst>
                      <p:childTnLst>
                        <p:par>
                          <p:cTn id="248" fill="hold">
                            <p:stCondLst>
                              <p:cond delay="0"/>
                            </p:stCondLst>
                            <p:childTnLst>
                              <p:par>
                                <p:cTn id="249" presetID="22" presetClass="entr" presetSubtype="1" fill="hold" nodeType="clickEffect">
                                  <p:stCondLst>
                                    <p:cond delay="0"/>
                                  </p:stCondLst>
                                  <p:childTnLst>
                                    <p:set>
                                      <p:cBhvr>
                                        <p:cTn id="250" dur="1" fill="hold">
                                          <p:stCondLst>
                                            <p:cond delay="0"/>
                                          </p:stCondLst>
                                        </p:cTn>
                                        <p:tgtEl>
                                          <p:spTgt spid="200"/>
                                        </p:tgtEl>
                                        <p:attrNameLst>
                                          <p:attrName>style.visibility</p:attrName>
                                        </p:attrNameLst>
                                      </p:cBhvr>
                                      <p:to>
                                        <p:strVal val="visible"/>
                                      </p:to>
                                    </p:set>
                                    <p:animEffect transition="in" filter="wipe(up)">
                                      <p:cBhvr>
                                        <p:cTn id="251" dur="1000"/>
                                        <p:tgtEl>
                                          <p:spTgt spid="200"/>
                                        </p:tgtEl>
                                      </p:cBhvr>
                                    </p:animEffect>
                                  </p:childTnLst>
                                </p:cTn>
                              </p:par>
                            </p:childTnLst>
                          </p:cTn>
                        </p:par>
                        <p:par>
                          <p:cTn id="252" fill="hold">
                            <p:stCondLst>
                              <p:cond delay="1000"/>
                            </p:stCondLst>
                            <p:childTnLst>
                              <p:par>
                                <p:cTn id="253" presetID="45" presetClass="entr" presetSubtype="0" fill="hold" grpId="0" nodeType="afterEffect">
                                  <p:stCondLst>
                                    <p:cond delay="0"/>
                                  </p:stCondLst>
                                  <p:childTnLst>
                                    <p:set>
                                      <p:cBhvr>
                                        <p:cTn id="254" dur="1" fill="hold">
                                          <p:stCondLst>
                                            <p:cond delay="0"/>
                                          </p:stCondLst>
                                        </p:cTn>
                                        <p:tgtEl>
                                          <p:spTgt spid="172"/>
                                        </p:tgtEl>
                                        <p:attrNameLst>
                                          <p:attrName>style.visibility</p:attrName>
                                        </p:attrNameLst>
                                      </p:cBhvr>
                                      <p:to>
                                        <p:strVal val="visible"/>
                                      </p:to>
                                    </p:set>
                                    <p:animEffect transition="in" filter="fade">
                                      <p:cBhvr>
                                        <p:cTn id="255" dur="2000"/>
                                        <p:tgtEl>
                                          <p:spTgt spid="172"/>
                                        </p:tgtEl>
                                      </p:cBhvr>
                                    </p:animEffect>
                                    <p:anim calcmode="lin" valueType="num">
                                      <p:cBhvr>
                                        <p:cTn id="256" dur="2000" fill="hold"/>
                                        <p:tgtEl>
                                          <p:spTgt spid="172"/>
                                        </p:tgtEl>
                                        <p:attrNameLst>
                                          <p:attrName>ppt_w</p:attrName>
                                        </p:attrNameLst>
                                      </p:cBhvr>
                                      <p:tavLst>
                                        <p:tav tm="0" fmla="#ppt_w*sin(2.5*pi*$)">
                                          <p:val>
                                            <p:fltVal val="0"/>
                                          </p:val>
                                        </p:tav>
                                        <p:tav tm="100000">
                                          <p:val>
                                            <p:fltVal val="1"/>
                                          </p:val>
                                        </p:tav>
                                      </p:tavLst>
                                    </p:anim>
                                    <p:anim calcmode="lin" valueType="num">
                                      <p:cBhvr>
                                        <p:cTn id="257" dur="2000" fill="hold"/>
                                        <p:tgtEl>
                                          <p:spTgt spid="172"/>
                                        </p:tgtEl>
                                        <p:attrNameLst>
                                          <p:attrName>ppt_h</p:attrName>
                                        </p:attrNameLst>
                                      </p:cBhvr>
                                      <p:tavLst>
                                        <p:tav tm="0">
                                          <p:val>
                                            <p:strVal val="#ppt_h"/>
                                          </p:val>
                                        </p:tav>
                                        <p:tav tm="100000">
                                          <p:val>
                                            <p:strVal val="#ppt_h"/>
                                          </p:val>
                                        </p:tav>
                                      </p:tavLst>
                                    </p:anim>
                                  </p:childTnLst>
                                </p:cTn>
                              </p:par>
                            </p:childTnLst>
                          </p:cTn>
                        </p:par>
                      </p:childTnLst>
                    </p:cTn>
                  </p:par>
                  <p:par>
                    <p:cTn id="258" fill="hold">
                      <p:stCondLst>
                        <p:cond delay="indefinite"/>
                      </p:stCondLst>
                      <p:childTnLst>
                        <p:par>
                          <p:cTn id="259" fill="hold">
                            <p:stCondLst>
                              <p:cond delay="0"/>
                            </p:stCondLst>
                            <p:childTnLst>
                              <p:par>
                                <p:cTn id="260" presetID="63" presetClass="path" presetSubtype="0" accel="50000" decel="50000" fill="hold" grpId="3" nodeType="clickEffect">
                                  <p:stCondLst>
                                    <p:cond delay="0"/>
                                  </p:stCondLst>
                                  <p:childTnLst>
                                    <p:animMotion origin="layout" path="M -0.03737 -0.00023 L -4.375E-6 -4.44444E-6 " pathEditMode="relative" rAng="0" ptsTypes="AA">
                                      <p:cBhvr>
                                        <p:cTn id="261" dur="2000" fill="hold"/>
                                        <p:tgtEl>
                                          <p:spTgt spid="134"/>
                                        </p:tgtEl>
                                        <p:attrNameLst>
                                          <p:attrName>ppt_x</p:attrName>
                                          <p:attrName>ppt_y</p:attrName>
                                        </p:attrNameLst>
                                      </p:cBhvr>
                                      <p:rCtr x="1862" y="-23"/>
                                    </p:animMotion>
                                  </p:childTnLst>
                                </p:cTn>
                              </p:par>
                            </p:childTnLst>
                          </p:cTn>
                        </p:par>
                        <p:par>
                          <p:cTn id="262" fill="hold">
                            <p:stCondLst>
                              <p:cond delay="2000"/>
                            </p:stCondLst>
                            <p:childTnLst>
                              <p:par>
                                <p:cTn id="263" presetID="31" presetClass="exit" presetSubtype="0" fill="hold" nodeType="afterEffect">
                                  <p:stCondLst>
                                    <p:cond delay="0"/>
                                  </p:stCondLst>
                                  <p:childTnLst>
                                    <p:anim calcmode="lin" valueType="num">
                                      <p:cBhvr>
                                        <p:cTn id="264" dur="1000"/>
                                        <p:tgtEl>
                                          <p:spTgt spid="200"/>
                                        </p:tgtEl>
                                        <p:attrNameLst>
                                          <p:attrName>ppt_w</p:attrName>
                                        </p:attrNameLst>
                                      </p:cBhvr>
                                      <p:tavLst>
                                        <p:tav tm="0">
                                          <p:val>
                                            <p:strVal val="ppt_w"/>
                                          </p:val>
                                        </p:tav>
                                        <p:tav tm="100000">
                                          <p:val>
                                            <p:fltVal val="0"/>
                                          </p:val>
                                        </p:tav>
                                      </p:tavLst>
                                    </p:anim>
                                    <p:anim calcmode="lin" valueType="num">
                                      <p:cBhvr>
                                        <p:cTn id="265" dur="1000"/>
                                        <p:tgtEl>
                                          <p:spTgt spid="200"/>
                                        </p:tgtEl>
                                        <p:attrNameLst>
                                          <p:attrName>ppt_h</p:attrName>
                                        </p:attrNameLst>
                                      </p:cBhvr>
                                      <p:tavLst>
                                        <p:tav tm="0">
                                          <p:val>
                                            <p:strVal val="ppt_h"/>
                                          </p:val>
                                        </p:tav>
                                        <p:tav tm="100000">
                                          <p:val>
                                            <p:fltVal val="0"/>
                                          </p:val>
                                        </p:tav>
                                      </p:tavLst>
                                    </p:anim>
                                    <p:anim calcmode="lin" valueType="num">
                                      <p:cBhvr>
                                        <p:cTn id="266" dur="1000"/>
                                        <p:tgtEl>
                                          <p:spTgt spid="200"/>
                                        </p:tgtEl>
                                        <p:attrNameLst>
                                          <p:attrName>style.rotation</p:attrName>
                                        </p:attrNameLst>
                                      </p:cBhvr>
                                      <p:tavLst>
                                        <p:tav tm="0">
                                          <p:val>
                                            <p:fltVal val="0"/>
                                          </p:val>
                                        </p:tav>
                                        <p:tav tm="100000">
                                          <p:val>
                                            <p:fltVal val="90"/>
                                          </p:val>
                                        </p:tav>
                                      </p:tavLst>
                                    </p:anim>
                                    <p:animEffect transition="out" filter="fade">
                                      <p:cBhvr>
                                        <p:cTn id="267" dur="1000"/>
                                        <p:tgtEl>
                                          <p:spTgt spid="200"/>
                                        </p:tgtEl>
                                      </p:cBhvr>
                                    </p:animEffect>
                                    <p:set>
                                      <p:cBhvr>
                                        <p:cTn id="268" dur="1" fill="hold">
                                          <p:stCondLst>
                                            <p:cond delay="999"/>
                                          </p:stCondLst>
                                        </p:cTn>
                                        <p:tgtEl>
                                          <p:spTgt spid="200"/>
                                        </p:tgtEl>
                                        <p:attrNameLst>
                                          <p:attrName>style.visibility</p:attrName>
                                        </p:attrNameLst>
                                      </p:cBhvr>
                                      <p:to>
                                        <p:strVal val="hidden"/>
                                      </p:to>
                                    </p:set>
                                  </p:childTnLst>
                                </p:cTn>
                              </p:par>
                              <p:par>
                                <p:cTn id="269" presetID="10" presetClass="exit" presetSubtype="0" fill="hold" grpId="1" nodeType="withEffect">
                                  <p:stCondLst>
                                    <p:cond delay="0"/>
                                  </p:stCondLst>
                                  <p:childTnLst>
                                    <p:animEffect transition="out" filter="fade">
                                      <p:cBhvr>
                                        <p:cTn id="270" dur="500"/>
                                        <p:tgtEl>
                                          <p:spTgt spid="172"/>
                                        </p:tgtEl>
                                      </p:cBhvr>
                                    </p:animEffect>
                                    <p:set>
                                      <p:cBhvr>
                                        <p:cTn id="271" dur="1" fill="hold">
                                          <p:stCondLst>
                                            <p:cond delay="499"/>
                                          </p:stCondLst>
                                        </p:cTn>
                                        <p:tgtEl>
                                          <p:spTgt spid="172"/>
                                        </p:tgtEl>
                                        <p:attrNameLst>
                                          <p:attrName>style.visibility</p:attrName>
                                        </p:attrNameLst>
                                      </p:cBhvr>
                                      <p:to>
                                        <p:strVal val="hidden"/>
                                      </p:to>
                                    </p:set>
                                  </p:childTnLst>
                                </p:cTn>
                              </p:par>
                            </p:childTnLst>
                          </p:cTn>
                        </p:par>
                      </p:childTnLst>
                    </p:cTn>
                  </p:par>
                  <p:par>
                    <p:cTn id="272" fill="hold">
                      <p:stCondLst>
                        <p:cond delay="indefinite"/>
                      </p:stCondLst>
                      <p:childTnLst>
                        <p:par>
                          <p:cTn id="273" fill="hold">
                            <p:stCondLst>
                              <p:cond delay="0"/>
                            </p:stCondLst>
                            <p:childTnLst>
                              <p:par>
                                <p:cTn id="274" presetID="22" presetClass="entr" presetSubtype="1" fill="hold" nodeType="clickEffect">
                                  <p:stCondLst>
                                    <p:cond delay="0"/>
                                  </p:stCondLst>
                                  <p:childTnLst>
                                    <p:set>
                                      <p:cBhvr>
                                        <p:cTn id="275" dur="1" fill="hold">
                                          <p:stCondLst>
                                            <p:cond delay="0"/>
                                          </p:stCondLst>
                                        </p:cTn>
                                        <p:tgtEl>
                                          <p:spTgt spid="197"/>
                                        </p:tgtEl>
                                        <p:attrNameLst>
                                          <p:attrName>style.visibility</p:attrName>
                                        </p:attrNameLst>
                                      </p:cBhvr>
                                      <p:to>
                                        <p:strVal val="visible"/>
                                      </p:to>
                                    </p:set>
                                    <p:animEffect transition="in" filter="wipe(up)">
                                      <p:cBhvr>
                                        <p:cTn id="276" dur="1000"/>
                                        <p:tgtEl>
                                          <p:spTgt spid="197"/>
                                        </p:tgtEl>
                                      </p:cBhvr>
                                    </p:animEffect>
                                  </p:childTnLst>
                                </p:cTn>
                              </p:par>
                            </p:childTnLst>
                          </p:cTn>
                        </p:par>
                        <p:par>
                          <p:cTn id="277" fill="hold">
                            <p:stCondLst>
                              <p:cond delay="1000"/>
                            </p:stCondLst>
                            <p:childTnLst>
                              <p:par>
                                <p:cTn id="278" presetID="45" presetClass="entr" presetSubtype="0" fill="hold" grpId="2" nodeType="afterEffect">
                                  <p:stCondLst>
                                    <p:cond delay="0"/>
                                  </p:stCondLst>
                                  <p:childTnLst>
                                    <p:set>
                                      <p:cBhvr>
                                        <p:cTn id="279" dur="1" fill="hold">
                                          <p:stCondLst>
                                            <p:cond delay="0"/>
                                          </p:stCondLst>
                                        </p:cTn>
                                        <p:tgtEl>
                                          <p:spTgt spid="170"/>
                                        </p:tgtEl>
                                        <p:attrNameLst>
                                          <p:attrName>style.visibility</p:attrName>
                                        </p:attrNameLst>
                                      </p:cBhvr>
                                      <p:to>
                                        <p:strVal val="visible"/>
                                      </p:to>
                                    </p:set>
                                    <p:animEffect transition="in" filter="fade">
                                      <p:cBhvr>
                                        <p:cTn id="280" dur="2000"/>
                                        <p:tgtEl>
                                          <p:spTgt spid="170"/>
                                        </p:tgtEl>
                                      </p:cBhvr>
                                    </p:animEffect>
                                    <p:anim calcmode="lin" valueType="num">
                                      <p:cBhvr>
                                        <p:cTn id="281" dur="2000" fill="hold"/>
                                        <p:tgtEl>
                                          <p:spTgt spid="170"/>
                                        </p:tgtEl>
                                        <p:attrNameLst>
                                          <p:attrName>ppt_w</p:attrName>
                                        </p:attrNameLst>
                                      </p:cBhvr>
                                      <p:tavLst>
                                        <p:tav tm="0" fmla="#ppt_w*sin(2.5*pi*$)">
                                          <p:val>
                                            <p:fltVal val="0"/>
                                          </p:val>
                                        </p:tav>
                                        <p:tav tm="100000">
                                          <p:val>
                                            <p:fltVal val="1"/>
                                          </p:val>
                                        </p:tav>
                                      </p:tavLst>
                                    </p:anim>
                                    <p:anim calcmode="lin" valueType="num">
                                      <p:cBhvr>
                                        <p:cTn id="282" dur="2000" fill="hold"/>
                                        <p:tgtEl>
                                          <p:spTgt spid="170"/>
                                        </p:tgtEl>
                                        <p:attrNameLst>
                                          <p:attrName>ppt_h</p:attrName>
                                        </p:attrNameLst>
                                      </p:cBhvr>
                                      <p:tavLst>
                                        <p:tav tm="0">
                                          <p:val>
                                            <p:strVal val="#ppt_h"/>
                                          </p:val>
                                        </p:tav>
                                        <p:tav tm="100000">
                                          <p:val>
                                            <p:strVal val="#ppt_h"/>
                                          </p:val>
                                        </p:tav>
                                      </p:tavLst>
                                    </p:anim>
                                  </p:childTnLst>
                                </p:cTn>
                              </p:par>
                            </p:childTnLst>
                          </p:cTn>
                        </p:par>
                      </p:childTnLst>
                    </p:cTn>
                  </p:par>
                  <p:par>
                    <p:cTn id="283" fill="hold">
                      <p:stCondLst>
                        <p:cond delay="indefinite"/>
                      </p:stCondLst>
                      <p:childTnLst>
                        <p:par>
                          <p:cTn id="284" fill="hold">
                            <p:stCondLst>
                              <p:cond delay="0"/>
                            </p:stCondLst>
                            <p:childTnLst>
                              <p:par>
                                <p:cTn id="285" presetID="37" presetClass="path" presetSubtype="0" accel="50000" decel="50000" fill="hold" grpId="2" nodeType="clickEffect">
                                  <p:stCondLst>
                                    <p:cond delay="0"/>
                                  </p:stCondLst>
                                  <p:childTnLst>
                                    <p:animMotion origin="layout" path="M -0.18906 0.00047 L -0.15859 0.04051 C -0.15221 0.04954 -0.1427 0.0544 -0.13268 0.0544 C -0.12122 0.0544 -0.11211 0.04954 -0.10573 0.04051 L -0.07513 0.00047 " pathEditMode="relative" rAng="0" ptsTypes="AAAAA">
                                      <p:cBhvr>
                                        <p:cTn id="286" dur="2000" fill="hold"/>
                                        <p:tgtEl>
                                          <p:spTgt spid="135"/>
                                        </p:tgtEl>
                                        <p:attrNameLst>
                                          <p:attrName>ppt_x</p:attrName>
                                          <p:attrName>ppt_y</p:attrName>
                                        </p:attrNameLst>
                                      </p:cBhvr>
                                      <p:rCtr x="5690" y="2685"/>
                                    </p:animMotion>
                                  </p:childTnLst>
                                </p:cTn>
                              </p:par>
                            </p:childTnLst>
                          </p:cTn>
                        </p:par>
                        <p:par>
                          <p:cTn id="287" fill="hold">
                            <p:stCondLst>
                              <p:cond delay="2000"/>
                            </p:stCondLst>
                            <p:childTnLst>
                              <p:par>
                                <p:cTn id="288" presetID="31" presetClass="exit" presetSubtype="0" fill="hold" nodeType="afterEffect">
                                  <p:stCondLst>
                                    <p:cond delay="0"/>
                                  </p:stCondLst>
                                  <p:childTnLst>
                                    <p:anim calcmode="lin" valueType="num">
                                      <p:cBhvr>
                                        <p:cTn id="289" dur="1000"/>
                                        <p:tgtEl>
                                          <p:spTgt spid="197"/>
                                        </p:tgtEl>
                                        <p:attrNameLst>
                                          <p:attrName>ppt_w</p:attrName>
                                        </p:attrNameLst>
                                      </p:cBhvr>
                                      <p:tavLst>
                                        <p:tav tm="0">
                                          <p:val>
                                            <p:strVal val="ppt_w"/>
                                          </p:val>
                                        </p:tav>
                                        <p:tav tm="100000">
                                          <p:val>
                                            <p:fltVal val="0"/>
                                          </p:val>
                                        </p:tav>
                                      </p:tavLst>
                                    </p:anim>
                                    <p:anim calcmode="lin" valueType="num">
                                      <p:cBhvr>
                                        <p:cTn id="290" dur="1000"/>
                                        <p:tgtEl>
                                          <p:spTgt spid="197"/>
                                        </p:tgtEl>
                                        <p:attrNameLst>
                                          <p:attrName>ppt_h</p:attrName>
                                        </p:attrNameLst>
                                      </p:cBhvr>
                                      <p:tavLst>
                                        <p:tav tm="0">
                                          <p:val>
                                            <p:strVal val="ppt_h"/>
                                          </p:val>
                                        </p:tav>
                                        <p:tav tm="100000">
                                          <p:val>
                                            <p:fltVal val="0"/>
                                          </p:val>
                                        </p:tav>
                                      </p:tavLst>
                                    </p:anim>
                                    <p:anim calcmode="lin" valueType="num">
                                      <p:cBhvr>
                                        <p:cTn id="291" dur="1000"/>
                                        <p:tgtEl>
                                          <p:spTgt spid="197"/>
                                        </p:tgtEl>
                                        <p:attrNameLst>
                                          <p:attrName>style.rotation</p:attrName>
                                        </p:attrNameLst>
                                      </p:cBhvr>
                                      <p:tavLst>
                                        <p:tav tm="0">
                                          <p:val>
                                            <p:fltVal val="0"/>
                                          </p:val>
                                        </p:tav>
                                        <p:tav tm="100000">
                                          <p:val>
                                            <p:fltVal val="90"/>
                                          </p:val>
                                        </p:tav>
                                      </p:tavLst>
                                    </p:anim>
                                    <p:animEffect transition="out" filter="fade">
                                      <p:cBhvr>
                                        <p:cTn id="292" dur="1000"/>
                                        <p:tgtEl>
                                          <p:spTgt spid="197"/>
                                        </p:tgtEl>
                                      </p:cBhvr>
                                    </p:animEffect>
                                    <p:set>
                                      <p:cBhvr>
                                        <p:cTn id="293" dur="1" fill="hold">
                                          <p:stCondLst>
                                            <p:cond delay="999"/>
                                          </p:stCondLst>
                                        </p:cTn>
                                        <p:tgtEl>
                                          <p:spTgt spid="197"/>
                                        </p:tgtEl>
                                        <p:attrNameLst>
                                          <p:attrName>style.visibility</p:attrName>
                                        </p:attrNameLst>
                                      </p:cBhvr>
                                      <p:to>
                                        <p:strVal val="hidden"/>
                                      </p:to>
                                    </p:set>
                                  </p:childTnLst>
                                </p:cTn>
                              </p:par>
                              <p:par>
                                <p:cTn id="294" presetID="10" presetClass="exit" presetSubtype="0" fill="hold" grpId="3" nodeType="withEffect">
                                  <p:stCondLst>
                                    <p:cond delay="0"/>
                                  </p:stCondLst>
                                  <p:childTnLst>
                                    <p:animEffect transition="out" filter="fade">
                                      <p:cBhvr>
                                        <p:cTn id="295" dur="500"/>
                                        <p:tgtEl>
                                          <p:spTgt spid="170"/>
                                        </p:tgtEl>
                                      </p:cBhvr>
                                    </p:animEffect>
                                    <p:set>
                                      <p:cBhvr>
                                        <p:cTn id="296" dur="1" fill="hold">
                                          <p:stCondLst>
                                            <p:cond delay="499"/>
                                          </p:stCondLst>
                                        </p:cTn>
                                        <p:tgtEl>
                                          <p:spTgt spid="170"/>
                                        </p:tgtEl>
                                        <p:attrNameLst>
                                          <p:attrName>style.visibility</p:attrName>
                                        </p:attrNameLst>
                                      </p:cBhvr>
                                      <p:to>
                                        <p:strVal val="hidden"/>
                                      </p:to>
                                    </p:set>
                                  </p:childTnLst>
                                </p:cTn>
                              </p:par>
                            </p:childTnLst>
                          </p:cTn>
                        </p:par>
                      </p:childTnLst>
                    </p:cTn>
                  </p:par>
                  <p:par>
                    <p:cTn id="297" fill="hold">
                      <p:stCondLst>
                        <p:cond delay="indefinite"/>
                      </p:stCondLst>
                      <p:childTnLst>
                        <p:par>
                          <p:cTn id="298" fill="hold">
                            <p:stCondLst>
                              <p:cond delay="0"/>
                            </p:stCondLst>
                            <p:childTnLst>
                              <p:par>
                                <p:cTn id="299" presetID="63" presetClass="path" presetSubtype="0" accel="50000" decel="50000" fill="hold" grpId="4" nodeType="clickEffect">
                                  <p:stCondLst>
                                    <p:cond delay="0"/>
                                  </p:stCondLst>
                                  <p:childTnLst>
                                    <p:animMotion origin="layout" path="M 0.11263 -0.00069 L 0.15026 -0.00023 " pathEditMode="relative" rAng="0" ptsTypes="AA">
                                      <p:cBhvr>
                                        <p:cTn id="300" dur="2000" fill="hold"/>
                                        <p:tgtEl>
                                          <p:spTgt spid="148"/>
                                        </p:tgtEl>
                                        <p:attrNameLst>
                                          <p:attrName>ppt_x</p:attrName>
                                          <p:attrName>ppt_y</p:attrName>
                                        </p:attrNameLst>
                                      </p:cBhvr>
                                      <p:rCtr x="1875" y="23"/>
                                    </p:animMotion>
                                  </p:childTnLst>
                                </p:cTn>
                              </p:par>
                            </p:childTnLst>
                          </p:cTn>
                        </p:par>
                      </p:childTnLst>
                    </p:cTn>
                  </p:par>
                  <p:par>
                    <p:cTn id="301" fill="hold">
                      <p:stCondLst>
                        <p:cond delay="indefinite"/>
                      </p:stCondLst>
                      <p:childTnLst>
                        <p:par>
                          <p:cTn id="302" fill="hold">
                            <p:stCondLst>
                              <p:cond delay="0"/>
                            </p:stCondLst>
                            <p:childTnLst>
                              <p:par>
                                <p:cTn id="303" presetID="22" presetClass="entr" presetSubtype="1" fill="hold" nodeType="clickEffect">
                                  <p:stCondLst>
                                    <p:cond delay="0"/>
                                  </p:stCondLst>
                                  <p:childTnLst>
                                    <p:set>
                                      <p:cBhvr>
                                        <p:cTn id="304" dur="1" fill="hold">
                                          <p:stCondLst>
                                            <p:cond delay="0"/>
                                          </p:stCondLst>
                                        </p:cTn>
                                        <p:tgtEl>
                                          <p:spTgt spid="163"/>
                                        </p:tgtEl>
                                        <p:attrNameLst>
                                          <p:attrName>style.visibility</p:attrName>
                                        </p:attrNameLst>
                                      </p:cBhvr>
                                      <p:to>
                                        <p:strVal val="visible"/>
                                      </p:to>
                                    </p:set>
                                    <p:animEffect transition="in" filter="wipe(up)">
                                      <p:cBhvr>
                                        <p:cTn id="305" dur="1000"/>
                                        <p:tgtEl>
                                          <p:spTgt spid="163"/>
                                        </p:tgtEl>
                                      </p:cBhvr>
                                    </p:animEffect>
                                  </p:childTnLst>
                                </p:cTn>
                              </p:par>
                            </p:childTnLst>
                          </p:cTn>
                        </p:par>
                        <p:par>
                          <p:cTn id="306" fill="hold">
                            <p:stCondLst>
                              <p:cond delay="1000"/>
                            </p:stCondLst>
                            <p:childTnLst>
                              <p:par>
                                <p:cTn id="307" presetID="45" presetClass="entr" presetSubtype="0" fill="hold" grpId="0" nodeType="afterEffect">
                                  <p:stCondLst>
                                    <p:cond delay="0"/>
                                  </p:stCondLst>
                                  <p:childTnLst>
                                    <p:set>
                                      <p:cBhvr>
                                        <p:cTn id="308" dur="1" fill="hold">
                                          <p:stCondLst>
                                            <p:cond delay="0"/>
                                          </p:stCondLst>
                                        </p:cTn>
                                        <p:tgtEl>
                                          <p:spTgt spid="173"/>
                                        </p:tgtEl>
                                        <p:attrNameLst>
                                          <p:attrName>style.visibility</p:attrName>
                                        </p:attrNameLst>
                                      </p:cBhvr>
                                      <p:to>
                                        <p:strVal val="visible"/>
                                      </p:to>
                                    </p:set>
                                    <p:animEffect transition="in" filter="fade">
                                      <p:cBhvr>
                                        <p:cTn id="309" dur="2000"/>
                                        <p:tgtEl>
                                          <p:spTgt spid="173"/>
                                        </p:tgtEl>
                                      </p:cBhvr>
                                    </p:animEffect>
                                    <p:anim calcmode="lin" valueType="num">
                                      <p:cBhvr>
                                        <p:cTn id="310" dur="2000" fill="hold"/>
                                        <p:tgtEl>
                                          <p:spTgt spid="173"/>
                                        </p:tgtEl>
                                        <p:attrNameLst>
                                          <p:attrName>ppt_w</p:attrName>
                                        </p:attrNameLst>
                                      </p:cBhvr>
                                      <p:tavLst>
                                        <p:tav tm="0" fmla="#ppt_w*sin(2.5*pi*$)">
                                          <p:val>
                                            <p:fltVal val="0"/>
                                          </p:val>
                                        </p:tav>
                                        <p:tav tm="100000">
                                          <p:val>
                                            <p:fltVal val="1"/>
                                          </p:val>
                                        </p:tav>
                                      </p:tavLst>
                                    </p:anim>
                                    <p:anim calcmode="lin" valueType="num">
                                      <p:cBhvr>
                                        <p:cTn id="311" dur="2000" fill="hold"/>
                                        <p:tgtEl>
                                          <p:spTgt spid="173"/>
                                        </p:tgtEl>
                                        <p:attrNameLst>
                                          <p:attrName>ppt_h</p:attrName>
                                        </p:attrNameLst>
                                      </p:cBhvr>
                                      <p:tavLst>
                                        <p:tav tm="0">
                                          <p:val>
                                            <p:strVal val="#ppt_h"/>
                                          </p:val>
                                        </p:tav>
                                        <p:tav tm="100000">
                                          <p:val>
                                            <p:strVal val="#ppt_h"/>
                                          </p:val>
                                        </p:tav>
                                      </p:tavLst>
                                    </p:anim>
                                  </p:childTnLst>
                                </p:cTn>
                              </p:par>
                            </p:childTnLst>
                          </p:cTn>
                        </p:par>
                      </p:childTnLst>
                    </p:cTn>
                  </p:par>
                  <p:par>
                    <p:cTn id="312" fill="hold">
                      <p:stCondLst>
                        <p:cond delay="indefinite"/>
                      </p:stCondLst>
                      <p:childTnLst>
                        <p:par>
                          <p:cTn id="313" fill="hold">
                            <p:stCondLst>
                              <p:cond delay="0"/>
                            </p:stCondLst>
                            <p:childTnLst>
                              <p:par>
                                <p:cTn id="314" presetID="31" presetClass="exit" presetSubtype="0" fill="hold" nodeType="clickEffect">
                                  <p:stCondLst>
                                    <p:cond delay="0"/>
                                  </p:stCondLst>
                                  <p:childTnLst>
                                    <p:anim calcmode="lin" valueType="num">
                                      <p:cBhvr>
                                        <p:cTn id="315" dur="1000"/>
                                        <p:tgtEl>
                                          <p:spTgt spid="163"/>
                                        </p:tgtEl>
                                        <p:attrNameLst>
                                          <p:attrName>ppt_w</p:attrName>
                                        </p:attrNameLst>
                                      </p:cBhvr>
                                      <p:tavLst>
                                        <p:tav tm="0">
                                          <p:val>
                                            <p:strVal val="ppt_w"/>
                                          </p:val>
                                        </p:tav>
                                        <p:tav tm="100000">
                                          <p:val>
                                            <p:fltVal val="0"/>
                                          </p:val>
                                        </p:tav>
                                      </p:tavLst>
                                    </p:anim>
                                    <p:anim calcmode="lin" valueType="num">
                                      <p:cBhvr>
                                        <p:cTn id="316" dur="1000"/>
                                        <p:tgtEl>
                                          <p:spTgt spid="163"/>
                                        </p:tgtEl>
                                        <p:attrNameLst>
                                          <p:attrName>ppt_h</p:attrName>
                                        </p:attrNameLst>
                                      </p:cBhvr>
                                      <p:tavLst>
                                        <p:tav tm="0">
                                          <p:val>
                                            <p:strVal val="ppt_h"/>
                                          </p:val>
                                        </p:tav>
                                        <p:tav tm="100000">
                                          <p:val>
                                            <p:fltVal val="0"/>
                                          </p:val>
                                        </p:tav>
                                      </p:tavLst>
                                    </p:anim>
                                    <p:anim calcmode="lin" valueType="num">
                                      <p:cBhvr>
                                        <p:cTn id="317" dur="1000"/>
                                        <p:tgtEl>
                                          <p:spTgt spid="163"/>
                                        </p:tgtEl>
                                        <p:attrNameLst>
                                          <p:attrName>style.rotation</p:attrName>
                                        </p:attrNameLst>
                                      </p:cBhvr>
                                      <p:tavLst>
                                        <p:tav tm="0">
                                          <p:val>
                                            <p:fltVal val="0"/>
                                          </p:val>
                                        </p:tav>
                                        <p:tav tm="100000">
                                          <p:val>
                                            <p:fltVal val="90"/>
                                          </p:val>
                                        </p:tav>
                                      </p:tavLst>
                                    </p:anim>
                                    <p:animEffect transition="out" filter="fade">
                                      <p:cBhvr>
                                        <p:cTn id="318" dur="1000"/>
                                        <p:tgtEl>
                                          <p:spTgt spid="163"/>
                                        </p:tgtEl>
                                      </p:cBhvr>
                                    </p:animEffect>
                                    <p:set>
                                      <p:cBhvr>
                                        <p:cTn id="319" dur="1" fill="hold">
                                          <p:stCondLst>
                                            <p:cond delay="999"/>
                                          </p:stCondLst>
                                        </p:cTn>
                                        <p:tgtEl>
                                          <p:spTgt spid="163"/>
                                        </p:tgtEl>
                                        <p:attrNameLst>
                                          <p:attrName>style.visibility</p:attrName>
                                        </p:attrNameLst>
                                      </p:cBhvr>
                                      <p:to>
                                        <p:strVal val="hidden"/>
                                      </p:to>
                                    </p:set>
                                  </p:childTnLst>
                                </p:cTn>
                              </p:par>
                              <p:par>
                                <p:cTn id="320" presetID="10" presetClass="exit" presetSubtype="0" fill="hold" grpId="1" nodeType="withEffect">
                                  <p:stCondLst>
                                    <p:cond delay="0"/>
                                  </p:stCondLst>
                                  <p:childTnLst>
                                    <p:animEffect transition="out" filter="fade">
                                      <p:cBhvr>
                                        <p:cTn id="321" dur="500"/>
                                        <p:tgtEl>
                                          <p:spTgt spid="173"/>
                                        </p:tgtEl>
                                      </p:cBhvr>
                                    </p:animEffect>
                                    <p:set>
                                      <p:cBhvr>
                                        <p:cTn id="322" dur="1" fill="hold">
                                          <p:stCondLst>
                                            <p:cond delay="499"/>
                                          </p:stCondLst>
                                        </p:cTn>
                                        <p:tgtEl>
                                          <p:spTgt spid="173"/>
                                        </p:tgtEl>
                                        <p:attrNameLst>
                                          <p:attrName>style.visibility</p:attrName>
                                        </p:attrNameLst>
                                      </p:cBhvr>
                                      <p:to>
                                        <p:strVal val="hidden"/>
                                      </p:to>
                                    </p:set>
                                  </p:childTnLst>
                                </p:cTn>
                              </p:par>
                            </p:childTnLst>
                          </p:cTn>
                        </p:par>
                      </p:childTnLst>
                    </p:cTn>
                  </p:par>
                  <p:par>
                    <p:cTn id="323" fill="hold">
                      <p:stCondLst>
                        <p:cond delay="indefinite"/>
                      </p:stCondLst>
                      <p:childTnLst>
                        <p:par>
                          <p:cTn id="324" fill="hold">
                            <p:stCondLst>
                              <p:cond delay="0"/>
                            </p:stCondLst>
                            <p:childTnLst>
                              <p:par>
                                <p:cTn id="325" presetID="63" presetClass="path" presetSubtype="0" accel="50000" decel="50000" fill="hold" grpId="5" nodeType="clickEffect">
                                  <p:stCondLst>
                                    <p:cond delay="0"/>
                                  </p:stCondLst>
                                  <p:childTnLst>
                                    <p:animMotion origin="layout" path="M 0.15026 -0.00023 L 0.18802 -3.33333E-6 " pathEditMode="relative" rAng="0" ptsTypes="AA">
                                      <p:cBhvr>
                                        <p:cTn id="326" dur="2000" fill="hold"/>
                                        <p:tgtEl>
                                          <p:spTgt spid="148"/>
                                        </p:tgtEl>
                                        <p:attrNameLst>
                                          <p:attrName>ppt_x</p:attrName>
                                          <p:attrName>ppt_y</p:attrName>
                                        </p:attrNameLst>
                                      </p:cBhvr>
                                      <p:rCtr x="1888" y="0"/>
                                    </p:animMotion>
                                  </p:childTnLst>
                                </p:cTn>
                              </p:par>
                            </p:childTnLst>
                          </p:cTn>
                        </p:par>
                      </p:childTnLst>
                    </p:cTn>
                  </p:par>
                  <p:par>
                    <p:cTn id="327" fill="hold">
                      <p:stCondLst>
                        <p:cond delay="indefinite"/>
                      </p:stCondLst>
                      <p:childTnLst>
                        <p:par>
                          <p:cTn id="328" fill="hold">
                            <p:stCondLst>
                              <p:cond delay="0"/>
                            </p:stCondLst>
                            <p:childTnLst>
                              <p:par>
                                <p:cTn id="329" presetID="22" presetClass="entr" presetSubtype="1" fill="hold" nodeType="clickEffect">
                                  <p:stCondLst>
                                    <p:cond delay="0"/>
                                  </p:stCondLst>
                                  <p:childTnLst>
                                    <p:set>
                                      <p:cBhvr>
                                        <p:cTn id="330" dur="1" fill="hold">
                                          <p:stCondLst>
                                            <p:cond delay="0"/>
                                          </p:stCondLst>
                                        </p:cTn>
                                        <p:tgtEl>
                                          <p:spTgt spid="160"/>
                                        </p:tgtEl>
                                        <p:attrNameLst>
                                          <p:attrName>style.visibility</p:attrName>
                                        </p:attrNameLst>
                                      </p:cBhvr>
                                      <p:to>
                                        <p:strVal val="visible"/>
                                      </p:to>
                                    </p:set>
                                    <p:animEffect transition="in" filter="wipe(up)">
                                      <p:cBhvr>
                                        <p:cTn id="331" dur="1000"/>
                                        <p:tgtEl>
                                          <p:spTgt spid="160"/>
                                        </p:tgtEl>
                                      </p:cBhvr>
                                    </p:animEffect>
                                  </p:childTnLst>
                                </p:cTn>
                              </p:par>
                            </p:childTnLst>
                          </p:cTn>
                        </p:par>
                        <p:par>
                          <p:cTn id="332" fill="hold">
                            <p:stCondLst>
                              <p:cond delay="1000"/>
                            </p:stCondLst>
                            <p:childTnLst>
                              <p:par>
                                <p:cTn id="333" presetID="45" presetClass="entr" presetSubtype="0" fill="hold" grpId="0" nodeType="afterEffect">
                                  <p:stCondLst>
                                    <p:cond delay="0"/>
                                  </p:stCondLst>
                                  <p:childTnLst>
                                    <p:set>
                                      <p:cBhvr>
                                        <p:cTn id="334" dur="1" fill="hold">
                                          <p:stCondLst>
                                            <p:cond delay="0"/>
                                          </p:stCondLst>
                                        </p:cTn>
                                        <p:tgtEl>
                                          <p:spTgt spid="175"/>
                                        </p:tgtEl>
                                        <p:attrNameLst>
                                          <p:attrName>style.visibility</p:attrName>
                                        </p:attrNameLst>
                                      </p:cBhvr>
                                      <p:to>
                                        <p:strVal val="visible"/>
                                      </p:to>
                                    </p:set>
                                    <p:animEffect transition="in" filter="fade">
                                      <p:cBhvr>
                                        <p:cTn id="335" dur="2000"/>
                                        <p:tgtEl>
                                          <p:spTgt spid="175"/>
                                        </p:tgtEl>
                                      </p:cBhvr>
                                    </p:animEffect>
                                    <p:anim calcmode="lin" valueType="num">
                                      <p:cBhvr>
                                        <p:cTn id="336" dur="2000" fill="hold"/>
                                        <p:tgtEl>
                                          <p:spTgt spid="175"/>
                                        </p:tgtEl>
                                        <p:attrNameLst>
                                          <p:attrName>ppt_w</p:attrName>
                                        </p:attrNameLst>
                                      </p:cBhvr>
                                      <p:tavLst>
                                        <p:tav tm="0" fmla="#ppt_w*sin(2.5*pi*$)">
                                          <p:val>
                                            <p:fltVal val="0"/>
                                          </p:val>
                                        </p:tav>
                                        <p:tav tm="100000">
                                          <p:val>
                                            <p:fltVal val="1"/>
                                          </p:val>
                                        </p:tav>
                                      </p:tavLst>
                                    </p:anim>
                                    <p:anim calcmode="lin" valueType="num">
                                      <p:cBhvr>
                                        <p:cTn id="337" dur="2000" fill="hold"/>
                                        <p:tgtEl>
                                          <p:spTgt spid="175"/>
                                        </p:tgtEl>
                                        <p:attrNameLst>
                                          <p:attrName>ppt_h</p:attrName>
                                        </p:attrNameLst>
                                      </p:cBhvr>
                                      <p:tavLst>
                                        <p:tav tm="0">
                                          <p:val>
                                            <p:strVal val="#ppt_h"/>
                                          </p:val>
                                        </p:tav>
                                        <p:tav tm="100000">
                                          <p:val>
                                            <p:strVal val="#ppt_h"/>
                                          </p:val>
                                        </p:tav>
                                      </p:tavLst>
                                    </p:anim>
                                  </p:childTnLst>
                                </p:cTn>
                              </p:par>
                            </p:childTnLst>
                          </p:cTn>
                        </p:par>
                      </p:childTnLst>
                    </p:cTn>
                  </p:par>
                  <p:par>
                    <p:cTn id="338" fill="hold">
                      <p:stCondLst>
                        <p:cond delay="indefinite"/>
                      </p:stCondLst>
                      <p:childTnLst>
                        <p:par>
                          <p:cTn id="339" fill="hold">
                            <p:stCondLst>
                              <p:cond delay="0"/>
                            </p:stCondLst>
                            <p:childTnLst>
                              <p:par>
                                <p:cTn id="340" presetID="31" presetClass="exit" presetSubtype="0" fill="hold" nodeType="clickEffect">
                                  <p:stCondLst>
                                    <p:cond delay="0"/>
                                  </p:stCondLst>
                                  <p:childTnLst>
                                    <p:anim calcmode="lin" valueType="num">
                                      <p:cBhvr>
                                        <p:cTn id="341" dur="1000"/>
                                        <p:tgtEl>
                                          <p:spTgt spid="160"/>
                                        </p:tgtEl>
                                        <p:attrNameLst>
                                          <p:attrName>ppt_w</p:attrName>
                                        </p:attrNameLst>
                                      </p:cBhvr>
                                      <p:tavLst>
                                        <p:tav tm="0">
                                          <p:val>
                                            <p:strVal val="ppt_w"/>
                                          </p:val>
                                        </p:tav>
                                        <p:tav tm="100000">
                                          <p:val>
                                            <p:fltVal val="0"/>
                                          </p:val>
                                        </p:tav>
                                      </p:tavLst>
                                    </p:anim>
                                    <p:anim calcmode="lin" valueType="num">
                                      <p:cBhvr>
                                        <p:cTn id="342" dur="1000"/>
                                        <p:tgtEl>
                                          <p:spTgt spid="160"/>
                                        </p:tgtEl>
                                        <p:attrNameLst>
                                          <p:attrName>ppt_h</p:attrName>
                                        </p:attrNameLst>
                                      </p:cBhvr>
                                      <p:tavLst>
                                        <p:tav tm="0">
                                          <p:val>
                                            <p:strVal val="ppt_h"/>
                                          </p:val>
                                        </p:tav>
                                        <p:tav tm="100000">
                                          <p:val>
                                            <p:fltVal val="0"/>
                                          </p:val>
                                        </p:tav>
                                      </p:tavLst>
                                    </p:anim>
                                    <p:anim calcmode="lin" valueType="num">
                                      <p:cBhvr>
                                        <p:cTn id="343" dur="1000"/>
                                        <p:tgtEl>
                                          <p:spTgt spid="160"/>
                                        </p:tgtEl>
                                        <p:attrNameLst>
                                          <p:attrName>style.rotation</p:attrName>
                                        </p:attrNameLst>
                                      </p:cBhvr>
                                      <p:tavLst>
                                        <p:tav tm="0">
                                          <p:val>
                                            <p:fltVal val="0"/>
                                          </p:val>
                                        </p:tav>
                                        <p:tav tm="100000">
                                          <p:val>
                                            <p:fltVal val="90"/>
                                          </p:val>
                                        </p:tav>
                                      </p:tavLst>
                                    </p:anim>
                                    <p:animEffect transition="out" filter="fade">
                                      <p:cBhvr>
                                        <p:cTn id="344" dur="1000"/>
                                        <p:tgtEl>
                                          <p:spTgt spid="160"/>
                                        </p:tgtEl>
                                      </p:cBhvr>
                                    </p:animEffect>
                                    <p:set>
                                      <p:cBhvr>
                                        <p:cTn id="345" dur="1" fill="hold">
                                          <p:stCondLst>
                                            <p:cond delay="999"/>
                                          </p:stCondLst>
                                        </p:cTn>
                                        <p:tgtEl>
                                          <p:spTgt spid="160"/>
                                        </p:tgtEl>
                                        <p:attrNameLst>
                                          <p:attrName>style.visibility</p:attrName>
                                        </p:attrNameLst>
                                      </p:cBhvr>
                                      <p:to>
                                        <p:strVal val="hidden"/>
                                      </p:to>
                                    </p:set>
                                  </p:childTnLst>
                                </p:cTn>
                              </p:par>
                              <p:par>
                                <p:cTn id="346" presetID="10" presetClass="exit" presetSubtype="0" fill="hold" grpId="1" nodeType="withEffect">
                                  <p:stCondLst>
                                    <p:cond delay="0"/>
                                  </p:stCondLst>
                                  <p:childTnLst>
                                    <p:animEffect transition="out" filter="fade">
                                      <p:cBhvr>
                                        <p:cTn id="347" dur="500"/>
                                        <p:tgtEl>
                                          <p:spTgt spid="175"/>
                                        </p:tgtEl>
                                      </p:cBhvr>
                                    </p:animEffect>
                                    <p:set>
                                      <p:cBhvr>
                                        <p:cTn id="348" dur="1" fill="hold">
                                          <p:stCondLst>
                                            <p:cond delay="499"/>
                                          </p:stCondLst>
                                        </p:cTn>
                                        <p:tgtEl>
                                          <p:spTgt spid="175"/>
                                        </p:tgtEl>
                                        <p:attrNameLst>
                                          <p:attrName>style.visibility</p:attrName>
                                        </p:attrNameLst>
                                      </p:cBhvr>
                                      <p:to>
                                        <p:strVal val="hidden"/>
                                      </p:to>
                                    </p:set>
                                  </p:childTnLst>
                                </p:cTn>
                              </p:par>
                            </p:childTnLst>
                          </p:cTn>
                        </p:par>
                      </p:childTnLst>
                    </p:cTn>
                  </p:par>
                  <p:par>
                    <p:cTn id="349" fill="hold">
                      <p:stCondLst>
                        <p:cond delay="indefinite"/>
                      </p:stCondLst>
                      <p:childTnLst>
                        <p:par>
                          <p:cTn id="350" fill="hold">
                            <p:stCondLst>
                              <p:cond delay="0"/>
                            </p:stCondLst>
                            <p:childTnLst>
                              <p:par>
                                <p:cTn id="351" presetID="63" presetClass="path" presetSubtype="0" accel="50000" decel="50000" fill="hold" grpId="6" nodeType="clickEffect">
                                  <p:stCondLst>
                                    <p:cond delay="0"/>
                                  </p:stCondLst>
                                  <p:childTnLst>
                                    <p:animMotion origin="layout" path="M 0.18802 -3.33333E-6 L 0.22709 0.00047 " pathEditMode="relative" rAng="0" ptsTypes="AA">
                                      <p:cBhvr>
                                        <p:cTn id="352" dur="2000" fill="hold"/>
                                        <p:tgtEl>
                                          <p:spTgt spid="148"/>
                                        </p:tgtEl>
                                        <p:attrNameLst>
                                          <p:attrName>ppt_x</p:attrName>
                                          <p:attrName>ppt_y</p:attrName>
                                        </p:attrNameLst>
                                      </p:cBhvr>
                                      <p:rCtr x="1953" y="23"/>
                                    </p:animMotion>
                                  </p:childTnLst>
                                </p:cTn>
                              </p:par>
                            </p:childTnLst>
                          </p:cTn>
                        </p:par>
                      </p:childTnLst>
                    </p:cTn>
                  </p:par>
                  <p:par>
                    <p:cTn id="353" fill="hold">
                      <p:stCondLst>
                        <p:cond delay="indefinite"/>
                      </p:stCondLst>
                      <p:childTnLst>
                        <p:par>
                          <p:cTn id="354" fill="hold">
                            <p:stCondLst>
                              <p:cond delay="0"/>
                            </p:stCondLst>
                            <p:childTnLst>
                              <p:par>
                                <p:cTn id="355" presetID="22" presetClass="entr" presetSubtype="1" fill="hold" nodeType="clickEffect">
                                  <p:stCondLst>
                                    <p:cond delay="0"/>
                                  </p:stCondLst>
                                  <p:childTnLst>
                                    <p:set>
                                      <p:cBhvr>
                                        <p:cTn id="356" dur="1" fill="hold">
                                          <p:stCondLst>
                                            <p:cond delay="0"/>
                                          </p:stCondLst>
                                        </p:cTn>
                                        <p:tgtEl>
                                          <p:spTgt spid="155"/>
                                        </p:tgtEl>
                                        <p:attrNameLst>
                                          <p:attrName>style.visibility</p:attrName>
                                        </p:attrNameLst>
                                      </p:cBhvr>
                                      <p:to>
                                        <p:strVal val="visible"/>
                                      </p:to>
                                    </p:set>
                                    <p:animEffect transition="in" filter="wipe(up)">
                                      <p:cBhvr>
                                        <p:cTn id="357" dur="1000"/>
                                        <p:tgtEl>
                                          <p:spTgt spid="155"/>
                                        </p:tgtEl>
                                      </p:cBhvr>
                                    </p:animEffect>
                                  </p:childTnLst>
                                </p:cTn>
                              </p:par>
                            </p:childTnLst>
                          </p:cTn>
                        </p:par>
                        <p:par>
                          <p:cTn id="358" fill="hold">
                            <p:stCondLst>
                              <p:cond delay="1000"/>
                            </p:stCondLst>
                            <p:childTnLst>
                              <p:par>
                                <p:cTn id="359" presetID="45" presetClass="entr" presetSubtype="0" fill="hold" grpId="0" nodeType="afterEffect">
                                  <p:stCondLst>
                                    <p:cond delay="0"/>
                                  </p:stCondLst>
                                  <p:childTnLst>
                                    <p:set>
                                      <p:cBhvr>
                                        <p:cTn id="360" dur="1" fill="hold">
                                          <p:stCondLst>
                                            <p:cond delay="0"/>
                                          </p:stCondLst>
                                        </p:cTn>
                                        <p:tgtEl>
                                          <p:spTgt spid="177"/>
                                        </p:tgtEl>
                                        <p:attrNameLst>
                                          <p:attrName>style.visibility</p:attrName>
                                        </p:attrNameLst>
                                      </p:cBhvr>
                                      <p:to>
                                        <p:strVal val="visible"/>
                                      </p:to>
                                    </p:set>
                                    <p:animEffect transition="in" filter="fade">
                                      <p:cBhvr>
                                        <p:cTn id="361" dur="2000"/>
                                        <p:tgtEl>
                                          <p:spTgt spid="177"/>
                                        </p:tgtEl>
                                      </p:cBhvr>
                                    </p:animEffect>
                                    <p:anim calcmode="lin" valueType="num">
                                      <p:cBhvr>
                                        <p:cTn id="362" dur="2000" fill="hold"/>
                                        <p:tgtEl>
                                          <p:spTgt spid="177"/>
                                        </p:tgtEl>
                                        <p:attrNameLst>
                                          <p:attrName>ppt_w</p:attrName>
                                        </p:attrNameLst>
                                      </p:cBhvr>
                                      <p:tavLst>
                                        <p:tav tm="0" fmla="#ppt_w*sin(2.5*pi*$)">
                                          <p:val>
                                            <p:fltVal val="0"/>
                                          </p:val>
                                        </p:tav>
                                        <p:tav tm="100000">
                                          <p:val>
                                            <p:fltVal val="1"/>
                                          </p:val>
                                        </p:tav>
                                      </p:tavLst>
                                    </p:anim>
                                    <p:anim calcmode="lin" valueType="num">
                                      <p:cBhvr>
                                        <p:cTn id="363" dur="2000" fill="hold"/>
                                        <p:tgtEl>
                                          <p:spTgt spid="177"/>
                                        </p:tgtEl>
                                        <p:attrNameLst>
                                          <p:attrName>ppt_h</p:attrName>
                                        </p:attrNameLst>
                                      </p:cBhvr>
                                      <p:tavLst>
                                        <p:tav tm="0">
                                          <p:val>
                                            <p:strVal val="#ppt_h"/>
                                          </p:val>
                                        </p:tav>
                                        <p:tav tm="100000">
                                          <p:val>
                                            <p:strVal val="#ppt_h"/>
                                          </p:val>
                                        </p:tav>
                                      </p:tavLst>
                                    </p:anim>
                                  </p:childTnLst>
                                </p:cTn>
                              </p:par>
                            </p:childTnLst>
                          </p:cTn>
                        </p:par>
                      </p:childTnLst>
                    </p:cTn>
                  </p:par>
                  <p:par>
                    <p:cTn id="364" fill="hold">
                      <p:stCondLst>
                        <p:cond delay="indefinite"/>
                      </p:stCondLst>
                      <p:childTnLst>
                        <p:par>
                          <p:cTn id="365" fill="hold">
                            <p:stCondLst>
                              <p:cond delay="0"/>
                            </p:stCondLst>
                            <p:childTnLst>
                              <p:par>
                                <p:cTn id="366" presetID="31" presetClass="exit" presetSubtype="0" fill="hold" nodeType="clickEffect">
                                  <p:stCondLst>
                                    <p:cond delay="0"/>
                                  </p:stCondLst>
                                  <p:childTnLst>
                                    <p:anim calcmode="lin" valueType="num">
                                      <p:cBhvr>
                                        <p:cTn id="367" dur="1000"/>
                                        <p:tgtEl>
                                          <p:spTgt spid="155"/>
                                        </p:tgtEl>
                                        <p:attrNameLst>
                                          <p:attrName>ppt_w</p:attrName>
                                        </p:attrNameLst>
                                      </p:cBhvr>
                                      <p:tavLst>
                                        <p:tav tm="0">
                                          <p:val>
                                            <p:strVal val="ppt_w"/>
                                          </p:val>
                                        </p:tav>
                                        <p:tav tm="100000">
                                          <p:val>
                                            <p:fltVal val="0"/>
                                          </p:val>
                                        </p:tav>
                                      </p:tavLst>
                                    </p:anim>
                                    <p:anim calcmode="lin" valueType="num">
                                      <p:cBhvr>
                                        <p:cTn id="368" dur="1000"/>
                                        <p:tgtEl>
                                          <p:spTgt spid="155"/>
                                        </p:tgtEl>
                                        <p:attrNameLst>
                                          <p:attrName>ppt_h</p:attrName>
                                        </p:attrNameLst>
                                      </p:cBhvr>
                                      <p:tavLst>
                                        <p:tav tm="0">
                                          <p:val>
                                            <p:strVal val="ppt_h"/>
                                          </p:val>
                                        </p:tav>
                                        <p:tav tm="100000">
                                          <p:val>
                                            <p:fltVal val="0"/>
                                          </p:val>
                                        </p:tav>
                                      </p:tavLst>
                                    </p:anim>
                                    <p:anim calcmode="lin" valueType="num">
                                      <p:cBhvr>
                                        <p:cTn id="369" dur="1000"/>
                                        <p:tgtEl>
                                          <p:spTgt spid="155"/>
                                        </p:tgtEl>
                                        <p:attrNameLst>
                                          <p:attrName>style.rotation</p:attrName>
                                        </p:attrNameLst>
                                      </p:cBhvr>
                                      <p:tavLst>
                                        <p:tav tm="0">
                                          <p:val>
                                            <p:fltVal val="0"/>
                                          </p:val>
                                        </p:tav>
                                        <p:tav tm="100000">
                                          <p:val>
                                            <p:fltVal val="90"/>
                                          </p:val>
                                        </p:tav>
                                      </p:tavLst>
                                    </p:anim>
                                    <p:animEffect transition="out" filter="fade">
                                      <p:cBhvr>
                                        <p:cTn id="370" dur="1000"/>
                                        <p:tgtEl>
                                          <p:spTgt spid="155"/>
                                        </p:tgtEl>
                                      </p:cBhvr>
                                    </p:animEffect>
                                    <p:set>
                                      <p:cBhvr>
                                        <p:cTn id="371" dur="1" fill="hold">
                                          <p:stCondLst>
                                            <p:cond delay="999"/>
                                          </p:stCondLst>
                                        </p:cTn>
                                        <p:tgtEl>
                                          <p:spTgt spid="155"/>
                                        </p:tgtEl>
                                        <p:attrNameLst>
                                          <p:attrName>style.visibility</p:attrName>
                                        </p:attrNameLst>
                                      </p:cBhvr>
                                      <p:to>
                                        <p:strVal val="hidden"/>
                                      </p:to>
                                    </p:set>
                                  </p:childTnLst>
                                </p:cTn>
                              </p:par>
                              <p:par>
                                <p:cTn id="372" presetID="10" presetClass="exit" presetSubtype="0" fill="hold" grpId="1" nodeType="withEffect">
                                  <p:stCondLst>
                                    <p:cond delay="0"/>
                                  </p:stCondLst>
                                  <p:childTnLst>
                                    <p:animEffect transition="out" filter="fade">
                                      <p:cBhvr>
                                        <p:cTn id="373" dur="500"/>
                                        <p:tgtEl>
                                          <p:spTgt spid="177"/>
                                        </p:tgtEl>
                                      </p:cBhvr>
                                    </p:animEffect>
                                    <p:set>
                                      <p:cBhvr>
                                        <p:cTn id="374" dur="1" fill="hold">
                                          <p:stCondLst>
                                            <p:cond delay="499"/>
                                          </p:stCondLst>
                                        </p:cTn>
                                        <p:tgtEl>
                                          <p:spTgt spid="177"/>
                                        </p:tgtEl>
                                        <p:attrNameLst>
                                          <p:attrName>style.visibility</p:attrName>
                                        </p:attrNameLst>
                                      </p:cBhvr>
                                      <p:to>
                                        <p:strVal val="hidden"/>
                                      </p:to>
                                    </p:set>
                                  </p:childTnLst>
                                </p:cTn>
                              </p:par>
                            </p:childTnLst>
                          </p:cTn>
                        </p:par>
                      </p:childTnLst>
                    </p:cTn>
                  </p:par>
                  <p:par>
                    <p:cTn id="375" fill="hold">
                      <p:stCondLst>
                        <p:cond delay="indefinite"/>
                      </p:stCondLst>
                      <p:childTnLst>
                        <p:par>
                          <p:cTn id="376" fill="hold">
                            <p:stCondLst>
                              <p:cond delay="0"/>
                            </p:stCondLst>
                            <p:childTnLst>
                              <p:par>
                                <p:cTn id="377" presetID="63" presetClass="path" presetSubtype="0" accel="50000" decel="50000" fill="hold" grpId="7" nodeType="clickEffect">
                                  <p:stCondLst>
                                    <p:cond delay="0"/>
                                  </p:stCondLst>
                                  <p:childTnLst>
                                    <p:animMotion origin="layout" path="M 0.22709 0.00047 L 0.26485 0.00023 " pathEditMode="relative" rAng="0" ptsTypes="AA">
                                      <p:cBhvr>
                                        <p:cTn id="378" dur="2000" fill="hold"/>
                                        <p:tgtEl>
                                          <p:spTgt spid="148"/>
                                        </p:tgtEl>
                                        <p:attrNameLst>
                                          <p:attrName>ppt_x</p:attrName>
                                          <p:attrName>ppt_y</p:attrName>
                                        </p:attrNameLst>
                                      </p:cBhvr>
                                      <p:rCtr x="1888" y="-23"/>
                                    </p:animMotion>
                                  </p:childTnLst>
                                </p:cTn>
                              </p:par>
                            </p:childTnLst>
                          </p:cTn>
                        </p:par>
                      </p:childTnLst>
                    </p:cTn>
                  </p:par>
                  <p:par>
                    <p:cTn id="379" fill="hold">
                      <p:stCondLst>
                        <p:cond delay="indefinite"/>
                      </p:stCondLst>
                      <p:childTnLst>
                        <p:par>
                          <p:cTn id="380" fill="hold">
                            <p:stCondLst>
                              <p:cond delay="0"/>
                            </p:stCondLst>
                            <p:childTnLst>
                              <p:par>
                                <p:cTn id="381" presetID="22" presetClass="entr" presetSubtype="1" fill="hold" nodeType="clickEffect">
                                  <p:stCondLst>
                                    <p:cond delay="0"/>
                                  </p:stCondLst>
                                  <p:childTnLst>
                                    <p:set>
                                      <p:cBhvr>
                                        <p:cTn id="382" dur="1" fill="hold">
                                          <p:stCondLst>
                                            <p:cond delay="0"/>
                                          </p:stCondLst>
                                        </p:cTn>
                                        <p:tgtEl>
                                          <p:spTgt spid="152"/>
                                        </p:tgtEl>
                                        <p:attrNameLst>
                                          <p:attrName>style.visibility</p:attrName>
                                        </p:attrNameLst>
                                      </p:cBhvr>
                                      <p:to>
                                        <p:strVal val="visible"/>
                                      </p:to>
                                    </p:set>
                                    <p:animEffect transition="in" filter="wipe(up)">
                                      <p:cBhvr>
                                        <p:cTn id="383" dur="1000"/>
                                        <p:tgtEl>
                                          <p:spTgt spid="152"/>
                                        </p:tgtEl>
                                      </p:cBhvr>
                                    </p:animEffect>
                                  </p:childTnLst>
                                </p:cTn>
                              </p:par>
                            </p:childTnLst>
                          </p:cTn>
                        </p:par>
                        <p:par>
                          <p:cTn id="384" fill="hold">
                            <p:stCondLst>
                              <p:cond delay="1000"/>
                            </p:stCondLst>
                            <p:childTnLst>
                              <p:par>
                                <p:cTn id="385" presetID="45" presetClass="entr" presetSubtype="0" fill="hold" grpId="0" nodeType="afterEffect">
                                  <p:stCondLst>
                                    <p:cond delay="0"/>
                                  </p:stCondLst>
                                  <p:childTnLst>
                                    <p:set>
                                      <p:cBhvr>
                                        <p:cTn id="386" dur="1" fill="hold">
                                          <p:stCondLst>
                                            <p:cond delay="0"/>
                                          </p:stCondLst>
                                        </p:cTn>
                                        <p:tgtEl>
                                          <p:spTgt spid="179"/>
                                        </p:tgtEl>
                                        <p:attrNameLst>
                                          <p:attrName>style.visibility</p:attrName>
                                        </p:attrNameLst>
                                      </p:cBhvr>
                                      <p:to>
                                        <p:strVal val="visible"/>
                                      </p:to>
                                    </p:set>
                                    <p:animEffect transition="in" filter="fade">
                                      <p:cBhvr>
                                        <p:cTn id="387" dur="2000"/>
                                        <p:tgtEl>
                                          <p:spTgt spid="179"/>
                                        </p:tgtEl>
                                      </p:cBhvr>
                                    </p:animEffect>
                                    <p:anim calcmode="lin" valueType="num">
                                      <p:cBhvr>
                                        <p:cTn id="388" dur="2000" fill="hold"/>
                                        <p:tgtEl>
                                          <p:spTgt spid="179"/>
                                        </p:tgtEl>
                                        <p:attrNameLst>
                                          <p:attrName>ppt_w</p:attrName>
                                        </p:attrNameLst>
                                      </p:cBhvr>
                                      <p:tavLst>
                                        <p:tav tm="0" fmla="#ppt_w*sin(2.5*pi*$)">
                                          <p:val>
                                            <p:fltVal val="0"/>
                                          </p:val>
                                        </p:tav>
                                        <p:tav tm="100000">
                                          <p:val>
                                            <p:fltVal val="1"/>
                                          </p:val>
                                        </p:tav>
                                      </p:tavLst>
                                    </p:anim>
                                    <p:anim calcmode="lin" valueType="num">
                                      <p:cBhvr>
                                        <p:cTn id="389" dur="2000" fill="hold"/>
                                        <p:tgtEl>
                                          <p:spTgt spid="179"/>
                                        </p:tgtEl>
                                        <p:attrNameLst>
                                          <p:attrName>ppt_h</p:attrName>
                                        </p:attrNameLst>
                                      </p:cBhvr>
                                      <p:tavLst>
                                        <p:tav tm="0">
                                          <p:val>
                                            <p:strVal val="#ppt_h"/>
                                          </p:val>
                                        </p:tav>
                                        <p:tav tm="100000">
                                          <p:val>
                                            <p:strVal val="#ppt_h"/>
                                          </p:val>
                                        </p:tav>
                                      </p:tavLst>
                                    </p:anim>
                                  </p:childTnLst>
                                </p:cTn>
                              </p:par>
                            </p:childTnLst>
                          </p:cTn>
                        </p:par>
                      </p:childTnLst>
                    </p:cTn>
                  </p:par>
                  <p:par>
                    <p:cTn id="390" fill="hold">
                      <p:stCondLst>
                        <p:cond delay="indefinite"/>
                      </p:stCondLst>
                      <p:childTnLst>
                        <p:par>
                          <p:cTn id="391" fill="hold">
                            <p:stCondLst>
                              <p:cond delay="0"/>
                            </p:stCondLst>
                            <p:childTnLst>
                              <p:par>
                                <p:cTn id="392" presetID="31" presetClass="exit" presetSubtype="0" fill="hold" nodeType="clickEffect">
                                  <p:stCondLst>
                                    <p:cond delay="0"/>
                                  </p:stCondLst>
                                  <p:childTnLst>
                                    <p:anim calcmode="lin" valueType="num">
                                      <p:cBhvr>
                                        <p:cTn id="393" dur="1000"/>
                                        <p:tgtEl>
                                          <p:spTgt spid="152"/>
                                        </p:tgtEl>
                                        <p:attrNameLst>
                                          <p:attrName>ppt_w</p:attrName>
                                        </p:attrNameLst>
                                      </p:cBhvr>
                                      <p:tavLst>
                                        <p:tav tm="0">
                                          <p:val>
                                            <p:strVal val="ppt_w"/>
                                          </p:val>
                                        </p:tav>
                                        <p:tav tm="100000">
                                          <p:val>
                                            <p:fltVal val="0"/>
                                          </p:val>
                                        </p:tav>
                                      </p:tavLst>
                                    </p:anim>
                                    <p:anim calcmode="lin" valueType="num">
                                      <p:cBhvr>
                                        <p:cTn id="394" dur="1000"/>
                                        <p:tgtEl>
                                          <p:spTgt spid="152"/>
                                        </p:tgtEl>
                                        <p:attrNameLst>
                                          <p:attrName>ppt_h</p:attrName>
                                        </p:attrNameLst>
                                      </p:cBhvr>
                                      <p:tavLst>
                                        <p:tav tm="0">
                                          <p:val>
                                            <p:strVal val="ppt_h"/>
                                          </p:val>
                                        </p:tav>
                                        <p:tav tm="100000">
                                          <p:val>
                                            <p:fltVal val="0"/>
                                          </p:val>
                                        </p:tav>
                                      </p:tavLst>
                                    </p:anim>
                                    <p:anim calcmode="lin" valueType="num">
                                      <p:cBhvr>
                                        <p:cTn id="395" dur="1000"/>
                                        <p:tgtEl>
                                          <p:spTgt spid="152"/>
                                        </p:tgtEl>
                                        <p:attrNameLst>
                                          <p:attrName>style.rotation</p:attrName>
                                        </p:attrNameLst>
                                      </p:cBhvr>
                                      <p:tavLst>
                                        <p:tav tm="0">
                                          <p:val>
                                            <p:fltVal val="0"/>
                                          </p:val>
                                        </p:tav>
                                        <p:tav tm="100000">
                                          <p:val>
                                            <p:fltVal val="90"/>
                                          </p:val>
                                        </p:tav>
                                      </p:tavLst>
                                    </p:anim>
                                    <p:animEffect transition="out" filter="fade">
                                      <p:cBhvr>
                                        <p:cTn id="396" dur="1000"/>
                                        <p:tgtEl>
                                          <p:spTgt spid="152"/>
                                        </p:tgtEl>
                                      </p:cBhvr>
                                    </p:animEffect>
                                    <p:set>
                                      <p:cBhvr>
                                        <p:cTn id="397" dur="1" fill="hold">
                                          <p:stCondLst>
                                            <p:cond delay="999"/>
                                          </p:stCondLst>
                                        </p:cTn>
                                        <p:tgtEl>
                                          <p:spTgt spid="152"/>
                                        </p:tgtEl>
                                        <p:attrNameLst>
                                          <p:attrName>style.visibility</p:attrName>
                                        </p:attrNameLst>
                                      </p:cBhvr>
                                      <p:to>
                                        <p:strVal val="hidden"/>
                                      </p:to>
                                    </p:set>
                                  </p:childTnLst>
                                </p:cTn>
                              </p:par>
                              <p:par>
                                <p:cTn id="398" presetID="10" presetClass="exit" presetSubtype="0" fill="hold" grpId="1" nodeType="withEffect">
                                  <p:stCondLst>
                                    <p:cond delay="0"/>
                                  </p:stCondLst>
                                  <p:childTnLst>
                                    <p:animEffect transition="out" filter="fade">
                                      <p:cBhvr>
                                        <p:cTn id="399" dur="500"/>
                                        <p:tgtEl>
                                          <p:spTgt spid="179"/>
                                        </p:tgtEl>
                                      </p:cBhvr>
                                    </p:animEffect>
                                    <p:set>
                                      <p:cBhvr>
                                        <p:cTn id="400" dur="1" fill="hold">
                                          <p:stCondLst>
                                            <p:cond delay="499"/>
                                          </p:stCondLst>
                                        </p:cTn>
                                        <p:tgtEl>
                                          <p:spTgt spid="179"/>
                                        </p:tgtEl>
                                        <p:attrNameLst>
                                          <p:attrName>style.visibility</p:attrName>
                                        </p:attrNameLst>
                                      </p:cBhvr>
                                      <p:to>
                                        <p:strVal val="hidden"/>
                                      </p:to>
                                    </p:set>
                                  </p:childTnLst>
                                </p:cTn>
                              </p:par>
                            </p:childTnLst>
                          </p:cTn>
                        </p:par>
                      </p:childTnLst>
                    </p:cTn>
                  </p:par>
                  <p:par>
                    <p:cTn id="401" fill="hold">
                      <p:stCondLst>
                        <p:cond delay="indefinite"/>
                      </p:stCondLst>
                      <p:childTnLst>
                        <p:par>
                          <p:cTn id="402" fill="hold">
                            <p:stCondLst>
                              <p:cond delay="0"/>
                            </p:stCondLst>
                            <p:childTnLst>
                              <p:par>
                                <p:cTn id="403" presetID="63" presetClass="path" presetSubtype="0" accel="50000" decel="50000" fill="hold" grpId="8" nodeType="clickEffect">
                                  <p:stCondLst>
                                    <p:cond delay="0"/>
                                  </p:stCondLst>
                                  <p:childTnLst>
                                    <p:animMotion origin="layout" path="M 0.26485 0.00023 L 0.30339 -0.00046 " pathEditMode="relative" rAng="0" ptsTypes="AA">
                                      <p:cBhvr>
                                        <p:cTn id="404" dur="2000" fill="hold"/>
                                        <p:tgtEl>
                                          <p:spTgt spid="148"/>
                                        </p:tgtEl>
                                        <p:attrNameLst>
                                          <p:attrName>ppt_x</p:attrName>
                                          <p:attrName>ppt_y</p:attrName>
                                        </p:attrNameLst>
                                      </p:cBhvr>
                                      <p:rCtr x="1927" y="-46"/>
                                    </p:animMotion>
                                  </p:childTnLst>
                                </p:cTn>
                              </p:par>
                            </p:childTnLst>
                          </p:cTn>
                        </p:par>
                      </p:childTnLst>
                    </p:cTn>
                  </p:par>
                  <p:par>
                    <p:cTn id="405" fill="hold">
                      <p:stCondLst>
                        <p:cond delay="indefinite"/>
                      </p:stCondLst>
                      <p:childTnLst>
                        <p:par>
                          <p:cTn id="406" fill="hold">
                            <p:stCondLst>
                              <p:cond delay="0"/>
                            </p:stCondLst>
                            <p:childTnLst>
                              <p:par>
                                <p:cTn id="407" presetID="22" presetClass="entr" presetSubtype="1" fill="hold" nodeType="clickEffect">
                                  <p:stCondLst>
                                    <p:cond delay="0"/>
                                  </p:stCondLst>
                                  <p:childTnLst>
                                    <p:set>
                                      <p:cBhvr>
                                        <p:cTn id="408" dur="1" fill="hold">
                                          <p:stCondLst>
                                            <p:cond delay="0"/>
                                          </p:stCondLst>
                                        </p:cTn>
                                        <p:tgtEl>
                                          <p:spTgt spid="149"/>
                                        </p:tgtEl>
                                        <p:attrNameLst>
                                          <p:attrName>style.visibility</p:attrName>
                                        </p:attrNameLst>
                                      </p:cBhvr>
                                      <p:to>
                                        <p:strVal val="visible"/>
                                      </p:to>
                                    </p:set>
                                    <p:animEffect transition="in" filter="wipe(up)">
                                      <p:cBhvr>
                                        <p:cTn id="409" dur="1000"/>
                                        <p:tgtEl>
                                          <p:spTgt spid="149"/>
                                        </p:tgtEl>
                                      </p:cBhvr>
                                    </p:animEffect>
                                  </p:childTnLst>
                                </p:cTn>
                              </p:par>
                            </p:childTnLst>
                          </p:cTn>
                        </p:par>
                        <p:par>
                          <p:cTn id="410" fill="hold">
                            <p:stCondLst>
                              <p:cond delay="1000"/>
                            </p:stCondLst>
                            <p:childTnLst>
                              <p:par>
                                <p:cTn id="411" presetID="45" presetClass="entr" presetSubtype="0" fill="hold" grpId="0" nodeType="afterEffect">
                                  <p:stCondLst>
                                    <p:cond delay="0"/>
                                  </p:stCondLst>
                                  <p:childTnLst>
                                    <p:set>
                                      <p:cBhvr>
                                        <p:cTn id="412" dur="1" fill="hold">
                                          <p:stCondLst>
                                            <p:cond delay="0"/>
                                          </p:stCondLst>
                                        </p:cTn>
                                        <p:tgtEl>
                                          <p:spTgt spid="181"/>
                                        </p:tgtEl>
                                        <p:attrNameLst>
                                          <p:attrName>style.visibility</p:attrName>
                                        </p:attrNameLst>
                                      </p:cBhvr>
                                      <p:to>
                                        <p:strVal val="visible"/>
                                      </p:to>
                                    </p:set>
                                    <p:animEffect transition="in" filter="fade">
                                      <p:cBhvr>
                                        <p:cTn id="413" dur="2000"/>
                                        <p:tgtEl>
                                          <p:spTgt spid="181"/>
                                        </p:tgtEl>
                                      </p:cBhvr>
                                    </p:animEffect>
                                    <p:anim calcmode="lin" valueType="num">
                                      <p:cBhvr>
                                        <p:cTn id="414" dur="2000" fill="hold"/>
                                        <p:tgtEl>
                                          <p:spTgt spid="181"/>
                                        </p:tgtEl>
                                        <p:attrNameLst>
                                          <p:attrName>ppt_w</p:attrName>
                                        </p:attrNameLst>
                                      </p:cBhvr>
                                      <p:tavLst>
                                        <p:tav tm="0" fmla="#ppt_w*sin(2.5*pi*$)">
                                          <p:val>
                                            <p:fltVal val="0"/>
                                          </p:val>
                                        </p:tav>
                                        <p:tav tm="100000">
                                          <p:val>
                                            <p:fltVal val="1"/>
                                          </p:val>
                                        </p:tav>
                                      </p:tavLst>
                                    </p:anim>
                                    <p:anim calcmode="lin" valueType="num">
                                      <p:cBhvr>
                                        <p:cTn id="415" dur="2000" fill="hold"/>
                                        <p:tgtEl>
                                          <p:spTgt spid="181"/>
                                        </p:tgtEl>
                                        <p:attrNameLst>
                                          <p:attrName>ppt_h</p:attrName>
                                        </p:attrNameLst>
                                      </p:cBhvr>
                                      <p:tavLst>
                                        <p:tav tm="0">
                                          <p:val>
                                            <p:strVal val="#ppt_h"/>
                                          </p:val>
                                        </p:tav>
                                        <p:tav tm="100000">
                                          <p:val>
                                            <p:strVal val="#ppt_h"/>
                                          </p:val>
                                        </p:tav>
                                      </p:tavLst>
                                    </p:anim>
                                  </p:childTnLst>
                                </p:cTn>
                              </p:par>
                            </p:childTnLst>
                          </p:cTn>
                        </p:par>
                      </p:childTnLst>
                    </p:cTn>
                  </p:par>
                  <p:par>
                    <p:cTn id="416" fill="hold">
                      <p:stCondLst>
                        <p:cond delay="indefinite"/>
                      </p:stCondLst>
                      <p:childTnLst>
                        <p:par>
                          <p:cTn id="417" fill="hold">
                            <p:stCondLst>
                              <p:cond delay="0"/>
                            </p:stCondLst>
                            <p:childTnLst>
                              <p:par>
                                <p:cTn id="418" presetID="31" presetClass="exit" presetSubtype="0" fill="hold" nodeType="clickEffect">
                                  <p:stCondLst>
                                    <p:cond delay="0"/>
                                  </p:stCondLst>
                                  <p:childTnLst>
                                    <p:anim calcmode="lin" valueType="num">
                                      <p:cBhvr>
                                        <p:cTn id="419" dur="1000"/>
                                        <p:tgtEl>
                                          <p:spTgt spid="149"/>
                                        </p:tgtEl>
                                        <p:attrNameLst>
                                          <p:attrName>ppt_w</p:attrName>
                                        </p:attrNameLst>
                                      </p:cBhvr>
                                      <p:tavLst>
                                        <p:tav tm="0">
                                          <p:val>
                                            <p:strVal val="ppt_w"/>
                                          </p:val>
                                        </p:tav>
                                        <p:tav tm="100000">
                                          <p:val>
                                            <p:fltVal val="0"/>
                                          </p:val>
                                        </p:tav>
                                      </p:tavLst>
                                    </p:anim>
                                    <p:anim calcmode="lin" valueType="num">
                                      <p:cBhvr>
                                        <p:cTn id="420" dur="1000"/>
                                        <p:tgtEl>
                                          <p:spTgt spid="149"/>
                                        </p:tgtEl>
                                        <p:attrNameLst>
                                          <p:attrName>ppt_h</p:attrName>
                                        </p:attrNameLst>
                                      </p:cBhvr>
                                      <p:tavLst>
                                        <p:tav tm="0">
                                          <p:val>
                                            <p:strVal val="ppt_h"/>
                                          </p:val>
                                        </p:tav>
                                        <p:tav tm="100000">
                                          <p:val>
                                            <p:fltVal val="0"/>
                                          </p:val>
                                        </p:tav>
                                      </p:tavLst>
                                    </p:anim>
                                    <p:anim calcmode="lin" valueType="num">
                                      <p:cBhvr>
                                        <p:cTn id="421" dur="1000"/>
                                        <p:tgtEl>
                                          <p:spTgt spid="149"/>
                                        </p:tgtEl>
                                        <p:attrNameLst>
                                          <p:attrName>style.rotation</p:attrName>
                                        </p:attrNameLst>
                                      </p:cBhvr>
                                      <p:tavLst>
                                        <p:tav tm="0">
                                          <p:val>
                                            <p:fltVal val="0"/>
                                          </p:val>
                                        </p:tav>
                                        <p:tav tm="100000">
                                          <p:val>
                                            <p:fltVal val="90"/>
                                          </p:val>
                                        </p:tav>
                                      </p:tavLst>
                                    </p:anim>
                                    <p:animEffect transition="out" filter="fade">
                                      <p:cBhvr>
                                        <p:cTn id="422" dur="1000"/>
                                        <p:tgtEl>
                                          <p:spTgt spid="149"/>
                                        </p:tgtEl>
                                      </p:cBhvr>
                                    </p:animEffect>
                                    <p:set>
                                      <p:cBhvr>
                                        <p:cTn id="423" dur="1" fill="hold">
                                          <p:stCondLst>
                                            <p:cond delay="999"/>
                                          </p:stCondLst>
                                        </p:cTn>
                                        <p:tgtEl>
                                          <p:spTgt spid="149"/>
                                        </p:tgtEl>
                                        <p:attrNameLst>
                                          <p:attrName>style.visibility</p:attrName>
                                        </p:attrNameLst>
                                      </p:cBhvr>
                                      <p:to>
                                        <p:strVal val="hidden"/>
                                      </p:to>
                                    </p:set>
                                  </p:childTnLst>
                                </p:cTn>
                              </p:par>
                              <p:par>
                                <p:cTn id="424" presetID="10" presetClass="exit" presetSubtype="0" fill="hold" grpId="1" nodeType="withEffect">
                                  <p:stCondLst>
                                    <p:cond delay="0"/>
                                  </p:stCondLst>
                                  <p:childTnLst>
                                    <p:animEffect transition="out" filter="fade">
                                      <p:cBhvr>
                                        <p:cTn id="425" dur="500"/>
                                        <p:tgtEl>
                                          <p:spTgt spid="181"/>
                                        </p:tgtEl>
                                      </p:cBhvr>
                                    </p:animEffect>
                                    <p:set>
                                      <p:cBhvr>
                                        <p:cTn id="426" dur="1" fill="hold">
                                          <p:stCondLst>
                                            <p:cond delay="499"/>
                                          </p:stCondLst>
                                        </p:cTn>
                                        <p:tgtEl>
                                          <p:spTgt spid="181"/>
                                        </p:tgtEl>
                                        <p:attrNameLst>
                                          <p:attrName>style.visibility</p:attrName>
                                        </p:attrNameLst>
                                      </p:cBhvr>
                                      <p:to>
                                        <p:strVal val="hidden"/>
                                      </p:to>
                                    </p:set>
                                  </p:childTnLst>
                                </p:cTn>
                              </p:par>
                            </p:childTnLst>
                          </p:cTn>
                        </p:par>
                      </p:childTnLst>
                    </p:cTn>
                  </p:par>
                  <p:par>
                    <p:cTn id="427" fill="hold">
                      <p:stCondLst>
                        <p:cond delay="indefinite"/>
                      </p:stCondLst>
                      <p:childTnLst>
                        <p:par>
                          <p:cTn id="428" fill="hold">
                            <p:stCondLst>
                              <p:cond delay="0"/>
                            </p:stCondLst>
                            <p:childTnLst>
                              <p:par>
                                <p:cTn id="429" presetID="37" presetClass="path" presetSubtype="0" accel="50000" decel="50000" fill="hold" grpId="1" nodeType="clickEffect">
                                  <p:stCondLst>
                                    <p:cond delay="0"/>
                                  </p:stCondLst>
                                  <p:childTnLst>
                                    <p:animMotion origin="layout" path="M 0.00013 0.00069 L -0.10131 0.04074 C -0.1224 0.04977 -0.15417 0.05463 -0.18737 0.05463 C -0.22526 0.05463 -0.2556 0.04977 -0.2767 0.04074 L -0.378 0.00069 " pathEditMode="relative" rAng="0" ptsTypes="AAAAA">
                                      <p:cBhvr>
                                        <p:cTn id="430" dur="2000" fill="hold"/>
                                        <p:tgtEl>
                                          <p:spTgt spid="141"/>
                                        </p:tgtEl>
                                        <p:attrNameLst>
                                          <p:attrName>ppt_x</p:attrName>
                                          <p:attrName>ppt_y</p:attrName>
                                        </p:attrNameLst>
                                      </p:cBhvr>
                                      <p:rCtr x="-18906" y="2685"/>
                                    </p:animMotion>
                                  </p:childTnLst>
                                </p:cTn>
                              </p:par>
                            </p:childTnLst>
                          </p:cTn>
                        </p:par>
                        <p:par>
                          <p:cTn id="431" fill="hold">
                            <p:stCondLst>
                              <p:cond delay="2000"/>
                            </p:stCondLst>
                            <p:childTnLst>
                              <p:par>
                                <p:cTn id="432" presetID="63" presetClass="path" presetSubtype="0" accel="50000" decel="50000" fill="hold" grpId="1" nodeType="afterEffect">
                                  <p:stCondLst>
                                    <p:cond delay="0"/>
                                  </p:stCondLst>
                                  <p:childTnLst>
                                    <p:animMotion origin="layout" path="M -4.79167E-6 4.07407E-6 L 0.03828 0.00024 " pathEditMode="relative" rAng="0" ptsTypes="AA">
                                      <p:cBhvr>
                                        <p:cTn id="433" dur="2000" fill="hold"/>
                                        <p:tgtEl>
                                          <p:spTgt spid="140"/>
                                        </p:tgtEl>
                                        <p:attrNameLst>
                                          <p:attrName>ppt_x</p:attrName>
                                          <p:attrName>ppt_y</p:attrName>
                                        </p:attrNameLst>
                                      </p:cBhvr>
                                      <p:rCtr x="1979" y="-162"/>
                                    </p:animMotion>
                                  </p:childTnLst>
                                </p:cTn>
                              </p:par>
                            </p:childTnLst>
                          </p:cTn>
                        </p:par>
                        <p:par>
                          <p:cTn id="434" fill="hold">
                            <p:stCondLst>
                              <p:cond delay="4000"/>
                            </p:stCondLst>
                            <p:childTnLst>
                              <p:par>
                                <p:cTn id="435" presetID="22" presetClass="entr" presetSubtype="1" fill="hold" nodeType="afterEffect">
                                  <p:stCondLst>
                                    <p:cond delay="0"/>
                                  </p:stCondLst>
                                  <p:childTnLst>
                                    <p:set>
                                      <p:cBhvr>
                                        <p:cTn id="436" dur="1" fill="hold">
                                          <p:stCondLst>
                                            <p:cond delay="0"/>
                                          </p:stCondLst>
                                        </p:cTn>
                                        <p:tgtEl>
                                          <p:spTgt spid="191"/>
                                        </p:tgtEl>
                                        <p:attrNameLst>
                                          <p:attrName>style.visibility</p:attrName>
                                        </p:attrNameLst>
                                      </p:cBhvr>
                                      <p:to>
                                        <p:strVal val="visible"/>
                                      </p:to>
                                    </p:set>
                                    <p:animEffect transition="in" filter="wipe(up)">
                                      <p:cBhvr>
                                        <p:cTn id="437" dur="1000"/>
                                        <p:tgtEl>
                                          <p:spTgt spid="191"/>
                                        </p:tgtEl>
                                      </p:cBhvr>
                                    </p:animEffect>
                                  </p:childTnLst>
                                </p:cTn>
                              </p:par>
                            </p:childTnLst>
                          </p:cTn>
                        </p:par>
                        <p:par>
                          <p:cTn id="438" fill="hold">
                            <p:stCondLst>
                              <p:cond delay="5000"/>
                            </p:stCondLst>
                            <p:childTnLst>
                              <p:par>
                                <p:cTn id="439" presetID="45" presetClass="entr" presetSubtype="0" fill="hold" grpId="0" nodeType="afterEffect">
                                  <p:stCondLst>
                                    <p:cond delay="0"/>
                                  </p:stCondLst>
                                  <p:childTnLst>
                                    <p:set>
                                      <p:cBhvr>
                                        <p:cTn id="440" dur="1" fill="hold">
                                          <p:stCondLst>
                                            <p:cond delay="0"/>
                                          </p:stCondLst>
                                        </p:cTn>
                                        <p:tgtEl>
                                          <p:spTgt spid="184"/>
                                        </p:tgtEl>
                                        <p:attrNameLst>
                                          <p:attrName>style.visibility</p:attrName>
                                        </p:attrNameLst>
                                      </p:cBhvr>
                                      <p:to>
                                        <p:strVal val="visible"/>
                                      </p:to>
                                    </p:set>
                                    <p:animEffect transition="in" filter="fade">
                                      <p:cBhvr>
                                        <p:cTn id="441" dur="2000"/>
                                        <p:tgtEl>
                                          <p:spTgt spid="184"/>
                                        </p:tgtEl>
                                      </p:cBhvr>
                                    </p:animEffect>
                                    <p:anim calcmode="lin" valueType="num">
                                      <p:cBhvr>
                                        <p:cTn id="442" dur="2000" fill="hold"/>
                                        <p:tgtEl>
                                          <p:spTgt spid="184"/>
                                        </p:tgtEl>
                                        <p:attrNameLst>
                                          <p:attrName>ppt_w</p:attrName>
                                        </p:attrNameLst>
                                      </p:cBhvr>
                                      <p:tavLst>
                                        <p:tav tm="0" fmla="#ppt_w*sin(2.5*pi*$)">
                                          <p:val>
                                            <p:fltVal val="0"/>
                                          </p:val>
                                        </p:tav>
                                        <p:tav tm="100000">
                                          <p:val>
                                            <p:fltVal val="1"/>
                                          </p:val>
                                        </p:tav>
                                      </p:tavLst>
                                    </p:anim>
                                    <p:anim calcmode="lin" valueType="num">
                                      <p:cBhvr>
                                        <p:cTn id="443" dur="2000" fill="hold"/>
                                        <p:tgtEl>
                                          <p:spTgt spid="184"/>
                                        </p:tgtEl>
                                        <p:attrNameLst>
                                          <p:attrName>ppt_h</p:attrName>
                                        </p:attrNameLst>
                                      </p:cBhvr>
                                      <p:tavLst>
                                        <p:tav tm="0">
                                          <p:val>
                                            <p:strVal val="#ppt_h"/>
                                          </p:val>
                                        </p:tav>
                                        <p:tav tm="100000">
                                          <p:val>
                                            <p:strVal val="#ppt_h"/>
                                          </p:val>
                                        </p:tav>
                                      </p:tavLst>
                                    </p:anim>
                                  </p:childTnLst>
                                </p:cTn>
                              </p:par>
                            </p:childTnLst>
                          </p:cTn>
                        </p:par>
                      </p:childTnLst>
                    </p:cTn>
                  </p:par>
                  <p:par>
                    <p:cTn id="444" fill="hold">
                      <p:stCondLst>
                        <p:cond delay="indefinite"/>
                      </p:stCondLst>
                      <p:childTnLst>
                        <p:par>
                          <p:cTn id="445" fill="hold">
                            <p:stCondLst>
                              <p:cond delay="0"/>
                            </p:stCondLst>
                            <p:childTnLst>
                              <p:par>
                                <p:cTn id="446" presetID="37" presetClass="path" presetSubtype="0" accel="50000" decel="50000" fill="hold" grpId="2" nodeType="clickEffect">
                                  <p:stCondLst>
                                    <p:cond delay="0"/>
                                  </p:stCondLst>
                                  <p:childTnLst>
                                    <p:animMotion origin="layout" path="M -0.378 0.0007 L -0.28646 0.04074 C -0.26745 0.04977 -0.23881 0.05463 -0.20873 0.05463 C -0.17461 0.05463 -0.14714 0.04977 -0.12813 0.04074 L -0.03646 0.0007 " pathEditMode="relative" rAng="0" ptsTypes="AAAAA">
                                      <p:cBhvr>
                                        <p:cTn id="447" dur="2000" fill="hold"/>
                                        <p:tgtEl>
                                          <p:spTgt spid="141"/>
                                        </p:tgtEl>
                                        <p:attrNameLst>
                                          <p:attrName>ppt_x</p:attrName>
                                          <p:attrName>ppt_y</p:attrName>
                                        </p:attrNameLst>
                                      </p:cBhvr>
                                      <p:rCtr x="17070" y="2685"/>
                                    </p:animMotion>
                                  </p:childTnLst>
                                </p:cTn>
                              </p:par>
                            </p:childTnLst>
                          </p:cTn>
                        </p:par>
                        <p:par>
                          <p:cTn id="448" fill="hold">
                            <p:stCondLst>
                              <p:cond delay="2000"/>
                            </p:stCondLst>
                            <p:childTnLst>
                              <p:par>
                                <p:cTn id="449" presetID="31" presetClass="exit" presetSubtype="0" fill="hold" nodeType="afterEffect">
                                  <p:stCondLst>
                                    <p:cond delay="0"/>
                                  </p:stCondLst>
                                  <p:childTnLst>
                                    <p:anim calcmode="lin" valueType="num">
                                      <p:cBhvr>
                                        <p:cTn id="450" dur="1000"/>
                                        <p:tgtEl>
                                          <p:spTgt spid="191"/>
                                        </p:tgtEl>
                                        <p:attrNameLst>
                                          <p:attrName>ppt_w</p:attrName>
                                        </p:attrNameLst>
                                      </p:cBhvr>
                                      <p:tavLst>
                                        <p:tav tm="0">
                                          <p:val>
                                            <p:strVal val="ppt_w"/>
                                          </p:val>
                                        </p:tav>
                                        <p:tav tm="100000">
                                          <p:val>
                                            <p:fltVal val="0"/>
                                          </p:val>
                                        </p:tav>
                                      </p:tavLst>
                                    </p:anim>
                                    <p:anim calcmode="lin" valueType="num">
                                      <p:cBhvr>
                                        <p:cTn id="451" dur="1000"/>
                                        <p:tgtEl>
                                          <p:spTgt spid="191"/>
                                        </p:tgtEl>
                                        <p:attrNameLst>
                                          <p:attrName>ppt_h</p:attrName>
                                        </p:attrNameLst>
                                      </p:cBhvr>
                                      <p:tavLst>
                                        <p:tav tm="0">
                                          <p:val>
                                            <p:strVal val="ppt_h"/>
                                          </p:val>
                                        </p:tav>
                                        <p:tav tm="100000">
                                          <p:val>
                                            <p:fltVal val="0"/>
                                          </p:val>
                                        </p:tav>
                                      </p:tavLst>
                                    </p:anim>
                                    <p:anim calcmode="lin" valueType="num">
                                      <p:cBhvr>
                                        <p:cTn id="452" dur="1000"/>
                                        <p:tgtEl>
                                          <p:spTgt spid="191"/>
                                        </p:tgtEl>
                                        <p:attrNameLst>
                                          <p:attrName>style.rotation</p:attrName>
                                        </p:attrNameLst>
                                      </p:cBhvr>
                                      <p:tavLst>
                                        <p:tav tm="0">
                                          <p:val>
                                            <p:fltVal val="0"/>
                                          </p:val>
                                        </p:tav>
                                        <p:tav tm="100000">
                                          <p:val>
                                            <p:fltVal val="90"/>
                                          </p:val>
                                        </p:tav>
                                      </p:tavLst>
                                    </p:anim>
                                    <p:animEffect transition="out" filter="fade">
                                      <p:cBhvr>
                                        <p:cTn id="453" dur="1000"/>
                                        <p:tgtEl>
                                          <p:spTgt spid="191"/>
                                        </p:tgtEl>
                                      </p:cBhvr>
                                    </p:animEffect>
                                    <p:set>
                                      <p:cBhvr>
                                        <p:cTn id="454" dur="1" fill="hold">
                                          <p:stCondLst>
                                            <p:cond delay="999"/>
                                          </p:stCondLst>
                                        </p:cTn>
                                        <p:tgtEl>
                                          <p:spTgt spid="191"/>
                                        </p:tgtEl>
                                        <p:attrNameLst>
                                          <p:attrName>style.visibility</p:attrName>
                                        </p:attrNameLst>
                                      </p:cBhvr>
                                      <p:to>
                                        <p:strVal val="hidden"/>
                                      </p:to>
                                    </p:set>
                                  </p:childTnLst>
                                </p:cTn>
                              </p:par>
                              <p:par>
                                <p:cTn id="455" presetID="10" presetClass="exit" presetSubtype="0" fill="hold" grpId="1" nodeType="withEffect">
                                  <p:stCondLst>
                                    <p:cond delay="0"/>
                                  </p:stCondLst>
                                  <p:childTnLst>
                                    <p:animEffect transition="out" filter="fade">
                                      <p:cBhvr>
                                        <p:cTn id="456" dur="500"/>
                                        <p:tgtEl>
                                          <p:spTgt spid="184"/>
                                        </p:tgtEl>
                                      </p:cBhvr>
                                    </p:animEffect>
                                    <p:set>
                                      <p:cBhvr>
                                        <p:cTn id="457" dur="1" fill="hold">
                                          <p:stCondLst>
                                            <p:cond delay="499"/>
                                          </p:stCondLst>
                                        </p:cTn>
                                        <p:tgtEl>
                                          <p:spTgt spid="184"/>
                                        </p:tgtEl>
                                        <p:attrNameLst>
                                          <p:attrName>style.visibility</p:attrName>
                                        </p:attrNameLst>
                                      </p:cBhvr>
                                      <p:to>
                                        <p:strVal val="hidden"/>
                                      </p:to>
                                    </p:set>
                                  </p:childTnLst>
                                </p:cTn>
                              </p:par>
                            </p:childTnLst>
                          </p:cTn>
                        </p:par>
                      </p:childTnLst>
                    </p:cTn>
                  </p:par>
                  <p:par>
                    <p:cTn id="458" fill="hold">
                      <p:stCondLst>
                        <p:cond delay="indefinite"/>
                      </p:stCondLst>
                      <p:childTnLst>
                        <p:par>
                          <p:cTn id="459" fill="hold">
                            <p:stCondLst>
                              <p:cond delay="0"/>
                            </p:stCondLst>
                            <p:childTnLst>
                              <p:par>
                                <p:cTn id="460" presetID="63" presetClass="path" presetSubtype="0" accel="50000" decel="50000" fill="hold" grpId="9" nodeType="clickEffect">
                                  <p:stCondLst>
                                    <p:cond delay="0"/>
                                  </p:stCondLst>
                                  <p:childTnLst>
                                    <p:animMotion origin="layout" path="M 0.30339 -0.00046 L 0.34115 -0.00046 " pathEditMode="relative" rAng="0" ptsTypes="AA">
                                      <p:cBhvr>
                                        <p:cTn id="461" dur="2000" fill="hold"/>
                                        <p:tgtEl>
                                          <p:spTgt spid="148"/>
                                        </p:tgtEl>
                                        <p:attrNameLst>
                                          <p:attrName>ppt_x</p:attrName>
                                          <p:attrName>ppt_y</p:attrName>
                                        </p:attrNameLst>
                                      </p:cBhvr>
                                      <p:rCtr x="1888"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p:bldP spid="79" grpId="1"/>
      <p:bldP spid="81" grpId="0"/>
      <p:bldP spid="81" grpId="1"/>
      <p:bldP spid="131" grpId="0"/>
      <p:bldP spid="131" grpId="1"/>
      <p:bldP spid="132" grpId="0"/>
      <p:bldP spid="132" grpId="1"/>
      <p:bldP spid="132" grpId="2"/>
      <p:bldP spid="133" grpId="0"/>
      <p:bldP spid="133" grpId="1"/>
      <p:bldP spid="133" grpId="2"/>
      <p:bldP spid="134" grpId="0"/>
      <p:bldP spid="134" grpId="1"/>
      <p:bldP spid="134" grpId="2"/>
      <p:bldP spid="134" grpId="3"/>
      <p:bldP spid="135" grpId="0"/>
      <p:bldP spid="135" grpId="1"/>
      <p:bldP spid="135" grpId="2"/>
      <p:bldP spid="136" grpId="0"/>
      <p:bldP spid="137" grpId="0"/>
      <p:bldP spid="138" grpId="0"/>
      <p:bldP spid="140" grpId="0"/>
      <p:bldP spid="140" grpId="1"/>
      <p:bldP spid="141" grpId="0"/>
      <p:bldP spid="141" grpId="1"/>
      <p:bldP spid="141" grpId="2"/>
      <p:bldP spid="142" grpId="0"/>
      <p:bldP spid="143" grpId="0"/>
      <p:bldP spid="146" grpId="0"/>
      <p:bldP spid="146" grpId="1"/>
      <p:bldP spid="158" grpId="0"/>
      <p:bldP spid="158" grpId="1"/>
      <p:bldP spid="170" grpId="0"/>
      <p:bldP spid="170" grpId="1"/>
      <p:bldP spid="170" grpId="2"/>
      <p:bldP spid="170" grpId="3"/>
      <p:bldP spid="172" grpId="0"/>
      <p:bldP spid="172" grpId="1"/>
      <p:bldP spid="173" grpId="0"/>
      <p:bldP spid="173" grpId="1"/>
      <p:bldP spid="175" grpId="0"/>
      <p:bldP spid="175" grpId="1"/>
      <p:bldP spid="177" grpId="0"/>
      <p:bldP spid="177" grpId="1"/>
      <p:bldP spid="179" grpId="0"/>
      <p:bldP spid="179" grpId="1"/>
      <p:bldP spid="181" grpId="0"/>
      <p:bldP spid="181" grpId="1"/>
      <p:bldP spid="184" grpId="0"/>
      <p:bldP spid="184" grpId="1"/>
      <p:bldP spid="147" grpId="0" uiExpand="1" build="p"/>
      <p:bldP spid="148" grpId="0"/>
      <p:bldP spid="148" grpId="1"/>
      <p:bldP spid="148" grpId="2"/>
      <p:bldP spid="148" grpId="3"/>
      <p:bldP spid="148" grpId="4"/>
      <p:bldP spid="148" grpId="5"/>
      <p:bldP spid="148" grpId="6"/>
      <p:bldP spid="148" grpId="7"/>
      <p:bldP spid="148" grpId="8"/>
      <p:bldP spid="148" grpId="9"/>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00B8A745-93FB-44E2-99FB-FC61605FF707}"/>
              </a:ext>
            </a:extLst>
          </p:cNvPr>
          <p:cNvSpPr txBox="1"/>
          <p:nvPr/>
        </p:nvSpPr>
        <p:spPr>
          <a:xfrm>
            <a:off x="271148" y="3054599"/>
            <a:ext cx="8581556" cy="3539430"/>
          </a:xfrm>
          <a:prstGeom prst="rect">
            <a:avLst/>
          </a:prstGeom>
          <a:solidFill>
            <a:srgbClr val="F2F7FC"/>
          </a:solidFill>
          <a:ln>
            <a:solidFill>
              <a:srgbClr val="002060"/>
            </a:solidFill>
          </a:ln>
        </p:spPr>
        <p:txBody>
          <a:bodyPr wrap="square">
            <a:spAutoFit/>
          </a:bodyPr>
          <a:lstStyle/>
          <a:p>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void </a:t>
            </a:r>
            <a:r>
              <a:rPr lang="en-US" altLang="zh-CN" sz="1600" b="1" dirty="0" err="1">
                <a:latin typeface="Courier New" panose="02070309020205020404" pitchFamily="49" charset="0"/>
                <a:cs typeface="Courier New" panose="02070309020205020404" pitchFamily="49" charset="0"/>
              </a:rPr>
              <a:t>ShellInsert</a:t>
            </a:r>
            <a:r>
              <a:rPr lang="en-US" altLang="zh-CN" sz="1600" b="1" dirty="0">
                <a:latin typeface="Courier New" panose="02070309020205020404" pitchFamily="49" charset="0"/>
                <a:cs typeface="Courier New" panose="02070309020205020404" pitchFamily="49" charset="0"/>
              </a:rPr>
              <a:t>(</a:t>
            </a:r>
            <a:r>
              <a:rPr lang="en-US" altLang="zh-CN" sz="1600" b="1" dirty="0" err="1">
                <a:latin typeface="Courier New" panose="02070309020205020404" pitchFamily="49" charset="0"/>
                <a:cs typeface="Courier New" panose="02070309020205020404" pitchFamily="49" charset="0"/>
              </a:rPr>
              <a:t>SqList</a:t>
            </a:r>
            <a:r>
              <a:rPr lang="en-US" altLang="zh-CN" sz="1600" b="1" dirty="0">
                <a:latin typeface="Courier New" panose="02070309020205020404" pitchFamily="49" charset="0"/>
                <a:cs typeface="Courier New" panose="02070309020205020404" pitchFamily="49" charset="0"/>
              </a:rPr>
              <a:t> L,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C00000"/>
                </a:solidFill>
                <a:latin typeface="Courier New" panose="02070309020205020404" pitchFamily="49" charset="0"/>
                <a:cs typeface="Courier New" panose="02070309020205020404" pitchFamily="49" charset="0"/>
              </a:rPr>
              <a:t>dk</a:t>
            </a:r>
            <a:r>
              <a:rPr lang="en-US" altLang="zh-CN"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en-US" altLang="zh-CN" sz="1600" b="1" dirty="0">
                <a:latin typeface="Courier New" panose="02070309020205020404" pitchFamily="49" charset="0"/>
                <a:cs typeface="Courier New" panose="02070309020205020404" pitchFamily="49" charset="0"/>
              </a:rPr>
              <a:t>  </a:t>
            </a:r>
            <a:r>
              <a:rPr lang="en-US" altLang="zh-CN" sz="1600" b="1" dirty="0">
                <a:solidFill>
                  <a:schemeClr val="accent6">
                    <a:lumMod val="75000"/>
                  </a:schemeClr>
                </a:solidFill>
                <a:latin typeface="Courier New" panose="02070309020205020404" pitchFamily="49" charset="0"/>
                <a:cs typeface="Courier New" panose="02070309020205020404" pitchFamily="49" charset="0"/>
              </a:rPr>
              <a:t>//</a:t>
            </a:r>
            <a:r>
              <a:rPr lang="en-US" altLang="zh-CN" sz="1600" b="1" dirty="0">
                <a:solidFill>
                  <a:srgbClr val="0070C0"/>
                </a:solidFill>
                <a:latin typeface="Courier New" panose="02070309020205020404" pitchFamily="49" charset="0"/>
                <a:cs typeface="Courier New" panose="02070309020205020404" pitchFamily="49" charset="0"/>
              </a:rPr>
              <a:t> </a:t>
            </a:r>
            <a:r>
              <a:rPr lang="zh-CN" altLang="en-US" sz="16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算法</a:t>
            </a:r>
            <a:r>
              <a:rPr lang="en-US" altLang="zh-CN" sz="16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10.5</a:t>
            </a:r>
          </a:p>
          <a:p>
            <a:r>
              <a:rPr lang="en-US" altLang="zh-CN" sz="1600" b="1" dirty="0">
                <a:latin typeface="Courier New" panose="02070309020205020404" pitchFamily="49" charset="0"/>
                <a:cs typeface="Courier New" panose="02070309020205020404" pitchFamily="49" charset="0"/>
              </a:rPr>
              <a:t>  </a:t>
            </a:r>
            <a:r>
              <a:rPr lang="en-US" altLang="zh-CN" sz="1600" dirty="0">
                <a:solidFill>
                  <a:schemeClr val="accent6">
                    <a:lumMod val="75000"/>
                  </a:schemeClr>
                </a:solidFill>
                <a:latin typeface="Courier New" panose="02070309020205020404" pitchFamily="49" charset="0"/>
                <a:cs typeface="Courier New" panose="02070309020205020404" pitchFamily="49" charset="0"/>
              </a:rPr>
              <a:t>// </a:t>
            </a:r>
            <a:r>
              <a:rPr lang="zh-CN" altLang="en-US" sz="1600" dirty="0">
                <a:solidFill>
                  <a:schemeClr val="accent6">
                    <a:lumMod val="75000"/>
                  </a:schemeClr>
                </a:solidFill>
                <a:latin typeface="Courier New" panose="02070309020205020404" pitchFamily="49" charset="0"/>
                <a:cs typeface="Courier New" panose="02070309020205020404" pitchFamily="49" charset="0"/>
              </a:rPr>
              <a:t>对顺序表</a:t>
            </a:r>
            <a:r>
              <a:rPr lang="en-US" altLang="zh-CN" sz="1600" dirty="0">
                <a:solidFill>
                  <a:schemeClr val="accent6">
                    <a:lumMod val="75000"/>
                  </a:schemeClr>
                </a:solidFill>
                <a:latin typeface="Courier New" panose="02070309020205020404" pitchFamily="49" charset="0"/>
                <a:cs typeface="Courier New" panose="02070309020205020404" pitchFamily="49" charset="0"/>
              </a:rPr>
              <a:t>L</a:t>
            </a:r>
            <a:r>
              <a:rPr lang="zh-CN" altLang="en-US" sz="1600" dirty="0">
                <a:solidFill>
                  <a:schemeClr val="accent6">
                    <a:lumMod val="75000"/>
                  </a:schemeClr>
                </a:solidFill>
                <a:latin typeface="Courier New" panose="02070309020205020404" pitchFamily="49" charset="0"/>
                <a:cs typeface="Courier New" panose="02070309020205020404" pitchFamily="49" charset="0"/>
              </a:rPr>
              <a:t>作一趟希尔插入排序。本算法对</a:t>
            </a:r>
            <a:r>
              <a:rPr lang="zh-CN" altLang="en-US" sz="1600" b="1" dirty="0">
                <a:solidFill>
                  <a:srgbClr val="C00000"/>
                </a:solidFill>
                <a:latin typeface="Courier New" panose="02070309020205020404" pitchFamily="49" charset="0"/>
                <a:cs typeface="Courier New" panose="02070309020205020404" pitchFamily="49" charset="0"/>
              </a:rPr>
              <a:t>算法</a:t>
            </a:r>
            <a:r>
              <a:rPr lang="en-US" altLang="zh-CN" sz="1600" b="1" dirty="0">
                <a:solidFill>
                  <a:srgbClr val="C00000"/>
                </a:solidFill>
                <a:latin typeface="Courier New" panose="02070309020205020404" pitchFamily="49" charset="0"/>
                <a:cs typeface="Courier New" panose="02070309020205020404" pitchFamily="49" charset="0"/>
              </a:rPr>
              <a:t>10.1</a:t>
            </a:r>
            <a:r>
              <a:rPr lang="zh-CN" altLang="en-US" sz="1600" dirty="0">
                <a:solidFill>
                  <a:schemeClr val="accent6">
                    <a:lumMod val="75000"/>
                  </a:schemeClr>
                </a:solidFill>
                <a:latin typeface="Courier New" panose="02070309020205020404" pitchFamily="49" charset="0"/>
                <a:cs typeface="Courier New" panose="02070309020205020404" pitchFamily="49" charset="0"/>
              </a:rPr>
              <a:t>作了以下修改：</a:t>
            </a:r>
          </a:p>
          <a:p>
            <a:r>
              <a:rPr lang="en-US" altLang="zh-CN" sz="1600" dirty="0">
                <a:solidFill>
                  <a:srgbClr val="0070C0"/>
                </a:solidFill>
                <a:latin typeface="Courier New" panose="02070309020205020404" pitchFamily="49" charset="0"/>
                <a:cs typeface="Courier New" panose="02070309020205020404" pitchFamily="49" charset="0"/>
              </a:rPr>
              <a:t>  </a:t>
            </a:r>
            <a:r>
              <a:rPr lang="en-US" altLang="zh-CN" sz="1600" dirty="0">
                <a:solidFill>
                  <a:schemeClr val="accent6">
                    <a:lumMod val="75000"/>
                  </a:schemeClr>
                </a:solidFill>
                <a:latin typeface="Courier New" panose="02070309020205020404" pitchFamily="49" charset="0"/>
                <a:cs typeface="Courier New" panose="02070309020205020404" pitchFamily="49" charset="0"/>
              </a:rPr>
              <a:t>//    1. </a:t>
            </a:r>
            <a:r>
              <a:rPr lang="zh-CN" altLang="en-US" sz="1600" dirty="0">
                <a:solidFill>
                  <a:schemeClr val="accent6">
                    <a:lumMod val="75000"/>
                  </a:schemeClr>
                </a:solidFill>
                <a:latin typeface="Courier New" panose="02070309020205020404" pitchFamily="49" charset="0"/>
                <a:cs typeface="Courier New" panose="02070309020205020404" pitchFamily="49" charset="0"/>
              </a:rPr>
              <a:t>本趟将记录划分为</a:t>
            </a:r>
            <a:r>
              <a:rPr lang="en-US" altLang="zh-CN" sz="1600" b="1" dirty="0">
                <a:solidFill>
                  <a:srgbClr val="C00000"/>
                </a:solidFill>
                <a:latin typeface="Courier New" panose="02070309020205020404" pitchFamily="49" charset="0"/>
                <a:cs typeface="Courier New" panose="02070309020205020404" pitchFamily="49" charset="0"/>
              </a:rPr>
              <a:t>dk</a:t>
            </a:r>
            <a:r>
              <a:rPr lang="zh-CN" altLang="en-US" sz="1600" dirty="0">
                <a:solidFill>
                  <a:schemeClr val="accent6">
                    <a:lumMod val="75000"/>
                  </a:schemeClr>
                </a:solidFill>
                <a:latin typeface="Courier New" panose="02070309020205020404" pitchFamily="49" charset="0"/>
                <a:cs typeface="Courier New" panose="02070309020205020404" pitchFamily="49" charset="0"/>
              </a:rPr>
              <a:t>个子序列；</a:t>
            </a:r>
            <a:endParaRPr lang="en-US" altLang="zh-CN" sz="1600" dirty="0">
              <a:solidFill>
                <a:schemeClr val="accent6">
                  <a:lumMod val="75000"/>
                </a:schemeClr>
              </a:solidFill>
              <a:latin typeface="Courier New" panose="02070309020205020404" pitchFamily="49" charset="0"/>
              <a:cs typeface="Courier New" panose="02070309020205020404" pitchFamily="49" charset="0"/>
            </a:endParaRPr>
          </a:p>
          <a:p>
            <a:r>
              <a:rPr lang="zh-CN" altLang="en-US" sz="1600" dirty="0">
                <a:solidFill>
                  <a:srgbClr val="0070C0"/>
                </a:solidFill>
                <a:latin typeface="Courier New" panose="02070309020205020404" pitchFamily="49" charset="0"/>
                <a:cs typeface="Courier New" panose="02070309020205020404" pitchFamily="49" charset="0"/>
              </a:rPr>
              <a:t>  </a:t>
            </a:r>
            <a:r>
              <a:rPr lang="en-US" altLang="zh-CN" sz="1600" dirty="0">
                <a:solidFill>
                  <a:schemeClr val="accent6">
                    <a:lumMod val="75000"/>
                  </a:schemeClr>
                </a:solidFill>
                <a:latin typeface="Courier New" panose="02070309020205020404" pitchFamily="49" charset="0"/>
                <a:cs typeface="Courier New" panose="02070309020205020404" pitchFamily="49" charset="0"/>
              </a:rPr>
              <a:t>//    2. </a:t>
            </a:r>
            <a:r>
              <a:rPr lang="zh-CN" altLang="en-US" sz="1600" dirty="0">
                <a:solidFill>
                  <a:schemeClr val="accent6">
                    <a:lumMod val="75000"/>
                  </a:schemeClr>
                </a:solidFill>
                <a:latin typeface="Courier New" panose="02070309020205020404" pitchFamily="49" charset="0"/>
                <a:cs typeface="Courier New" panose="02070309020205020404" pitchFamily="49" charset="0"/>
              </a:rPr>
              <a:t>前后记录位置的增量（距离）是</a:t>
            </a:r>
            <a:r>
              <a:rPr lang="en-US" altLang="zh-CN" sz="1600" b="1" dirty="0">
                <a:solidFill>
                  <a:srgbClr val="C00000"/>
                </a:solidFill>
                <a:latin typeface="Courier New" panose="02070309020205020404" pitchFamily="49" charset="0"/>
                <a:cs typeface="Courier New" panose="02070309020205020404" pitchFamily="49" charset="0"/>
              </a:rPr>
              <a:t>dk</a:t>
            </a:r>
            <a:r>
              <a:rPr lang="zh-CN" altLang="en-US" sz="1600" dirty="0">
                <a:solidFill>
                  <a:schemeClr val="accent6">
                    <a:lumMod val="75000"/>
                  </a:schemeClr>
                </a:solidFill>
                <a:latin typeface="Courier New" panose="02070309020205020404" pitchFamily="49" charset="0"/>
                <a:cs typeface="Courier New" panose="02070309020205020404" pitchFamily="49" charset="0"/>
              </a:rPr>
              <a:t>，而不是</a:t>
            </a:r>
            <a:r>
              <a:rPr lang="en-US" altLang="zh-CN" sz="1600" b="1" dirty="0">
                <a:solidFill>
                  <a:srgbClr val="C00000"/>
                </a:solidFill>
                <a:latin typeface="Courier New" panose="02070309020205020404" pitchFamily="49" charset="0"/>
                <a:cs typeface="Courier New" panose="02070309020205020404" pitchFamily="49" charset="0"/>
              </a:rPr>
              <a:t>1</a:t>
            </a:r>
            <a:r>
              <a:rPr lang="zh-CN" altLang="en-US" sz="1600" dirty="0">
                <a:solidFill>
                  <a:schemeClr val="accent6">
                    <a:lumMod val="75000"/>
                  </a:schemeClr>
                </a:solidFill>
                <a:latin typeface="Courier New" panose="02070309020205020404" pitchFamily="49" charset="0"/>
                <a:cs typeface="Courier New" panose="02070309020205020404" pitchFamily="49" charset="0"/>
              </a:rPr>
              <a:t>；</a:t>
            </a:r>
            <a:endParaRPr lang="en-US" altLang="zh-CN" sz="1600" dirty="0">
              <a:solidFill>
                <a:schemeClr val="accent6">
                  <a:lumMod val="75000"/>
                </a:schemeClr>
              </a:solidFill>
              <a:latin typeface="Courier New" panose="02070309020205020404" pitchFamily="49" charset="0"/>
              <a:cs typeface="Courier New" panose="02070309020205020404" pitchFamily="49" charset="0"/>
            </a:endParaRPr>
          </a:p>
          <a:p>
            <a:r>
              <a:rPr lang="en-US" altLang="zh-CN" sz="1600" dirty="0">
                <a:solidFill>
                  <a:srgbClr val="0070C0"/>
                </a:solidFill>
                <a:latin typeface="Courier New" panose="02070309020205020404" pitchFamily="49" charset="0"/>
                <a:cs typeface="Courier New" panose="02070309020205020404" pitchFamily="49" charset="0"/>
              </a:rPr>
              <a:t>  </a:t>
            </a:r>
            <a:r>
              <a:rPr lang="en-US" altLang="zh-CN" sz="1600" dirty="0">
                <a:solidFill>
                  <a:schemeClr val="accent6">
                    <a:lumMod val="75000"/>
                  </a:schemeClr>
                </a:solidFill>
                <a:latin typeface="Courier New" panose="02070309020205020404" pitchFamily="49" charset="0"/>
                <a:cs typeface="Courier New" panose="02070309020205020404" pitchFamily="49" charset="0"/>
              </a:rPr>
              <a:t>//    3.</a:t>
            </a:r>
            <a:r>
              <a:rPr lang="en-US" altLang="zh-CN" sz="1600" dirty="0">
                <a:solidFill>
                  <a:srgbClr val="0070C0"/>
                </a:solidFill>
                <a:latin typeface="Courier New" panose="02070309020205020404" pitchFamily="49" charset="0"/>
                <a:cs typeface="Courier New" panose="02070309020205020404" pitchFamily="49" charset="0"/>
              </a:rPr>
              <a:t> </a:t>
            </a:r>
            <a:r>
              <a:rPr lang="en-US" altLang="zh-CN" sz="1600" b="1" dirty="0">
                <a:solidFill>
                  <a:srgbClr val="C00000"/>
                </a:solidFill>
                <a:latin typeface="Courier New" panose="02070309020205020404" pitchFamily="49" charset="0"/>
                <a:cs typeface="Courier New" panose="02070309020205020404" pitchFamily="49" charset="0"/>
              </a:rPr>
              <a:t>r[0]</a:t>
            </a:r>
            <a:r>
              <a:rPr lang="zh-CN" altLang="en-US" sz="1600" dirty="0">
                <a:solidFill>
                  <a:schemeClr val="accent6">
                    <a:lumMod val="75000"/>
                  </a:schemeClr>
                </a:solidFill>
                <a:latin typeface="Courier New" panose="02070309020205020404" pitchFamily="49" charset="0"/>
                <a:cs typeface="Courier New" panose="02070309020205020404" pitchFamily="49" charset="0"/>
              </a:rPr>
              <a:t>只是暂存单元，不是哨兵。当</a:t>
            </a:r>
            <a:r>
              <a:rPr lang="en-US" altLang="zh-CN" sz="1600" b="1" dirty="0">
                <a:solidFill>
                  <a:srgbClr val="C00000"/>
                </a:solidFill>
                <a:latin typeface="Courier New" panose="02070309020205020404" pitchFamily="49" charset="0"/>
                <a:cs typeface="Courier New" panose="02070309020205020404" pitchFamily="49" charset="0"/>
              </a:rPr>
              <a:t>j&lt;=0</a:t>
            </a:r>
            <a:r>
              <a:rPr lang="zh-CN" altLang="en-US" sz="1600" dirty="0">
                <a:solidFill>
                  <a:schemeClr val="accent6">
                    <a:lumMod val="75000"/>
                  </a:schemeClr>
                </a:solidFill>
                <a:latin typeface="Courier New" panose="02070309020205020404" pitchFamily="49" charset="0"/>
                <a:cs typeface="Courier New" panose="02070309020205020404" pitchFamily="49" charset="0"/>
              </a:rPr>
              <a:t>时，插入位置已找到。</a:t>
            </a:r>
          </a:p>
          <a:p>
            <a:r>
              <a:rPr lang="en-US" altLang="zh-CN"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for</a:t>
            </a:r>
            <a:r>
              <a:rPr lang="en-US" altLang="zh-CN"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en-US" altLang="zh-CN" sz="1600" b="1" dirty="0">
                <a:latin typeface="Courier New" panose="02070309020205020404" pitchFamily="49" charset="0"/>
                <a:cs typeface="Courier New" panose="02070309020205020404" pitchFamily="49" charset="0"/>
              </a:rPr>
              <a:t> </a:t>
            </a:r>
            <a:r>
              <a:rPr lang="en-US" altLang="zh-CN" sz="1600" b="1" dirty="0" err="1">
                <a:latin typeface="Courier New" panose="02070309020205020404" pitchFamily="49" charset="0"/>
                <a:cs typeface="Courier New" panose="02070309020205020404" pitchFamily="49" charset="0"/>
              </a:rPr>
              <a:t>i</a:t>
            </a:r>
            <a:r>
              <a:rPr lang="en-US" altLang="zh-CN" sz="1600" b="1" dirty="0">
                <a:latin typeface="Courier New" panose="02070309020205020404" pitchFamily="49" charset="0"/>
                <a:cs typeface="Courier New" panose="02070309020205020404" pitchFamily="49" charset="0"/>
              </a:rPr>
              <a:t>=</a:t>
            </a:r>
            <a:r>
              <a:rPr lang="en-US" altLang="zh-CN" sz="1600" b="1" dirty="0" err="1">
                <a:solidFill>
                  <a:srgbClr val="C00000"/>
                </a:solidFill>
                <a:latin typeface="Courier New" panose="02070309020205020404" pitchFamily="49" charset="0"/>
                <a:cs typeface="Courier New" panose="02070309020205020404" pitchFamily="49" charset="0"/>
              </a:rPr>
              <a:t>dk</a:t>
            </a:r>
            <a:r>
              <a:rPr lang="en-US" altLang="zh-CN" sz="1600" b="1" dirty="0" err="1">
                <a:latin typeface="Courier New" panose="02070309020205020404" pitchFamily="49" charset="0"/>
                <a:cs typeface="Courier New" panose="02070309020205020404" pitchFamily="49" charset="0"/>
              </a:rPr>
              <a:t>+1</a:t>
            </a:r>
            <a:r>
              <a:rPr lang="en-US" altLang="zh-CN" sz="1600" b="1" dirty="0">
                <a:latin typeface="Courier New" panose="02070309020205020404" pitchFamily="49" charset="0"/>
                <a:cs typeface="Courier New" panose="02070309020205020404" pitchFamily="49" charset="0"/>
              </a:rPr>
              <a:t>; </a:t>
            </a:r>
            <a:r>
              <a:rPr lang="en-US" altLang="zh-CN" sz="1600" b="1" dirty="0" err="1">
                <a:latin typeface="Courier New" panose="02070309020205020404" pitchFamily="49" charset="0"/>
                <a:cs typeface="Courier New" panose="02070309020205020404" pitchFamily="49" charset="0"/>
              </a:rPr>
              <a:t>i</a:t>
            </a:r>
            <a:r>
              <a:rPr lang="en-US" altLang="zh-CN" sz="1600" b="1" dirty="0">
                <a:latin typeface="Courier New" panose="02070309020205020404" pitchFamily="49" charset="0"/>
                <a:cs typeface="Courier New" panose="02070309020205020404" pitchFamily="49" charset="0"/>
              </a:rPr>
              <a:t>&lt;=L-&gt;</a:t>
            </a:r>
            <a:r>
              <a:rPr lang="en-US" altLang="zh-CN" sz="1600" b="1" dirty="0" err="1">
                <a:latin typeface="Courier New" panose="02070309020205020404" pitchFamily="49" charset="0"/>
                <a:cs typeface="Courier New" panose="02070309020205020404" pitchFamily="49" charset="0"/>
              </a:rPr>
              <a:t>len</a:t>
            </a:r>
            <a:r>
              <a:rPr lang="en-US" altLang="zh-CN" sz="1600" b="1" dirty="0">
                <a:latin typeface="Courier New" panose="02070309020205020404" pitchFamily="49" charset="0"/>
                <a:cs typeface="Courier New" panose="02070309020205020404" pitchFamily="49" charset="0"/>
              </a:rPr>
              <a:t>; ++</a:t>
            </a:r>
            <a:r>
              <a:rPr lang="en-US" altLang="zh-CN" sz="1600" b="1" dirty="0" err="1">
                <a:latin typeface="Courier New" panose="02070309020205020404" pitchFamily="49" charset="0"/>
                <a:cs typeface="Courier New" panose="02070309020205020404" pitchFamily="49" charset="0"/>
              </a:rPr>
              <a:t>i</a:t>
            </a:r>
            <a:r>
              <a:rPr lang="en-US" altLang="zh-CN" sz="1600" b="1" dirty="0">
                <a:latin typeface="Courier New" panose="02070309020205020404" pitchFamily="49" charset="0"/>
                <a:cs typeface="Courier New" panose="02070309020205020404" pitchFamily="49" charset="0"/>
              </a:rPr>
              <a:t>)</a:t>
            </a:r>
          </a:p>
          <a:p>
            <a:r>
              <a:rPr lang="en-US" altLang="zh-CN"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0006EE"/>
                </a:solidFill>
                <a:latin typeface="Courier New" panose="02070309020205020404" pitchFamily="49" charset="0"/>
                <a:cs typeface="Courier New" panose="02070309020205020404" pitchFamily="49" charset="0"/>
              </a:rPr>
              <a:t>LT</a:t>
            </a:r>
            <a:r>
              <a:rPr lang="en-US" altLang="zh-CN" sz="1600" b="1" dirty="0">
                <a:latin typeface="Courier New" panose="02070309020205020404" pitchFamily="49" charset="0"/>
                <a:cs typeface="Courier New" panose="02070309020205020404" pitchFamily="49" charset="0"/>
              </a:rPr>
              <a:t>(</a:t>
            </a:r>
            <a:r>
              <a:rPr lang="en-US" altLang="zh-CN" sz="1600" b="1" dirty="0" err="1">
                <a:latin typeface="Courier New" panose="02070309020205020404" pitchFamily="49" charset="0"/>
                <a:cs typeface="Courier New" panose="02070309020205020404" pitchFamily="49" charset="0"/>
              </a:rPr>
              <a:t>L.r</a:t>
            </a:r>
            <a:r>
              <a:rPr lang="en-US" altLang="zh-CN" sz="1600" b="1" dirty="0">
                <a:latin typeface="Courier New" panose="02070309020205020404" pitchFamily="49" charset="0"/>
                <a:cs typeface="Courier New" panose="02070309020205020404" pitchFamily="49" charset="0"/>
              </a:rPr>
              <a:t>[</a:t>
            </a:r>
            <a:r>
              <a:rPr lang="en-US" altLang="zh-CN" sz="1600" b="1" dirty="0" err="1">
                <a:latin typeface="Courier New" panose="02070309020205020404" pitchFamily="49" charset="0"/>
                <a:cs typeface="Courier New" panose="02070309020205020404" pitchFamily="49" charset="0"/>
              </a:rPr>
              <a:t>i</a:t>
            </a:r>
            <a:r>
              <a:rPr lang="en-US" altLang="zh-CN" sz="1600" b="1" dirty="0">
                <a:latin typeface="Courier New" panose="02070309020205020404" pitchFamily="49" charset="0"/>
                <a:cs typeface="Courier New" panose="02070309020205020404" pitchFamily="49" charset="0"/>
              </a:rPr>
              <a:t>].key, </a:t>
            </a:r>
            <a:r>
              <a:rPr lang="en-US" altLang="zh-CN" sz="1600" b="1" dirty="0" err="1">
                <a:latin typeface="Courier New" panose="02070309020205020404" pitchFamily="49" charset="0"/>
                <a:cs typeface="Courier New" panose="02070309020205020404" pitchFamily="49" charset="0"/>
              </a:rPr>
              <a:t>L.r</a:t>
            </a:r>
            <a:r>
              <a:rPr lang="en-US" altLang="zh-CN" sz="1600" b="1" dirty="0">
                <a:latin typeface="Courier New" panose="02070309020205020404" pitchFamily="49" charset="0"/>
                <a:cs typeface="Courier New" panose="02070309020205020404" pitchFamily="49" charset="0"/>
              </a:rPr>
              <a:t>[</a:t>
            </a:r>
            <a:r>
              <a:rPr lang="en-US" altLang="zh-CN" sz="1600" b="1" dirty="0" err="1">
                <a:latin typeface="Courier New" panose="02070309020205020404" pitchFamily="49" charset="0"/>
                <a:cs typeface="Courier New" panose="02070309020205020404" pitchFamily="49" charset="0"/>
              </a:rPr>
              <a:t>i</a:t>
            </a:r>
            <a:r>
              <a:rPr lang="en-US" altLang="zh-CN" sz="1600" b="1" dirty="0">
                <a:latin typeface="Courier New" panose="02070309020205020404" pitchFamily="49" charset="0"/>
                <a:cs typeface="Courier New" panose="02070309020205020404" pitchFamily="49" charset="0"/>
              </a:rPr>
              <a:t>-</a:t>
            </a:r>
            <a:r>
              <a:rPr lang="en-US" altLang="zh-CN" sz="1600" b="1" dirty="0">
                <a:solidFill>
                  <a:srgbClr val="C00000"/>
                </a:solidFill>
                <a:latin typeface="Courier New" panose="02070309020205020404" pitchFamily="49" charset="0"/>
                <a:cs typeface="Courier New" panose="02070309020205020404" pitchFamily="49" charset="0"/>
              </a:rPr>
              <a:t>dk</a:t>
            </a:r>
            <a:r>
              <a:rPr lang="en-US" altLang="zh-CN" sz="1600" b="1" dirty="0">
                <a:latin typeface="Courier New" panose="02070309020205020404" pitchFamily="49" charset="0"/>
                <a:cs typeface="Courier New" panose="02070309020205020404" pitchFamily="49" charset="0"/>
              </a:rPr>
              <a:t>].key))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en-US" altLang="zh-CN" sz="1600" b="1" dirty="0">
                <a:latin typeface="Courier New" panose="02070309020205020404" pitchFamily="49" charset="0"/>
                <a:cs typeface="Courier New" panose="02070309020205020404" pitchFamily="49" charset="0"/>
              </a:rPr>
              <a:t> </a:t>
            </a:r>
            <a:r>
              <a:rPr lang="en-US" altLang="zh-CN" sz="1600" dirty="0">
                <a:solidFill>
                  <a:schemeClr val="accent6">
                    <a:lumMod val="75000"/>
                  </a:schemeClr>
                </a:solidFill>
                <a:latin typeface="Courier New" panose="02070309020205020404" pitchFamily="49" charset="0"/>
                <a:cs typeface="Courier New" panose="02070309020205020404" pitchFamily="49" charset="0"/>
              </a:rPr>
              <a:t>//</a:t>
            </a:r>
            <a:r>
              <a:rPr lang="en-US" altLang="zh-CN" sz="1600" dirty="0">
                <a:solidFill>
                  <a:srgbClr val="0070C0"/>
                </a:solidFill>
                <a:latin typeface="Courier New" panose="02070309020205020404" pitchFamily="49" charset="0"/>
                <a:cs typeface="Courier New" panose="02070309020205020404" pitchFamily="49" charset="0"/>
              </a:rPr>
              <a:t> </a:t>
            </a:r>
            <a:r>
              <a:rPr lang="en-US" altLang="zh-CN" sz="1600" b="1" dirty="0" err="1">
                <a:solidFill>
                  <a:srgbClr val="C00000"/>
                </a:solidFill>
                <a:latin typeface="Courier New" panose="02070309020205020404" pitchFamily="49" charset="0"/>
                <a:cs typeface="Courier New" panose="02070309020205020404" pitchFamily="49" charset="0"/>
              </a:rPr>
              <a:t>L.r</a:t>
            </a:r>
            <a:r>
              <a:rPr lang="en-US" altLang="zh-CN" sz="1600" b="1" dirty="0">
                <a:solidFill>
                  <a:srgbClr val="C00000"/>
                </a:solidFill>
                <a:latin typeface="Courier New" panose="02070309020205020404" pitchFamily="49" charset="0"/>
                <a:cs typeface="Courier New" panose="02070309020205020404" pitchFamily="49" charset="0"/>
              </a:rPr>
              <a:t>[</a:t>
            </a:r>
            <a:r>
              <a:rPr lang="en-US" altLang="zh-CN" sz="1600" b="1" dirty="0" err="1">
                <a:solidFill>
                  <a:srgbClr val="C00000"/>
                </a:solidFill>
                <a:latin typeface="Courier New" panose="02070309020205020404" pitchFamily="49" charset="0"/>
                <a:cs typeface="Courier New" panose="02070309020205020404" pitchFamily="49" charset="0"/>
              </a:rPr>
              <a:t>i</a:t>
            </a:r>
            <a:r>
              <a:rPr lang="en-US" altLang="zh-CN" sz="1600" b="1" dirty="0">
                <a:solidFill>
                  <a:srgbClr val="C00000"/>
                </a:solidFill>
                <a:latin typeface="Courier New" panose="02070309020205020404" pitchFamily="49" charset="0"/>
                <a:cs typeface="Courier New" panose="02070309020205020404" pitchFamily="49" charset="0"/>
              </a:rPr>
              <a:t>]</a:t>
            </a:r>
            <a:r>
              <a:rPr lang="zh-CN" altLang="en-US" sz="1600" dirty="0">
                <a:solidFill>
                  <a:schemeClr val="accent6">
                    <a:lumMod val="75000"/>
                  </a:schemeClr>
                </a:solidFill>
                <a:latin typeface="Courier New" panose="02070309020205020404" pitchFamily="49" charset="0"/>
                <a:cs typeface="Courier New" panose="02070309020205020404" pitchFamily="49" charset="0"/>
              </a:rPr>
              <a:t>较小则插入有序增量子表</a:t>
            </a:r>
          </a:p>
          <a:p>
            <a:r>
              <a:rPr lang="zh-CN" altLang="en-US" sz="1600" b="1" dirty="0">
                <a:latin typeface="Courier New" panose="02070309020205020404" pitchFamily="49" charset="0"/>
                <a:cs typeface="Courier New" panose="02070309020205020404" pitchFamily="49" charset="0"/>
              </a:rPr>
              <a:t>      </a:t>
            </a:r>
            <a:r>
              <a:rPr lang="en-US" altLang="zh-CN" sz="1600" b="1" dirty="0">
                <a:latin typeface="Courier New" panose="02070309020205020404" pitchFamily="49" charset="0"/>
                <a:cs typeface="Courier New" panose="02070309020205020404" pitchFamily="49" charset="0"/>
              </a:rPr>
              <a:t>L-&gt;r[0] = L-&gt;r[</a:t>
            </a:r>
            <a:r>
              <a:rPr lang="en-US" altLang="zh-CN" sz="1600" b="1" dirty="0" err="1">
                <a:latin typeface="Courier New" panose="02070309020205020404" pitchFamily="49" charset="0"/>
                <a:cs typeface="Courier New" panose="02070309020205020404" pitchFamily="49" charset="0"/>
              </a:rPr>
              <a:t>i</a:t>
            </a:r>
            <a:r>
              <a:rPr lang="en-US" altLang="zh-CN" sz="1600" b="1" dirty="0">
                <a:latin typeface="Courier New" panose="02070309020205020404" pitchFamily="49" charset="0"/>
                <a:cs typeface="Courier New" panose="02070309020205020404" pitchFamily="49" charset="0"/>
              </a:rPr>
              <a:t>];                 </a:t>
            </a:r>
            <a:r>
              <a:rPr lang="en-US" altLang="zh-CN" sz="1600" dirty="0">
                <a:solidFill>
                  <a:schemeClr val="accent6">
                    <a:lumMod val="75000"/>
                  </a:schemeClr>
                </a:solidFill>
                <a:latin typeface="Courier New" panose="02070309020205020404" pitchFamily="49" charset="0"/>
                <a:cs typeface="Courier New" panose="02070309020205020404" pitchFamily="49" charset="0"/>
              </a:rPr>
              <a:t>// </a:t>
            </a:r>
            <a:r>
              <a:rPr lang="zh-CN" altLang="en-US" sz="1600" dirty="0">
                <a:solidFill>
                  <a:schemeClr val="accent6">
                    <a:lumMod val="75000"/>
                  </a:schemeClr>
                </a:solidFill>
                <a:latin typeface="Courier New" panose="02070309020205020404" pitchFamily="49" charset="0"/>
                <a:cs typeface="Courier New" panose="02070309020205020404" pitchFamily="49" charset="0"/>
              </a:rPr>
              <a:t>先暂存在</a:t>
            </a:r>
            <a:r>
              <a:rPr lang="en-US" altLang="zh-CN" sz="1600" b="1" dirty="0">
                <a:solidFill>
                  <a:srgbClr val="C00000"/>
                </a:solidFill>
                <a:latin typeface="Courier New" panose="02070309020205020404" pitchFamily="49" charset="0"/>
                <a:cs typeface="Courier New" panose="02070309020205020404" pitchFamily="49" charset="0"/>
              </a:rPr>
              <a:t>L-&gt;r[0]</a:t>
            </a:r>
          </a:p>
          <a:p>
            <a:r>
              <a:rPr lang="en-US" altLang="zh-CN" sz="1600" b="1" dirty="0">
                <a:latin typeface="Courier New" panose="02070309020205020404" pitchFamily="49" charset="0"/>
                <a:cs typeface="Courier New" panose="02070309020205020404" pitchFamily="49" charset="0"/>
              </a:rPr>
              <a:t>      L-&gt;r[</a:t>
            </a:r>
            <a:r>
              <a:rPr lang="en-US" altLang="zh-CN" sz="1600" b="1" dirty="0" err="1">
                <a:latin typeface="Courier New" panose="02070309020205020404" pitchFamily="49" charset="0"/>
                <a:cs typeface="Courier New" panose="02070309020205020404" pitchFamily="49" charset="0"/>
              </a:rPr>
              <a:t>i</a:t>
            </a:r>
            <a:r>
              <a:rPr lang="en-US" altLang="zh-CN" sz="1600" b="1" dirty="0">
                <a:latin typeface="Courier New" panose="02070309020205020404" pitchFamily="49" charset="0"/>
                <a:cs typeface="Courier New" panose="02070309020205020404" pitchFamily="49" charset="0"/>
              </a:rPr>
              <a:t>] = L-&gt;r[</a:t>
            </a:r>
            <a:r>
              <a:rPr lang="en-US" altLang="zh-CN" sz="1600" b="1" dirty="0" err="1">
                <a:latin typeface="Courier New" panose="02070309020205020404" pitchFamily="49" charset="0"/>
                <a:cs typeface="Courier New" panose="02070309020205020404" pitchFamily="49" charset="0"/>
              </a:rPr>
              <a:t>i</a:t>
            </a:r>
            <a:r>
              <a:rPr lang="en-US" altLang="zh-CN" sz="1600" b="1" dirty="0">
                <a:latin typeface="Courier New" panose="02070309020205020404" pitchFamily="49" charset="0"/>
                <a:cs typeface="Courier New" panose="02070309020205020404" pitchFamily="49" charset="0"/>
              </a:rPr>
              <a:t>-</a:t>
            </a:r>
            <a:r>
              <a:rPr lang="en-US" altLang="zh-CN" sz="1600" b="1" dirty="0">
                <a:solidFill>
                  <a:srgbClr val="C00000"/>
                </a:solidFill>
                <a:latin typeface="Courier New" panose="02070309020205020404" pitchFamily="49" charset="0"/>
                <a:cs typeface="Courier New" panose="02070309020205020404" pitchFamily="49" charset="0"/>
              </a:rPr>
              <a:t>dk</a:t>
            </a:r>
            <a:r>
              <a:rPr lang="en-US" altLang="zh-CN" sz="1600" b="1" dirty="0">
                <a:latin typeface="Courier New" panose="02070309020205020404" pitchFamily="49" charset="0"/>
                <a:cs typeface="Courier New" panose="02070309020205020404" pitchFamily="49" charset="0"/>
              </a:rPr>
              <a:t>];</a:t>
            </a:r>
          </a:p>
          <a:p>
            <a:r>
              <a:rPr lang="en-US" altLang="zh-CN"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for</a:t>
            </a:r>
            <a:r>
              <a:rPr lang="en-US" altLang="zh-CN"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en-US" altLang="zh-CN" sz="1600" b="1" dirty="0">
                <a:latin typeface="Courier New" panose="02070309020205020404" pitchFamily="49" charset="0"/>
                <a:cs typeface="Courier New" panose="02070309020205020404" pitchFamily="49" charset="0"/>
              </a:rPr>
              <a:t> j=</a:t>
            </a:r>
            <a:r>
              <a:rPr lang="en-US" altLang="zh-CN" sz="1600" b="1" dirty="0" err="1">
                <a:latin typeface="Courier New" panose="02070309020205020404" pitchFamily="49" charset="0"/>
                <a:cs typeface="Courier New" panose="02070309020205020404" pitchFamily="49" charset="0"/>
              </a:rPr>
              <a:t>i</a:t>
            </a:r>
            <a:r>
              <a:rPr lang="en-US" altLang="zh-CN" sz="1600" b="1" dirty="0">
                <a:latin typeface="Courier New" panose="02070309020205020404" pitchFamily="49" charset="0"/>
                <a:cs typeface="Courier New" panose="02070309020205020404" pitchFamily="49" charset="0"/>
              </a:rPr>
              <a:t>-2</a:t>
            </a:r>
            <a:r>
              <a:rPr lang="en-US" altLang="zh-CN" sz="1600" b="1" dirty="0">
                <a:solidFill>
                  <a:srgbClr val="C00000"/>
                </a:solidFill>
                <a:latin typeface="Courier New" panose="02070309020205020404" pitchFamily="49" charset="0"/>
                <a:cs typeface="Courier New" panose="02070309020205020404" pitchFamily="49" charset="0"/>
              </a:rPr>
              <a:t>*dk</a:t>
            </a:r>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0006EE"/>
                </a:solidFill>
                <a:latin typeface="Courier New" panose="02070309020205020404" pitchFamily="49" charset="0"/>
                <a:cs typeface="Courier New" panose="02070309020205020404" pitchFamily="49" charset="0"/>
              </a:rPr>
              <a:t>j&gt;0 </a:t>
            </a:r>
            <a:r>
              <a:rPr lang="en-US" altLang="zh-CN" sz="1600" b="1" dirty="0">
                <a:solidFill>
                  <a:srgbClr val="0006EE"/>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&amp;&amp;</a:t>
            </a:r>
            <a:r>
              <a:rPr lang="en-US" altLang="zh-CN" sz="1600" b="1" dirty="0">
                <a:solidFill>
                  <a:srgbClr val="0006EE"/>
                </a:solidFill>
                <a:latin typeface="Courier New" panose="02070309020205020404" pitchFamily="49" charset="0"/>
                <a:cs typeface="Courier New" panose="02070309020205020404" pitchFamily="49" charset="0"/>
              </a:rPr>
              <a:t> LT</a:t>
            </a:r>
            <a:r>
              <a:rPr lang="en-US" altLang="zh-CN" sz="1600" b="1" dirty="0">
                <a:latin typeface="Courier New" panose="02070309020205020404" pitchFamily="49" charset="0"/>
                <a:cs typeface="Courier New" panose="02070309020205020404" pitchFamily="49" charset="0"/>
              </a:rPr>
              <a:t>(L-&gt;r[0], L-&gt;r[j]); j-=</a:t>
            </a:r>
            <a:r>
              <a:rPr lang="en-US" altLang="zh-CN" sz="1600" b="1" dirty="0">
                <a:solidFill>
                  <a:srgbClr val="C00000"/>
                </a:solidFill>
                <a:latin typeface="Courier New" panose="02070309020205020404" pitchFamily="49" charset="0"/>
                <a:cs typeface="Courier New" panose="02070309020205020404" pitchFamily="49" charset="0"/>
              </a:rPr>
              <a:t>dk</a:t>
            </a:r>
            <a:r>
              <a:rPr lang="en-US" altLang="zh-CN" sz="1600" b="1" dirty="0">
                <a:latin typeface="Courier New" panose="02070309020205020404" pitchFamily="49" charset="0"/>
                <a:cs typeface="Courier New" panose="02070309020205020404" pitchFamily="49" charset="0"/>
              </a:rPr>
              <a:t>)</a:t>
            </a:r>
          </a:p>
          <a:p>
            <a:r>
              <a:rPr lang="en-US" altLang="zh-CN" sz="1600" b="1" dirty="0">
                <a:latin typeface="Courier New" panose="02070309020205020404" pitchFamily="49" charset="0"/>
                <a:cs typeface="Courier New" panose="02070309020205020404" pitchFamily="49" charset="0"/>
              </a:rPr>
              <a:t>        L-&gt;r[</a:t>
            </a:r>
            <a:r>
              <a:rPr lang="en-US" altLang="zh-CN" sz="1600" b="1" dirty="0" err="1">
                <a:latin typeface="Courier New" panose="02070309020205020404" pitchFamily="49" charset="0"/>
                <a:cs typeface="Courier New" panose="02070309020205020404" pitchFamily="49" charset="0"/>
              </a:rPr>
              <a:t>j+</a:t>
            </a:r>
            <a:r>
              <a:rPr lang="en-US" altLang="zh-CN" sz="1600" b="1" dirty="0" err="1">
                <a:solidFill>
                  <a:srgbClr val="C00000"/>
                </a:solidFill>
                <a:latin typeface="Courier New" panose="02070309020205020404" pitchFamily="49" charset="0"/>
                <a:cs typeface="Courier New" panose="02070309020205020404" pitchFamily="49" charset="0"/>
              </a:rPr>
              <a:t>dk</a:t>
            </a:r>
            <a:r>
              <a:rPr lang="en-US" altLang="zh-CN" sz="1600" b="1" dirty="0">
                <a:latin typeface="Courier New" panose="02070309020205020404" pitchFamily="49" charset="0"/>
                <a:cs typeface="Courier New" panose="02070309020205020404" pitchFamily="49" charset="0"/>
              </a:rPr>
              <a:t>] = L-&gt;r[j];   </a:t>
            </a:r>
            <a:r>
              <a:rPr lang="en-US" altLang="zh-CN" sz="1600" dirty="0">
                <a:solidFill>
                  <a:schemeClr val="accent6">
                    <a:lumMod val="75000"/>
                  </a:schemeClr>
                </a:solidFill>
                <a:latin typeface="Courier New" panose="02070309020205020404" pitchFamily="49" charset="0"/>
                <a:cs typeface="Courier New" panose="02070309020205020404" pitchFamily="49" charset="0"/>
              </a:rPr>
              <a:t>// </a:t>
            </a:r>
            <a:r>
              <a:rPr lang="zh-CN" altLang="en-US" sz="1600" dirty="0">
                <a:solidFill>
                  <a:schemeClr val="accent6">
                    <a:lumMod val="75000"/>
                  </a:schemeClr>
                </a:solidFill>
                <a:latin typeface="Courier New" panose="02070309020205020404" pitchFamily="49" charset="0"/>
                <a:cs typeface="Courier New" panose="02070309020205020404" pitchFamily="49" charset="0"/>
              </a:rPr>
              <a:t>记录后移，查找插入位置</a:t>
            </a:r>
          </a:p>
          <a:p>
            <a:r>
              <a:rPr lang="zh-CN" altLang="en-US" sz="1600" b="1" dirty="0">
                <a:latin typeface="Courier New" panose="02070309020205020404" pitchFamily="49" charset="0"/>
                <a:cs typeface="Courier New" panose="02070309020205020404" pitchFamily="49" charset="0"/>
              </a:rPr>
              <a:t>      </a:t>
            </a:r>
            <a:r>
              <a:rPr lang="en-US" altLang="zh-CN" sz="1600" b="1" dirty="0">
                <a:latin typeface="Courier New" panose="02070309020205020404" pitchFamily="49" charset="0"/>
                <a:cs typeface="Courier New" panose="02070309020205020404" pitchFamily="49" charset="0"/>
              </a:rPr>
              <a:t>L-&gt;r[</a:t>
            </a:r>
            <a:r>
              <a:rPr lang="en-US" altLang="zh-CN" sz="1600" b="1" dirty="0" err="1">
                <a:latin typeface="Courier New" panose="02070309020205020404" pitchFamily="49" charset="0"/>
                <a:cs typeface="Courier New" panose="02070309020205020404" pitchFamily="49" charset="0"/>
              </a:rPr>
              <a:t>j+</a:t>
            </a:r>
            <a:r>
              <a:rPr lang="en-US" altLang="zh-CN" sz="1600" b="1" dirty="0" err="1">
                <a:solidFill>
                  <a:srgbClr val="C00000"/>
                </a:solidFill>
                <a:latin typeface="Courier New" panose="02070309020205020404" pitchFamily="49" charset="0"/>
                <a:cs typeface="Courier New" panose="02070309020205020404" pitchFamily="49" charset="0"/>
              </a:rPr>
              <a:t>dk</a:t>
            </a:r>
            <a:r>
              <a:rPr lang="en-US" altLang="zh-CN" sz="1600" b="1" dirty="0">
                <a:latin typeface="Courier New" panose="02070309020205020404" pitchFamily="49" charset="0"/>
                <a:cs typeface="Courier New" panose="02070309020205020404" pitchFamily="49" charset="0"/>
              </a:rPr>
              <a:t>] = L-&gt;r[0];     </a:t>
            </a:r>
            <a:r>
              <a:rPr lang="en-US" altLang="zh-CN" sz="1600" dirty="0">
                <a:solidFill>
                  <a:schemeClr val="accent6">
                    <a:lumMod val="75000"/>
                  </a:schemeClr>
                </a:solidFill>
                <a:latin typeface="Courier New" panose="02070309020205020404" pitchFamily="49" charset="0"/>
                <a:cs typeface="Courier New" panose="02070309020205020404" pitchFamily="49" charset="0"/>
              </a:rPr>
              <a:t>// </a:t>
            </a:r>
            <a:r>
              <a:rPr lang="zh-CN" altLang="en-US" sz="1600" dirty="0">
                <a:solidFill>
                  <a:schemeClr val="accent6">
                    <a:lumMod val="75000"/>
                  </a:schemeClr>
                </a:solidFill>
                <a:latin typeface="Courier New" panose="02070309020205020404" pitchFamily="49" charset="0"/>
                <a:cs typeface="Courier New" panose="02070309020205020404" pitchFamily="49" charset="0"/>
              </a:rPr>
              <a:t>插入</a:t>
            </a:r>
          </a:p>
          <a:p>
            <a:r>
              <a:rPr lang="zh-CN" altLang="en-US"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zh-CN" altLang="en-US" sz="1600" dirty="0">
              <a:solidFill>
                <a:srgbClr val="0070C0"/>
              </a:solidFill>
              <a:latin typeface="Courier New" panose="02070309020205020404" pitchFamily="49" charset="0"/>
              <a:cs typeface="Courier New" panose="02070309020205020404" pitchFamily="49" charset="0"/>
            </a:endParaRPr>
          </a:p>
        </p:txBody>
      </p:sp>
      <p:sp>
        <p:nvSpPr>
          <p:cNvPr id="6" name="文本框 5">
            <a:extLst>
              <a:ext uri="{FF2B5EF4-FFF2-40B4-BE49-F238E27FC236}">
                <a16:creationId xmlns:a16="http://schemas.microsoft.com/office/drawing/2014/main" id="{53E65541-AA34-4AA1-BB4E-EAFE2D9EA91C}"/>
              </a:ext>
            </a:extLst>
          </p:cNvPr>
          <p:cNvSpPr txBox="1"/>
          <p:nvPr/>
        </p:nvSpPr>
        <p:spPr>
          <a:xfrm>
            <a:off x="277190" y="1025624"/>
            <a:ext cx="4667574" cy="1730858"/>
          </a:xfrm>
          <a:prstGeom prst="rect">
            <a:avLst/>
          </a:prstGeom>
          <a:noFill/>
        </p:spPr>
        <p:txBody>
          <a:bodyPr wrap="square" rtlCol="0">
            <a:spAutoFit/>
          </a:bodyPr>
          <a:lstStyle/>
          <a:p>
            <a:pPr algn="just">
              <a:lnSpc>
                <a:spcPct val="120000"/>
              </a:lnSpc>
            </a:pPr>
            <a:r>
              <a:rPr lang="zh-CN" altLang="en-US" b="1" dirty="0">
                <a:solidFill>
                  <a:srgbClr val="0006EE"/>
                </a:solidFill>
                <a:latin typeface="宋体" panose="02010600030101010101" pitchFamily="2" charset="-122"/>
                <a:ea typeface="宋体" panose="02010600030101010101" pitchFamily="2" charset="-122"/>
              </a:rPr>
              <a:t>前面的各趟希尔排序就是对</a:t>
            </a:r>
            <a:r>
              <a:rPr lang="en-US" altLang="zh-CN" b="1" dirty="0" err="1">
                <a:latin typeface="Courier New" panose="02070309020205020404" pitchFamily="49" charset="0"/>
                <a:cs typeface="Courier New" panose="02070309020205020404" pitchFamily="49" charset="0"/>
              </a:rPr>
              <a:t>ShellInsert</a:t>
            </a:r>
            <a:r>
              <a:rPr lang="zh-CN" altLang="en-US" b="1" dirty="0">
                <a:solidFill>
                  <a:srgbClr val="0006EE"/>
                </a:solidFill>
                <a:latin typeface="宋体" panose="02010600030101010101" pitchFamily="2" charset="-122"/>
                <a:ea typeface="宋体" panose="02010600030101010101" pitchFamily="2" charset="-122"/>
              </a:rPr>
              <a:t>的三次调用，参数</a:t>
            </a:r>
            <a:r>
              <a:rPr lang="en-US" altLang="zh-CN" b="1" dirty="0">
                <a:solidFill>
                  <a:srgbClr val="C00000"/>
                </a:solidFill>
                <a:latin typeface="宋体" panose="02010600030101010101" pitchFamily="2" charset="-122"/>
                <a:ea typeface="宋体" panose="02010600030101010101" pitchFamily="2" charset="-122"/>
              </a:rPr>
              <a:t>dk</a:t>
            </a:r>
            <a:r>
              <a:rPr lang="zh-CN" altLang="en-US" b="1" dirty="0">
                <a:solidFill>
                  <a:srgbClr val="0006EE"/>
                </a:solidFill>
                <a:latin typeface="宋体" panose="02010600030101010101" pitchFamily="2" charset="-122"/>
                <a:ea typeface="宋体" panose="02010600030101010101" pitchFamily="2" charset="-122"/>
              </a:rPr>
              <a:t>的实参依次是</a:t>
            </a:r>
            <a:r>
              <a:rPr lang="en-US" altLang="zh-CN" b="1" dirty="0">
                <a:solidFill>
                  <a:srgbClr val="0006EE"/>
                </a:solidFill>
                <a:latin typeface="宋体" panose="02010600030101010101" pitchFamily="2" charset="-122"/>
                <a:ea typeface="宋体" panose="02010600030101010101" pitchFamily="2" charset="-122"/>
              </a:rPr>
              <a:t>5</a:t>
            </a:r>
            <a:r>
              <a:rPr lang="zh-CN" altLang="en-US" b="1" dirty="0">
                <a:solidFill>
                  <a:srgbClr val="0006EE"/>
                </a:solidFill>
                <a:latin typeface="宋体" panose="02010600030101010101" pitchFamily="2" charset="-122"/>
                <a:ea typeface="宋体" panose="02010600030101010101" pitchFamily="2" charset="-122"/>
              </a:rPr>
              <a:t>、</a:t>
            </a:r>
            <a:r>
              <a:rPr lang="en-US" altLang="zh-CN" b="1" dirty="0">
                <a:solidFill>
                  <a:srgbClr val="0006EE"/>
                </a:solidFill>
                <a:latin typeface="宋体" panose="02010600030101010101" pitchFamily="2" charset="-122"/>
                <a:ea typeface="宋体" panose="02010600030101010101" pitchFamily="2" charset="-122"/>
              </a:rPr>
              <a:t>3</a:t>
            </a:r>
            <a:r>
              <a:rPr lang="zh-CN" altLang="en-US" b="1" dirty="0">
                <a:solidFill>
                  <a:srgbClr val="0006EE"/>
                </a:solidFill>
                <a:latin typeface="宋体" panose="02010600030101010101" pitchFamily="2" charset="-122"/>
                <a:ea typeface="宋体" panose="02010600030101010101" pitchFamily="2" charset="-122"/>
              </a:rPr>
              <a:t>、</a:t>
            </a:r>
            <a:r>
              <a:rPr lang="en-US" altLang="zh-CN" b="1" dirty="0">
                <a:solidFill>
                  <a:srgbClr val="0006EE"/>
                </a:solidFill>
                <a:latin typeface="宋体" panose="02010600030101010101" pitchFamily="2" charset="-122"/>
                <a:ea typeface="宋体" panose="02010600030101010101" pitchFamily="2" charset="-122"/>
              </a:rPr>
              <a:t>1</a:t>
            </a:r>
            <a:r>
              <a:rPr lang="zh-CN" altLang="en-US" b="1" dirty="0">
                <a:solidFill>
                  <a:srgbClr val="0006EE"/>
                </a:solidFill>
                <a:latin typeface="宋体" panose="02010600030101010101" pitchFamily="2" charset="-122"/>
                <a:ea typeface="宋体" panose="02010600030101010101" pitchFamily="2" charset="-122"/>
              </a:rPr>
              <a:t>。</a:t>
            </a:r>
            <a:endParaRPr lang="en-US" altLang="zh-CN" b="1" dirty="0">
              <a:solidFill>
                <a:srgbClr val="0006EE"/>
              </a:solidFill>
              <a:latin typeface="宋体" panose="02010600030101010101" pitchFamily="2" charset="-122"/>
              <a:ea typeface="宋体" panose="02010600030101010101" pitchFamily="2" charset="-122"/>
            </a:endParaRPr>
          </a:p>
          <a:p>
            <a:pPr algn="just">
              <a:lnSpc>
                <a:spcPct val="120000"/>
              </a:lnSpc>
            </a:pPr>
            <a:r>
              <a:rPr lang="zh-CN" altLang="en-US" b="1"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算法</a:t>
            </a:r>
            <a:r>
              <a:rPr lang="en-US" altLang="zh-CN" b="1"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10.5</a:t>
            </a:r>
            <a:r>
              <a:rPr lang="zh-CN" altLang="en-US" b="1" dirty="0">
                <a:solidFill>
                  <a:srgbClr val="0006EE"/>
                </a:solidFill>
                <a:latin typeface="宋体" panose="02010600030101010101" pitchFamily="2" charset="-122"/>
                <a:ea typeface="宋体" panose="02010600030101010101" pitchFamily="2" charset="-122"/>
              </a:rPr>
              <a:t>提供了一个</a:t>
            </a:r>
            <a:r>
              <a:rPr lang="en-US" altLang="zh-CN" b="1" dirty="0">
                <a:solidFill>
                  <a:srgbClr val="C00000"/>
                </a:solidFill>
                <a:latin typeface="宋体" panose="02010600030101010101" pitchFamily="2" charset="-122"/>
                <a:ea typeface="宋体" panose="02010600030101010101" pitchFamily="2" charset="-122"/>
              </a:rPr>
              <a:t>t</a:t>
            </a:r>
            <a:r>
              <a:rPr lang="zh-CN" altLang="en-US" b="1" dirty="0">
                <a:solidFill>
                  <a:srgbClr val="0006EE"/>
                </a:solidFill>
                <a:latin typeface="宋体" panose="02010600030101010101" pitchFamily="2" charset="-122"/>
                <a:ea typeface="宋体" panose="02010600030101010101" pitchFamily="2" charset="-122"/>
              </a:rPr>
              <a:t>趟希尔排序的接口。由参数</a:t>
            </a:r>
            <a:r>
              <a:rPr lang="en-US" altLang="zh-CN" b="1" dirty="0">
                <a:solidFill>
                  <a:srgbClr val="C00000"/>
                </a:solidFill>
                <a:latin typeface="宋体" panose="02010600030101010101" pitchFamily="2" charset="-122"/>
                <a:ea typeface="宋体" panose="02010600030101010101" pitchFamily="2" charset="-122"/>
              </a:rPr>
              <a:t>d[]</a:t>
            </a:r>
            <a:r>
              <a:rPr lang="zh-CN" altLang="en-US" b="1" dirty="0">
                <a:solidFill>
                  <a:srgbClr val="0006EE"/>
                </a:solidFill>
                <a:latin typeface="宋体" panose="02010600030101010101" pitchFamily="2" charset="-122"/>
                <a:ea typeface="宋体" panose="02010600030101010101" pitchFamily="2" charset="-122"/>
              </a:rPr>
              <a:t>数组获得</a:t>
            </a:r>
            <a:r>
              <a:rPr lang="en-US" altLang="zh-CN" b="1" dirty="0">
                <a:solidFill>
                  <a:srgbClr val="C00000"/>
                </a:solidFill>
                <a:latin typeface="宋体" panose="02010600030101010101" pitchFamily="2" charset="-122"/>
                <a:ea typeface="宋体" panose="02010600030101010101" pitchFamily="2" charset="-122"/>
              </a:rPr>
              <a:t>t</a:t>
            </a:r>
            <a:r>
              <a:rPr lang="zh-CN" altLang="en-US" b="1" dirty="0">
                <a:solidFill>
                  <a:srgbClr val="0006EE"/>
                </a:solidFill>
                <a:latin typeface="宋体" panose="02010600030101010101" pitchFamily="2" charset="-122"/>
                <a:ea typeface="宋体" panose="02010600030101010101" pitchFamily="2" charset="-122"/>
              </a:rPr>
              <a:t>个降序的增量，并用以对</a:t>
            </a:r>
            <a:r>
              <a:rPr lang="en-US" altLang="zh-CN" b="1" dirty="0" err="1">
                <a:latin typeface="Courier New" panose="02070309020205020404" pitchFamily="49" charset="0"/>
                <a:cs typeface="Courier New" panose="02070309020205020404" pitchFamily="49" charset="0"/>
              </a:rPr>
              <a:t>ShellInsert</a:t>
            </a:r>
            <a:r>
              <a:rPr lang="zh-CN" altLang="en-US" b="1" dirty="0">
                <a:latin typeface="Courier New" panose="02070309020205020404" pitchFamily="49" charset="0"/>
                <a:cs typeface="Courier New" panose="02070309020205020404" pitchFamily="49" charset="0"/>
              </a:rPr>
              <a:t>函数</a:t>
            </a:r>
            <a:r>
              <a:rPr lang="zh-CN" altLang="en-US" b="1" dirty="0">
                <a:solidFill>
                  <a:srgbClr val="0006EE"/>
                </a:solidFill>
                <a:latin typeface="宋体" panose="02010600030101010101" pitchFamily="2" charset="-122"/>
                <a:ea typeface="宋体" panose="02010600030101010101" pitchFamily="2" charset="-122"/>
              </a:rPr>
              <a:t>的</a:t>
            </a:r>
            <a:r>
              <a:rPr lang="en-US" altLang="zh-CN" b="1" dirty="0">
                <a:solidFill>
                  <a:srgbClr val="0006EE"/>
                </a:solidFill>
                <a:latin typeface="宋体" panose="02010600030101010101" pitchFamily="2" charset="-122"/>
                <a:ea typeface="宋体" panose="02010600030101010101" pitchFamily="2" charset="-122"/>
              </a:rPr>
              <a:t>t</a:t>
            </a:r>
            <a:r>
              <a:rPr lang="zh-CN" altLang="en-US" b="1" dirty="0">
                <a:solidFill>
                  <a:srgbClr val="0006EE"/>
                </a:solidFill>
                <a:latin typeface="宋体" panose="02010600030101010101" pitchFamily="2" charset="-122"/>
                <a:ea typeface="宋体" panose="02010600030101010101" pitchFamily="2" charset="-122"/>
              </a:rPr>
              <a:t>次调用。</a:t>
            </a:r>
            <a:endParaRPr lang="en-US" altLang="zh-CN" b="1" dirty="0">
              <a:solidFill>
                <a:srgbClr val="0006EE"/>
              </a:solidFill>
              <a:latin typeface="宋体" panose="02010600030101010101" pitchFamily="2" charset="-122"/>
              <a:ea typeface="宋体" panose="02010600030101010101" pitchFamily="2" charset="-122"/>
            </a:endParaRPr>
          </a:p>
        </p:txBody>
      </p:sp>
      <p:sp>
        <p:nvSpPr>
          <p:cNvPr id="8" name="文本框 7">
            <a:extLst>
              <a:ext uri="{FF2B5EF4-FFF2-40B4-BE49-F238E27FC236}">
                <a16:creationId xmlns:a16="http://schemas.microsoft.com/office/drawing/2014/main" id="{B609A296-CAD7-48DA-9EA1-7B7915228F9D}"/>
              </a:ext>
            </a:extLst>
          </p:cNvPr>
          <p:cNvSpPr txBox="1"/>
          <p:nvPr/>
        </p:nvSpPr>
        <p:spPr>
          <a:xfrm>
            <a:off x="5603665" y="3619774"/>
            <a:ext cx="6270378" cy="1569660"/>
          </a:xfrm>
          <a:prstGeom prst="rect">
            <a:avLst/>
          </a:prstGeom>
          <a:solidFill>
            <a:srgbClr val="DCF4FC"/>
          </a:solidFill>
          <a:ln w="28575">
            <a:solidFill>
              <a:schemeClr val="accent4">
                <a:lumMod val="50000"/>
              </a:schemeClr>
            </a:solidFill>
          </a:ln>
        </p:spPr>
        <p:txBody>
          <a:bodyPr wrap="square">
            <a:spAutoFit/>
          </a:bodyPr>
          <a:lstStyle/>
          <a:p>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void</a:t>
            </a:r>
            <a:r>
              <a:rPr lang="zh-CN" altLang="en-US" sz="1600" b="1" dirty="0">
                <a:latin typeface="Courier New" panose="02070309020205020404" pitchFamily="49" charset="0"/>
                <a:cs typeface="Courier New" panose="02070309020205020404" pitchFamily="49" charset="0"/>
              </a:rPr>
              <a:t> ShellSort(SqList L,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zh-CN" altLang="en-US" sz="1600" b="1" dirty="0">
                <a:latin typeface="Courier New" panose="02070309020205020404" pitchFamily="49" charset="0"/>
                <a:cs typeface="Courier New" panose="02070309020205020404" pitchFamily="49" charset="0"/>
              </a:rPr>
              <a:t> d[],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zh-CN" altLang="en-US" sz="1600" b="1" dirty="0">
                <a:latin typeface="Courier New" panose="02070309020205020404" pitchFamily="49" charset="0"/>
                <a:cs typeface="Courier New" panose="02070309020205020404" pitchFamily="49" charset="0"/>
              </a:rPr>
              <a:t> 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zh-CN" altLang="en-US" sz="1600" b="1" dirty="0">
                <a:latin typeface="Courier New" panose="02070309020205020404" pitchFamily="49" charset="0"/>
                <a:cs typeface="Courier New" panose="02070309020205020404" pitchFamily="49" charset="0"/>
              </a:rPr>
              <a:t> </a:t>
            </a:r>
            <a:endParaRPr lang="en-US" altLang="zh-CN" sz="1600" b="1" dirty="0">
              <a:latin typeface="Courier New" panose="02070309020205020404" pitchFamily="49" charset="0"/>
              <a:cs typeface="Courier New" panose="02070309020205020404" pitchFamily="49" charset="0"/>
            </a:endParaRPr>
          </a:p>
          <a:p>
            <a:r>
              <a:rPr lang="en-US" altLang="zh-CN" sz="1600" b="1" dirty="0">
                <a:latin typeface="Courier New" panose="02070309020205020404" pitchFamily="49" charset="0"/>
                <a:cs typeface="Courier New" panose="02070309020205020404" pitchFamily="49" charset="0"/>
              </a:rPr>
              <a:t>  </a:t>
            </a:r>
            <a:r>
              <a:rPr lang="zh-CN" altLang="en-US" sz="1600" b="1" dirty="0">
                <a:solidFill>
                  <a:srgbClr val="0006EE"/>
                </a:solidFill>
                <a:latin typeface="Courier New" panose="02070309020205020404" pitchFamily="49" charset="0"/>
                <a:cs typeface="Courier New" panose="02070309020205020404" pitchFamily="49" charset="0"/>
              </a:rPr>
              <a:t>// </a:t>
            </a:r>
            <a:r>
              <a:rPr lang="zh-CN" altLang="en-US" sz="16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算法10.5</a:t>
            </a:r>
            <a:r>
              <a:rPr lang="zh-CN" altLang="en-US" sz="1600" b="1" dirty="0">
                <a:solidFill>
                  <a:srgbClr val="0006EE"/>
                </a:solidFill>
                <a:latin typeface="Courier New" panose="02070309020205020404" pitchFamily="49" charset="0"/>
                <a:cs typeface="Courier New" panose="02070309020205020404" pitchFamily="49" charset="0"/>
              </a:rPr>
              <a:t>按增量序列</a:t>
            </a:r>
            <a:r>
              <a:rPr lang="zh-CN" altLang="en-US" sz="1600" b="1" dirty="0">
                <a:solidFill>
                  <a:srgbClr val="C00000"/>
                </a:solidFill>
                <a:latin typeface="Courier New" panose="02070309020205020404" pitchFamily="49" charset="0"/>
                <a:cs typeface="Courier New" panose="02070309020205020404" pitchFamily="49" charset="0"/>
              </a:rPr>
              <a:t>d[0..t-1]</a:t>
            </a:r>
            <a:r>
              <a:rPr lang="zh-CN" altLang="en-US" sz="1600" b="1" dirty="0">
                <a:solidFill>
                  <a:srgbClr val="0006EE"/>
                </a:solidFill>
                <a:latin typeface="Courier New" panose="02070309020205020404" pitchFamily="49" charset="0"/>
                <a:cs typeface="Courier New" panose="02070309020205020404" pitchFamily="49" charset="0"/>
              </a:rPr>
              <a:t>对顺序表</a:t>
            </a:r>
            <a:r>
              <a:rPr lang="zh-CN" altLang="en-US" sz="1600" b="1" dirty="0">
                <a:solidFill>
                  <a:srgbClr val="C00000"/>
                </a:solidFill>
                <a:latin typeface="Courier New" panose="02070309020205020404" pitchFamily="49" charset="0"/>
                <a:cs typeface="Courier New" panose="02070309020205020404" pitchFamily="49" charset="0"/>
              </a:rPr>
              <a:t>L</a:t>
            </a:r>
            <a:r>
              <a:rPr lang="zh-CN" altLang="en-US" sz="1600" b="1" dirty="0">
                <a:solidFill>
                  <a:srgbClr val="0006EE"/>
                </a:solidFill>
                <a:latin typeface="Courier New" panose="02070309020205020404" pitchFamily="49" charset="0"/>
                <a:cs typeface="Courier New" panose="02070309020205020404" pitchFamily="49" charset="0"/>
              </a:rPr>
              <a:t>作希尔排序</a:t>
            </a:r>
            <a:endParaRPr lang="zh-CN" altLang="en-US" sz="1600" b="1" dirty="0">
              <a:latin typeface="Courier New" panose="02070309020205020404" pitchFamily="49" charset="0"/>
              <a:cs typeface="Courier New" panose="02070309020205020404" pitchFamily="49" charset="0"/>
            </a:endParaRP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for</a:t>
            </a:r>
            <a:r>
              <a:rPr lang="zh-CN" altLang="en-US"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en-US" altLang="zh-CN" sz="1600" b="1" dirty="0">
                <a:latin typeface="Courier New" panose="02070309020205020404" pitchFamily="49" charset="0"/>
                <a:cs typeface="Courier New" panose="02070309020205020404" pitchFamily="49" charset="0"/>
              </a:rPr>
              <a:t> </a:t>
            </a:r>
            <a:r>
              <a:rPr lang="zh-CN" altLang="en-US" sz="1600" b="1" dirty="0">
                <a:latin typeface="Courier New" panose="02070309020205020404" pitchFamily="49" charset="0"/>
                <a:cs typeface="Courier New" panose="02070309020205020404" pitchFamily="49" charset="0"/>
              </a:rPr>
              <a:t>k=0; k&lt;t; ++k)</a:t>
            </a:r>
          </a:p>
          <a:p>
            <a:r>
              <a:rPr lang="zh-CN" altLang="en-US" sz="1600" b="1" dirty="0">
                <a:latin typeface="Courier New" panose="02070309020205020404" pitchFamily="49" charset="0"/>
                <a:cs typeface="Courier New" panose="02070309020205020404" pitchFamily="49" charset="0"/>
              </a:rPr>
              <a:t>    ShellInsert(L, d[k]);  </a:t>
            </a:r>
            <a:endParaRPr lang="en-US" altLang="zh-CN" sz="1600" b="1" dirty="0">
              <a:latin typeface="Courier New" panose="02070309020205020404" pitchFamily="49" charset="0"/>
              <a:cs typeface="Courier New" panose="02070309020205020404" pitchFamily="49" charset="0"/>
            </a:endParaRPr>
          </a:p>
          <a:p>
            <a:r>
              <a:rPr lang="en-US" altLang="zh-CN" sz="1600" b="1" dirty="0">
                <a:latin typeface="Courier New" panose="02070309020205020404" pitchFamily="49" charset="0"/>
                <a:cs typeface="Courier New" panose="02070309020205020404" pitchFamily="49" charset="0"/>
              </a:rPr>
              <a:t>    </a:t>
            </a:r>
            <a:r>
              <a:rPr lang="zh-CN" altLang="en-US" sz="1600" b="1" dirty="0">
                <a:solidFill>
                  <a:srgbClr val="0006EE"/>
                </a:solidFill>
                <a:latin typeface="Courier New" panose="02070309020205020404" pitchFamily="49" charset="0"/>
                <a:cs typeface="Courier New" panose="02070309020205020404" pitchFamily="49" charset="0"/>
              </a:rPr>
              <a:t>// 一趟增量为dlta[k]的插入排序</a:t>
            </a:r>
          </a:p>
          <a:p>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zh-CN" altLang="en-US" sz="1600" b="1" dirty="0">
              <a:solidFill>
                <a:srgbClr val="0006EE"/>
              </a:solidFill>
              <a:latin typeface="Courier New" panose="02070309020205020404" pitchFamily="49" charset="0"/>
              <a:cs typeface="Courier New" panose="02070309020205020404" pitchFamily="49" charset="0"/>
            </a:endParaRPr>
          </a:p>
        </p:txBody>
      </p:sp>
      <p:grpSp>
        <p:nvGrpSpPr>
          <p:cNvPr id="9" name="组合 8">
            <a:extLst>
              <a:ext uri="{FF2B5EF4-FFF2-40B4-BE49-F238E27FC236}">
                <a16:creationId xmlns:a16="http://schemas.microsoft.com/office/drawing/2014/main" id="{E521EDEE-5DCD-4546-96C5-757B94B03C26}"/>
              </a:ext>
            </a:extLst>
          </p:cNvPr>
          <p:cNvGrpSpPr/>
          <p:nvPr/>
        </p:nvGrpSpPr>
        <p:grpSpPr>
          <a:xfrm>
            <a:off x="6485241" y="437322"/>
            <a:ext cx="5058274" cy="804192"/>
            <a:chOff x="6434792" y="964977"/>
            <a:chExt cx="5058274" cy="748358"/>
          </a:xfrm>
        </p:grpSpPr>
        <p:grpSp>
          <p:nvGrpSpPr>
            <p:cNvPr id="10" name="组合 9">
              <a:extLst>
                <a:ext uri="{FF2B5EF4-FFF2-40B4-BE49-F238E27FC236}">
                  <a16:creationId xmlns:a16="http://schemas.microsoft.com/office/drawing/2014/main" id="{3E3C1D8E-BC1B-42CE-BAFF-8381FAC300E6}"/>
                </a:ext>
              </a:extLst>
            </p:cNvPr>
            <p:cNvGrpSpPr/>
            <p:nvPr/>
          </p:nvGrpSpPr>
          <p:grpSpPr>
            <a:xfrm>
              <a:off x="6434792" y="964977"/>
              <a:ext cx="5058274" cy="748358"/>
              <a:chOff x="5178729" y="1066010"/>
              <a:chExt cx="4469711" cy="620519"/>
            </a:xfrm>
          </p:grpSpPr>
          <p:grpSp>
            <p:nvGrpSpPr>
              <p:cNvPr id="15" name="组合 14">
                <a:extLst>
                  <a:ext uri="{FF2B5EF4-FFF2-40B4-BE49-F238E27FC236}">
                    <a16:creationId xmlns:a16="http://schemas.microsoft.com/office/drawing/2014/main" id="{004EBCFB-F39A-48C8-AFDB-9F2108C539D3}"/>
                  </a:ext>
                </a:extLst>
              </p:cNvPr>
              <p:cNvGrpSpPr/>
              <p:nvPr/>
            </p:nvGrpSpPr>
            <p:grpSpPr>
              <a:xfrm>
                <a:off x="7211309" y="1066010"/>
                <a:ext cx="406116" cy="620452"/>
                <a:chOff x="7881869" y="1848118"/>
                <a:chExt cx="406116" cy="620452"/>
              </a:xfrm>
            </p:grpSpPr>
            <p:sp>
              <p:nvSpPr>
                <p:cNvPr id="40" name="矩形 39">
                  <a:extLst>
                    <a:ext uri="{FF2B5EF4-FFF2-40B4-BE49-F238E27FC236}">
                      <a16:creationId xmlns:a16="http://schemas.microsoft.com/office/drawing/2014/main" id="{F112C26C-2A25-4D98-AE40-6D0367E8D601}"/>
                    </a:ext>
                  </a:extLst>
                </p:cNvPr>
                <p:cNvSpPr/>
                <p:nvPr/>
              </p:nvSpPr>
              <p:spPr>
                <a:xfrm>
                  <a:off x="7881870" y="1848118"/>
                  <a:ext cx="406115"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rgbClr val="0070C0"/>
                      </a:solidFill>
                    </a:rPr>
                    <a:t>5</a:t>
                  </a:r>
                  <a:endParaRPr lang="zh-CN" altLang="en-US" sz="1600" b="1" dirty="0">
                    <a:solidFill>
                      <a:srgbClr val="0070C0"/>
                    </a:solidFill>
                  </a:endParaRPr>
                </a:p>
              </p:txBody>
            </p:sp>
            <p:sp>
              <p:nvSpPr>
                <p:cNvPr id="41" name="矩形 40">
                  <a:extLst>
                    <a:ext uri="{FF2B5EF4-FFF2-40B4-BE49-F238E27FC236}">
                      <a16:creationId xmlns:a16="http://schemas.microsoft.com/office/drawing/2014/main" id="{F056CE6D-8EA1-4EB6-AD90-841BA23201BB}"/>
                    </a:ext>
                  </a:extLst>
                </p:cNvPr>
                <p:cNvSpPr/>
                <p:nvPr/>
              </p:nvSpPr>
              <p:spPr>
                <a:xfrm>
                  <a:off x="7881869" y="2160793"/>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grpSp>
            <p:nvGrpSpPr>
              <p:cNvPr id="16" name="组合 15">
                <a:extLst>
                  <a:ext uri="{FF2B5EF4-FFF2-40B4-BE49-F238E27FC236}">
                    <a16:creationId xmlns:a16="http://schemas.microsoft.com/office/drawing/2014/main" id="{115D0984-CF8F-43C8-AFEE-7A1F48305848}"/>
                  </a:ext>
                </a:extLst>
              </p:cNvPr>
              <p:cNvGrpSpPr/>
              <p:nvPr/>
            </p:nvGrpSpPr>
            <p:grpSpPr>
              <a:xfrm>
                <a:off x="7617424" y="1067394"/>
                <a:ext cx="406116" cy="619135"/>
                <a:chOff x="7881869" y="1848118"/>
                <a:chExt cx="406116" cy="619135"/>
              </a:xfrm>
            </p:grpSpPr>
            <p:sp>
              <p:nvSpPr>
                <p:cNvPr id="38" name="矩形 37">
                  <a:extLst>
                    <a:ext uri="{FF2B5EF4-FFF2-40B4-BE49-F238E27FC236}">
                      <a16:creationId xmlns:a16="http://schemas.microsoft.com/office/drawing/2014/main" id="{79813FE3-6CE5-47DF-ABDC-171A81C2D9D1}"/>
                    </a:ext>
                  </a:extLst>
                </p:cNvPr>
                <p:cNvSpPr/>
                <p:nvPr/>
              </p:nvSpPr>
              <p:spPr>
                <a:xfrm>
                  <a:off x="7881870" y="1848118"/>
                  <a:ext cx="406115"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rgbClr val="0070C0"/>
                      </a:solidFill>
                    </a:rPr>
                    <a:t>6</a:t>
                  </a:r>
                  <a:endParaRPr lang="zh-CN" altLang="en-US" sz="1600" b="1" dirty="0">
                    <a:solidFill>
                      <a:srgbClr val="0070C0"/>
                    </a:solidFill>
                  </a:endParaRPr>
                </a:p>
              </p:txBody>
            </p:sp>
            <p:sp>
              <p:nvSpPr>
                <p:cNvPr id="39" name="矩形 38">
                  <a:extLst>
                    <a:ext uri="{FF2B5EF4-FFF2-40B4-BE49-F238E27FC236}">
                      <a16:creationId xmlns:a16="http://schemas.microsoft.com/office/drawing/2014/main" id="{6DFB5051-356E-4C7F-AB91-BEB414FB4593}"/>
                    </a:ext>
                  </a:extLst>
                </p:cNvPr>
                <p:cNvSpPr/>
                <p:nvPr/>
              </p:nvSpPr>
              <p:spPr>
                <a:xfrm>
                  <a:off x="7881869" y="2159476"/>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grpSp>
            <p:nvGrpSpPr>
              <p:cNvPr id="17" name="组合 16">
                <a:extLst>
                  <a:ext uri="{FF2B5EF4-FFF2-40B4-BE49-F238E27FC236}">
                    <a16:creationId xmlns:a16="http://schemas.microsoft.com/office/drawing/2014/main" id="{945E4956-9EAF-465D-976F-CB3EE8D1C25C}"/>
                  </a:ext>
                </a:extLst>
              </p:cNvPr>
              <p:cNvGrpSpPr/>
              <p:nvPr/>
            </p:nvGrpSpPr>
            <p:grpSpPr>
              <a:xfrm>
                <a:off x="8024039" y="1066010"/>
                <a:ext cx="406116" cy="620452"/>
                <a:chOff x="7881869" y="1848118"/>
                <a:chExt cx="406116" cy="620452"/>
              </a:xfrm>
            </p:grpSpPr>
            <p:sp>
              <p:nvSpPr>
                <p:cNvPr id="36" name="矩形 35">
                  <a:extLst>
                    <a:ext uri="{FF2B5EF4-FFF2-40B4-BE49-F238E27FC236}">
                      <a16:creationId xmlns:a16="http://schemas.microsoft.com/office/drawing/2014/main" id="{F58A6D7D-9013-48E7-AEB7-6B29E6D51FCC}"/>
                    </a:ext>
                  </a:extLst>
                </p:cNvPr>
                <p:cNvSpPr/>
                <p:nvPr/>
              </p:nvSpPr>
              <p:spPr>
                <a:xfrm>
                  <a:off x="7881870" y="1848118"/>
                  <a:ext cx="406115"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rgbClr val="0070C0"/>
                      </a:solidFill>
                    </a:rPr>
                    <a:t>7</a:t>
                  </a:r>
                  <a:endParaRPr lang="zh-CN" altLang="en-US" sz="1600" b="1" dirty="0">
                    <a:solidFill>
                      <a:srgbClr val="0070C0"/>
                    </a:solidFill>
                  </a:endParaRPr>
                </a:p>
              </p:txBody>
            </p:sp>
            <p:sp>
              <p:nvSpPr>
                <p:cNvPr id="37" name="矩形 36">
                  <a:extLst>
                    <a:ext uri="{FF2B5EF4-FFF2-40B4-BE49-F238E27FC236}">
                      <a16:creationId xmlns:a16="http://schemas.microsoft.com/office/drawing/2014/main" id="{B03A7429-C026-425A-8B03-03F62A559B76}"/>
                    </a:ext>
                  </a:extLst>
                </p:cNvPr>
                <p:cNvSpPr/>
                <p:nvPr/>
              </p:nvSpPr>
              <p:spPr>
                <a:xfrm>
                  <a:off x="7881869" y="2160793"/>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grpSp>
            <p:nvGrpSpPr>
              <p:cNvPr id="18" name="组合 17">
                <a:extLst>
                  <a:ext uri="{FF2B5EF4-FFF2-40B4-BE49-F238E27FC236}">
                    <a16:creationId xmlns:a16="http://schemas.microsoft.com/office/drawing/2014/main" id="{B9030089-BA78-4E68-A6E0-DF3873CC404F}"/>
                  </a:ext>
                </a:extLst>
              </p:cNvPr>
              <p:cNvGrpSpPr/>
              <p:nvPr/>
            </p:nvGrpSpPr>
            <p:grpSpPr>
              <a:xfrm>
                <a:off x="8430155" y="1067394"/>
                <a:ext cx="1218285" cy="617841"/>
                <a:chOff x="7881870" y="1848118"/>
                <a:chExt cx="1218285" cy="617841"/>
              </a:xfrm>
            </p:grpSpPr>
            <p:sp>
              <p:nvSpPr>
                <p:cNvPr id="34" name="矩形 33">
                  <a:extLst>
                    <a:ext uri="{FF2B5EF4-FFF2-40B4-BE49-F238E27FC236}">
                      <a16:creationId xmlns:a16="http://schemas.microsoft.com/office/drawing/2014/main" id="{E6ED8101-C006-46DD-B551-ED07A5362411}"/>
                    </a:ext>
                  </a:extLst>
                </p:cNvPr>
                <p:cNvSpPr/>
                <p:nvPr/>
              </p:nvSpPr>
              <p:spPr>
                <a:xfrm>
                  <a:off x="7881870" y="1848118"/>
                  <a:ext cx="406115"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rgbClr val="0070C0"/>
                      </a:solidFill>
                    </a:rPr>
                    <a:t>8</a:t>
                  </a:r>
                  <a:endParaRPr lang="zh-CN" altLang="en-US" sz="1600" b="1" dirty="0">
                    <a:solidFill>
                      <a:srgbClr val="0070C0"/>
                    </a:solidFill>
                  </a:endParaRPr>
                </a:p>
              </p:txBody>
            </p:sp>
            <p:sp>
              <p:nvSpPr>
                <p:cNvPr id="35" name="矩形 34">
                  <a:extLst>
                    <a:ext uri="{FF2B5EF4-FFF2-40B4-BE49-F238E27FC236}">
                      <a16:creationId xmlns:a16="http://schemas.microsoft.com/office/drawing/2014/main" id="{449DA2E4-6C47-4097-B4A4-EE9DDD4F98E1}"/>
                    </a:ext>
                  </a:extLst>
                </p:cNvPr>
                <p:cNvSpPr/>
                <p:nvPr/>
              </p:nvSpPr>
              <p:spPr>
                <a:xfrm>
                  <a:off x="8694040" y="2158182"/>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grpSp>
            <p:nvGrpSpPr>
              <p:cNvPr id="19" name="组合 18">
                <a:extLst>
                  <a:ext uri="{FF2B5EF4-FFF2-40B4-BE49-F238E27FC236}">
                    <a16:creationId xmlns:a16="http://schemas.microsoft.com/office/drawing/2014/main" id="{B5F3A9DC-EF2F-4C4B-8481-D4EDB39C25C1}"/>
                  </a:ext>
                </a:extLst>
              </p:cNvPr>
              <p:cNvGrpSpPr/>
              <p:nvPr/>
            </p:nvGrpSpPr>
            <p:grpSpPr>
              <a:xfrm>
                <a:off x="5585847" y="1066010"/>
                <a:ext cx="406116" cy="620452"/>
                <a:chOff x="7881869" y="1848118"/>
                <a:chExt cx="406116" cy="620452"/>
              </a:xfrm>
            </p:grpSpPr>
            <p:sp>
              <p:nvSpPr>
                <p:cNvPr id="32" name="矩形 31">
                  <a:extLst>
                    <a:ext uri="{FF2B5EF4-FFF2-40B4-BE49-F238E27FC236}">
                      <a16:creationId xmlns:a16="http://schemas.microsoft.com/office/drawing/2014/main" id="{076DC3E4-01CF-4A9F-A432-0CF9FEAD4C73}"/>
                    </a:ext>
                  </a:extLst>
                </p:cNvPr>
                <p:cNvSpPr/>
                <p:nvPr/>
              </p:nvSpPr>
              <p:spPr>
                <a:xfrm>
                  <a:off x="7881870" y="1848118"/>
                  <a:ext cx="406115"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rgbClr val="0070C0"/>
                      </a:solidFill>
                    </a:rPr>
                    <a:t>1</a:t>
                  </a:r>
                  <a:endParaRPr lang="zh-CN" altLang="en-US" sz="1600" b="1" dirty="0">
                    <a:solidFill>
                      <a:srgbClr val="0070C0"/>
                    </a:solidFill>
                  </a:endParaRPr>
                </a:p>
              </p:txBody>
            </p:sp>
            <p:sp>
              <p:nvSpPr>
                <p:cNvPr id="33" name="矩形 32">
                  <a:extLst>
                    <a:ext uri="{FF2B5EF4-FFF2-40B4-BE49-F238E27FC236}">
                      <a16:creationId xmlns:a16="http://schemas.microsoft.com/office/drawing/2014/main" id="{CED26087-30A7-45B9-8DC2-318F135BC657}"/>
                    </a:ext>
                  </a:extLst>
                </p:cNvPr>
                <p:cNvSpPr/>
                <p:nvPr/>
              </p:nvSpPr>
              <p:spPr>
                <a:xfrm>
                  <a:off x="7881869" y="2160793"/>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grpSp>
            <p:nvGrpSpPr>
              <p:cNvPr id="20" name="组合 19">
                <a:extLst>
                  <a:ext uri="{FF2B5EF4-FFF2-40B4-BE49-F238E27FC236}">
                    <a16:creationId xmlns:a16="http://schemas.microsoft.com/office/drawing/2014/main" id="{92316284-7B25-4936-9A6C-ABE137F4C96B}"/>
                  </a:ext>
                </a:extLst>
              </p:cNvPr>
              <p:cNvGrpSpPr/>
              <p:nvPr/>
            </p:nvGrpSpPr>
            <p:grpSpPr>
              <a:xfrm>
                <a:off x="5991962" y="1067394"/>
                <a:ext cx="406116" cy="619135"/>
                <a:chOff x="7881869" y="1848118"/>
                <a:chExt cx="406116" cy="619135"/>
              </a:xfrm>
            </p:grpSpPr>
            <p:sp>
              <p:nvSpPr>
                <p:cNvPr id="30" name="矩形 29">
                  <a:extLst>
                    <a:ext uri="{FF2B5EF4-FFF2-40B4-BE49-F238E27FC236}">
                      <a16:creationId xmlns:a16="http://schemas.microsoft.com/office/drawing/2014/main" id="{DC3B5FB9-D089-4938-9DCF-7BDAE1BE6659}"/>
                    </a:ext>
                  </a:extLst>
                </p:cNvPr>
                <p:cNvSpPr/>
                <p:nvPr/>
              </p:nvSpPr>
              <p:spPr>
                <a:xfrm>
                  <a:off x="7881870" y="1848118"/>
                  <a:ext cx="406115"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rgbClr val="0070C0"/>
                      </a:solidFill>
                    </a:rPr>
                    <a:t>2</a:t>
                  </a:r>
                  <a:endParaRPr lang="zh-CN" altLang="en-US" sz="1600" b="1" dirty="0">
                    <a:solidFill>
                      <a:srgbClr val="0070C0"/>
                    </a:solidFill>
                  </a:endParaRPr>
                </a:p>
              </p:txBody>
            </p:sp>
            <p:sp>
              <p:nvSpPr>
                <p:cNvPr id="31" name="矩形 30">
                  <a:extLst>
                    <a:ext uri="{FF2B5EF4-FFF2-40B4-BE49-F238E27FC236}">
                      <a16:creationId xmlns:a16="http://schemas.microsoft.com/office/drawing/2014/main" id="{9838BC0E-9337-4449-9410-CFB23E5C1FC1}"/>
                    </a:ext>
                  </a:extLst>
                </p:cNvPr>
                <p:cNvSpPr/>
                <p:nvPr/>
              </p:nvSpPr>
              <p:spPr>
                <a:xfrm>
                  <a:off x="7881869" y="2159476"/>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grpSp>
            <p:nvGrpSpPr>
              <p:cNvPr id="21" name="组合 20">
                <a:extLst>
                  <a:ext uri="{FF2B5EF4-FFF2-40B4-BE49-F238E27FC236}">
                    <a16:creationId xmlns:a16="http://schemas.microsoft.com/office/drawing/2014/main" id="{0D4C9B61-DF4A-4B66-94CE-88CDB93F28C6}"/>
                  </a:ext>
                </a:extLst>
              </p:cNvPr>
              <p:cNvGrpSpPr/>
              <p:nvPr/>
            </p:nvGrpSpPr>
            <p:grpSpPr>
              <a:xfrm>
                <a:off x="6398577" y="1066010"/>
                <a:ext cx="406116" cy="620452"/>
                <a:chOff x="7881869" y="1848118"/>
                <a:chExt cx="406116" cy="620452"/>
              </a:xfrm>
            </p:grpSpPr>
            <p:sp>
              <p:nvSpPr>
                <p:cNvPr id="28" name="矩形 27">
                  <a:extLst>
                    <a:ext uri="{FF2B5EF4-FFF2-40B4-BE49-F238E27FC236}">
                      <a16:creationId xmlns:a16="http://schemas.microsoft.com/office/drawing/2014/main" id="{6B052D95-3CC0-42CC-A1A7-C0A4310FB98C}"/>
                    </a:ext>
                  </a:extLst>
                </p:cNvPr>
                <p:cNvSpPr/>
                <p:nvPr/>
              </p:nvSpPr>
              <p:spPr>
                <a:xfrm>
                  <a:off x="7881870" y="1848118"/>
                  <a:ext cx="406115"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rgbClr val="0070C0"/>
                      </a:solidFill>
                    </a:rPr>
                    <a:t>3</a:t>
                  </a:r>
                  <a:endParaRPr lang="zh-CN" altLang="en-US" sz="1600" b="1" dirty="0">
                    <a:solidFill>
                      <a:srgbClr val="0070C0"/>
                    </a:solidFill>
                  </a:endParaRPr>
                </a:p>
              </p:txBody>
            </p:sp>
            <p:sp>
              <p:nvSpPr>
                <p:cNvPr id="29" name="矩形 28">
                  <a:extLst>
                    <a:ext uri="{FF2B5EF4-FFF2-40B4-BE49-F238E27FC236}">
                      <a16:creationId xmlns:a16="http://schemas.microsoft.com/office/drawing/2014/main" id="{CC47F97A-255E-4E25-B50F-5BE688DB3A88}"/>
                    </a:ext>
                  </a:extLst>
                </p:cNvPr>
                <p:cNvSpPr/>
                <p:nvPr/>
              </p:nvSpPr>
              <p:spPr>
                <a:xfrm>
                  <a:off x="7881869" y="2160793"/>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grpSp>
            <p:nvGrpSpPr>
              <p:cNvPr id="22" name="组合 21">
                <a:extLst>
                  <a:ext uri="{FF2B5EF4-FFF2-40B4-BE49-F238E27FC236}">
                    <a16:creationId xmlns:a16="http://schemas.microsoft.com/office/drawing/2014/main" id="{98330C35-39F3-4680-889F-C9FB5D6AAE23}"/>
                  </a:ext>
                </a:extLst>
              </p:cNvPr>
              <p:cNvGrpSpPr/>
              <p:nvPr/>
            </p:nvGrpSpPr>
            <p:grpSpPr>
              <a:xfrm>
                <a:off x="6804692" y="1067394"/>
                <a:ext cx="406116" cy="619135"/>
                <a:chOff x="7881869" y="1848118"/>
                <a:chExt cx="406116" cy="619135"/>
              </a:xfrm>
            </p:grpSpPr>
            <p:sp>
              <p:nvSpPr>
                <p:cNvPr id="26" name="矩形 25">
                  <a:extLst>
                    <a:ext uri="{FF2B5EF4-FFF2-40B4-BE49-F238E27FC236}">
                      <a16:creationId xmlns:a16="http://schemas.microsoft.com/office/drawing/2014/main" id="{929A3D7C-C1C7-4D6A-83BB-668C527B75D3}"/>
                    </a:ext>
                  </a:extLst>
                </p:cNvPr>
                <p:cNvSpPr/>
                <p:nvPr/>
              </p:nvSpPr>
              <p:spPr>
                <a:xfrm>
                  <a:off x="7881870" y="1848118"/>
                  <a:ext cx="406115"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rgbClr val="0070C0"/>
                      </a:solidFill>
                    </a:rPr>
                    <a:t>4</a:t>
                  </a:r>
                  <a:endParaRPr lang="zh-CN" altLang="en-US" sz="1600" b="1" dirty="0">
                    <a:solidFill>
                      <a:srgbClr val="0070C0"/>
                    </a:solidFill>
                  </a:endParaRPr>
                </a:p>
              </p:txBody>
            </p:sp>
            <p:sp>
              <p:nvSpPr>
                <p:cNvPr id="27" name="矩形 26">
                  <a:extLst>
                    <a:ext uri="{FF2B5EF4-FFF2-40B4-BE49-F238E27FC236}">
                      <a16:creationId xmlns:a16="http://schemas.microsoft.com/office/drawing/2014/main" id="{EC14B956-CE06-4145-9BC0-FE7BE6FC7D04}"/>
                    </a:ext>
                  </a:extLst>
                </p:cNvPr>
                <p:cNvSpPr/>
                <p:nvPr/>
              </p:nvSpPr>
              <p:spPr>
                <a:xfrm>
                  <a:off x="7881869" y="2159476"/>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grpSp>
            <p:nvGrpSpPr>
              <p:cNvPr id="23" name="组合 22">
                <a:extLst>
                  <a:ext uri="{FF2B5EF4-FFF2-40B4-BE49-F238E27FC236}">
                    <a16:creationId xmlns:a16="http://schemas.microsoft.com/office/drawing/2014/main" id="{70E24577-53BE-40AC-8A56-D69EEF282D44}"/>
                  </a:ext>
                </a:extLst>
              </p:cNvPr>
              <p:cNvGrpSpPr/>
              <p:nvPr/>
            </p:nvGrpSpPr>
            <p:grpSpPr>
              <a:xfrm>
                <a:off x="5178729" y="1067394"/>
                <a:ext cx="406116" cy="619135"/>
                <a:chOff x="7881869" y="1848118"/>
                <a:chExt cx="406116" cy="619135"/>
              </a:xfrm>
              <a:solidFill>
                <a:schemeClr val="accent5">
                  <a:lumMod val="40000"/>
                  <a:lumOff val="60000"/>
                </a:schemeClr>
              </a:solidFill>
            </p:grpSpPr>
            <p:sp>
              <p:nvSpPr>
                <p:cNvPr id="24" name="矩形 23">
                  <a:extLst>
                    <a:ext uri="{FF2B5EF4-FFF2-40B4-BE49-F238E27FC236}">
                      <a16:creationId xmlns:a16="http://schemas.microsoft.com/office/drawing/2014/main" id="{A80D8E91-4765-4776-A061-336990EF2232}"/>
                    </a:ext>
                  </a:extLst>
                </p:cNvPr>
                <p:cNvSpPr/>
                <p:nvPr/>
              </p:nvSpPr>
              <p:spPr>
                <a:xfrm>
                  <a:off x="7881870" y="1848118"/>
                  <a:ext cx="406115"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rgbClr val="0070C0"/>
                      </a:solidFill>
                    </a:rPr>
                    <a:t>0</a:t>
                  </a:r>
                  <a:endParaRPr lang="zh-CN" altLang="en-US" sz="1600" b="1" dirty="0">
                    <a:solidFill>
                      <a:srgbClr val="0070C0"/>
                    </a:solidFill>
                  </a:endParaRPr>
                </a:p>
              </p:txBody>
            </p:sp>
            <p:sp>
              <p:nvSpPr>
                <p:cNvPr id="25" name="矩形 24">
                  <a:extLst>
                    <a:ext uri="{FF2B5EF4-FFF2-40B4-BE49-F238E27FC236}">
                      <a16:creationId xmlns:a16="http://schemas.microsoft.com/office/drawing/2014/main" id="{A79CF363-416D-488B-91EA-0555EED7CF04}"/>
                    </a:ext>
                  </a:extLst>
                </p:cNvPr>
                <p:cNvSpPr/>
                <p:nvPr/>
              </p:nvSpPr>
              <p:spPr>
                <a:xfrm>
                  <a:off x="7881869" y="2159476"/>
                  <a:ext cx="406115" cy="307777"/>
                </a:xfrm>
                <a:prstGeom prst="rect">
                  <a:avLst/>
                </a:prstGeom>
                <a:grp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grpSp>
        <p:sp>
          <p:nvSpPr>
            <p:cNvPr id="11" name="矩形 10">
              <a:extLst>
                <a:ext uri="{FF2B5EF4-FFF2-40B4-BE49-F238E27FC236}">
                  <a16:creationId xmlns:a16="http://schemas.microsoft.com/office/drawing/2014/main" id="{A6AC776D-03C2-48F5-AB41-E1A128F98808}"/>
                </a:ext>
              </a:extLst>
            </p:cNvPr>
            <p:cNvSpPr/>
            <p:nvPr/>
          </p:nvSpPr>
          <p:spPr>
            <a:xfrm>
              <a:off x="10113999" y="1340734"/>
              <a:ext cx="459592" cy="371185"/>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12" name="矩形 11">
              <a:extLst>
                <a:ext uri="{FF2B5EF4-FFF2-40B4-BE49-F238E27FC236}">
                  <a16:creationId xmlns:a16="http://schemas.microsoft.com/office/drawing/2014/main" id="{B878124C-FBF5-460F-B374-A2420E38E48F}"/>
                </a:ext>
              </a:extLst>
            </p:cNvPr>
            <p:cNvSpPr/>
            <p:nvPr/>
          </p:nvSpPr>
          <p:spPr>
            <a:xfrm>
              <a:off x="10573917" y="1340720"/>
              <a:ext cx="459592" cy="371185"/>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13" name="矩形 12">
              <a:extLst>
                <a:ext uri="{FF2B5EF4-FFF2-40B4-BE49-F238E27FC236}">
                  <a16:creationId xmlns:a16="http://schemas.microsoft.com/office/drawing/2014/main" id="{1E1F8E34-3CFD-4818-8E5B-2B424BDC1430}"/>
                </a:ext>
              </a:extLst>
            </p:cNvPr>
            <p:cNvSpPr/>
            <p:nvPr/>
          </p:nvSpPr>
          <p:spPr>
            <a:xfrm>
              <a:off x="10572659" y="969521"/>
              <a:ext cx="459591" cy="3711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rgbClr val="0070C0"/>
                  </a:solidFill>
                </a:rPr>
                <a:t>9</a:t>
              </a:r>
              <a:endParaRPr lang="zh-CN" altLang="en-US" sz="1600" b="1" dirty="0">
                <a:solidFill>
                  <a:srgbClr val="0070C0"/>
                </a:solidFill>
              </a:endParaRPr>
            </a:p>
          </p:txBody>
        </p:sp>
        <p:sp>
          <p:nvSpPr>
            <p:cNvPr id="14" name="矩形 13">
              <a:extLst>
                <a:ext uri="{FF2B5EF4-FFF2-40B4-BE49-F238E27FC236}">
                  <a16:creationId xmlns:a16="http://schemas.microsoft.com/office/drawing/2014/main" id="{8D469D59-552A-4AED-AFCA-74CEAAD7AAE2}"/>
                </a:ext>
              </a:extLst>
            </p:cNvPr>
            <p:cNvSpPr/>
            <p:nvPr/>
          </p:nvSpPr>
          <p:spPr>
            <a:xfrm>
              <a:off x="11031508" y="971416"/>
              <a:ext cx="459591" cy="3711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rgbClr val="0070C0"/>
                  </a:solidFill>
                </a:rPr>
                <a:t>10</a:t>
              </a:r>
              <a:endParaRPr lang="zh-CN" altLang="en-US" sz="1600" b="1" dirty="0">
                <a:solidFill>
                  <a:srgbClr val="0070C0"/>
                </a:solidFill>
              </a:endParaRPr>
            </a:p>
          </p:txBody>
        </p:sp>
      </p:grpSp>
      <p:sp>
        <p:nvSpPr>
          <p:cNvPr id="42" name="文本框 41">
            <a:extLst>
              <a:ext uri="{FF2B5EF4-FFF2-40B4-BE49-F238E27FC236}">
                <a16:creationId xmlns:a16="http://schemas.microsoft.com/office/drawing/2014/main" id="{B852235C-7A2B-4454-9CB5-A5A6F63FE98B}"/>
              </a:ext>
            </a:extLst>
          </p:cNvPr>
          <p:cNvSpPr txBox="1"/>
          <p:nvPr/>
        </p:nvSpPr>
        <p:spPr>
          <a:xfrm>
            <a:off x="7021877" y="864341"/>
            <a:ext cx="307777" cy="369332"/>
          </a:xfrm>
          <a:prstGeom prst="rect">
            <a:avLst/>
          </a:prstGeom>
          <a:noFill/>
        </p:spPr>
        <p:txBody>
          <a:bodyPr wrap="none" lIns="0" tIns="0" rIns="0" bIns="0" rtlCol="0" anchor="ctr" anchorCtr="1">
            <a:spAutoFit/>
          </a:bodyPr>
          <a:lstStyle/>
          <a:p>
            <a:pPr algn="ctr"/>
            <a:r>
              <a:rPr lang="en-US" altLang="zh-CN" sz="2400" b="1" dirty="0">
                <a:solidFill>
                  <a:schemeClr val="accent2">
                    <a:lumMod val="75000"/>
                  </a:schemeClr>
                </a:solidFill>
                <a:latin typeface="Times New Roman" panose="02020603050405020304" pitchFamily="18" charset="0"/>
                <a:cs typeface="Times New Roman" panose="02020603050405020304" pitchFamily="18" charset="0"/>
              </a:rPr>
              <a:t>13</a:t>
            </a:r>
            <a:endParaRPr lang="zh-CN" altLang="en-US" sz="2400" b="1"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43" name="文本框 42">
            <a:extLst>
              <a:ext uri="{FF2B5EF4-FFF2-40B4-BE49-F238E27FC236}">
                <a16:creationId xmlns:a16="http://schemas.microsoft.com/office/drawing/2014/main" id="{FDF2DF20-5623-49A8-AF73-298732366275}"/>
              </a:ext>
            </a:extLst>
          </p:cNvPr>
          <p:cNvSpPr txBox="1"/>
          <p:nvPr/>
        </p:nvSpPr>
        <p:spPr>
          <a:xfrm>
            <a:off x="7487236" y="870874"/>
            <a:ext cx="307777" cy="369332"/>
          </a:xfrm>
          <a:prstGeom prst="rect">
            <a:avLst/>
          </a:prstGeom>
          <a:noFill/>
        </p:spPr>
        <p:txBody>
          <a:bodyPr wrap="square" lIns="0" tIns="0" rIns="0" bIns="0" rtlCol="0" anchor="ctr" anchorCtr="1">
            <a:spAutoFit/>
          </a:bodyPr>
          <a:lstStyle/>
          <a:p>
            <a:pPr algn="ctr"/>
            <a:r>
              <a:rPr lang="en-US" altLang="zh-CN" sz="2400" b="1" dirty="0">
                <a:solidFill>
                  <a:schemeClr val="accent2">
                    <a:lumMod val="50000"/>
                  </a:schemeClr>
                </a:solidFill>
                <a:latin typeface="Times New Roman" panose="02020603050405020304" pitchFamily="18" charset="0"/>
                <a:cs typeface="Times New Roman" panose="02020603050405020304" pitchFamily="18" charset="0"/>
              </a:rPr>
              <a:t>27</a:t>
            </a:r>
            <a:endParaRPr lang="zh-CN" altLang="en-US" sz="2400" b="1" dirty="0">
              <a:solidFill>
                <a:schemeClr val="accent2">
                  <a:lumMod val="50000"/>
                </a:schemeClr>
              </a:solidFill>
              <a:latin typeface="Times New Roman" panose="02020603050405020304" pitchFamily="18" charset="0"/>
              <a:cs typeface="Times New Roman" panose="02020603050405020304" pitchFamily="18" charset="0"/>
            </a:endParaRPr>
          </a:p>
        </p:txBody>
      </p:sp>
      <p:sp>
        <p:nvSpPr>
          <p:cNvPr id="44" name="文本框 43">
            <a:extLst>
              <a:ext uri="{FF2B5EF4-FFF2-40B4-BE49-F238E27FC236}">
                <a16:creationId xmlns:a16="http://schemas.microsoft.com/office/drawing/2014/main" id="{04A34DD8-3E5C-4EB3-818A-8B947771438D}"/>
              </a:ext>
            </a:extLst>
          </p:cNvPr>
          <p:cNvSpPr txBox="1"/>
          <p:nvPr/>
        </p:nvSpPr>
        <p:spPr>
          <a:xfrm>
            <a:off x="7943627" y="870780"/>
            <a:ext cx="307777" cy="369332"/>
          </a:xfrm>
          <a:prstGeom prst="rect">
            <a:avLst/>
          </a:prstGeom>
          <a:noFill/>
        </p:spPr>
        <p:txBody>
          <a:bodyPr wrap="none" lIns="0" tIns="0" rIns="0" bIns="0" rtlCol="0" anchor="ctr" anchorCtr="1">
            <a:spAutoFit/>
          </a:bodyPr>
          <a:lstStyle/>
          <a:p>
            <a:pPr algn="ctr"/>
            <a:r>
              <a:rPr lang="en-US" altLang="zh-CN" sz="2400" b="1" dirty="0">
                <a:solidFill>
                  <a:srgbClr val="00B0F0"/>
                </a:solidFill>
                <a:latin typeface="Times New Roman" panose="02020603050405020304" pitchFamily="18" charset="0"/>
                <a:cs typeface="Times New Roman" panose="02020603050405020304" pitchFamily="18" charset="0"/>
              </a:rPr>
              <a:t>49</a:t>
            </a:r>
            <a:endParaRPr lang="zh-CN" altLang="en-US" sz="2400" b="1" dirty="0">
              <a:solidFill>
                <a:srgbClr val="00B0F0"/>
              </a:solidFill>
              <a:latin typeface="Times New Roman" panose="02020603050405020304" pitchFamily="18" charset="0"/>
              <a:cs typeface="Times New Roman" panose="02020603050405020304" pitchFamily="18" charset="0"/>
            </a:endParaRPr>
          </a:p>
        </p:txBody>
      </p:sp>
      <p:sp>
        <p:nvSpPr>
          <p:cNvPr id="45" name="文本框 44">
            <a:extLst>
              <a:ext uri="{FF2B5EF4-FFF2-40B4-BE49-F238E27FC236}">
                <a16:creationId xmlns:a16="http://schemas.microsoft.com/office/drawing/2014/main" id="{312265E9-94D1-410D-847C-F7CAA377C37D}"/>
              </a:ext>
            </a:extLst>
          </p:cNvPr>
          <p:cNvSpPr txBox="1"/>
          <p:nvPr/>
        </p:nvSpPr>
        <p:spPr>
          <a:xfrm>
            <a:off x="8411036" y="870780"/>
            <a:ext cx="307777" cy="369332"/>
          </a:xfrm>
          <a:prstGeom prst="rect">
            <a:avLst/>
          </a:prstGeom>
          <a:noFill/>
        </p:spPr>
        <p:txBody>
          <a:bodyPr wrap="none" lIns="0" tIns="0" rIns="0" bIns="0" rtlCol="0" anchor="ctr" anchorCtr="1">
            <a:spAutoFit/>
          </a:bodyPr>
          <a:lstStyle/>
          <a:p>
            <a:pPr algn="ctr"/>
            <a:r>
              <a:rPr lang="en-US" altLang="zh-CN" sz="2400" b="1" dirty="0">
                <a:solidFill>
                  <a:srgbClr val="FF0000"/>
                </a:solidFill>
                <a:latin typeface="Times New Roman" panose="02020603050405020304" pitchFamily="18" charset="0"/>
                <a:cs typeface="Times New Roman" panose="02020603050405020304" pitchFamily="18" charset="0"/>
              </a:rPr>
              <a:t>55</a:t>
            </a:r>
            <a:endParaRPr lang="zh-CN" altLang="en-US" sz="2400" b="1" dirty="0">
              <a:solidFill>
                <a:srgbClr val="FF0000"/>
              </a:solidFill>
              <a:latin typeface="Times New Roman" panose="02020603050405020304" pitchFamily="18" charset="0"/>
              <a:cs typeface="Times New Roman" panose="02020603050405020304" pitchFamily="18" charset="0"/>
            </a:endParaRPr>
          </a:p>
        </p:txBody>
      </p:sp>
      <p:sp>
        <p:nvSpPr>
          <p:cNvPr id="46" name="文本框 45">
            <a:extLst>
              <a:ext uri="{FF2B5EF4-FFF2-40B4-BE49-F238E27FC236}">
                <a16:creationId xmlns:a16="http://schemas.microsoft.com/office/drawing/2014/main" id="{E85F9956-8D19-4DD2-9ABC-0A1FA70F93A1}"/>
              </a:ext>
            </a:extLst>
          </p:cNvPr>
          <p:cNvSpPr txBox="1"/>
          <p:nvPr/>
        </p:nvSpPr>
        <p:spPr>
          <a:xfrm>
            <a:off x="8859420" y="865275"/>
            <a:ext cx="307777" cy="369332"/>
          </a:xfrm>
          <a:prstGeom prst="rect">
            <a:avLst/>
          </a:prstGeom>
          <a:noFill/>
        </p:spPr>
        <p:txBody>
          <a:bodyPr wrap="none" lIns="0" tIns="0" rIns="0" bIns="0" rtlCol="0" anchor="ctr" anchorCtr="1">
            <a:spAutoFit/>
          </a:bodyPr>
          <a:lstStyle/>
          <a:p>
            <a:pPr algn="ctr"/>
            <a:r>
              <a:rPr lang="en-US" altLang="zh-CN" sz="2400" b="1" dirty="0">
                <a:solidFill>
                  <a:srgbClr val="00B050"/>
                </a:solidFill>
                <a:latin typeface="Times New Roman" panose="02020603050405020304" pitchFamily="18" charset="0"/>
                <a:cs typeface="Times New Roman" panose="02020603050405020304" pitchFamily="18" charset="0"/>
              </a:rPr>
              <a:t>04</a:t>
            </a:r>
            <a:endParaRPr lang="zh-CN" altLang="en-US" sz="2400" b="1" dirty="0">
              <a:solidFill>
                <a:srgbClr val="00B050"/>
              </a:solidFill>
              <a:latin typeface="Times New Roman" panose="02020603050405020304" pitchFamily="18" charset="0"/>
              <a:cs typeface="Times New Roman" panose="02020603050405020304" pitchFamily="18" charset="0"/>
            </a:endParaRPr>
          </a:p>
        </p:txBody>
      </p:sp>
      <p:sp>
        <p:nvSpPr>
          <p:cNvPr id="47" name="文本框 46">
            <a:extLst>
              <a:ext uri="{FF2B5EF4-FFF2-40B4-BE49-F238E27FC236}">
                <a16:creationId xmlns:a16="http://schemas.microsoft.com/office/drawing/2014/main" id="{4E267BB4-ABAA-426E-A704-57F8FA0B23CA}"/>
              </a:ext>
            </a:extLst>
          </p:cNvPr>
          <p:cNvSpPr txBox="1"/>
          <p:nvPr/>
        </p:nvSpPr>
        <p:spPr>
          <a:xfrm>
            <a:off x="9327971" y="871999"/>
            <a:ext cx="307777" cy="369332"/>
          </a:xfrm>
          <a:prstGeom prst="rect">
            <a:avLst/>
          </a:prstGeom>
          <a:noFill/>
        </p:spPr>
        <p:txBody>
          <a:bodyPr wrap="none" lIns="0" tIns="0" rIns="0" bIns="0" rtlCol="0" anchor="ctr" anchorCtr="1">
            <a:spAutoFit/>
          </a:bodyPr>
          <a:lstStyle/>
          <a:p>
            <a:pPr algn="ctr"/>
            <a:r>
              <a:rPr lang="en-US" altLang="zh-CN" sz="2400" b="1" dirty="0">
                <a:solidFill>
                  <a:schemeClr val="accent2">
                    <a:lumMod val="75000"/>
                  </a:schemeClr>
                </a:solidFill>
                <a:latin typeface="Times New Roman" panose="02020603050405020304" pitchFamily="18" charset="0"/>
                <a:cs typeface="Times New Roman" panose="02020603050405020304" pitchFamily="18" charset="0"/>
              </a:rPr>
              <a:t>49</a:t>
            </a:r>
            <a:endParaRPr lang="zh-CN" altLang="en-US" sz="2400" b="1"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48" name="文本框 47">
            <a:extLst>
              <a:ext uri="{FF2B5EF4-FFF2-40B4-BE49-F238E27FC236}">
                <a16:creationId xmlns:a16="http://schemas.microsoft.com/office/drawing/2014/main" id="{9026ECD7-A28D-4FEC-B639-B5CC27C7375F}"/>
              </a:ext>
            </a:extLst>
          </p:cNvPr>
          <p:cNvSpPr txBox="1"/>
          <p:nvPr/>
        </p:nvSpPr>
        <p:spPr>
          <a:xfrm>
            <a:off x="9788956" y="865560"/>
            <a:ext cx="307777" cy="369332"/>
          </a:xfrm>
          <a:prstGeom prst="rect">
            <a:avLst/>
          </a:prstGeom>
          <a:noFill/>
        </p:spPr>
        <p:txBody>
          <a:bodyPr wrap="none" lIns="0" tIns="0" rIns="0" bIns="0" rtlCol="0" anchor="ctr" anchorCtr="1">
            <a:spAutoFit/>
          </a:bodyPr>
          <a:lstStyle/>
          <a:p>
            <a:pPr algn="ctr"/>
            <a:r>
              <a:rPr lang="en-US" altLang="zh-CN" sz="2400" b="1" dirty="0">
                <a:solidFill>
                  <a:schemeClr val="accent2">
                    <a:lumMod val="50000"/>
                  </a:schemeClr>
                </a:solidFill>
                <a:latin typeface="Times New Roman" panose="02020603050405020304" pitchFamily="18" charset="0"/>
                <a:cs typeface="Times New Roman" panose="02020603050405020304" pitchFamily="18" charset="0"/>
              </a:rPr>
              <a:t>38</a:t>
            </a:r>
            <a:endParaRPr lang="zh-CN" altLang="en-US" sz="2400" b="1" dirty="0">
              <a:solidFill>
                <a:schemeClr val="accent2">
                  <a:lumMod val="50000"/>
                </a:schemeClr>
              </a:solidFill>
              <a:latin typeface="Times New Roman" panose="02020603050405020304" pitchFamily="18" charset="0"/>
              <a:cs typeface="Times New Roman" panose="02020603050405020304" pitchFamily="18" charset="0"/>
            </a:endParaRPr>
          </a:p>
        </p:txBody>
      </p:sp>
      <p:sp>
        <p:nvSpPr>
          <p:cNvPr id="49" name="文本框 48">
            <a:extLst>
              <a:ext uri="{FF2B5EF4-FFF2-40B4-BE49-F238E27FC236}">
                <a16:creationId xmlns:a16="http://schemas.microsoft.com/office/drawing/2014/main" id="{B6FA507E-AE0F-4039-A2FB-F0B44869537B}"/>
              </a:ext>
            </a:extLst>
          </p:cNvPr>
          <p:cNvSpPr txBox="1"/>
          <p:nvPr/>
        </p:nvSpPr>
        <p:spPr>
          <a:xfrm>
            <a:off x="10244629" y="870780"/>
            <a:ext cx="307777" cy="369332"/>
          </a:xfrm>
          <a:prstGeom prst="rect">
            <a:avLst/>
          </a:prstGeom>
          <a:noFill/>
        </p:spPr>
        <p:txBody>
          <a:bodyPr wrap="none" lIns="0" tIns="0" rIns="0" bIns="0" rtlCol="0" anchor="ctr" anchorCtr="1">
            <a:spAutoFit/>
          </a:bodyPr>
          <a:lstStyle/>
          <a:p>
            <a:pPr algn="ctr"/>
            <a:r>
              <a:rPr lang="en-US" altLang="zh-CN" sz="2400" b="1" dirty="0">
                <a:solidFill>
                  <a:srgbClr val="00B0F0"/>
                </a:solidFill>
                <a:latin typeface="Times New Roman" panose="02020603050405020304" pitchFamily="18" charset="0"/>
                <a:cs typeface="Times New Roman" panose="02020603050405020304" pitchFamily="18" charset="0"/>
              </a:rPr>
              <a:t>65</a:t>
            </a:r>
            <a:endParaRPr lang="zh-CN" altLang="en-US" sz="2400" b="1" dirty="0">
              <a:solidFill>
                <a:srgbClr val="00B0F0"/>
              </a:solidFill>
              <a:latin typeface="Times New Roman" panose="02020603050405020304" pitchFamily="18" charset="0"/>
              <a:cs typeface="Times New Roman" panose="02020603050405020304" pitchFamily="18" charset="0"/>
            </a:endParaRPr>
          </a:p>
        </p:txBody>
      </p:sp>
      <p:cxnSp>
        <p:nvCxnSpPr>
          <p:cNvPr id="50" name="直接连接符 49">
            <a:extLst>
              <a:ext uri="{FF2B5EF4-FFF2-40B4-BE49-F238E27FC236}">
                <a16:creationId xmlns:a16="http://schemas.microsoft.com/office/drawing/2014/main" id="{E615EDA3-993C-4395-AC65-6E768C5AC795}"/>
              </a:ext>
            </a:extLst>
          </p:cNvPr>
          <p:cNvCxnSpPr/>
          <p:nvPr/>
        </p:nvCxnSpPr>
        <p:spPr>
          <a:xfrm>
            <a:off x="7935774" y="921917"/>
            <a:ext cx="308307"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1" name="文本框 50">
            <a:extLst>
              <a:ext uri="{FF2B5EF4-FFF2-40B4-BE49-F238E27FC236}">
                <a16:creationId xmlns:a16="http://schemas.microsoft.com/office/drawing/2014/main" id="{46BA9324-DFE2-45A7-A273-AD16D3F5B49E}"/>
              </a:ext>
            </a:extLst>
          </p:cNvPr>
          <p:cNvSpPr txBox="1"/>
          <p:nvPr/>
        </p:nvSpPr>
        <p:spPr>
          <a:xfrm>
            <a:off x="10698918" y="867153"/>
            <a:ext cx="307777" cy="369332"/>
          </a:xfrm>
          <a:prstGeom prst="rect">
            <a:avLst/>
          </a:prstGeom>
          <a:noFill/>
        </p:spPr>
        <p:txBody>
          <a:bodyPr wrap="none" lIns="0" tIns="0" rIns="0" bIns="0" rtlCol="0" anchor="ctr" anchorCtr="1">
            <a:spAutoFit/>
          </a:bodyPr>
          <a:lstStyle/>
          <a:p>
            <a:pPr algn="ctr"/>
            <a:r>
              <a:rPr lang="en-US" altLang="zh-CN" sz="2400" b="1" dirty="0">
                <a:solidFill>
                  <a:srgbClr val="FF0000"/>
                </a:solidFill>
                <a:latin typeface="Times New Roman" panose="02020603050405020304" pitchFamily="18" charset="0"/>
                <a:cs typeface="Times New Roman" panose="02020603050405020304" pitchFamily="18" charset="0"/>
              </a:rPr>
              <a:t>97</a:t>
            </a:r>
            <a:endParaRPr lang="zh-CN" altLang="en-US" sz="2400" b="1" dirty="0">
              <a:solidFill>
                <a:srgbClr val="FF0000"/>
              </a:solidFill>
              <a:latin typeface="Times New Roman" panose="02020603050405020304" pitchFamily="18" charset="0"/>
              <a:cs typeface="Times New Roman" panose="02020603050405020304" pitchFamily="18" charset="0"/>
            </a:endParaRPr>
          </a:p>
        </p:txBody>
      </p:sp>
      <p:sp>
        <p:nvSpPr>
          <p:cNvPr id="52" name="文本框 51">
            <a:extLst>
              <a:ext uri="{FF2B5EF4-FFF2-40B4-BE49-F238E27FC236}">
                <a16:creationId xmlns:a16="http://schemas.microsoft.com/office/drawing/2014/main" id="{0E920E96-0B48-4538-9747-D44E6661D6C0}"/>
              </a:ext>
            </a:extLst>
          </p:cNvPr>
          <p:cNvSpPr txBox="1"/>
          <p:nvPr/>
        </p:nvSpPr>
        <p:spPr>
          <a:xfrm>
            <a:off x="11164017" y="864766"/>
            <a:ext cx="307777" cy="369332"/>
          </a:xfrm>
          <a:prstGeom prst="rect">
            <a:avLst/>
          </a:prstGeom>
          <a:noFill/>
        </p:spPr>
        <p:txBody>
          <a:bodyPr wrap="none" lIns="0" tIns="0" rIns="0" bIns="0" rtlCol="0" anchor="ctr" anchorCtr="1">
            <a:spAutoFit/>
          </a:bodyPr>
          <a:lstStyle/>
          <a:p>
            <a:pPr algn="ctr"/>
            <a:r>
              <a:rPr lang="en-US" altLang="zh-CN" sz="2400" b="1" dirty="0">
                <a:solidFill>
                  <a:srgbClr val="00B050"/>
                </a:solidFill>
                <a:latin typeface="Times New Roman" panose="02020603050405020304" pitchFamily="18" charset="0"/>
                <a:cs typeface="Times New Roman" panose="02020603050405020304" pitchFamily="18" charset="0"/>
              </a:rPr>
              <a:t>76</a:t>
            </a:r>
            <a:endParaRPr lang="zh-CN" altLang="en-US" sz="2400" b="1" dirty="0">
              <a:solidFill>
                <a:srgbClr val="00B050"/>
              </a:solidFill>
              <a:latin typeface="Times New Roman" panose="02020603050405020304" pitchFamily="18" charset="0"/>
              <a:cs typeface="Times New Roman" panose="02020603050405020304" pitchFamily="18" charset="0"/>
            </a:endParaRPr>
          </a:p>
        </p:txBody>
      </p:sp>
      <p:sp>
        <p:nvSpPr>
          <p:cNvPr id="53" name="文本框 52">
            <a:extLst>
              <a:ext uri="{FF2B5EF4-FFF2-40B4-BE49-F238E27FC236}">
                <a16:creationId xmlns:a16="http://schemas.microsoft.com/office/drawing/2014/main" id="{8FB44275-3090-4945-A09C-A3BF34E67582}"/>
              </a:ext>
            </a:extLst>
          </p:cNvPr>
          <p:cNvSpPr txBox="1"/>
          <p:nvPr/>
        </p:nvSpPr>
        <p:spPr>
          <a:xfrm>
            <a:off x="5619834" y="862273"/>
            <a:ext cx="998991" cy="369332"/>
          </a:xfrm>
          <a:prstGeom prst="rect">
            <a:avLst/>
          </a:prstGeom>
          <a:noFill/>
        </p:spPr>
        <p:txBody>
          <a:bodyPr wrap="none" rtlCol="0">
            <a:spAutoFit/>
          </a:bodyPr>
          <a:lstStyle/>
          <a:p>
            <a:r>
              <a:rPr lang="zh-CN" altLang="en-US" b="1" dirty="0">
                <a:solidFill>
                  <a:srgbClr val="0006EE"/>
                </a:solidFill>
              </a:rPr>
              <a:t>第</a:t>
            </a:r>
            <a:r>
              <a:rPr lang="en-US" altLang="zh-CN" b="1" dirty="0">
                <a:solidFill>
                  <a:srgbClr val="0006EE"/>
                </a:solidFill>
              </a:rPr>
              <a:t>1</a:t>
            </a:r>
            <a:r>
              <a:rPr lang="zh-CN" altLang="en-US" b="1" dirty="0">
                <a:solidFill>
                  <a:srgbClr val="0006EE"/>
                </a:solidFill>
              </a:rPr>
              <a:t>趟：</a:t>
            </a:r>
          </a:p>
        </p:txBody>
      </p:sp>
      <p:grpSp>
        <p:nvGrpSpPr>
          <p:cNvPr id="54" name="组合 53">
            <a:extLst>
              <a:ext uri="{FF2B5EF4-FFF2-40B4-BE49-F238E27FC236}">
                <a16:creationId xmlns:a16="http://schemas.microsoft.com/office/drawing/2014/main" id="{69BFFF9C-7657-48E1-B028-C89646B26A1E}"/>
              </a:ext>
            </a:extLst>
          </p:cNvPr>
          <p:cNvGrpSpPr/>
          <p:nvPr/>
        </p:nvGrpSpPr>
        <p:grpSpPr>
          <a:xfrm>
            <a:off x="6483274" y="1411482"/>
            <a:ext cx="5058274" cy="372746"/>
            <a:chOff x="6434792" y="1340591"/>
            <a:chExt cx="5058274" cy="372746"/>
          </a:xfrm>
        </p:grpSpPr>
        <p:grpSp>
          <p:nvGrpSpPr>
            <p:cNvPr id="55" name="组合 54">
              <a:extLst>
                <a:ext uri="{FF2B5EF4-FFF2-40B4-BE49-F238E27FC236}">
                  <a16:creationId xmlns:a16="http://schemas.microsoft.com/office/drawing/2014/main" id="{EDE0E02D-4F5F-4FD7-AEE2-0595B78A4599}"/>
                </a:ext>
              </a:extLst>
            </p:cNvPr>
            <p:cNvGrpSpPr/>
            <p:nvPr/>
          </p:nvGrpSpPr>
          <p:grpSpPr>
            <a:xfrm>
              <a:off x="6434792" y="1340591"/>
              <a:ext cx="5058274" cy="372746"/>
              <a:chOff x="5178729" y="1377458"/>
              <a:chExt cx="4469711" cy="309071"/>
            </a:xfrm>
          </p:grpSpPr>
          <p:sp>
            <p:nvSpPr>
              <p:cNvPr id="58" name="矩形 57">
                <a:extLst>
                  <a:ext uri="{FF2B5EF4-FFF2-40B4-BE49-F238E27FC236}">
                    <a16:creationId xmlns:a16="http://schemas.microsoft.com/office/drawing/2014/main" id="{979CC577-646E-4401-ABAC-64BE63B44DEC}"/>
                  </a:ext>
                </a:extLst>
              </p:cNvPr>
              <p:cNvSpPr/>
              <p:nvPr/>
            </p:nvSpPr>
            <p:spPr>
              <a:xfrm>
                <a:off x="7211309" y="1378685"/>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59" name="矩形 58">
                <a:extLst>
                  <a:ext uri="{FF2B5EF4-FFF2-40B4-BE49-F238E27FC236}">
                    <a16:creationId xmlns:a16="http://schemas.microsoft.com/office/drawing/2014/main" id="{030D72F1-E98A-4785-9BB1-BFE669459D5F}"/>
                  </a:ext>
                </a:extLst>
              </p:cNvPr>
              <p:cNvSpPr/>
              <p:nvPr/>
            </p:nvSpPr>
            <p:spPr>
              <a:xfrm>
                <a:off x="7617424" y="1378752"/>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60" name="矩形 59">
                <a:extLst>
                  <a:ext uri="{FF2B5EF4-FFF2-40B4-BE49-F238E27FC236}">
                    <a16:creationId xmlns:a16="http://schemas.microsoft.com/office/drawing/2014/main" id="{D3123DBA-D366-4797-BCCD-219D4A3FE3D6}"/>
                  </a:ext>
                </a:extLst>
              </p:cNvPr>
              <p:cNvSpPr/>
              <p:nvPr/>
            </p:nvSpPr>
            <p:spPr>
              <a:xfrm>
                <a:off x="8024039" y="1378685"/>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61" name="矩形 60">
                <a:extLst>
                  <a:ext uri="{FF2B5EF4-FFF2-40B4-BE49-F238E27FC236}">
                    <a16:creationId xmlns:a16="http://schemas.microsoft.com/office/drawing/2014/main" id="{48C65545-9684-48BB-8C5A-A806D755D86A}"/>
                  </a:ext>
                </a:extLst>
              </p:cNvPr>
              <p:cNvSpPr/>
              <p:nvPr/>
            </p:nvSpPr>
            <p:spPr>
              <a:xfrm>
                <a:off x="9242325" y="1377458"/>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62" name="矩形 61">
                <a:extLst>
                  <a:ext uri="{FF2B5EF4-FFF2-40B4-BE49-F238E27FC236}">
                    <a16:creationId xmlns:a16="http://schemas.microsoft.com/office/drawing/2014/main" id="{302F2724-09EA-4A72-968E-E585536D72BD}"/>
                  </a:ext>
                </a:extLst>
              </p:cNvPr>
              <p:cNvSpPr/>
              <p:nvPr/>
            </p:nvSpPr>
            <p:spPr>
              <a:xfrm>
                <a:off x="5585847" y="1378685"/>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63" name="矩形 62">
                <a:extLst>
                  <a:ext uri="{FF2B5EF4-FFF2-40B4-BE49-F238E27FC236}">
                    <a16:creationId xmlns:a16="http://schemas.microsoft.com/office/drawing/2014/main" id="{DFD77E9F-4C48-4AC9-9588-E447A3C782AB}"/>
                  </a:ext>
                </a:extLst>
              </p:cNvPr>
              <p:cNvSpPr/>
              <p:nvPr/>
            </p:nvSpPr>
            <p:spPr>
              <a:xfrm>
                <a:off x="5991962" y="1378752"/>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64" name="矩形 63">
                <a:extLst>
                  <a:ext uri="{FF2B5EF4-FFF2-40B4-BE49-F238E27FC236}">
                    <a16:creationId xmlns:a16="http://schemas.microsoft.com/office/drawing/2014/main" id="{FAFBADFC-DE0F-4116-B65A-C1328EF0A3CB}"/>
                  </a:ext>
                </a:extLst>
              </p:cNvPr>
              <p:cNvSpPr/>
              <p:nvPr/>
            </p:nvSpPr>
            <p:spPr>
              <a:xfrm>
                <a:off x="6398577" y="1378685"/>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65" name="矩形 64">
                <a:extLst>
                  <a:ext uri="{FF2B5EF4-FFF2-40B4-BE49-F238E27FC236}">
                    <a16:creationId xmlns:a16="http://schemas.microsoft.com/office/drawing/2014/main" id="{0C5629DF-5ADC-4175-BCFE-556F05759CF7}"/>
                  </a:ext>
                </a:extLst>
              </p:cNvPr>
              <p:cNvSpPr/>
              <p:nvPr/>
            </p:nvSpPr>
            <p:spPr>
              <a:xfrm>
                <a:off x="6804692" y="1378752"/>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66" name="矩形 65">
                <a:extLst>
                  <a:ext uri="{FF2B5EF4-FFF2-40B4-BE49-F238E27FC236}">
                    <a16:creationId xmlns:a16="http://schemas.microsoft.com/office/drawing/2014/main" id="{289C2ECF-AF72-4CBA-8C69-0F0BD218EAED}"/>
                  </a:ext>
                </a:extLst>
              </p:cNvPr>
              <p:cNvSpPr/>
              <p:nvPr/>
            </p:nvSpPr>
            <p:spPr>
              <a:xfrm>
                <a:off x="5178729" y="1378752"/>
                <a:ext cx="406115" cy="307777"/>
              </a:xfrm>
              <a:prstGeom prst="rect">
                <a:avLst/>
              </a:prstGeom>
              <a:solidFill>
                <a:schemeClr val="accent5">
                  <a:lumMod val="40000"/>
                  <a:lumOff val="6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sp>
          <p:nvSpPr>
            <p:cNvPr id="56" name="矩形 55">
              <a:extLst>
                <a:ext uri="{FF2B5EF4-FFF2-40B4-BE49-F238E27FC236}">
                  <a16:creationId xmlns:a16="http://schemas.microsoft.com/office/drawing/2014/main" id="{F276C85D-0971-49E3-A27B-268EC9BCEAF6}"/>
                </a:ext>
              </a:extLst>
            </p:cNvPr>
            <p:cNvSpPr/>
            <p:nvPr/>
          </p:nvSpPr>
          <p:spPr>
            <a:xfrm>
              <a:off x="10113999" y="1340734"/>
              <a:ext cx="459592" cy="371185"/>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57" name="矩形 56">
              <a:extLst>
                <a:ext uri="{FF2B5EF4-FFF2-40B4-BE49-F238E27FC236}">
                  <a16:creationId xmlns:a16="http://schemas.microsoft.com/office/drawing/2014/main" id="{5540E9D3-CC73-49ED-B110-9261504EDE2D}"/>
                </a:ext>
              </a:extLst>
            </p:cNvPr>
            <p:cNvSpPr/>
            <p:nvPr/>
          </p:nvSpPr>
          <p:spPr>
            <a:xfrm>
              <a:off x="10573917" y="1340720"/>
              <a:ext cx="459592" cy="371185"/>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sp>
        <p:nvSpPr>
          <p:cNvPr id="67" name="文本框 66">
            <a:extLst>
              <a:ext uri="{FF2B5EF4-FFF2-40B4-BE49-F238E27FC236}">
                <a16:creationId xmlns:a16="http://schemas.microsoft.com/office/drawing/2014/main" id="{20FFFE02-E9A8-4EC4-906B-1B992FD0575C}"/>
              </a:ext>
            </a:extLst>
          </p:cNvPr>
          <p:cNvSpPr txBox="1"/>
          <p:nvPr/>
        </p:nvSpPr>
        <p:spPr>
          <a:xfrm>
            <a:off x="7026536" y="1420305"/>
            <a:ext cx="307777" cy="369332"/>
          </a:xfrm>
          <a:prstGeom prst="rect">
            <a:avLst/>
          </a:prstGeom>
          <a:noFill/>
        </p:spPr>
        <p:txBody>
          <a:bodyPr wrap="none" lIns="0" tIns="0" rIns="0" bIns="0" rtlCol="0" anchor="ctr" anchorCtr="1">
            <a:spAutoFit/>
          </a:bodyPr>
          <a:lstStyle/>
          <a:p>
            <a:pPr algn="ctr"/>
            <a:r>
              <a:rPr lang="en-US" altLang="zh-CN" sz="2400" b="1" dirty="0">
                <a:solidFill>
                  <a:srgbClr val="FF0000"/>
                </a:solidFill>
                <a:latin typeface="Times New Roman" panose="02020603050405020304" pitchFamily="18" charset="0"/>
                <a:cs typeface="Times New Roman" panose="02020603050405020304" pitchFamily="18" charset="0"/>
              </a:rPr>
              <a:t>13</a:t>
            </a:r>
            <a:endParaRPr lang="zh-CN" altLang="en-US" sz="2400" b="1" dirty="0">
              <a:solidFill>
                <a:srgbClr val="FF0000"/>
              </a:solidFill>
              <a:latin typeface="Times New Roman" panose="02020603050405020304" pitchFamily="18" charset="0"/>
              <a:cs typeface="Times New Roman" panose="02020603050405020304" pitchFamily="18" charset="0"/>
            </a:endParaRPr>
          </a:p>
        </p:txBody>
      </p:sp>
      <p:sp>
        <p:nvSpPr>
          <p:cNvPr id="68" name="文本框 67">
            <a:extLst>
              <a:ext uri="{FF2B5EF4-FFF2-40B4-BE49-F238E27FC236}">
                <a16:creationId xmlns:a16="http://schemas.microsoft.com/office/drawing/2014/main" id="{3350CC67-33B9-42C7-B131-E86C5DC45753}"/>
              </a:ext>
            </a:extLst>
          </p:cNvPr>
          <p:cNvSpPr txBox="1"/>
          <p:nvPr/>
        </p:nvSpPr>
        <p:spPr>
          <a:xfrm>
            <a:off x="7491895" y="1426838"/>
            <a:ext cx="307777" cy="369332"/>
          </a:xfrm>
          <a:prstGeom prst="rect">
            <a:avLst/>
          </a:prstGeom>
          <a:noFill/>
        </p:spPr>
        <p:txBody>
          <a:bodyPr wrap="square" lIns="0" tIns="0" rIns="0" bIns="0" rtlCol="0" anchor="ctr" anchorCtr="1">
            <a:spAutoFit/>
          </a:bodyPr>
          <a:lstStyle/>
          <a:p>
            <a:pPr algn="ctr"/>
            <a:r>
              <a:rPr lang="en-US" altLang="zh-CN" sz="2400" b="1" dirty="0">
                <a:solidFill>
                  <a:srgbClr val="0006EE"/>
                </a:solidFill>
                <a:latin typeface="Times New Roman" panose="02020603050405020304" pitchFamily="18" charset="0"/>
                <a:cs typeface="Times New Roman" panose="02020603050405020304" pitchFamily="18" charset="0"/>
              </a:rPr>
              <a:t>04</a:t>
            </a:r>
            <a:endParaRPr lang="zh-CN" altLang="en-US" sz="2400" b="1" dirty="0">
              <a:solidFill>
                <a:srgbClr val="0006EE"/>
              </a:solidFill>
              <a:latin typeface="Times New Roman" panose="02020603050405020304" pitchFamily="18" charset="0"/>
              <a:cs typeface="Times New Roman" panose="02020603050405020304" pitchFamily="18" charset="0"/>
            </a:endParaRPr>
          </a:p>
        </p:txBody>
      </p:sp>
      <p:sp>
        <p:nvSpPr>
          <p:cNvPr id="69" name="文本框 68">
            <a:extLst>
              <a:ext uri="{FF2B5EF4-FFF2-40B4-BE49-F238E27FC236}">
                <a16:creationId xmlns:a16="http://schemas.microsoft.com/office/drawing/2014/main" id="{ED75C728-9E34-42C5-84C3-5684A3C2DB99}"/>
              </a:ext>
            </a:extLst>
          </p:cNvPr>
          <p:cNvSpPr txBox="1"/>
          <p:nvPr/>
        </p:nvSpPr>
        <p:spPr>
          <a:xfrm>
            <a:off x="7948286" y="1426744"/>
            <a:ext cx="307777" cy="369332"/>
          </a:xfrm>
          <a:prstGeom prst="rect">
            <a:avLst/>
          </a:prstGeom>
          <a:noFill/>
        </p:spPr>
        <p:txBody>
          <a:bodyPr wrap="none" lIns="0" tIns="0" rIns="0" bIns="0" rtlCol="0" anchor="ctr" anchorCtr="1">
            <a:spAutoFit/>
          </a:bodyPr>
          <a:lstStyle/>
          <a:p>
            <a:pPr algn="ctr"/>
            <a:r>
              <a:rPr lang="en-US" altLang="zh-CN" sz="2400" b="1" dirty="0">
                <a:solidFill>
                  <a:srgbClr val="00B050"/>
                </a:solidFill>
                <a:latin typeface="Times New Roman" panose="02020603050405020304" pitchFamily="18" charset="0"/>
                <a:cs typeface="Times New Roman" panose="02020603050405020304" pitchFamily="18" charset="0"/>
              </a:rPr>
              <a:t>49</a:t>
            </a:r>
            <a:endParaRPr lang="zh-CN" altLang="en-US" sz="2400" b="1" dirty="0">
              <a:solidFill>
                <a:srgbClr val="00B050"/>
              </a:solidFill>
              <a:latin typeface="Times New Roman" panose="02020603050405020304" pitchFamily="18" charset="0"/>
              <a:cs typeface="Times New Roman" panose="02020603050405020304" pitchFamily="18" charset="0"/>
            </a:endParaRPr>
          </a:p>
        </p:txBody>
      </p:sp>
      <p:sp>
        <p:nvSpPr>
          <p:cNvPr id="70" name="文本框 69">
            <a:extLst>
              <a:ext uri="{FF2B5EF4-FFF2-40B4-BE49-F238E27FC236}">
                <a16:creationId xmlns:a16="http://schemas.microsoft.com/office/drawing/2014/main" id="{0BDE7284-1DC9-4CF8-927E-B557FDCDB3DD}"/>
              </a:ext>
            </a:extLst>
          </p:cNvPr>
          <p:cNvSpPr txBox="1"/>
          <p:nvPr/>
        </p:nvSpPr>
        <p:spPr>
          <a:xfrm>
            <a:off x="8415695" y="1426744"/>
            <a:ext cx="307777" cy="369332"/>
          </a:xfrm>
          <a:prstGeom prst="rect">
            <a:avLst/>
          </a:prstGeom>
          <a:noFill/>
        </p:spPr>
        <p:txBody>
          <a:bodyPr wrap="none" lIns="0" tIns="0" rIns="0" bIns="0" rtlCol="0" anchor="ctr" anchorCtr="1">
            <a:spAutoFit/>
          </a:bodyPr>
          <a:lstStyle/>
          <a:p>
            <a:pPr algn="ctr"/>
            <a:r>
              <a:rPr lang="en-US" altLang="zh-CN" sz="2400" b="1" dirty="0">
                <a:solidFill>
                  <a:srgbClr val="FF0000"/>
                </a:solidFill>
                <a:latin typeface="Times New Roman" panose="02020603050405020304" pitchFamily="18" charset="0"/>
                <a:cs typeface="Times New Roman" panose="02020603050405020304" pitchFamily="18" charset="0"/>
              </a:rPr>
              <a:t>38</a:t>
            </a:r>
            <a:endParaRPr lang="zh-CN" altLang="en-US" sz="2400" b="1" dirty="0">
              <a:solidFill>
                <a:srgbClr val="FF0000"/>
              </a:solidFill>
              <a:latin typeface="Times New Roman" panose="02020603050405020304" pitchFamily="18" charset="0"/>
              <a:cs typeface="Times New Roman" panose="02020603050405020304" pitchFamily="18" charset="0"/>
            </a:endParaRPr>
          </a:p>
        </p:txBody>
      </p:sp>
      <p:sp>
        <p:nvSpPr>
          <p:cNvPr id="71" name="文本框 70">
            <a:extLst>
              <a:ext uri="{FF2B5EF4-FFF2-40B4-BE49-F238E27FC236}">
                <a16:creationId xmlns:a16="http://schemas.microsoft.com/office/drawing/2014/main" id="{C9E07FDD-70DF-4690-AB51-561BCA30E16F}"/>
              </a:ext>
            </a:extLst>
          </p:cNvPr>
          <p:cNvSpPr txBox="1"/>
          <p:nvPr/>
        </p:nvSpPr>
        <p:spPr>
          <a:xfrm>
            <a:off x="8864079" y="1421239"/>
            <a:ext cx="307777" cy="369332"/>
          </a:xfrm>
          <a:prstGeom prst="rect">
            <a:avLst/>
          </a:prstGeom>
          <a:noFill/>
        </p:spPr>
        <p:txBody>
          <a:bodyPr wrap="none" lIns="0" tIns="0" rIns="0" bIns="0" rtlCol="0" anchor="ctr" anchorCtr="1">
            <a:spAutoFit/>
          </a:bodyPr>
          <a:lstStyle/>
          <a:p>
            <a:pPr algn="ctr"/>
            <a:r>
              <a:rPr lang="en-US" altLang="zh-CN" sz="2400" b="1" dirty="0">
                <a:solidFill>
                  <a:srgbClr val="0006EE"/>
                </a:solidFill>
                <a:latin typeface="Times New Roman" panose="02020603050405020304" pitchFamily="18" charset="0"/>
                <a:cs typeface="Times New Roman" panose="02020603050405020304" pitchFamily="18" charset="0"/>
              </a:rPr>
              <a:t>27</a:t>
            </a:r>
            <a:endParaRPr lang="zh-CN" altLang="en-US" sz="2400" b="1" dirty="0">
              <a:solidFill>
                <a:srgbClr val="0006EE"/>
              </a:solidFill>
              <a:latin typeface="Times New Roman" panose="02020603050405020304" pitchFamily="18" charset="0"/>
              <a:cs typeface="Times New Roman" panose="02020603050405020304" pitchFamily="18" charset="0"/>
            </a:endParaRPr>
          </a:p>
        </p:txBody>
      </p:sp>
      <p:sp>
        <p:nvSpPr>
          <p:cNvPr id="72" name="文本框 71">
            <a:extLst>
              <a:ext uri="{FF2B5EF4-FFF2-40B4-BE49-F238E27FC236}">
                <a16:creationId xmlns:a16="http://schemas.microsoft.com/office/drawing/2014/main" id="{ACD386C6-8524-4D84-9766-71BB3A008F28}"/>
              </a:ext>
            </a:extLst>
          </p:cNvPr>
          <p:cNvSpPr txBox="1"/>
          <p:nvPr/>
        </p:nvSpPr>
        <p:spPr>
          <a:xfrm>
            <a:off x="9332630" y="1427963"/>
            <a:ext cx="307777" cy="369332"/>
          </a:xfrm>
          <a:prstGeom prst="rect">
            <a:avLst/>
          </a:prstGeom>
          <a:noFill/>
        </p:spPr>
        <p:txBody>
          <a:bodyPr wrap="none" lIns="0" tIns="0" rIns="0" bIns="0" rtlCol="0" anchor="ctr" anchorCtr="1">
            <a:spAutoFit/>
          </a:bodyPr>
          <a:lstStyle/>
          <a:p>
            <a:pPr algn="ctr"/>
            <a:r>
              <a:rPr lang="en-US" altLang="zh-CN" sz="2400" b="1" dirty="0">
                <a:solidFill>
                  <a:srgbClr val="00B050"/>
                </a:solidFill>
                <a:latin typeface="Times New Roman" panose="02020603050405020304" pitchFamily="18" charset="0"/>
                <a:cs typeface="Times New Roman" panose="02020603050405020304" pitchFamily="18" charset="0"/>
              </a:rPr>
              <a:t>49</a:t>
            </a:r>
            <a:endParaRPr lang="zh-CN" altLang="en-US" sz="2400" b="1" dirty="0">
              <a:solidFill>
                <a:srgbClr val="00B050"/>
              </a:solidFill>
              <a:latin typeface="Times New Roman" panose="02020603050405020304" pitchFamily="18" charset="0"/>
              <a:cs typeface="Times New Roman" panose="02020603050405020304" pitchFamily="18" charset="0"/>
            </a:endParaRPr>
          </a:p>
        </p:txBody>
      </p:sp>
      <p:sp>
        <p:nvSpPr>
          <p:cNvPr id="73" name="文本框 72">
            <a:extLst>
              <a:ext uri="{FF2B5EF4-FFF2-40B4-BE49-F238E27FC236}">
                <a16:creationId xmlns:a16="http://schemas.microsoft.com/office/drawing/2014/main" id="{FB2A457D-DC76-4066-9EA1-85C677F2619F}"/>
              </a:ext>
            </a:extLst>
          </p:cNvPr>
          <p:cNvSpPr txBox="1"/>
          <p:nvPr/>
        </p:nvSpPr>
        <p:spPr>
          <a:xfrm>
            <a:off x="9793615" y="1421524"/>
            <a:ext cx="307777" cy="369332"/>
          </a:xfrm>
          <a:prstGeom prst="rect">
            <a:avLst/>
          </a:prstGeom>
          <a:noFill/>
        </p:spPr>
        <p:txBody>
          <a:bodyPr wrap="none" lIns="0" tIns="0" rIns="0" bIns="0" rtlCol="0" anchor="ctr" anchorCtr="1">
            <a:spAutoFit/>
          </a:bodyPr>
          <a:lstStyle/>
          <a:p>
            <a:pPr algn="ctr"/>
            <a:r>
              <a:rPr lang="en-US" altLang="zh-CN" sz="2400" b="1" dirty="0">
                <a:solidFill>
                  <a:srgbClr val="FF0000"/>
                </a:solidFill>
                <a:latin typeface="Times New Roman" panose="02020603050405020304" pitchFamily="18" charset="0"/>
                <a:cs typeface="Times New Roman" panose="02020603050405020304" pitchFamily="18" charset="0"/>
              </a:rPr>
              <a:t>55</a:t>
            </a:r>
            <a:endParaRPr lang="zh-CN" altLang="en-US" sz="2400" b="1" dirty="0">
              <a:solidFill>
                <a:srgbClr val="FF0000"/>
              </a:solidFill>
              <a:latin typeface="Times New Roman" panose="02020603050405020304" pitchFamily="18" charset="0"/>
              <a:cs typeface="Times New Roman" panose="02020603050405020304" pitchFamily="18" charset="0"/>
            </a:endParaRPr>
          </a:p>
        </p:txBody>
      </p:sp>
      <p:sp>
        <p:nvSpPr>
          <p:cNvPr id="74" name="文本框 73">
            <a:extLst>
              <a:ext uri="{FF2B5EF4-FFF2-40B4-BE49-F238E27FC236}">
                <a16:creationId xmlns:a16="http://schemas.microsoft.com/office/drawing/2014/main" id="{D123D18F-BEEC-499D-AFE9-187E44E3C7ED}"/>
              </a:ext>
            </a:extLst>
          </p:cNvPr>
          <p:cNvSpPr txBox="1"/>
          <p:nvPr/>
        </p:nvSpPr>
        <p:spPr>
          <a:xfrm>
            <a:off x="10249288" y="1426744"/>
            <a:ext cx="307777" cy="369332"/>
          </a:xfrm>
          <a:prstGeom prst="rect">
            <a:avLst/>
          </a:prstGeom>
          <a:noFill/>
        </p:spPr>
        <p:txBody>
          <a:bodyPr wrap="none" lIns="0" tIns="0" rIns="0" bIns="0" rtlCol="0" anchor="ctr" anchorCtr="1">
            <a:spAutoFit/>
          </a:bodyPr>
          <a:lstStyle/>
          <a:p>
            <a:pPr algn="ctr"/>
            <a:r>
              <a:rPr lang="en-US" altLang="zh-CN" sz="2400" b="1" dirty="0">
                <a:solidFill>
                  <a:srgbClr val="0006EE"/>
                </a:solidFill>
                <a:latin typeface="Times New Roman" panose="02020603050405020304" pitchFamily="18" charset="0"/>
                <a:cs typeface="Times New Roman" panose="02020603050405020304" pitchFamily="18" charset="0"/>
              </a:rPr>
              <a:t>65</a:t>
            </a:r>
            <a:endParaRPr lang="zh-CN" altLang="en-US" sz="2400" b="1" dirty="0">
              <a:solidFill>
                <a:srgbClr val="0006EE"/>
              </a:solidFill>
              <a:latin typeface="Times New Roman" panose="02020603050405020304" pitchFamily="18" charset="0"/>
              <a:cs typeface="Times New Roman" panose="02020603050405020304" pitchFamily="18" charset="0"/>
            </a:endParaRPr>
          </a:p>
        </p:txBody>
      </p:sp>
      <p:cxnSp>
        <p:nvCxnSpPr>
          <p:cNvPr id="75" name="直接连接符 74">
            <a:extLst>
              <a:ext uri="{FF2B5EF4-FFF2-40B4-BE49-F238E27FC236}">
                <a16:creationId xmlns:a16="http://schemas.microsoft.com/office/drawing/2014/main" id="{2DD22C9F-85CC-4560-9C51-C89ED6AE01FA}"/>
              </a:ext>
            </a:extLst>
          </p:cNvPr>
          <p:cNvCxnSpPr/>
          <p:nvPr/>
        </p:nvCxnSpPr>
        <p:spPr>
          <a:xfrm>
            <a:off x="7940433" y="1477881"/>
            <a:ext cx="308307"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76" name="文本框 75">
            <a:extLst>
              <a:ext uri="{FF2B5EF4-FFF2-40B4-BE49-F238E27FC236}">
                <a16:creationId xmlns:a16="http://schemas.microsoft.com/office/drawing/2014/main" id="{1410FECE-B186-4CC8-9A94-0FA1D7B3376B}"/>
              </a:ext>
            </a:extLst>
          </p:cNvPr>
          <p:cNvSpPr txBox="1"/>
          <p:nvPr/>
        </p:nvSpPr>
        <p:spPr>
          <a:xfrm>
            <a:off x="10703577" y="1423117"/>
            <a:ext cx="307777" cy="369332"/>
          </a:xfrm>
          <a:prstGeom prst="rect">
            <a:avLst/>
          </a:prstGeom>
          <a:noFill/>
        </p:spPr>
        <p:txBody>
          <a:bodyPr wrap="none" lIns="0" tIns="0" rIns="0" bIns="0" rtlCol="0" anchor="ctr" anchorCtr="1">
            <a:spAutoFit/>
          </a:bodyPr>
          <a:lstStyle/>
          <a:p>
            <a:pPr algn="ctr"/>
            <a:r>
              <a:rPr lang="en-US" altLang="zh-CN" sz="2400" b="1" dirty="0">
                <a:solidFill>
                  <a:srgbClr val="00B050"/>
                </a:solidFill>
                <a:latin typeface="Times New Roman" panose="02020603050405020304" pitchFamily="18" charset="0"/>
                <a:cs typeface="Times New Roman" panose="02020603050405020304" pitchFamily="18" charset="0"/>
              </a:rPr>
              <a:t>97</a:t>
            </a:r>
            <a:endParaRPr lang="zh-CN" altLang="en-US" sz="2400" b="1" dirty="0">
              <a:solidFill>
                <a:srgbClr val="00B050"/>
              </a:solidFill>
              <a:latin typeface="Times New Roman" panose="02020603050405020304" pitchFamily="18" charset="0"/>
              <a:cs typeface="Times New Roman" panose="02020603050405020304" pitchFamily="18" charset="0"/>
            </a:endParaRPr>
          </a:p>
        </p:txBody>
      </p:sp>
      <p:sp>
        <p:nvSpPr>
          <p:cNvPr id="77" name="文本框 76">
            <a:extLst>
              <a:ext uri="{FF2B5EF4-FFF2-40B4-BE49-F238E27FC236}">
                <a16:creationId xmlns:a16="http://schemas.microsoft.com/office/drawing/2014/main" id="{FD5083F3-DF16-4C0E-A906-BA78DE9D35AA}"/>
              </a:ext>
            </a:extLst>
          </p:cNvPr>
          <p:cNvSpPr txBox="1"/>
          <p:nvPr/>
        </p:nvSpPr>
        <p:spPr>
          <a:xfrm>
            <a:off x="11168676" y="1420730"/>
            <a:ext cx="307777" cy="369332"/>
          </a:xfrm>
          <a:prstGeom prst="rect">
            <a:avLst/>
          </a:prstGeom>
          <a:noFill/>
        </p:spPr>
        <p:txBody>
          <a:bodyPr wrap="none" lIns="0" tIns="0" rIns="0" bIns="0" rtlCol="0" anchor="ctr" anchorCtr="1">
            <a:spAutoFit/>
          </a:bodyPr>
          <a:lstStyle/>
          <a:p>
            <a:pPr algn="ctr"/>
            <a:r>
              <a:rPr lang="en-US" altLang="zh-CN" sz="2400" b="1" dirty="0">
                <a:solidFill>
                  <a:srgbClr val="FF0000"/>
                </a:solidFill>
                <a:latin typeface="Times New Roman" panose="02020603050405020304" pitchFamily="18" charset="0"/>
                <a:cs typeface="Times New Roman" panose="02020603050405020304" pitchFamily="18" charset="0"/>
              </a:rPr>
              <a:t>76</a:t>
            </a:r>
            <a:endParaRPr lang="zh-CN" altLang="en-US" sz="2400" b="1" dirty="0">
              <a:solidFill>
                <a:srgbClr val="FF0000"/>
              </a:solidFill>
              <a:latin typeface="Times New Roman" panose="02020603050405020304" pitchFamily="18" charset="0"/>
              <a:cs typeface="Times New Roman" panose="02020603050405020304" pitchFamily="18" charset="0"/>
            </a:endParaRPr>
          </a:p>
        </p:txBody>
      </p:sp>
      <p:sp>
        <p:nvSpPr>
          <p:cNvPr id="78" name="文本框 77">
            <a:extLst>
              <a:ext uri="{FF2B5EF4-FFF2-40B4-BE49-F238E27FC236}">
                <a16:creationId xmlns:a16="http://schemas.microsoft.com/office/drawing/2014/main" id="{B9065BDD-6924-4A3C-B229-025F3FD3F64C}"/>
              </a:ext>
            </a:extLst>
          </p:cNvPr>
          <p:cNvSpPr txBox="1"/>
          <p:nvPr/>
        </p:nvSpPr>
        <p:spPr>
          <a:xfrm>
            <a:off x="5619834" y="1412408"/>
            <a:ext cx="1005403" cy="369332"/>
          </a:xfrm>
          <a:prstGeom prst="rect">
            <a:avLst/>
          </a:prstGeom>
          <a:noFill/>
        </p:spPr>
        <p:txBody>
          <a:bodyPr wrap="none" rtlCol="0">
            <a:spAutoFit/>
          </a:bodyPr>
          <a:lstStyle/>
          <a:p>
            <a:r>
              <a:rPr lang="zh-CN" altLang="en-US" b="1" dirty="0">
                <a:solidFill>
                  <a:srgbClr val="0006EE"/>
                </a:solidFill>
              </a:rPr>
              <a:t>第</a:t>
            </a:r>
            <a:r>
              <a:rPr lang="en-US" altLang="zh-CN" b="1" dirty="0">
                <a:solidFill>
                  <a:srgbClr val="0006EE"/>
                </a:solidFill>
              </a:rPr>
              <a:t>2</a:t>
            </a:r>
            <a:r>
              <a:rPr lang="zh-CN" altLang="en-US" b="1" dirty="0">
                <a:solidFill>
                  <a:srgbClr val="0006EE"/>
                </a:solidFill>
              </a:rPr>
              <a:t>趟：</a:t>
            </a:r>
          </a:p>
        </p:txBody>
      </p:sp>
      <p:sp>
        <p:nvSpPr>
          <p:cNvPr id="79" name="文本框 78">
            <a:extLst>
              <a:ext uri="{FF2B5EF4-FFF2-40B4-BE49-F238E27FC236}">
                <a16:creationId xmlns:a16="http://schemas.microsoft.com/office/drawing/2014/main" id="{F34AE64F-0B40-433B-BE95-2DD2B4E4DB81}"/>
              </a:ext>
            </a:extLst>
          </p:cNvPr>
          <p:cNvSpPr txBox="1"/>
          <p:nvPr/>
        </p:nvSpPr>
        <p:spPr>
          <a:xfrm>
            <a:off x="5015401" y="862273"/>
            <a:ext cx="734496" cy="369332"/>
          </a:xfrm>
          <a:prstGeom prst="rect">
            <a:avLst/>
          </a:prstGeom>
          <a:noFill/>
        </p:spPr>
        <p:txBody>
          <a:bodyPr wrap="none" rtlCol="0">
            <a:spAutoFit/>
          </a:bodyPr>
          <a:lstStyle/>
          <a:p>
            <a:r>
              <a:rPr lang="en-US" altLang="zh-CN" b="1" dirty="0">
                <a:solidFill>
                  <a:srgbClr val="00B050"/>
                </a:solidFill>
              </a:rPr>
              <a:t>dk=5</a:t>
            </a:r>
            <a:endParaRPr lang="zh-CN" altLang="en-US" b="1" dirty="0">
              <a:solidFill>
                <a:srgbClr val="00B050"/>
              </a:solidFill>
            </a:endParaRPr>
          </a:p>
        </p:txBody>
      </p:sp>
      <p:sp>
        <p:nvSpPr>
          <p:cNvPr id="80" name="文本框 79">
            <a:extLst>
              <a:ext uri="{FF2B5EF4-FFF2-40B4-BE49-F238E27FC236}">
                <a16:creationId xmlns:a16="http://schemas.microsoft.com/office/drawing/2014/main" id="{863C0F44-D064-4955-BADC-BB732F03FF0C}"/>
              </a:ext>
            </a:extLst>
          </p:cNvPr>
          <p:cNvSpPr txBox="1"/>
          <p:nvPr/>
        </p:nvSpPr>
        <p:spPr>
          <a:xfrm>
            <a:off x="5015401" y="1402499"/>
            <a:ext cx="734496" cy="369332"/>
          </a:xfrm>
          <a:prstGeom prst="rect">
            <a:avLst/>
          </a:prstGeom>
          <a:noFill/>
        </p:spPr>
        <p:txBody>
          <a:bodyPr wrap="none" rtlCol="0">
            <a:spAutoFit/>
          </a:bodyPr>
          <a:lstStyle/>
          <a:p>
            <a:r>
              <a:rPr lang="en-US" altLang="zh-CN" b="1" dirty="0">
                <a:solidFill>
                  <a:srgbClr val="00B050"/>
                </a:solidFill>
              </a:rPr>
              <a:t>dk=3</a:t>
            </a:r>
            <a:endParaRPr lang="zh-CN" altLang="en-US" b="1" dirty="0">
              <a:solidFill>
                <a:srgbClr val="00B050"/>
              </a:solidFill>
            </a:endParaRPr>
          </a:p>
        </p:txBody>
      </p:sp>
      <p:grpSp>
        <p:nvGrpSpPr>
          <p:cNvPr id="81" name="组合 80">
            <a:extLst>
              <a:ext uri="{FF2B5EF4-FFF2-40B4-BE49-F238E27FC236}">
                <a16:creationId xmlns:a16="http://schemas.microsoft.com/office/drawing/2014/main" id="{E881A74A-C8C2-43D0-A5E8-A2B4BBA89569}"/>
              </a:ext>
            </a:extLst>
          </p:cNvPr>
          <p:cNvGrpSpPr/>
          <p:nvPr/>
        </p:nvGrpSpPr>
        <p:grpSpPr>
          <a:xfrm>
            <a:off x="6483274" y="1953350"/>
            <a:ext cx="5058274" cy="372746"/>
            <a:chOff x="6434792" y="1340591"/>
            <a:chExt cx="5058274" cy="372746"/>
          </a:xfrm>
        </p:grpSpPr>
        <p:grpSp>
          <p:nvGrpSpPr>
            <p:cNvPr id="82" name="组合 81">
              <a:extLst>
                <a:ext uri="{FF2B5EF4-FFF2-40B4-BE49-F238E27FC236}">
                  <a16:creationId xmlns:a16="http://schemas.microsoft.com/office/drawing/2014/main" id="{510A8AE0-3692-406C-9F49-9152434CA420}"/>
                </a:ext>
              </a:extLst>
            </p:cNvPr>
            <p:cNvGrpSpPr/>
            <p:nvPr/>
          </p:nvGrpSpPr>
          <p:grpSpPr>
            <a:xfrm>
              <a:off x="6434792" y="1340591"/>
              <a:ext cx="5058274" cy="372746"/>
              <a:chOff x="5178729" y="1377458"/>
              <a:chExt cx="4469711" cy="309071"/>
            </a:xfrm>
          </p:grpSpPr>
          <p:sp>
            <p:nvSpPr>
              <p:cNvPr id="85" name="矩形 84">
                <a:extLst>
                  <a:ext uri="{FF2B5EF4-FFF2-40B4-BE49-F238E27FC236}">
                    <a16:creationId xmlns:a16="http://schemas.microsoft.com/office/drawing/2014/main" id="{A270AC4D-630B-4882-B0D4-84918CA233D2}"/>
                  </a:ext>
                </a:extLst>
              </p:cNvPr>
              <p:cNvSpPr/>
              <p:nvPr/>
            </p:nvSpPr>
            <p:spPr>
              <a:xfrm>
                <a:off x="7211309" y="1378685"/>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86" name="矩形 85">
                <a:extLst>
                  <a:ext uri="{FF2B5EF4-FFF2-40B4-BE49-F238E27FC236}">
                    <a16:creationId xmlns:a16="http://schemas.microsoft.com/office/drawing/2014/main" id="{649004B8-5683-4835-9979-B622422D170A}"/>
                  </a:ext>
                </a:extLst>
              </p:cNvPr>
              <p:cNvSpPr/>
              <p:nvPr/>
            </p:nvSpPr>
            <p:spPr>
              <a:xfrm>
                <a:off x="7617424" y="1378752"/>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87" name="矩形 86">
                <a:extLst>
                  <a:ext uri="{FF2B5EF4-FFF2-40B4-BE49-F238E27FC236}">
                    <a16:creationId xmlns:a16="http://schemas.microsoft.com/office/drawing/2014/main" id="{C538610F-4AE6-49D9-A1C8-C299232A18FD}"/>
                  </a:ext>
                </a:extLst>
              </p:cNvPr>
              <p:cNvSpPr/>
              <p:nvPr/>
            </p:nvSpPr>
            <p:spPr>
              <a:xfrm>
                <a:off x="8024039" y="1378685"/>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88" name="矩形 87">
                <a:extLst>
                  <a:ext uri="{FF2B5EF4-FFF2-40B4-BE49-F238E27FC236}">
                    <a16:creationId xmlns:a16="http://schemas.microsoft.com/office/drawing/2014/main" id="{2BD0527A-5B61-4058-99A8-73363718289E}"/>
                  </a:ext>
                </a:extLst>
              </p:cNvPr>
              <p:cNvSpPr/>
              <p:nvPr/>
            </p:nvSpPr>
            <p:spPr>
              <a:xfrm>
                <a:off x="9242325" y="1377458"/>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89" name="矩形 88">
                <a:extLst>
                  <a:ext uri="{FF2B5EF4-FFF2-40B4-BE49-F238E27FC236}">
                    <a16:creationId xmlns:a16="http://schemas.microsoft.com/office/drawing/2014/main" id="{887A5697-5428-4F23-A97E-A21A35BC2569}"/>
                  </a:ext>
                </a:extLst>
              </p:cNvPr>
              <p:cNvSpPr/>
              <p:nvPr/>
            </p:nvSpPr>
            <p:spPr>
              <a:xfrm>
                <a:off x="5585847" y="1378685"/>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90" name="矩形 89">
                <a:extLst>
                  <a:ext uri="{FF2B5EF4-FFF2-40B4-BE49-F238E27FC236}">
                    <a16:creationId xmlns:a16="http://schemas.microsoft.com/office/drawing/2014/main" id="{B93C2DA3-D901-43F1-98B3-6D6852B719D0}"/>
                  </a:ext>
                </a:extLst>
              </p:cNvPr>
              <p:cNvSpPr/>
              <p:nvPr/>
            </p:nvSpPr>
            <p:spPr>
              <a:xfrm>
                <a:off x="5991962" y="1378752"/>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91" name="矩形 90">
                <a:extLst>
                  <a:ext uri="{FF2B5EF4-FFF2-40B4-BE49-F238E27FC236}">
                    <a16:creationId xmlns:a16="http://schemas.microsoft.com/office/drawing/2014/main" id="{4D5979BC-EBCD-4D0A-AFC4-8E8A589011F0}"/>
                  </a:ext>
                </a:extLst>
              </p:cNvPr>
              <p:cNvSpPr/>
              <p:nvPr/>
            </p:nvSpPr>
            <p:spPr>
              <a:xfrm>
                <a:off x="6398577" y="1378685"/>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92" name="矩形 91">
                <a:extLst>
                  <a:ext uri="{FF2B5EF4-FFF2-40B4-BE49-F238E27FC236}">
                    <a16:creationId xmlns:a16="http://schemas.microsoft.com/office/drawing/2014/main" id="{2542A08E-1335-4091-9626-6A1EBF231C4E}"/>
                  </a:ext>
                </a:extLst>
              </p:cNvPr>
              <p:cNvSpPr/>
              <p:nvPr/>
            </p:nvSpPr>
            <p:spPr>
              <a:xfrm>
                <a:off x="6804692" y="1378752"/>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93" name="矩形 92">
                <a:extLst>
                  <a:ext uri="{FF2B5EF4-FFF2-40B4-BE49-F238E27FC236}">
                    <a16:creationId xmlns:a16="http://schemas.microsoft.com/office/drawing/2014/main" id="{6716FFDE-5F56-4347-AB3F-840CD99A31F5}"/>
                  </a:ext>
                </a:extLst>
              </p:cNvPr>
              <p:cNvSpPr/>
              <p:nvPr/>
            </p:nvSpPr>
            <p:spPr>
              <a:xfrm>
                <a:off x="5178729" y="1378752"/>
                <a:ext cx="406115" cy="307777"/>
              </a:xfrm>
              <a:prstGeom prst="rect">
                <a:avLst/>
              </a:prstGeom>
              <a:solidFill>
                <a:schemeClr val="accent5">
                  <a:lumMod val="40000"/>
                  <a:lumOff val="6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sp>
          <p:nvSpPr>
            <p:cNvPr id="83" name="矩形 82">
              <a:extLst>
                <a:ext uri="{FF2B5EF4-FFF2-40B4-BE49-F238E27FC236}">
                  <a16:creationId xmlns:a16="http://schemas.microsoft.com/office/drawing/2014/main" id="{5755D470-261F-43F0-86BA-33EDF6CCE82C}"/>
                </a:ext>
              </a:extLst>
            </p:cNvPr>
            <p:cNvSpPr/>
            <p:nvPr/>
          </p:nvSpPr>
          <p:spPr>
            <a:xfrm>
              <a:off x="10113999" y="1340734"/>
              <a:ext cx="459592" cy="371185"/>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84" name="矩形 83">
              <a:extLst>
                <a:ext uri="{FF2B5EF4-FFF2-40B4-BE49-F238E27FC236}">
                  <a16:creationId xmlns:a16="http://schemas.microsoft.com/office/drawing/2014/main" id="{7BC290F3-D226-4F41-BA7E-D1F4A5029E7D}"/>
                </a:ext>
              </a:extLst>
            </p:cNvPr>
            <p:cNvSpPr/>
            <p:nvPr/>
          </p:nvSpPr>
          <p:spPr>
            <a:xfrm>
              <a:off x="10573917" y="1340720"/>
              <a:ext cx="459592" cy="371185"/>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sp>
        <p:nvSpPr>
          <p:cNvPr id="94" name="文本框 93">
            <a:extLst>
              <a:ext uri="{FF2B5EF4-FFF2-40B4-BE49-F238E27FC236}">
                <a16:creationId xmlns:a16="http://schemas.microsoft.com/office/drawing/2014/main" id="{953B7748-52BC-4E96-8497-FAEA56BCF1B1}"/>
              </a:ext>
            </a:extLst>
          </p:cNvPr>
          <p:cNvSpPr txBox="1"/>
          <p:nvPr/>
        </p:nvSpPr>
        <p:spPr>
          <a:xfrm>
            <a:off x="7026536" y="1962173"/>
            <a:ext cx="307777" cy="369332"/>
          </a:xfrm>
          <a:prstGeom prst="rect">
            <a:avLst/>
          </a:prstGeom>
          <a:noFill/>
        </p:spPr>
        <p:txBody>
          <a:bodyPr wrap="none" lIns="0" tIns="0" rIns="0" bIns="0" rtlCol="0" anchor="ctr" anchorCtr="1">
            <a:spAutoFit/>
          </a:bodyPr>
          <a:lstStyle/>
          <a:p>
            <a:pPr algn="ctr"/>
            <a:r>
              <a:rPr lang="en-US" altLang="zh-CN" sz="2400" b="1" dirty="0">
                <a:latin typeface="Times New Roman" panose="02020603050405020304" pitchFamily="18" charset="0"/>
                <a:cs typeface="Times New Roman" panose="02020603050405020304" pitchFamily="18" charset="0"/>
              </a:rPr>
              <a:t>04</a:t>
            </a:r>
            <a:endParaRPr lang="zh-CN" altLang="en-US" sz="2400" b="1" dirty="0">
              <a:latin typeface="Times New Roman" panose="02020603050405020304" pitchFamily="18" charset="0"/>
              <a:cs typeface="Times New Roman" panose="02020603050405020304" pitchFamily="18" charset="0"/>
            </a:endParaRPr>
          </a:p>
        </p:txBody>
      </p:sp>
      <p:sp>
        <p:nvSpPr>
          <p:cNvPr id="95" name="文本框 94">
            <a:extLst>
              <a:ext uri="{FF2B5EF4-FFF2-40B4-BE49-F238E27FC236}">
                <a16:creationId xmlns:a16="http://schemas.microsoft.com/office/drawing/2014/main" id="{9920CD28-06C3-4E89-A103-3D39F306647A}"/>
              </a:ext>
            </a:extLst>
          </p:cNvPr>
          <p:cNvSpPr txBox="1"/>
          <p:nvPr/>
        </p:nvSpPr>
        <p:spPr>
          <a:xfrm>
            <a:off x="7491895" y="1968706"/>
            <a:ext cx="307777" cy="369332"/>
          </a:xfrm>
          <a:prstGeom prst="rect">
            <a:avLst/>
          </a:prstGeom>
          <a:noFill/>
        </p:spPr>
        <p:txBody>
          <a:bodyPr wrap="square" lIns="0" tIns="0" rIns="0" bIns="0" rtlCol="0" anchor="ctr" anchorCtr="1">
            <a:spAutoFit/>
          </a:bodyPr>
          <a:lstStyle/>
          <a:p>
            <a:pPr algn="ctr"/>
            <a:r>
              <a:rPr lang="en-US" altLang="zh-CN" sz="2400" b="1" dirty="0">
                <a:latin typeface="Times New Roman" panose="02020603050405020304" pitchFamily="18" charset="0"/>
                <a:cs typeface="Times New Roman" panose="02020603050405020304" pitchFamily="18" charset="0"/>
              </a:rPr>
              <a:t>13</a:t>
            </a:r>
            <a:endParaRPr lang="zh-CN" altLang="en-US" sz="2400" b="1" dirty="0">
              <a:latin typeface="Times New Roman" panose="02020603050405020304" pitchFamily="18" charset="0"/>
              <a:cs typeface="Times New Roman" panose="02020603050405020304" pitchFamily="18" charset="0"/>
            </a:endParaRPr>
          </a:p>
        </p:txBody>
      </p:sp>
      <p:sp>
        <p:nvSpPr>
          <p:cNvPr id="96" name="文本框 95">
            <a:extLst>
              <a:ext uri="{FF2B5EF4-FFF2-40B4-BE49-F238E27FC236}">
                <a16:creationId xmlns:a16="http://schemas.microsoft.com/office/drawing/2014/main" id="{88FE2734-B3E4-4FBE-B405-856D300493C5}"/>
              </a:ext>
            </a:extLst>
          </p:cNvPr>
          <p:cNvSpPr txBox="1"/>
          <p:nvPr/>
        </p:nvSpPr>
        <p:spPr>
          <a:xfrm>
            <a:off x="7948286" y="1968612"/>
            <a:ext cx="307777" cy="369332"/>
          </a:xfrm>
          <a:prstGeom prst="rect">
            <a:avLst/>
          </a:prstGeom>
          <a:noFill/>
        </p:spPr>
        <p:txBody>
          <a:bodyPr wrap="none" lIns="0" tIns="0" rIns="0" bIns="0" rtlCol="0" anchor="ctr" anchorCtr="1">
            <a:spAutoFit/>
          </a:bodyPr>
          <a:lstStyle/>
          <a:p>
            <a:pPr algn="ctr"/>
            <a:r>
              <a:rPr lang="en-US" altLang="zh-CN" sz="2400" b="1" dirty="0">
                <a:latin typeface="Times New Roman" panose="02020603050405020304" pitchFamily="18" charset="0"/>
                <a:cs typeface="Times New Roman" panose="02020603050405020304" pitchFamily="18" charset="0"/>
              </a:rPr>
              <a:t>27</a:t>
            </a:r>
            <a:endParaRPr lang="zh-CN" altLang="en-US" sz="2400" b="1" dirty="0">
              <a:latin typeface="Times New Roman" panose="02020603050405020304" pitchFamily="18" charset="0"/>
              <a:cs typeface="Times New Roman" panose="02020603050405020304" pitchFamily="18" charset="0"/>
            </a:endParaRPr>
          </a:p>
        </p:txBody>
      </p:sp>
      <p:sp>
        <p:nvSpPr>
          <p:cNvPr id="97" name="文本框 96">
            <a:extLst>
              <a:ext uri="{FF2B5EF4-FFF2-40B4-BE49-F238E27FC236}">
                <a16:creationId xmlns:a16="http://schemas.microsoft.com/office/drawing/2014/main" id="{77A08717-987A-4A41-B371-0C3746645703}"/>
              </a:ext>
            </a:extLst>
          </p:cNvPr>
          <p:cNvSpPr txBox="1"/>
          <p:nvPr/>
        </p:nvSpPr>
        <p:spPr>
          <a:xfrm>
            <a:off x="8415695" y="1968612"/>
            <a:ext cx="307777" cy="369332"/>
          </a:xfrm>
          <a:prstGeom prst="rect">
            <a:avLst/>
          </a:prstGeom>
          <a:noFill/>
        </p:spPr>
        <p:txBody>
          <a:bodyPr wrap="none" lIns="0" tIns="0" rIns="0" bIns="0" rtlCol="0" anchor="ctr" anchorCtr="1">
            <a:spAutoFit/>
          </a:bodyPr>
          <a:lstStyle/>
          <a:p>
            <a:pPr algn="ctr"/>
            <a:r>
              <a:rPr lang="en-US" altLang="zh-CN" sz="2400" b="1" dirty="0">
                <a:latin typeface="Times New Roman" panose="02020603050405020304" pitchFamily="18" charset="0"/>
                <a:cs typeface="Times New Roman" panose="02020603050405020304" pitchFamily="18" charset="0"/>
              </a:rPr>
              <a:t>38</a:t>
            </a:r>
            <a:endParaRPr lang="zh-CN" altLang="en-US" sz="2400" b="1" dirty="0">
              <a:latin typeface="Times New Roman" panose="02020603050405020304" pitchFamily="18" charset="0"/>
              <a:cs typeface="Times New Roman" panose="02020603050405020304" pitchFamily="18" charset="0"/>
            </a:endParaRPr>
          </a:p>
        </p:txBody>
      </p:sp>
      <p:sp>
        <p:nvSpPr>
          <p:cNvPr id="98" name="文本框 97">
            <a:extLst>
              <a:ext uri="{FF2B5EF4-FFF2-40B4-BE49-F238E27FC236}">
                <a16:creationId xmlns:a16="http://schemas.microsoft.com/office/drawing/2014/main" id="{4A004FC3-CF06-4920-9A5D-C6241366DA81}"/>
              </a:ext>
            </a:extLst>
          </p:cNvPr>
          <p:cNvSpPr txBox="1"/>
          <p:nvPr/>
        </p:nvSpPr>
        <p:spPr>
          <a:xfrm>
            <a:off x="8864079" y="1963107"/>
            <a:ext cx="307777" cy="369332"/>
          </a:xfrm>
          <a:prstGeom prst="rect">
            <a:avLst/>
          </a:prstGeom>
          <a:noFill/>
        </p:spPr>
        <p:txBody>
          <a:bodyPr wrap="none" lIns="0" tIns="0" rIns="0" bIns="0" rtlCol="0" anchor="ctr" anchorCtr="1">
            <a:spAutoFit/>
          </a:bodyPr>
          <a:lstStyle/>
          <a:p>
            <a:pPr algn="ctr"/>
            <a:r>
              <a:rPr lang="en-US" altLang="zh-CN" sz="2400" b="1" dirty="0">
                <a:latin typeface="Times New Roman" panose="02020603050405020304" pitchFamily="18" charset="0"/>
                <a:cs typeface="Times New Roman" panose="02020603050405020304" pitchFamily="18" charset="0"/>
              </a:rPr>
              <a:t>49</a:t>
            </a:r>
            <a:endParaRPr lang="zh-CN" altLang="en-US" sz="2400" b="1" dirty="0">
              <a:latin typeface="Times New Roman" panose="02020603050405020304" pitchFamily="18" charset="0"/>
              <a:cs typeface="Times New Roman" panose="02020603050405020304" pitchFamily="18" charset="0"/>
            </a:endParaRPr>
          </a:p>
        </p:txBody>
      </p:sp>
      <p:sp>
        <p:nvSpPr>
          <p:cNvPr id="99" name="文本框 98">
            <a:extLst>
              <a:ext uri="{FF2B5EF4-FFF2-40B4-BE49-F238E27FC236}">
                <a16:creationId xmlns:a16="http://schemas.microsoft.com/office/drawing/2014/main" id="{7587A779-42B4-4BFD-83AA-9AFC79516A81}"/>
              </a:ext>
            </a:extLst>
          </p:cNvPr>
          <p:cNvSpPr txBox="1"/>
          <p:nvPr/>
        </p:nvSpPr>
        <p:spPr>
          <a:xfrm>
            <a:off x="9332630" y="1969831"/>
            <a:ext cx="307777" cy="369332"/>
          </a:xfrm>
          <a:prstGeom prst="rect">
            <a:avLst/>
          </a:prstGeom>
          <a:noFill/>
        </p:spPr>
        <p:txBody>
          <a:bodyPr wrap="none" lIns="0" tIns="0" rIns="0" bIns="0" rtlCol="0" anchor="ctr" anchorCtr="1">
            <a:spAutoFit/>
          </a:bodyPr>
          <a:lstStyle/>
          <a:p>
            <a:pPr algn="ctr"/>
            <a:r>
              <a:rPr lang="en-US" altLang="zh-CN" sz="2400" b="1" dirty="0">
                <a:latin typeface="Times New Roman" panose="02020603050405020304" pitchFamily="18" charset="0"/>
                <a:cs typeface="Times New Roman" panose="02020603050405020304" pitchFamily="18" charset="0"/>
              </a:rPr>
              <a:t>49</a:t>
            </a:r>
            <a:endParaRPr lang="zh-CN" altLang="en-US" sz="2400" b="1" dirty="0">
              <a:latin typeface="Times New Roman" panose="02020603050405020304" pitchFamily="18" charset="0"/>
              <a:cs typeface="Times New Roman" panose="02020603050405020304" pitchFamily="18" charset="0"/>
            </a:endParaRPr>
          </a:p>
        </p:txBody>
      </p:sp>
      <p:sp>
        <p:nvSpPr>
          <p:cNvPr id="100" name="文本框 99">
            <a:extLst>
              <a:ext uri="{FF2B5EF4-FFF2-40B4-BE49-F238E27FC236}">
                <a16:creationId xmlns:a16="http://schemas.microsoft.com/office/drawing/2014/main" id="{938085D9-D00E-427A-A93E-A2A4D7CAD7D3}"/>
              </a:ext>
            </a:extLst>
          </p:cNvPr>
          <p:cNvSpPr txBox="1"/>
          <p:nvPr/>
        </p:nvSpPr>
        <p:spPr>
          <a:xfrm>
            <a:off x="9793615" y="1963392"/>
            <a:ext cx="307777" cy="369332"/>
          </a:xfrm>
          <a:prstGeom prst="rect">
            <a:avLst/>
          </a:prstGeom>
          <a:noFill/>
        </p:spPr>
        <p:txBody>
          <a:bodyPr wrap="none" lIns="0" tIns="0" rIns="0" bIns="0" rtlCol="0" anchor="ctr" anchorCtr="1">
            <a:spAutoFit/>
          </a:bodyPr>
          <a:lstStyle/>
          <a:p>
            <a:pPr algn="ctr"/>
            <a:r>
              <a:rPr lang="en-US" altLang="zh-CN" sz="2400" b="1" dirty="0">
                <a:latin typeface="Times New Roman" panose="02020603050405020304" pitchFamily="18" charset="0"/>
                <a:cs typeface="Times New Roman" panose="02020603050405020304" pitchFamily="18" charset="0"/>
              </a:rPr>
              <a:t>55</a:t>
            </a:r>
            <a:endParaRPr lang="zh-CN" altLang="en-US" sz="2400" b="1" dirty="0">
              <a:latin typeface="Times New Roman" panose="02020603050405020304" pitchFamily="18" charset="0"/>
              <a:cs typeface="Times New Roman" panose="02020603050405020304" pitchFamily="18" charset="0"/>
            </a:endParaRPr>
          </a:p>
        </p:txBody>
      </p:sp>
      <p:sp>
        <p:nvSpPr>
          <p:cNvPr id="101" name="文本框 100">
            <a:extLst>
              <a:ext uri="{FF2B5EF4-FFF2-40B4-BE49-F238E27FC236}">
                <a16:creationId xmlns:a16="http://schemas.microsoft.com/office/drawing/2014/main" id="{15D192AE-83CB-41B1-8DA6-81E484AEBAE9}"/>
              </a:ext>
            </a:extLst>
          </p:cNvPr>
          <p:cNvSpPr txBox="1"/>
          <p:nvPr/>
        </p:nvSpPr>
        <p:spPr>
          <a:xfrm>
            <a:off x="10249288" y="1968612"/>
            <a:ext cx="307777" cy="369332"/>
          </a:xfrm>
          <a:prstGeom prst="rect">
            <a:avLst/>
          </a:prstGeom>
          <a:noFill/>
        </p:spPr>
        <p:txBody>
          <a:bodyPr wrap="none" lIns="0" tIns="0" rIns="0" bIns="0" rtlCol="0" anchor="ctr" anchorCtr="1">
            <a:spAutoFit/>
          </a:bodyPr>
          <a:lstStyle/>
          <a:p>
            <a:pPr algn="ctr"/>
            <a:r>
              <a:rPr lang="en-US" altLang="zh-CN" sz="2400" b="1" dirty="0">
                <a:latin typeface="Times New Roman" panose="02020603050405020304" pitchFamily="18" charset="0"/>
                <a:cs typeface="Times New Roman" panose="02020603050405020304" pitchFamily="18" charset="0"/>
              </a:rPr>
              <a:t>65</a:t>
            </a:r>
            <a:endParaRPr lang="zh-CN" altLang="en-US" sz="2400" b="1" dirty="0">
              <a:latin typeface="Times New Roman" panose="02020603050405020304" pitchFamily="18" charset="0"/>
              <a:cs typeface="Times New Roman" panose="02020603050405020304" pitchFamily="18" charset="0"/>
            </a:endParaRPr>
          </a:p>
        </p:txBody>
      </p:sp>
      <p:cxnSp>
        <p:nvCxnSpPr>
          <p:cNvPr id="102" name="直接连接符 101">
            <a:extLst>
              <a:ext uri="{FF2B5EF4-FFF2-40B4-BE49-F238E27FC236}">
                <a16:creationId xmlns:a16="http://schemas.microsoft.com/office/drawing/2014/main" id="{16E42798-B5E1-4D20-86C5-942D909BEDF2}"/>
              </a:ext>
            </a:extLst>
          </p:cNvPr>
          <p:cNvCxnSpPr/>
          <p:nvPr/>
        </p:nvCxnSpPr>
        <p:spPr>
          <a:xfrm>
            <a:off x="8852704" y="2032906"/>
            <a:ext cx="308307"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03" name="文本框 102">
            <a:extLst>
              <a:ext uri="{FF2B5EF4-FFF2-40B4-BE49-F238E27FC236}">
                <a16:creationId xmlns:a16="http://schemas.microsoft.com/office/drawing/2014/main" id="{A202780E-9F66-4125-BDC2-84B4820D3709}"/>
              </a:ext>
            </a:extLst>
          </p:cNvPr>
          <p:cNvSpPr txBox="1"/>
          <p:nvPr/>
        </p:nvSpPr>
        <p:spPr>
          <a:xfrm>
            <a:off x="10703577" y="1964985"/>
            <a:ext cx="307777" cy="369332"/>
          </a:xfrm>
          <a:prstGeom prst="rect">
            <a:avLst/>
          </a:prstGeom>
          <a:noFill/>
        </p:spPr>
        <p:txBody>
          <a:bodyPr wrap="none" lIns="0" tIns="0" rIns="0" bIns="0" rtlCol="0" anchor="ctr" anchorCtr="1">
            <a:spAutoFit/>
          </a:bodyPr>
          <a:lstStyle/>
          <a:p>
            <a:pPr algn="ctr"/>
            <a:r>
              <a:rPr lang="en-US" altLang="zh-CN" sz="2400" b="1" dirty="0">
                <a:latin typeface="Times New Roman" panose="02020603050405020304" pitchFamily="18" charset="0"/>
                <a:cs typeface="Times New Roman" panose="02020603050405020304" pitchFamily="18" charset="0"/>
              </a:rPr>
              <a:t>76</a:t>
            </a:r>
            <a:endParaRPr lang="zh-CN" altLang="en-US" sz="2400" b="1" dirty="0">
              <a:latin typeface="Times New Roman" panose="02020603050405020304" pitchFamily="18" charset="0"/>
              <a:cs typeface="Times New Roman" panose="02020603050405020304" pitchFamily="18" charset="0"/>
            </a:endParaRPr>
          </a:p>
        </p:txBody>
      </p:sp>
      <p:sp>
        <p:nvSpPr>
          <p:cNvPr id="104" name="文本框 103">
            <a:extLst>
              <a:ext uri="{FF2B5EF4-FFF2-40B4-BE49-F238E27FC236}">
                <a16:creationId xmlns:a16="http://schemas.microsoft.com/office/drawing/2014/main" id="{DCA97CBA-7D1D-490E-90DD-75E64775F605}"/>
              </a:ext>
            </a:extLst>
          </p:cNvPr>
          <p:cNvSpPr txBox="1"/>
          <p:nvPr/>
        </p:nvSpPr>
        <p:spPr>
          <a:xfrm>
            <a:off x="11168676" y="1962598"/>
            <a:ext cx="307777" cy="369332"/>
          </a:xfrm>
          <a:prstGeom prst="rect">
            <a:avLst/>
          </a:prstGeom>
          <a:noFill/>
        </p:spPr>
        <p:txBody>
          <a:bodyPr wrap="none" lIns="0" tIns="0" rIns="0" bIns="0" rtlCol="0" anchor="ctr" anchorCtr="1">
            <a:spAutoFit/>
          </a:bodyPr>
          <a:lstStyle/>
          <a:p>
            <a:pPr algn="ctr"/>
            <a:r>
              <a:rPr lang="en-US" altLang="zh-CN" sz="2400" b="1" dirty="0">
                <a:latin typeface="Times New Roman" panose="02020603050405020304" pitchFamily="18" charset="0"/>
                <a:cs typeface="Times New Roman" panose="02020603050405020304" pitchFamily="18" charset="0"/>
              </a:rPr>
              <a:t>97</a:t>
            </a:r>
            <a:endParaRPr lang="zh-CN" altLang="en-US" sz="2400" b="1" dirty="0">
              <a:latin typeface="Times New Roman" panose="02020603050405020304" pitchFamily="18" charset="0"/>
              <a:cs typeface="Times New Roman" panose="02020603050405020304" pitchFamily="18" charset="0"/>
            </a:endParaRPr>
          </a:p>
        </p:txBody>
      </p:sp>
      <p:sp>
        <p:nvSpPr>
          <p:cNvPr id="105" name="文本框 104">
            <a:extLst>
              <a:ext uri="{FF2B5EF4-FFF2-40B4-BE49-F238E27FC236}">
                <a16:creationId xmlns:a16="http://schemas.microsoft.com/office/drawing/2014/main" id="{B5ADC442-20DE-4EB0-ABB3-53957F7B0F19}"/>
              </a:ext>
            </a:extLst>
          </p:cNvPr>
          <p:cNvSpPr txBox="1"/>
          <p:nvPr/>
        </p:nvSpPr>
        <p:spPr>
          <a:xfrm>
            <a:off x="5619834" y="1954276"/>
            <a:ext cx="1005403" cy="369332"/>
          </a:xfrm>
          <a:prstGeom prst="rect">
            <a:avLst/>
          </a:prstGeom>
          <a:noFill/>
        </p:spPr>
        <p:txBody>
          <a:bodyPr wrap="none" rtlCol="0">
            <a:spAutoFit/>
          </a:bodyPr>
          <a:lstStyle/>
          <a:p>
            <a:r>
              <a:rPr lang="zh-CN" altLang="en-US" b="1" dirty="0">
                <a:solidFill>
                  <a:srgbClr val="0006EE"/>
                </a:solidFill>
              </a:rPr>
              <a:t>第</a:t>
            </a:r>
            <a:r>
              <a:rPr lang="en-US" altLang="zh-CN" b="1" dirty="0">
                <a:solidFill>
                  <a:srgbClr val="0006EE"/>
                </a:solidFill>
              </a:rPr>
              <a:t>3</a:t>
            </a:r>
            <a:r>
              <a:rPr lang="zh-CN" altLang="en-US" b="1" dirty="0">
                <a:solidFill>
                  <a:srgbClr val="0006EE"/>
                </a:solidFill>
              </a:rPr>
              <a:t>趟：</a:t>
            </a:r>
          </a:p>
        </p:txBody>
      </p:sp>
      <p:sp>
        <p:nvSpPr>
          <p:cNvPr id="106" name="文本框 105">
            <a:extLst>
              <a:ext uri="{FF2B5EF4-FFF2-40B4-BE49-F238E27FC236}">
                <a16:creationId xmlns:a16="http://schemas.microsoft.com/office/drawing/2014/main" id="{8613F4E4-C719-4380-95E2-773E53705BD9}"/>
              </a:ext>
            </a:extLst>
          </p:cNvPr>
          <p:cNvSpPr txBox="1"/>
          <p:nvPr/>
        </p:nvSpPr>
        <p:spPr>
          <a:xfrm>
            <a:off x="5015401" y="1944367"/>
            <a:ext cx="734496" cy="369332"/>
          </a:xfrm>
          <a:prstGeom prst="rect">
            <a:avLst/>
          </a:prstGeom>
          <a:noFill/>
        </p:spPr>
        <p:txBody>
          <a:bodyPr wrap="none" rtlCol="0">
            <a:spAutoFit/>
          </a:bodyPr>
          <a:lstStyle/>
          <a:p>
            <a:r>
              <a:rPr lang="en-US" altLang="zh-CN" b="1" dirty="0">
                <a:solidFill>
                  <a:srgbClr val="00B050"/>
                </a:solidFill>
              </a:rPr>
              <a:t>dk=1</a:t>
            </a:r>
            <a:endParaRPr lang="zh-CN" altLang="en-US" b="1" dirty="0">
              <a:solidFill>
                <a:srgbClr val="00B050"/>
              </a:solidFill>
            </a:endParaRPr>
          </a:p>
        </p:txBody>
      </p:sp>
      <p:sp>
        <p:nvSpPr>
          <p:cNvPr id="2" name="矩形: 圆角 1">
            <a:extLst>
              <a:ext uri="{FF2B5EF4-FFF2-40B4-BE49-F238E27FC236}">
                <a16:creationId xmlns:a16="http://schemas.microsoft.com/office/drawing/2014/main" id="{93762343-80EB-B306-218F-EB08110862FA}"/>
              </a:ext>
            </a:extLst>
          </p:cNvPr>
          <p:cNvSpPr/>
          <p:nvPr/>
        </p:nvSpPr>
        <p:spPr>
          <a:xfrm>
            <a:off x="1411129" y="263971"/>
            <a:ext cx="2968941" cy="442827"/>
          </a:xfrm>
          <a:prstGeom prst="roundRect">
            <a:avLst/>
          </a:prstGeom>
          <a:solidFill>
            <a:schemeClr val="tx2">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2400" b="1" dirty="0">
                <a:solidFill>
                  <a:srgbClr val="C00000"/>
                </a:solidFill>
                <a:effectLst>
                  <a:outerShdw blurRad="38100" dist="38100" dir="2700000" algn="tl">
                    <a:srgbClr val="000000">
                      <a:alpha val="43137"/>
                    </a:srgbClr>
                  </a:outerShdw>
                </a:effectLst>
              </a:rPr>
              <a:t>算法</a:t>
            </a:r>
            <a:r>
              <a:rPr lang="en-US" altLang="zh-CN" sz="2400" b="1" dirty="0">
                <a:solidFill>
                  <a:srgbClr val="C00000"/>
                </a:solidFill>
                <a:effectLst>
                  <a:outerShdw blurRad="38100" dist="38100" dir="2700000" algn="tl">
                    <a:srgbClr val="000000">
                      <a:alpha val="43137"/>
                    </a:srgbClr>
                  </a:outerShdw>
                </a:effectLst>
              </a:rPr>
              <a:t>10.5  </a:t>
            </a:r>
            <a:r>
              <a:rPr lang="zh-CN" altLang="en-US" sz="2400" b="1" dirty="0">
                <a:solidFill>
                  <a:srgbClr val="002060"/>
                </a:solidFill>
                <a:effectLst>
                  <a:outerShdw blurRad="38100" dist="38100" dir="2700000" algn="tl">
                    <a:srgbClr val="000000">
                      <a:alpha val="43137"/>
                    </a:srgbClr>
                  </a:outerShdw>
                </a:effectLst>
              </a:rPr>
              <a:t>希尔排序</a:t>
            </a:r>
          </a:p>
        </p:txBody>
      </p:sp>
    </p:spTree>
    <p:extLst>
      <p:ext uri="{BB962C8B-B14F-4D97-AF65-F5344CB8AC3E}">
        <p14:creationId xmlns:p14="http://schemas.microsoft.com/office/powerpoint/2010/main" val="2833402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up)">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p:cTn id="12" dur="1000" fill="hold"/>
                                        <p:tgtEl>
                                          <p:spTgt spid="8"/>
                                        </p:tgtEl>
                                        <p:attrNameLst>
                                          <p:attrName>ppt_w</p:attrName>
                                        </p:attrNameLst>
                                      </p:cBhvr>
                                      <p:tavLst>
                                        <p:tav tm="0">
                                          <p:val>
                                            <p:fltVal val="0"/>
                                          </p:val>
                                        </p:tav>
                                        <p:tav tm="100000">
                                          <p:val>
                                            <p:strVal val="#ppt_w"/>
                                          </p:val>
                                        </p:tav>
                                      </p:tavLst>
                                    </p:anim>
                                    <p:anim calcmode="lin" valueType="num">
                                      <p:cBhvr>
                                        <p:cTn id="13" dur="1000" fill="hold"/>
                                        <p:tgtEl>
                                          <p:spTgt spid="8"/>
                                        </p:tgtEl>
                                        <p:attrNameLst>
                                          <p:attrName>ppt_h</p:attrName>
                                        </p:attrNameLst>
                                      </p:cBhvr>
                                      <p:tavLst>
                                        <p:tav tm="0">
                                          <p:val>
                                            <p:fltVal val="0"/>
                                          </p:val>
                                        </p:tav>
                                        <p:tav tm="100000">
                                          <p:val>
                                            <p:strVal val="#ppt_h"/>
                                          </p:val>
                                        </p:tav>
                                      </p:tavLst>
                                    </p:anim>
                                    <p:anim calcmode="lin" valueType="num">
                                      <p:cBhvr>
                                        <p:cTn id="14" dur="1000" fill="hold"/>
                                        <p:tgtEl>
                                          <p:spTgt spid="8"/>
                                        </p:tgtEl>
                                        <p:attrNameLst>
                                          <p:attrName>style.rotation</p:attrName>
                                        </p:attrNameLst>
                                      </p:cBhvr>
                                      <p:tavLst>
                                        <p:tav tm="0">
                                          <p:val>
                                            <p:fltVal val="90"/>
                                          </p:val>
                                        </p:tav>
                                        <p:tav tm="100000">
                                          <p:val>
                                            <p:fltVal val="0"/>
                                          </p:val>
                                        </p:tav>
                                      </p:tavLst>
                                    </p:anim>
                                    <p:animEffect transition="in" filter="fade">
                                      <p:cBhvr>
                                        <p:cTn id="15" dur="10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6">
                                            <p:txEl>
                                              <p:pRg st="1" end="1"/>
                                            </p:txEl>
                                          </p:spTgt>
                                        </p:tgtEl>
                                        <p:attrNameLst>
                                          <p:attrName>style.visibility</p:attrName>
                                        </p:attrNameLst>
                                      </p:cBhvr>
                                      <p:to>
                                        <p:strVal val="visible"/>
                                      </p:to>
                                    </p:set>
                                    <p:animEffect transition="in" filter="wipe(up)">
                                      <p:cBhvr>
                                        <p:cTn id="20" dur="5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P spid="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BE0B4A56-F649-4FF1-8BBF-88AE4B0C3733}"/>
              </a:ext>
            </a:extLst>
          </p:cNvPr>
          <p:cNvSpPr/>
          <p:nvPr/>
        </p:nvSpPr>
        <p:spPr bwMode="auto">
          <a:xfrm>
            <a:off x="1283384" y="1018652"/>
            <a:ext cx="443880" cy="5181600"/>
          </a:xfrm>
          <a:prstGeom prst="rect">
            <a:avLst/>
          </a:prstGeom>
          <a:solidFill>
            <a:srgbClr val="CCFFFF"/>
          </a:solidFill>
          <a:ln w="9525" cap="flat" cmpd="sng" algn="ctr">
            <a:solidFill>
              <a:sysClr val="windowText" lastClr="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endParaRPr>
          </a:p>
        </p:txBody>
      </p:sp>
      <p:sp>
        <p:nvSpPr>
          <p:cNvPr id="5" name="文本框 4">
            <a:extLst>
              <a:ext uri="{FF2B5EF4-FFF2-40B4-BE49-F238E27FC236}">
                <a16:creationId xmlns:a16="http://schemas.microsoft.com/office/drawing/2014/main" id="{B95E3824-E85F-46E6-B41A-B654CBD4598B}"/>
              </a:ext>
            </a:extLst>
          </p:cNvPr>
          <p:cNvSpPr txBox="1"/>
          <p:nvPr/>
        </p:nvSpPr>
        <p:spPr>
          <a:xfrm>
            <a:off x="1295216" y="4515645"/>
            <a:ext cx="432048" cy="461665"/>
          </a:xfrm>
          <a:prstGeom prst="rect">
            <a:avLst/>
          </a:prstGeom>
          <a:solidFill>
            <a:srgbClr val="83E5DE"/>
          </a:solidFill>
        </p:spPr>
        <p:txBody>
          <a:bodyPr wrap="square" lIns="0" rIns="0" rtlCol="0" anchor="ctr" anchorCtr="1">
            <a:spAutoFit/>
          </a:bodyPr>
          <a:lstStyle>
            <a:defPPr>
              <a:defRPr lang="zh-CN"/>
            </a:defPPr>
            <a:lvl1pPr algn="ctr" defTabSz="457200">
              <a:defRPr sz="2400" b="1">
                <a:solidFill>
                  <a:srgbClr val="333399"/>
                </a:solidFill>
                <a:effectLst>
                  <a:outerShdw blurRad="38100" dist="38100" dir="2700000" algn="tl">
                    <a:srgbClr val="000000">
                      <a:alpha val="43137"/>
                    </a:srgbClr>
                  </a:outerShdw>
                </a:effectLst>
                <a:latin typeface="Calibri" panose="020F0502020204030204"/>
              </a:defRPr>
            </a:lvl1pPr>
          </a:lstStyle>
          <a:p>
            <a:r>
              <a:rPr lang="en-US" altLang="zh-CN" dirty="0"/>
              <a:t>13</a:t>
            </a:r>
            <a:endParaRPr lang="zh-CN" altLang="en-US" dirty="0"/>
          </a:p>
        </p:txBody>
      </p:sp>
      <p:sp>
        <p:nvSpPr>
          <p:cNvPr id="6" name="文本框 5">
            <a:extLst>
              <a:ext uri="{FF2B5EF4-FFF2-40B4-BE49-F238E27FC236}">
                <a16:creationId xmlns:a16="http://schemas.microsoft.com/office/drawing/2014/main" id="{A346B38D-17C4-4BCC-A525-1A137D539F5A}"/>
              </a:ext>
            </a:extLst>
          </p:cNvPr>
          <p:cNvSpPr txBox="1"/>
          <p:nvPr/>
        </p:nvSpPr>
        <p:spPr>
          <a:xfrm>
            <a:off x="1290311" y="1679485"/>
            <a:ext cx="432048" cy="461665"/>
          </a:xfrm>
          <a:prstGeom prst="rect">
            <a:avLst/>
          </a:prstGeom>
          <a:solidFill>
            <a:srgbClr val="83E5DE"/>
          </a:solidFill>
        </p:spPr>
        <p:txBody>
          <a:bodyPr wrap="square" lIns="0" rIns="0" rtlCol="0" anchor="ctr" anchorCtr="1">
            <a:spAutoFit/>
          </a:bodyPr>
          <a:lstStyle/>
          <a:p>
            <a:pPr algn="ctr" defTabSz="457200"/>
            <a:r>
              <a:rPr lang="en-US" altLang="zh-CN" sz="2400" b="1" dirty="0">
                <a:solidFill>
                  <a:srgbClr val="333399"/>
                </a:solidFill>
                <a:effectLst>
                  <a:outerShdw blurRad="38100" dist="38100" dir="2700000" algn="tl">
                    <a:srgbClr val="000000">
                      <a:alpha val="43137"/>
                    </a:srgbClr>
                  </a:outerShdw>
                </a:effectLst>
                <a:latin typeface="Calibri" panose="020F0502020204030204"/>
              </a:rPr>
              <a:t>49</a:t>
            </a:r>
            <a:endParaRPr lang="zh-CN" altLang="en-US" sz="2400" b="1" dirty="0">
              <a:solidFill>
                <a:srgbClr val="333399"/>
              </a:solidFill>
              <a:effectLst>
                <a:outerShdw blurRad="38100" dist="38100" dir="2700000" algn="tl">
                  <a:srgbClr val="000000">
                    <a:alpha val="43137"/>
                  </a:srgbClr>
                </a:outerShdw>
              </a:effectLst>
              <a:latin typeface="Calibri" panose="020F0502020204030204"/>
            </a:endParaRPr>
          </a:p>
        </p:txBody>
      </p:sp>
      <p:sp>
        <p:nvSpPr>
          <p:cNvPr id="7" name="文本框 6">
            <a:extLst>
              <a:ext uri="{FF2B5EF4-FFF2-40B4-BE49-F238E27FC236}">
                <a16:creationId xmlns:a16="http://schemas.microsoft.com/office/drawing/2014/main" id="{6FF8E082-AD62-4BB3-A07D-BED40A05DC4E}"/>
              </a:ext>
            </a:extLst>
          </p:cNvPr>
          <p:cNvSpPr txBox="1"/>
          <p:nvPr/>
        </p:nvSpPr>
        <p:spPr>
          <a:xfrm>
            <a:off x="275272" y="1958342"/>
            <a:ext cx="693979" cy="400110"/>
          </a:xfrm>
          <a:prstGeom prst="rect">
            <a:avLst/>
          </a:prstGeom>
          <a:noFill/>
        </p:spPr>
        <p:txBody>
          <a:bodyPr wrap="square" rtlCol="0">
            <a:spAutoFit/>
          </a:bodyPr>
          <a:lstStyle/>
          <a:p>
            <a:pPr defTabSz="457200"/>
            <a:r>
              <a:rPr lang="zh-CN" altLang="en-US" sz="2000" b="1" dirty="0">
                <a:solidFill>
                  <a:prstClr val="black"/>
                </a:solidFill>
                <a:effectLst>
                  <a:outerShdw blurRad="38100" dist="38100" dir="2700000" algn="tl">
                    <a:srgbClr val="000000">
                      <a:alpha val="43137"/>
                    </a:srgbClr>
                  </a:outerShdw>
                </a:effectLst>
                <a:latin typeface="Calibri" panose="020F0502020204030204"/>
              </a:rPr>
              <a:t>反序</a:t>
            </a:r>
          </a:p>
        </p:txBody>
      </p:sp>
      <p:sp>
        <p:nvSpPr>
          <p:cNvPr id="8" name="文本框 7">
            <a:extLst>
              <a:ext uri="{FF2B5EF4-FFF2-40B4-BE49-F238E27FC236}">
                <a16:creationId xmlns:a16="http://schemas.microsoft.com/office/drawing/2014/main" id="{33C2FFA4-1086-4935-9CDA-A2EEF76248D1}"/>
              </a:ext>
            </a:extLst>
          </p:cNvPr>
          <p:cNvSpPr txBox="1"/>
          <p:nvPr/>
        </p:nvSpPr>
        <p:spPr>
          <a:xfrm>
            <a:off x="1295216" y="2247244"/>
            <a:ext cx="432048" cy="461665"/>
          </a:xfrm>
          <a:prstGeom prst="rect">
            <a:avLst/>
          </a:prstGeom>
          <a:solidFill>
            <a:srgbClr val="83E5DE"/>
          </a:solidFill>
        </p:spPr>
        <p:txBody>
          <a:bodyPr wrap="square" lIns="0" rIns="0" rtlCol="0" anchor="ctr" anchorCtr="1">
            <a:spAutoFit/>
          </a:bodyPr>
          <a:lstStyle>
            <a:defPPr>
              <a:defRPr lang="zh-CN"/>
            </a:defPPr>
            <a:lvl1pPr algn="ctr" defTabSz="457200">
              <a:defRPr sz="2400" b="1">
                <a:solidFill>
                  <a:srgbClr val="333399"/>
                </a:solidFill>
                <a:effectLst>
                  <a:outerShdw blurRad="38100" dist="38100" dir="2700000" algn="tl">
                    <a:srgbClr val="000000">
                      <a:alpha val="43137"/>
                    </a:srgbClr>
                  </a:outerShdw>
                </a:effectLst>
                <a:latin typeface="Calibri" panose="020F0502020204030204"/>
              </a:defRPr>
            </a:lvl1pPr>
          </a:lstStyle>
          <a:p>
            <a:r>
              <a:rPr lang="en-US" altLang="zh-CN" dirty="0"/>
              <a:t>38</a:t>
            </a:r>
            <a:endParaRPr lang="zh-CN" altLang="en-US" dirty="0"/>
          </a:p>
        </p:txBody>
      </p:sp>
      <p:sp>
        <p:nvSpPr>
          <p:cNvPr id="9" name="文本框 8">
            <a:extLst>
              <a:ext uri="{FF2B5EF4-FFF2-40B4-BE49-F238E27FC236}">
                <a16:creationId xmlns:a16="http://schemas.microsoft.com/office/drawing/2014/main" id="{F91B435A-2AC3-4EE5-A9E9-EFC805FBA57B}"/>
              </a:ext>
            </a:extLst>
          </p:cNvPr>
          <p:cNvSpPr txBox="1"/>
          <p:nvPr/>
        </p:nvSpPr>
        <p:spPr>
          <a:xfrm>
            <a:off x="280574" y="2553406"/>
            <a:ext cx="704584" cy="400110"/>
          </a:xfrm>
          <a:prstGeom prst="rect">
            <a:avLst/>
          </a:prstGeom>
          <a:noFill/>
        </p:spPr>
        <p:txBody>
          <a:bodyPr wrap="square" rtlCol="0">
            <a:spAutoFit/>
          </a:bodyPr>
          <a:lstStyle/>
          <a:p>
            <a:pPr defTabSz="457200"/>
            <a:r>
              <a:rPr lang="zh-CN" altLang="en-US" sz="2000" b="1" dirty="0">
                <a:solidFill>
                  <a:srgbClr val="00B050"/>
                </a:solidFill>
                <a:effectLst>
                  <a:outerShdw blurRad="38100" dist="38100" dir="2700000" algn="tl">
                    <a:srgbClr val="000000">
                      <a:alpha val="43137"/>
                    </a:srgbClr>
                  </a:outerShdw>
                </a:effectLst>
                <a:latin typeface="Calibri" panose="020F0502020204030204"/>
              </a:rPr>
              <a:t>正序</a:t>
            </a:r>
          </a:p>
        </p:txBody>
      </p:sp>
      <p:sp>
        <p:nvSpPr>
          <p:cNvPr id="10" name="文本框 9">
            <a:extLst>
              <a:ext uri="{FF2B5EF4-FFF2-40B4-BE49-F238E27FC236}">
                <a16:creationId xmlns:a16="http://schemas.microsoft.com/office/drawing/2014/main" id="{7DD95F38-9FF3-40D0-811C-18CC807E4EC0}"/>
              </a:ext>
            </a:extLst>
          </p:cNvPr>
          <p:cNvSpPr txBox="1"/>
          <p:nvPr/>
        </p:nvSpPr>
        <p:spPr>
          <a:xfrm>
            <a:off x="1295216" y="2808499"/>
            <a:ext cx="432048" cy="461665"/>
          </a:xfrm>
          <a:prstGeom prst="rect">
            <a:avLst/>
          </a:prstGeom>
          <a:solidFill>
            <a:srgbClr val="83E5DE"/>
          </a:solidFill>
        </p:spPr>
        <p:txBody>
          <a:bodyPr wrap="square" lIns="0" rIns="0" rtlCol="0" anchor="ctr" anchorCtr="1">
            <a:spAutoFit/>
          </a:bodyPr>
          <a:lstStyle>
            <a:defPPr>
              <a:defRPr lang="zh-CN"/>
            </a:defPPr>
            <a:lvl1pPr algn="ctr" defTabSz="457200">
              <a:defRPr sz="2400" b="1">
                <a:solidFill>
                  <a:srgbClr val="333399"/>
                </a:solidFill>
                <a:effectLst>
                  <a:outerShdw blurRad="38100" dist="38100" dir="2700000" algn="tl">
                    <a:srgbClr val="000000">
                      <a:alpha val="43137"/>
                    </a:srgbClr>
                  </a:outerShdw>
                </a:effectLst>
                <a:latin typeface="Calibri" panose="020F0502020204030204"/>
              </a:defRPr>
            </a:lvl1pPr>
          </a:lstStyle>
          <a:p>
            <a:r>
              <a:rPr lang="en-US" altLang="zh-CN" dirty="0"/>
              <a:t>65</a:t>
            </a:r>
            <a:endParaRPr lang="zh-CN" altLang="en-US" dirty="0"/>
          </a:p>
        </p:txBody>
      </p:sp>
      <p:sp>
        <p:nvSpPr>
          <p:cNvPr id="11" name="文本框 10">
            <a:extLst>
              <a:ext uri="{FF2B5EF4-FFF2-40B4-BE49-F238E27FC236}">
                <a16:creationId xmlns:a16="http://schemas.microsoft.com/office/drawing/2014/main" id="{FA21F9CB-4DCF-41AD-BD1F-BED31704C4EA}"/>
              </a:ext>
            </a:extLst>
          </p:cNvPr>
          <p:cNvSpPr txBox="1"/>
          <p:nvPr/>
        </p:nvSpPr>
        <p:spPr>
          <a:xfrm>
            <a:off x="1295216" y="3375971"/>
            <a:ext cx="432048" cy="461665"/>
          </a:xfrm>
          <a:prstGeom prst="rect">
            <a:avLst/>
          </a:prstGeom>
          <a:solidFill>
            <a:srgbClr val="83E5DE"/>
          </a:solidFill>
        </p:spPr>
        <p:txBody>
          <a:bodyPr wrap="square" lIns="0" rIns="0" rtlCol="0" anchor="ctr" anchorCtr="1">
            <a:spAutoFit/>
          </a:bodyPr>
          <a:lstStyle>
            <a:defPPr>
              <a:defRPr lang="zh-CN"/>
            </a:defPPr>
            <a:lvl1pPr algn="ctr" defTabSz="457200">
              <a:defRPr sz="2400" b="1">
                <a:solidFill>
                  <a:srgbClr val="333399"/>
                </a:solidFill>
                <a:effectLst>
                  <a:outerShdw blurRad="38100" dist="38100" dir="2700000" algn="tl">
                    <a:srgbClr val="000000">
                      <a:alpha val="43137"/>
                    </a:srgbClr>
                  </a:outerShdw>
                </a:effectLst>
                <a:latin typeface="Calibri" panose="020F0502020204030204"/>
              </a:defRPr>
            </a:lvl1pPr>
          </a:lstStyle>
          <a:p>
            <a:r>
              <a:rPr lang="en-US" altLang="zh-CN" dirty="0"/>
              <a:t>97</a:t>
            </a:r>
            <a:endParaRPr lang="zh-CN" altLang="en-US" dirty="0"/>
          </a:p>
        </p:txBody>
      </p:sp>
      <p:sp>
        <p:nvSpPr>
          <p:cNvPr id="12" name="文本框 11">
            <a:extLst>
              <a:ext uri="{FF2B5EF4-FFF2-40B4-BE49-F238E27FC236}">
                <a16:creationId xmlns:a16="http://schemas.microsoft.com/office/drawing/2014/main" id="{90C6632E-169A-4B18-BDAF-6F548705F8DF}"/>
              </a:ext>
            </a:extLst>
          </p:cNvPr>
          <p:cNvSpPr txBox="1"/>
          <p:nvPr/>
        </p:nvSpPr>
        <p:spPr>
          <a:xfrm>
            <a:off x="291459" y="3668880"/>
            <a:ext cx="693979" cy="400110"/>
          </a:xfrm>
          <a:prstGeom prst="rect">
            <a:avLst/>
          </a:prstGeom>
          <a:noFill/>
        </p:spPr>
        <p:txBody>
          <a:bodyPr wrap="square" rtlCol="0">
            <a:spAutoFit/>
          </a:bodyPr>
          <a:lstStyle/>
          <a:p>
            <a:pPr defTabSz="457200"/>
            <a:r>
              <a:rPr lang="zh-CN" altLang="en-US" sz="2000" b="1" dirty="0">
                <a:solidFill>
                  <a:prstClr val="black"/>
                </a:solidFill>
                <a:effectLst>
                  <a:outerShdw blurRad="38100" dist="38100" dir="2700000" algn="tl">
                    <a:srgbClr val="000000">
                      <a:alpha val="43137"/>
                    </a:srgbClr>
                  </a:outerShdw>
                </a:effectLst>
                <a:latin typeface="Calibri" panose="020F0502020204030204"/>
              </a:rPr>
              <a:t>反序</a:t>
            </a:r>
          </a:p>
        </p:txBody>
      </p:sp>
      <p:sp>
        <p:nvSpPr>
          <p:cNvPr id="13" name="文本框 12">
            <a:extLst>
              <a:ext uri="{FF2B5EF4-FFF2-40B4-BE49-F238E27FC236}">
                <a16:creationId xmlns:a16="http://schemas.microsoft.com/office/drawing/2014/main" id="{F604CD54-0505-4C37-9EAB-ED77F8E0E9CA}"/>
              </a:ext>
            </a:extLst>
          </p:cNvPr>
          <p:cNvSpPr txBox="1"/>
          <p:nvPr/>
        </p:nvSpPr>
        <p:spPr>
          <a:xfrm>
            <a:off x="1295216" y="3942091"/>
            <a:ext cx="432048" cy="461665"/>
          </a:xfrm>
          <a:prstGeom prst="rect">
            <a:avLst/>
          </a:prstGeom>
          <a:solidFill>
            <a:srgbClr val="83E5DE"/>
          </a:solidFill>
        </p:spPr>
        <p:txBody>
          <a:bodyPr wrap="square" lIns="0" rIns="0" rtlCol="0" anchor="ctr" anchorCtr="1">
            <a:spAutoFit/>
          </a:bodyPr>
          <a:lstStyle>
            <a:defPPr>
              <a:defRPr lang="zh-CN"/>
            </a:defPPr>
            <a:lvl1pPr algn="ctr" defTabSz="457200">
              <a:defRPr sz="2400" b="1">
                <a:solidFill>
                  <a:srgbClr val="333399"/>
                </a:solidFill>
                <a:effectLst>
                  <a:outerShdw blurRad="38100" dist="38100" dir="2700000" algn="tl">
                    <a:srgbClr val="000000">
                      <a:alpha val="43137"/>
                    </a:srgbClr>
                  </a:outerShdw>
                </a:effectLst>
                <a:latin typeface="Calibri" panose="020F0502020204030204"/>
              </a:defRPr>
            </a:lvl1pPr>
          </a:lstStyle>
          <a:p>
            <a:r>
              <a:rPr lang="en-US" altLang="zh-CN" dirty="0"/>
              <a:t>76</a:t>
            </a:r>
            <a:endParaRPr lang="zh-CN" altLang="en-US" dirty="0"/>
          </a:p>
        </p:txBody>
      </p:sp>
      <p:sp>
        <p:nvSpPr>
          <p:cNvPr id="14" name="文本框 13">
            <a:extLst>
              <a:ext uri="{FF2B5EF4-FFF2-40B4-BE49-F238E27FC236}">
                <a16:creationId xmlns:a16="http://schemas.microsoft.com/office/drawing/2014/main" id="{129F64C6-9BF6-4534-8FE2-22F80D020922}"/>
              </a:ext>
            </a:extLst>
          </p:cNvPr>
          <p:cNvSpPr txBox="1"/>
          <p:nvPr/>
        </p:nvSpPr>
        <p:spPr>
          <a:xfrm>
            <a:off x="290106" y="4246336"/>
            <a:ext cx="704584" cy="400110"/>
          </a:xfrm>
          <a:prstGeom prst="rect">
            <a:avLst/>
          </a:prstGeom>
          <a:noFill/>
        </p:spPr>
        <p:txBody>
          <a:bodyPr wrap="square" rtlCol="0">
            <a:spAutoFit/>
          </a:bodyPr>
          <a:lstStyle/>
          <a:p>
            <a:pPr defTabSz="457200"/>
            <a:r>
              <a:rPr lang="zh-CN" altLang="en-US" sz="2000" b="1" dirty="0">
                <a:solidFill>
                  <a:prstClr val="black"/>
                </a:solidFill>
                <a:effectLst>
                  <a:outerShdw blurRad="38100" dist="38100" dir="2700000" algn="tl">
                    <a:srgbClr val="000000">
                      <a:alpha val="43137"/>
                    </a:srgbClr>
                  </a:outerShdw>
                </a:effectLst>
                <a:latin typeface="Calibri" panose="020F0502020204030204"/>
              </a:rPr>
              <a:t>反序</a:t>
            </a:r>
          </a:p>
        </p:txBody>
      </p:sp>
      <p:sp>
        <p:nvSpPr>
          <p:cNvPr id="15" name="文本框 14">
            <a:extLst>
              <a:ext uri="{FF2B5EF4-FFF2-40B4-BE49-F238E27FC236}">
                <a16:creationId xmlns:a16="http://schemas.microsoft.com/office/drawing/2014/main" id="{A872F5AC-8A43-4047-BF04-B022A042D7B3}"/>
              </a:ext>
            </a:extLst>
          </p:cNvPr>
          <p:cNvSpPr txBox="1"/>
          <p:nvPr/>
        </p:nvSpPr>
        <p:spPr>
          <a:xfrm>
            <a:off x="291704" y="4807550"/>
            <a:ext cx="701387" cy="400110"/>
          </a:xfrm>
          <a:prstGeom prst="rect">
            <a:avLst/>
          </a:prstGeom>
          <a:noFill/>
        </p:spPr>
        <p:txBody>
          <a:bodyPr wrap="square" rtlCol="0">
            <a:spAutoFit/>
          </a:bodyPr>
          <a:lstStyle/>
          <a:p>
            <a:pPr defTabSz="457200"/>
            <a:r>
              <a:rPr lang="zh-CN" altLang="en-US" sz="2000" b="1" dirty="0">
                <a:solidFill>
                  <a:prstClr val="black"/>
                </a:solidFill>
                <a:effectLst>
                  <a:outerShdw blurRad="38100" dist="38100" dir="2700000" algn="tl">
                    <a:srgbClr val="000000">
                      <a:alpha val="43137"/>
                    </a:srgbClr>
                  </a:outerShdw>
                </a:effectLst>
                <a:latin typeface="Calibri" panose="020F0502020204030204"/>
              </a:rPr>
              <a:t>反序</a:t>
            </a:r>
          </a:p>
        </p:txBody>
      </p:sp>
      <p:sp>
        <p:nvSpPr>
          <p:cNvPr id="16" name="文本框 15">
            <a:extLst>
              <a:ext uri="{FF2B5EF4-FFF2-40B4-BE49-F238E27FC236}">
                <a16:creationId xmlns:a16="http://schemas.microsoft.com/office/drawing/2014/main" id="{F187F61F-B599-4403-9E86-9712157D038C}"/>
              </a:ext>
            </a:extLst>
          </p:cNvPr>
          <p:cNvSpPr txBox="1"/>
          <p:nvPr/>
        </p:nvSpPr>
        <p:spPr>
          <a:xfrm>
            <a:off x="349261" y="6317086"/>
            <a:ext cx="1499128" cy="400110"/>
          </a:xfrm>
          <a:prstGeom prst="rect">
            <a:avLst/>
          </a:prstGeom>
          <a:noFill/>
        </p:spPr>
        <p:txBody>
          <a:bodyPr wrap="none" rtlCol="0">
            <a:spAutoFit/>
          </a:bodyPr>
          <a:lstStyle/>
          <a:p>
            <a:pPr defTabSz="457200"/>
            <a:r>
              <a:rPr lang="zh-CN" altLang="en-US" sz="2000" b="1" dirty="0">
                <a:solidFill>
                  <a:srgbClr val="0070C0"/>
                </a:solidFill>
                <a:effectLst>
                  <a:outerShdw blurRad="38100" dist="38100" dir="2700000" algn="tl">
                    <a:srgbClr val="000000">
                      <a:alpha val="43137"/>
                    </a:srgbClr>
                  </a:outerShdw>
                </a:effectLst>
                <a:latin typeface="Calibri" panose="020F0502020204030204"/>
              </a:rPr>
              <a:t>第     趟完成</a:t>
            </a:r>
          </a:p>
        </p:txBody>
      </p:sp>
      <p:sp>
        <p:nvSpPr>
          <p:cNvPr id="17" name="文本框 16">
            <a:extLst>
              <a:ext uri="{FF2B5EF4-FFF2-40B4-BE49-F238E27FC236}">
                <a16:creationId xmlns:a16="http://schemas.microsoft.com/office/drawing/2014/main" id="{18B2418C-2BC8-4EE6-859A-CB7159872E84}"/>
              </a:ext>
            </a:extLst>
          </p:cNvPr>
          <p:cNvSpPr txBox="1"/>
          <p:nvPr/>
        </p:nvSpPr>
        <p:spPr>
          <a:xfrm>
            <a:off x="1290792" y="5086228"/>
            <a:ext cx="432048" cy="461665"/>
          </a:xfrm>
          <a:prstGeom prst="rect">
            <a:avLst/>
          </a:prstGeom>
          <a:solidFill>
            <a:srgbClr val="83E5DE"/>
          </a:solidFill>
        </p:spPr>
        <p:txBody>
          <a:bodyPr wrap="square" lIns="0" rIns="0" rtlCol="0" anchor="ctr" anchorCtr="1">
            <a:spAutoFit/>
          </a:bodyPr>
          <a:lstStyle>
            <a:defPPr>
              <a:defRPr lang="zh-CN"/>
            </a:defPPr>
            <a:lvl1pPr algn="ctr" defTabSz="457200">
              <a:defRPr sz="2400" b="1">
                <a:solidFill>
                  <a:srgbClr val="333399"/>
                </a:solidFill>
                <a:effectLst>
                  <a:outerShdw blurRad="38100" dist="38100" dir="2700000" algn="tl">
                    <a:srgbClr val="000000">
                      <a:alpha val="43137"/>
                    </a:srgbClr>
                  </a:outerShdw>
                </a:effectLst>
                <a:latin typeface="Calibri" panose="020F0502020204030204"/>
              </a:defRPr>
            </a:lvl1pPr>
          </a:lstStyle>
          <a:p>
            <a:r>
              <a:rPr lang="en-US" altLang="zh-CN" dirty="0"/>
              <a:t>27</a:t>
            </a:r>
            <a:endParaRPr lang="zh-CN" altLang="en-US" dirty="0"/>
          </a:p>
        </p:txBody>
      </p:sp>
      <p:sp>
        <p:nvSpPr>
          <p:cNvPr id="18" name="文本框 17">
            <a:extLst>
              <a:ext uri="{FF2B5EF4-FFF2-40B4-BE49-F238E27FC236}">
                <a16:creationId xmlns:a16="http://schemas.microsoft.com/office/drawing/2014/main" id="{BA9905F3-9813-4E3D-997E-FF2F973D7BAE}"/>
              </a:ext>
            </a:extLst>
          </p:cNvPr>
          <p:cNvSpPr txBox="1"/>
          <p:nvPr/>
        </p:nvSpPr>
        <p:spPr>
          <a:xfrm>
            <a:off x="1290792" y="5655216"/>
            <a:ext cx="432048" cy="461665"/>
          </a:xfrm>
          <a:prstGeom prst="rect">
            <a:avLst/>
          </a:prstGeom>
          <a:solidFill>
            <a:srgbClr val="83E5DE"/>
          </a:solidFill>
        </p:spPr>
        <p:txBody>
          <a:bodyPr wrap="square" lIns="0" rIns="0" rtlCol="0" anchor="ctr" anchorCtr="1">
            <a:spAutoFit/>
          </a:bodyPr>
          <a:lstStyle>
            <a:defPPr>
              <a:defRPr lang="zh-CN"/>
            </a:defPPr>
            <a:lvl1pPr algn="ctr" defTabSz="457200">
              <a:defRPr sz="2400" b="1">
                <a:solidFill>
                  <a:srgbClr val="333399"/>
                </a:solidFill>
                <a:effectLst>
                  <a:outerShdw blurRad="38100" dist="38100" dir="2700000" algn="tl">
                    <a:srgbClr val="000000">
                      <a:alpha val="43137"/>
                    </a:srgbClr>
                  </a:outerShdw>
                </a:effectLst>
                <a:latin typeface="Calibri" panose="020F0502020204030204"/>
              </a:defRPr>
            </a:lvl1pPr>
          </a:lstStyle>
          <a:p>
            <a:r>
              <a:rPr lang="en-US" altLang="zh-CN" u="sng" dirty="0"/>
              <a:t>49</a:t>
            </a:r>
            <a:endParaRPr lang="zh-CN" altLang="en-US" u="sng" dirty="0"/>
          </a:p>
        </p:txBody>
      </p:sp>
      <p:sp>
        <p:nvSpPr>
          <p:cNvPr id="19" name="文本框 18">
            <a:extLst>
              <a:ext uri="{FF2B5EF4-FFF2-40B4-BE49-F238E27FC236}">
                <a16:creationId xmlns:a16="http://schemas.microsoft.com/office/drawing/2014/main" id="{CB011CDB-FEC2-44D8-9E20-0615C52D6F3E}"/>
              </a:ext>
            </a:extLst>
          </p:cNvPr>
          <p:cNvSpPr txBox="1"/>
          <p:nvPr/>
        </p:nvSpPr>
        <p:spPr>
          <a:xfrm>
            <a:off x="981083" y="1075341"/>
            <a:ext cx="312906" cy="5062924"/>
          </a:xfrm>
          <a:prstGeom prst="rect">
            <a:avLst/>
          </a:prstGeom>
          <a:noFill/>
        </p:spPr>
        <p:txBody>
          <a:bodyPr wrap="none" rtlCol="0">
            <a:spAutoFit/>
          </a:bodyPr>
          <a:lstStyle/>
          <a:p>
            <a:r>
              <a:rPr lang="en-US" altLang="zh-CN" sz="1900" dirty="0"/>
              <a:t>0</a:t>
            </a:r>
          </a:p>
          <a:p>
            <a:endParaRPr lang="en-US" altLang="zh-CN" sz="1900" dirty="0"/>
          </a:p>
          <a:p>
            <a:r>
              <a:rPr lang="en-US" altLang="zh-CN" sz="1900" dirty="0"/>
              <a:t>1</a:t>
            </a:r>
          </a:p>
          <a:p>
            <a:endParaRPr lang="en-US" altLang="zh-CN" sz="1900" dirty="0"/>
          </a:p>
          <a:p>
            <a:r>
              <a:rPr lang="en-US" altLang="zh-CN" sz="1900" dirty="0"/>
              <a:t>2</a:t>
            </a:r>
          </a:p>
          <a:p>
            <a:endParaRPr lang="en-US" altLang="zh-CN" sz="1900" dirty="0"/>
          </a:p>
          <a:p>
            <a:r>
              <a:rPr lang="en-US" altLang="zh-CN" sz="1900" dirty="0"/>
              <a:t>3</a:t>
            </a:r>
          </a:p>
          <a:p>
            <a:endParaRPr lang="en-US" altLang="zh-CN" sz="1900" dirty="0"/>
          </a:p>
          <a:p>
            <a:r>
              <a:rPr lang="en-US" altLang="zh-CN" sz="1900" dirty="0"/>
              <a:t>4</a:t>
            </a:r>
          </a:p>
          <a:p>
            <a:endParaRPr lang="en-US" altLang="zh-CN" sz="1900" dirty="0"/>
          </a:p>
          <a:p>
            <a:r>
              <a:rPr lang="en-US" altLang="zh-CN" sz="1900" dirty="0"/>
              <a:t>5</a:t>
            </a:r>
          </a:p>
          <a:p>
            <a:endParaRPr lang="en-US" altLang="zh-CN" sz="1900" dirty="0"/>
          </a:p>
          <a:p>
            <a:r>
              <a:rPr lang="en-US" altLang="zh-CN" sz="1900" dirty="0"/>
              <a:t>6</a:t>
            </a:r>
          </a:p>
          <a:p>
            <a:endParaRPr lang="en-US" altLang="zh-CN" sz="1900" dirty="0"/>
          </a:p>
          <a:p>
            <a:r>
              <a:rPr lang="en-US" altLang="zh-CN" sz="1900" dirty="0"/>
              <a:t>7</a:t>
            </a:r>
          </a:p>
          <a:p>
            <a:endParaRPr lang="en-US" altLang="zh-CN" sz="1900" dirty="0"/>
          </a:p>
          <a:p>
            <a:r>
              <a:rPr lang="en-US" altLang="zh-CN" sz="1900" dirty="0"/>
              <a:t>8</a:t>
            </a:r>
            <a:endParaRPr lang="zh-CN" altLang="en-US" sz="1900" dirty="0"/>
          </a:p>
        </p:txBody>
      </p:sp>
      <p:sp>
        <p:nvSpPr>
          <p:cNvPr id="20" name="文本框 19">
            <a:extLst>
              <a:ext uri="{FF2B5EF4-FFF2-40B4-BE49-F238E27FC236}">
                <a16:creationId xmlns:a16="http://schemas.microsoft.com/office/drawing/2014/main" id="{FD8883D6-F81D-4833-9A42-D3068F715203}"/>
              </a:ext>
            </a:extLst>
          </p:cNvPr>
          <p:cNvSpPr txBox="1"/>
          <p:nvPr/>
        </p:nvSpPr>
        <p:spPr>
          <a:xfrm>
            <a:off x="1290792" y="1120300"/>
            <a:ext cx="432048" cy="461665"/>
          </a:xfrm>
          <a:prstGeom prst="rect">
            <a:avLst/>
          </a:prstGeom>
          <a:solidFill>
            <a:srgbClr val="83E5DE"/>
          </a:solidFill>
        </p:spPr>
        <p:txBody>
          <a:bodyPr wrap="square" lIns="0" rIns="0" rtlCol="0" anchor="ctr" anchorCtr="1">
            <a:spAutoFit/>
          </a:bodyPr>
          <a:lstStyle/>
          <a:p>
            <a:pPr algn="ctr" defTabSz="457200"/>
            <a:endParaRPr lang="zh-CN" altLang="en-US" sz="2400" b="1" dirty="0">
              <a:solidFill>
                <a:srgbClr val="333399"/>
              </a:solidFill>
              <a:effectLst>
                <a:outerShdw blurRad="38100" dist="38100" dir="2700000" algn="tl">
                  <a:srgbClr val="000000">
                    <a:alpha val="43137"/>
                  </a:srgbClr>
                </a:outerShdw>
              </a:effectLst>
              <a:latin typeface="Calibri" panose="020F0502020204030204"/>
            </a:endParaRPr>
          </a:p>
        </p:txBody>
      </p:sp>
      <p:sp>
        <p:nvSpPr>
          <p:cNvPr id="21" name="文本框 20">
            <a:extLst>
              <a:ext uri="{FF2B5EF4-FFF2-40B4-BE49-F238E27FC236}">
                <a16:creationId xmlns:a16="http://schemas.microsoft.com/office/drawing/2014/main" id="{802C6C73-FBFE-47F1-A8A4-4473971130B7}"/>
              </a:ext>
            </a:extLst>
          </p:cNvPr>
          <p:cNvSpPr txBox="1"/>
          <p:nvPr/>
        </p:nvSpPr>
        <p:spPr>
          <a:xfrm>
            <a:off x="280713" y="3138082"/>
            <a:ext cx="704584" cy="400110"/>
          </a:xfrm>
          <a:prstGeom prst="rect">
            <a:avLst/>
          </a:prstGeom>
          <a:noFill/>
        </p:spPr>
        <p:txBody>
          <a:bodyPr wrap="square" rtlCol="0">
            <a:spAutoFit/>
          </a:bodyPr>
          <a:lstStyle/>
          <a:p>
            <a:pPr defTabSz="457200"/>
            <a:r>
              <a:rPr lang="zh-CN" altLang="en-US" sz="2000" b="1" dirty="0">
                <a:solidFill>
                  <a:srgbClr val="00B050"/>
                </a:solidFill>
                <a:effectLst>
                  <a:outerShdw blurRad="38100" dist="38100" dir="2700000" algn="tl">
                    <a:srgbClr val="000000">
                      <a:alpha val="43137"/>
                    </a:srgbClr>
                  </a:outerShdw>
                </a:effectLst>
                <a:latin typeface="Calibri" panose="020F0502020204030204"/>
              </a:rPr>
              <a:t>正序</a:t>
            </a:r>
          </a:p>
        </p:txBody>
      </p:sp>
      <p:sp>
        <p:nvSpPr>
          <p:cNvPr id="22" name="文本框 21">
            <a:extLst>
              <a:ext uri="{FF2B5EF4-FFF2-40B4-BE49-F238E27FC236}">
                <a16:creationId xmlns:a16="http://schemas.microsoft.com/office/drawing/2014/main" id="{62DC9BD8-83FD-4B62-B6EB-E84CBCF6E9E7}"/>
              </a:ext>
            </a:extLst>
          </p:cNvPr>
          <p:cNvSpPr txBox="1"/>
          <p:nvPr/>
        </p:nvSpPr>
        <p:spPr>
          <a:xfrm>
            <a:off x="295577" y="5423357"/>
            <a:ext cx="701387" cy="400110"/>
          </a:xfrm>
          <a:prstGeom prst="rect">
            <a:avLst/>
          </a:prstGeom>
          <a:noFill/>
        </p:spPr>
        <p:txBody>
          <a:bodyPr wrap="square" rtlCol="0">
            <a:spAutoFit/>
          </a:bodyPr>
          <a:lstStyle/>
          <a:p>
            <a:pPr defTabSz="457200"/>
            <a:r>
              <a:rPr lang="zh-CN" altLang="en-US" sz="2000" b="1" dirty="0">
                <a:solidFill>
                  <a:prstClr val="black"/>
                </a:solidFill>
                <a:effectLst>
                  <a:outerShdw blurRad="38100" dist="38100" dir="2700000" algn="tl">
                    <a:srgbClr val="000000">
                      <a:alpha val="43137"/>
                    </a:srgbClr>
                  </a:outerShdw>
                </a:effectLst>
                <a:latin typeface="Calibri" panose="020F0502020204030204"/>
              </a:rPr>
              <a:t>反序</a:t>
            </a:r>
          </a:p>
        </p:txBody>
      </p:sp>
      <p:sp>
        <p:nvSpPr>
          <p:cNvPr id="23" name="文本框 22">
            <a:extLst>
              <a:ext uri="{FF2B5EF4-FFF2-40B4-BE49-F238E27FC236}">
                <a16:creationId xmlns:a16="http://schemas.microsoft.com/office/drawing/2014/main" id="{8B8CE3DC-3CFF-417F-BC92-18D47009D14F}"/>
              </a:ext>
            </a:extLst>
          </p:cNvPr>
          <p:cNvSpPr txBox="1"/>
          <p:nvPr/>
        </p:nvSpPr>
        <p:spPr>
          <a:xfrm>
            <a:off x="271594" y="1958342"/>
            <a:ext cx="704584" cy="400110"/>
          </a:xfrm>
          <a:prstGeom prst="rect">
            <a:avLst/>
          </a:prstGeom>
          <a:noFill/>
        </p:spPr>
        <p:txBody>
          <a:bodyPr wrap="square" rtlCol="0">
            <a:spAutoFit/>
          </a:bodyPr>
          <a:lstStyle/>
          <a:p>
            <a:pPr defTabSz="457200"/>
            <a:r>
              <a:rPr lang="zh-CN" altLang="en-US" sz="2000" b="1" dirty="0">
                <a:solidFill>
                  <a:srgbClr val="00B050"/>
                </a:solidFill>
                <a:effectLst>
                  <a:outerShdw blurRad="38100" dist="38100" dir="2700000" algn="tl">
                    <a:srgbClr val="000000">
                      <a:alpha val="43137"/>
                    </a:srgbClr>
                  </a:outerShdw>
                </a:effectLst>
                <a:latin typeface="Calibri" panose="020F0502020204030204"/>
              </a:rPr>
              <a:t>正序</a:t>
            </a:r>
          </a:p>
        </p:txBody>
      </p:sp>
      <p:sp>
        <p:nvSpPr>
          <p:cNvPr id="24" name="文本框 23">
            <a:extLst>
              <a:ext uri="{FF2B5EF4-FFF2-40B4-BE49-F238E27FC236}">
                <a16:creationId xmlns:a16="http://schemas.microsoft.com/office/drawing/2014/main" id="{B4905D66-AFE0-453A-8C46-4D87B59BF52A}"/>
              </a:ext>
            </a:extLst>
          </p:cNvPr>
          <p:cNvSpPr txBox="1"/>
          <p:nvPr/>
        </p:nvSpPr>
        <p:spPr>
          <a:xfrm>
            <a:off x="269016" y="3145901"/>
            <a:ext cx="693979" cy="400110"/>
          </a:xfrm>
          <a:prstGeom prst="rect">
            <a:avLst/>
          </a:prstGeom>
          <a:noFill/>
        </p:spPr>
        <p:txBody>
          <a:bodyPr wrap="square" rtlCol="0">
            <a:spAutoFit/>
          </a:bodyPr>
          <a:lstStyle/>
          <a:p>
            <a:pPr defTabSz="457200"/>
            <a:r>
              <a:rPr lang="zh-CN" altLang="en-US" sz="2000" b="1" dirty="0">
                <a:solidFill>
                  <a:prstClr val="black"/>
                </a:solidFill>
                <a:effectLst>
                  <a:outerShdw blurRad="38100" dist="38100" dir="2700000" algn="tl">
                    <a:srgbClr val="000000">
                      <a:alpha val="43137"/>
                    </a:srgbClr>
                  </a:outerShdw>
                </a:effectLst>
                <a:latin typeface="Calibri" panose="020F0502020204030204"/>
              </a:rPr>
              <a:t>反序</a:t>
            </a:r>
          </a:p>
        </p:txBody>
      </p:sp>
      <p:sp>
        <p:nvSpPr>
          <p:cNvPr id="25" name="文本框 24">
            <a:extLst>
              <a:ext uri="{FF2B5EF4-FFF2-40B4-BE49-F238E27FC236}">
                <a16:creationId xmlns:a16="http://schemas.microsoft.com/office/drawing/2014/main" id="{B1AE09D8-31C0-435E-8553-19CC3EE0E5FF}"/>
              </a:ext>
            </a:extLst>
          </p:cNvPr>
          <p:cNvSpPr txBox="1"/>
          <p:nvPr/>
        </p:nvSpPr>
        <p:spPr>
          <a:xfrm>
            <a:off x="284651" y="2553406"/>
            <a:ext cx="693979" cy="400110"/>
          </a:xfrm>
          <a:prstGeom prst="rect">
            <a:avLst/>
          </a:prstGeom>
          <a:noFill/>
        </p:spPr>
        <p:txBody>
          <a:bodyPr wrap="square" rtlCol="0">
            <a:spAutoFit/>
          </a:bodyPr>
          <a:lstStyle/>
          <a:p>
            <a:pPr defTabSz="457200"/>
            <a:r>
              <a:rPr lang="zh-CN" altLang="en-US" sz="2000" b="1" dirty="0">
                <a:solidFill>
                  <a:prstClr val="black"/>
                </a:solidFill>
                <a:effectLst>
                  <a:outerShdw blurRad="38100" dist="38100" dir="2700000" algn="tl">
                    <a:srgbClr val="000000">
                      <a:alpha val="43137"/>
                    </a:srgbClr>
                  </a:outerShdw>
                </a:effectLst>
                <a:latin typeface="Calibri" panose="020F0502020204030204"/>
              </a:rPr>
              <a:t>反序</a:t>
            </a:r>
          </a:p>
        </p:txBody>
      </p:sp>
      <p:sp>
        <p:nvSpPr>
          <p:cNvPr id="26" name="文本框 25">
            <a:extLst>
              <a:ext uri="{FF2B5EF4-FFF2-40B4-BE49-F238E27FC236}">
                <a16:creationId xmlns:a16="http://schemas.microsoft.com/office/drawing/2014/main" id="{14E33AF2-814A-4024-89C2-F4D7CF3B0F3C}"/>
              </a:ext>
            </a:extLst>
          </p:cNvPr>
          <p:cNvSpPr txBox="1"/>
          <p:nvPr/>
        </p:nvSpPr>
        <p:spPr>
          <a:xfrm>
            <a:off x="292980" y="3667405"/>
            <a:ext cx="704584" cy="400110"/>
          </a:xfrm>
          <a:prstGeom prst="rect">
            <a:avLst/>
          </a:prstGeom>
          <a:noFill/>
        </p:spPr>
        <p:txBody>
          <a:bodyPr wrap="square" rtlCol="0">
            <a:spAutoFit/>
          </a:bodyPr>
          <a:lstStyle/>
          <a:p>
            <a:pPr defTabSz="457200"/>
            <a:r>
              <a:rPr lang="zh-CN" altLang="en-US" sz="2000" b="1" dirty="0">
                <a:solidFill>
                  <a:srgbClr val="00B050"/>
                </a:solidFill>
                <a:effectLst>
                  <a:outerShdw blurRad="38100" dist="38100" dir="2700000" algn="tl">
                    <a:srgbClr val="000000">
                      <a:alpha val="43137"/>
                    </a:srgbClr>
                  </a:outerShdw>
                </a:effectLst>
                <a:latin typeface="Calibri" panose="020F0502020204030204"/>
              </a:rPr>
              <a:t>正序</a:t>
            </a:r>
          </a:p>
        </p:txBody>
      </p:sp>
      <p:sp>
        <p:nvSpPr>
          <p:cNvPr id="27" name="文本框 26">
            <a:extLst>
              <a:ext uri="{FF2B5EF4-FFF2-40B4-BE49-F238E27FC236}">
                <a16:creationId xmlns:a16="http://schemas.microsoft.com/office/drawing/2014/main" id="{179EA586-E306-473A-A3BA-1499D4527482}"/>
              </a:ext>
            </a:extLst>
          </p:cNvPr>
          <p:cNvSpPr txBox="1"/>
          <p:nvPr/>
        </p:nvSpPr>
        <p:spPr>
          <a:xfrm>
            <a:off x="640829" y="6279296"/>
            <a:ext cx="399468" cy="523220"/>
          </a:xfrm>
          <a:prstGeom prst="rect">
            <a:avLst/>
          </a:prstGeom>
          <a:noFill/>
        </p:spPr>
        <p:txBody>
          <a:bodyPr wrap="none" rtlCol="0">
            <a:spAutoFit/>
          </a:bodyPr>
          <a:lstStyle/>
          <a:p>
            <a:r>
              <a:rPr lang="en-US" altLang="zh-CN" sz="2800" b="1" dirty="0">
                <a:solidFill>
                  <a:srgbClr val="C00000"/>
                </a:solidFill>
                <a:latin typeface="Courier New" panose="02070309020205020404" pitchFamily="49" charset="0"/>
                <a:cs typeface="Courier New" panose="02070309020205020404" pitchFamily="49" charset="0"/>
              </a:rPr>
              <a:t>1</a:t>
            </a:r>
            <a:endParaRPr lang="zh-CN" altLang="en-US" sz="2800" b="1" dirty="0">
              <a:solidFill>
                <a:srgbClr val="C00000"/>
              </a:solidFill>
              <a:latin typeface="Courier New" panose="02070309020205020404" pitchFamily="49" charset="0"/>
              <a:cs typeface="Courier New" panose="02070309020205020404" pitchFamily="49" charset="0"/>
            </a:endParaRPr>
          </a:p>
        </p:txBody>
      </p:sp>
      <p:sp>
        <p:nvSpPr>
          <p:cNvPr id="28" name="文本框 27">
            <a:extLst>
              <a:ext uri="{FF2B5EF4-FFF2-40B4-BE49-F238E27FC236}">
                <a16:creationId xmlns:a16="http://schemas.microsoft.com/office/drawing/2014/main" id="{7DE42B98-0748-49EB-9449-632E3A31AADE}"/>
              </a:ext>
            </a:extLst>
          </p:cNvPr>
          <p:cNvSpPr txBox="1"/>
          <p:nvPr/>
        </p:nvSpPr>
        <p:spPr>
          <a:xfrm>
            <a:off x="640699" y="6277974"/>
            <a:ext cx="399468" cy="523220"/>
          </a:xfrm>
          <a:prstGeom prst="rect">
            <a:avLst/>
          </a:prstGeom>
          <a:noFill/>
        </p:spPr>
        <p:txBody>
          <a:bodyPr wrap="none" rtlCol="0">
            <a:spAutoFit/>
          </a:bodyPr>
          <a:lstStyle/>
          <a:p>
            <a:r>
              <a:rPr lang="en-US" altLang="zh-CN" sz="2800" b="1" dirty="0">
                <a:solidFill>
                  <a:srgbClr val="C00000"/>
                </a:solidFill>
                <a:latin typeface="Courier New" panose="02070309020205020404" pitchFamily="49" charset="0"/>
                <a:cs typeface="Courier New" panose="02070309020205020404" pitchFamily="49" charset="0"/>
              </a:rPr>
              <a:t>2</a:t>
            </a:r>
            <a:endParaRPr lang="zh-CN" altLang="en-US" sz="2800" b="1" dirty="0">
              <a:solidFill>
                <a:srgbClr val="C00000"/>
              </a:solidFill>
              <a:latin typeface="Courier New" panose="02070309020205020404" pitchFamily="49" charset="0"/>
              <a:cs typeface="Courier New" panose="02070309020205020404" pitchFamily="49" charset="0"/>
            </a:endParaRPr>
          </a:p>
        </p:txBody>
      </p:sp>
      <p:sp>
        <p:nvSpPr>
          <p:cNvPr id="29" name="文本框 28">
            <a:extLst>
              <a:ext uri="{FF2B5EF4-FFF2-40B4-BE49-F238E27FC236}">
                <a16:creationId xmlns:a16="http://schemas.microsoft.com/office/drawing/2014/main" id="{4ED6A646-EE58-4F6F-B12F-19ACBC1F8609}"/>
              </a:ext>
            </a:extLst>
          </p:cNvPr>
          <p:cNvSpPr txBox="1"/>
          <p:nvPr/>
        </p:nvSpPr>
        <p:spPr>
          <a:xfrm>
            <a:off x="633772" y="6277974"/>
            <a:ext cx="399468" cy="523220"/>
          </a:xfrm>
          <a:prstGeom prst="rect">
            <a:avLst/>
          </a:prstGeom>
          <a:noFill/>
        </p:spPr>
        <p:txBody>
          <a:bodyPr wrap="none" rtlCol="0">
            <a:spAutoFit/>
          </a:bodyPr>
          <a:lstStyle/>
          <a:p>
            <a:r>
              <a:rPr lang="en-US" altLang="zh-CN" sz="2800" b="1" dirty="0">
                <a:solidFill>
                  <a:srgbClr val="C00000"/>
                </a:solidFill>
                <a:latin typeface="Courier New" panose="02070309020205020404" pitchFamily="49" charset="0"/>
                <a:cs typeface="Courier New" panose="02070309020205020404" pitchFamily="49" charset="0"/>
              </a:rPr>
              <a:t>3</a:t>
            </a:r>
            <a:endParaRPr lang="zh-CN" altLang="en-US" sz="2800" b="1" dirty="0">
              <a:solidFill>
                <a:srgbClr val="C00000"/>
              </a:solidFill>
              <a:latin typeface="Courier New" panose="02070309020205020404" pitchFamily="49" charset="0"/>
              <a:cs typeface="Courier New" panose="02070309020205020404" pitchFamily="49" charset="0"/>
            </a:endParaRPr>
          </a:p>
        </p:txBody>
      </p:sp>
      <p:sp>
        <p:nvSpPr>
          <p:cNvPr id="30" name="文本框 29">
            <a:extLst>
              <a:ext uri="{FF2B5EF4-FFF2-40B4-BE49-F238E27FC236}">
                <a16:creationId xmlns:a16="http://schemas.microsoft.com/office/drawing/2014/main" id="{EF256B2F-23AD-4584-B272-261FE1902A35}"/>
              </a:ext>
            </a:extLst>
          </p:cNvPr>
          <p:cNvSpPr txBox="1"/>
          <p:nvPr/>
        </p:nvSpPr>
        <p:spPr>
          <a:xfrm>
            <a:off x="640699" y="6273397"/>
            <a:ext cx="399468" cy="523220"/>
          </a:xfrm>
          <a:prstGeom prst="rect">
            <a:avLst/>
          </a:prstGeom>
          <a:noFill/>
        </p:spPr>
        <p:txBody>
          <a:bodyPr wrap="none" rtlCol="0">
            <a:spAutoFit/>
          </a:bodyPr>
          <a:lstStyle/>
          <a:p>
            <a:r>
              <a:rPr lang="en-US" altLang="zh-CN" sz="2800" b="1" dirty="0">
                <a:solidFill>
                  <a:srgbClr val="C00000"/>
                </a:solidFill>
                <a:latin typeface="Courier New" panose="02070309020205020404" pitchFamily="49" charset="0"/>
                <a:cs typeface="Courier New" panose="02070309020205020404" pitchFamily="49" charset="0"/>
              </a:rPr>
              <a:t>4</a:t>
            </a:r>
            <a:endParaRPr lang="zh-CN" altLang="en-US" sz="2800" b="1" dirty="0">
              <a:solidFill>
                <a:srgbClr val="C00000"/>
              </a:solidFill>
              <a:latin typeface="Courier New" panose="02070309020205020404" pitchFamily="49" charset="0"/>
              <a:cs typeface="Courier New" panose="02070309020205020404" pitchFamily="49" charset="0"/>
            </a:endParaRPr>
          </a:p>
        </p:txBody>
      </p:sp>
      <p:sp>
        <p:nvSpPr>
          <p:cNvPr id="31" name="文本框 30">
            <a:extLst>
              <a:ext uri="{FF2B5EF4-FFF2-40B4-BE49-F238E27FC236}">
                <a16:creationId xmlns:a16="http://schemas.microsoft.com/office/drawing/2014/main" id="{5E9DB79D-A3DA-49A0-8D07-BD68A9FE243D}"/>
              </a:ext>
            </a:extLst>
          </p:cNvPr>
          <p:cNvSpPr txBox="1"/>
          <p:nvPr/>
        </p:nvSpPr>
        <p:spPr>
          <a:xfrm>
            <a:off x="630813" y="6287545"/>
            <a:ext cx="399468" cy="523220"/>
          </a:xfrm>
          <a:prstGeom prst="rect">
            <a:avLst/>
          </a:prstGeom>
          <a:noFill/>
        </p:spPr>
        <p:txBody>
          <a:bodyPr wrap="none" rtlCol="0">
            <a:spAutoFit/>
          </a:bodyPr>
          <a:lstStyle/>
          <a:p>
            <a:r>
              <a:rPr lang="en-US" altLang="zh-CN" sz="2800" b="1" dirty="0">
                <a:solidFill>
                  <a:srgbClr val="C00000"/>
                </a:solidFill>
                <a:latin typeface="Courier New" panose="02070309020205020404" pitchFamily="49" charset="0"/>
                <a:cs typeface="Courier New" panose="02070309020205020404" pitchFamily="49" charset="0"/>
              </a:rPr>
              <a:t>5</a:t>
            </a:r>
            <a:endParaRPr lang="zh-CN" altLang="en-US" sz="2800" b="1" dirty="0">
              <a:solidFill>
                <a:srgbClr val="C00000"/>
              </a:solidFill>
              <a:latin typeface="Courier New" panose="02070309020205020404" pitchFamily="49" charset="0"/>
              <a:cs typeface="Courier New" panose="02070309020205020404" pitchFamily="49" charset="0"/>
            </a:endParaRPr>
          </a:p>
        </p:txBody>
      </p:sp>
      <p:sp>
        <p:nvSpPr>
          <p:cNvPr id="32" name="文本框 31">
            <a:extLst>
              <a:ext uri="{FF2B5EF4-FFF2-40B4-BE49-F238E27FC236}">
                <a16:creationId xmlns:a16="http://schemas.microsoft.com/office/drawing/2014/main" id="{B038740C-35BC-4FFE-8CFB-FDB497EB49E4}"/>
              </a:ext>
            </a:extLst>
          </p:cNvPr>
          <p:cNvSpPr txBox="1"/>
          <p:nvPr/>
        </p:nvSpPr>
        <p:spPr>
          <a:xfrm>
            <a:off x="622932" y="6279705"/>
            <a:ext cx="399468" cy="523220"/>
          </a:xfrm>
          <a:prstGeom prst="rect">
            <a:avLst/>
          </a:prstGeom>
          <a:noFill/>
        </p:spPr>
        <p:txBody>
          <a:bodyPr wrap="none" rtlCol="0">
            <a:spAutoFit/>
          </a:bodyPr>
          <a:lstStyle/>
          <a:p>
            <a:r>
              <a:rPr lang="en-US" altLang="zh-CN" sz="2800" b="1" dirty="0">
                <a:solidFill>
                  <a:srgbClr val="C00000"/>
                </a:solidFill>
                <a:latin typeface="Courier New" panose="02070309020205020404" pitchFamily="49" charset="0"/>
                <a:cs typeface="Courier New" panose="02070309020205020404" pitchFamily="49" charset="0"/>
              </a:rPr>
              <a:t>6</a:t>
            </a:r>
            <a:endParaRPr lang="zh-CN" altLang="en-US" sz="2800" b="1" dirty="0">
              <a:solidFill>
                <a:srgbClr val="C00000"/>
              </a:solidFill>
              <a:latin typeface="Courier New" panose="02070309020205020404" pitchFamily="49" charset="0"/>
              <a:cs typeface="Courier New" panose="02070309020205020404" pitchFamily="49" charset="0"/>
            </a:endParaRPr>
          </a:p>
        </p:txBody>
      </p:sp>
      <p:sp>
        <p:nvSpPr>
          <p:cNvPr id="33" name="矩形: 圆角 32">
            <a:extLst>
              <a:ext uri="{FF2B5EF4-FFF2-40B4-BE49-F238E27FC236}">
                <a16:creationId xmlns:a16="http://schemas.microsoft.com/office/drawing/2014/main" id="{3BF899B9-1887-4485-B912-2F8F55C18FD9}"/>
              </a:ext>
            </a:extLst>
          </p:cNvPr>
          <p:cNvSpPr/>
          <p:nvPr/>
        </p:nvSpPr>
        <p:spPr>
          <a:xfrm>
            <a:off x="1290311" y="266793"/>
            <a:ext cx="3594932" cy="458422"/>
          </a:xfrm>
          <a:prstGeom prst="roundRect">
            <a:avLst/>
          </a:prstGeom>
          <a:solidFill>
            <a:schemeClr val="tx2">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accent2">
                    <a:lumMod val="75000"/>
                  </a:schemeClr>
                </a:solidFill>
                <a:effectLst>
                  <a:outerShdw blurRad="38100" dist="38100" dir="2700000" algn="tl">
                    <a:srgbClr val="000000">
                      <a:alpha val="43137"/>
                    </a:srgbClr>
                  </a:outerShdw>
                </a:effectLst>
              </a:rPr>
              <a:t>算法</a:t>
            </a:r>
            <a:r>
              <a:rPr lang="en-US" altLang="zh-CN" sz="2400" b="1" dirty="0">
                <a:solidFill>
                  <a:schemeClr val="accent2">
                    <a:lumMod val="75000"/>
                  </a:schemeClr>
                </a:solidFill>
                <a:effectLst>
                  <a:outerShdw blurRad="38100" dist="38100" dir="2700000" algn="tl">
                    <a:srgbClr val="000000">
                      <a:alpha val="43137"/>
                    </a:srgbClr>
                  </a:outerShdw>
                </a:effectLst>
              </a:rPr>
              <a:t>10.6</a:t>
            </a:r>
            <a:r>
              <a:rPr lang="zh-CN" altLang="en-US" sz="2400" b="1" dirty="0">
                <a:solidFill>
                  <a:srgbClr val="002060"/>
                </a:solidFill>
                <a:effectLst>
                  <a:outerShdw blurRad="38100" dist="38100" dir="2700000" algn="tl">
                    <a:srgbClr val="000000">
                      <a:alpha val="43137"/>
                    </a:srgbClr>
                  </a:outerShdw>
                </a:effectLst>
              </a:rPr>
              <a:t>和</a:t>
            </a:r>
            <a:r>
              <a:rPr lang="en-US" altLang="zh-CN" sz="2400" b="1" dirty="0">
                <a:solidFill>
                  <a:schemeClr val="accent2">
                    <a:lumMod val="75000"/>
                  </a:schemeClr>
                </a:solidFill>
                <a:effectLst>
                  <a:outerShdw blurRad="38100" dist="38100" dir="2700000" algn="tl">
                    <a:srgbClr val="000000">
                      <a:alpha val="43137"/>
                    </a:srgbClr>
                  </a:outerShdw>
                </a:effectLst>
              </a:rPr>
              <a:t>10.7 </a:t>
            </a:r>
            <a:r>
              <a:rPr lang="zh-CN" altLang="en-US" sz="2400" b="1" dirty="0">
                <a:solidFill>
                  <a:srgbClr val="002060"/>
                </a:solidFill>
                <a:effectLst>
                  <a:outerShdw blurRad="38100" dist="38100" dir="2700000" algn="tl">
                    <a:srgbClr val="000000">
                      <a:alpha val="43137"/>
                    </a:srgbClr>
                  </a:outerShdw>
                </a:effectLst>
              </a:rPr>
              <a:t>快速排序</a:t>
            </a:r>
          </a:p>
        </p:txBody>
      </p:sp>
      <p:sp>
        <p:nvSpPr>
          <p:cNvPr id="2" name="文本框 1">
            <a:extLst>
              <a:ext uri="{FF2B5EF4-FFF2-40B4-BE49-F238E27FC236}">
                <a16:creationId xmlns:a16="http://schemas.microsoft.com/office/drawing/2014/main" id="{BF3071E4-7C80-48B8-A3D0-F5413BC0851D}"/>
              </a:ext>
            </a:extLst>
          </p:cNvPr>
          <p:cNvSpPr txBox="1"/>
          <p:nvPr/>
        </p:nvSpPr>
        <p:spPr>
          <a:xfrm>
            <a:off x="4978059" y="511349"/>
            <a:ext cx="6873699" cy="2092881"/>
          </a:xfrm>
          <a:prstGeom prst="rect">
            <a:avLst/>
          </a:prstGeom>
          <a:solidFill>
            <a:srgbClr val="FEF0D2"/>
          </a:solidFill>
          <a:ln w="12700">
            <a:solidFill>
              <a:schemeClr val="tx1"/>
            </a:solidFill>
          </a:ln>
        </p:spPr>
        <p:txBody>
          <a:bodyPr wrap="square" rtlCol="0">
            <a:spAutoFit/>
          </a:bodyPr>
          <a:lstStyle/>
          <a:p>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void</a:t>
            </a:r>
            <a:r>
              <a:rPr lang="en-US" altLang="zh-CN" sz="1600" b="1" dirty="0">
                <a:latin typeface="Courier New" panose="02070309020205020404" pitchFamily="49" charset="0"/>
                <a:cs typeface="Courier New" panose="02070309020205020404" pitchFamily="49" charset="0"/>
              </a:rPr>
              <a:t> </a:t>
            </a:r>
            <a:r>
              <a:rPr lang="en-US" altLang="zh-CN" sz="1600" b="1" dirty="0" err="1">
                <a:latin typeface="Courier New" panose="02070309020205020404" pitchFamily="49" charset="0"/>
                <a:cs typeface="Courier New" panose="02070309020205020404" pitchFamily="49" charset="0"/>
              </a:rPr>
              <a:t>bubble_sort</a:t>
            </a:r>
            <a:r>
              <a:rPr lang="en-US" altLang="zh-CN" sz="1600" b="1" dirty="0">
                <a:latin typeface="Courier New" panose="02070309020205020404" pitchFamily="49" charset="0"/>
                <a:cs typeface="Courier New" panose="02070309020205020404" pitchFamily="49" charset="0"/>
              </a:rPr>
              <a:t>(</a:t>
            </a:r>
            <a:r>
              <a:rPr lang="en-US" altLang="zh-CN" sz="1600" b="1" dirty="0" err="1">
                <a:latin typeface="Courier New" panose="02070309020205020404" pitchFamily="49" charset="0"/>
                <a:cs typeface="Courier New" panose="02070309020205020404" pitchFamily="49" charset="0"/>
              </a:rPr>
              <a:t>SqList</a:t>
            </a:r>
            <a:r>
              <a:rPr lang="en-US" altLang="zh-CN" sz="1600" b="1" dirty="0">
                <a:latin typeface="Courier New" panose="02070309020205020404" pitchFamily="49" charset="0"/>
                <a:cs typeface="Courier New" panose="02070309020205020404" pitchFamily="49" charset="0"/>
              </a:rPr>
              <a:t> L)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0070C0"/>
                </a:solidFill>
                <a:latin typeface="仿宋" panose="02010609060101010101" pitchFamily="49" charset="-122"/>
                <a:ea typeface="仿宋" panose="02010609060101010101" pitchFamily="49" charset="-122"/>
                <a:cs typeface="Courier New" panose="02070309020205020404" pitchFamily="49" charset="0"/>
              </a:rPr>
              <a:t>// </a:t>
            </a:r>
            <a:r>
              <a:rPr lang="zh-CN" altLang="en-US" sz="1600" b="1" dirty="0">
                <a:solidFill>
                  <a:srgbClr val="0070C0"/>
                </a:solidFill>
                <a:latin typeface="仿宋" panose="02010609060101010101" pitchFamily="49" charset="-122"/>
                <a:ea typeface="仿宋" panose="02010609060101010101" pitchFamily="49" charset="-122"/>
                <a:cs typeface="Courier New" panose="02070309020205020404" pitchFamily="49" charset="0"/>
              </a:rPr>
              <a:t>起泡排序</a:t>
            </a:r>
            <a:endParaRPr lang="en-US" altLang="zh-CN" sz="1600" b="1" dirty="0">
              <a:solidFill>
                <a:srgbClr val="0070C0"/>
              </a:solidFill>
              <a:latin typeface="仿宋" panose="02010609060101010101" pitchFamily="49" charset="-122"/>
              <a:ea typeface="仿宋" panose="02010609060101010101" pitchFamily="49" charset="-122"/>
              <a:cs typeface="Courier New" panose="02070309020205020404" pitchFamily="49" charset="0"/>
            </a:endParaRPr>
          </a:p>
          <a:p>
            <a:r>
              <a:rPr lang="zh-CN" altLang="en-US"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for</a:t>
            </a:r>
            <a:r>
              <a:rPr lang="en-US" altLang="zh-CN" sz="1600" b="1" dirty="0">
                <a:latin typeface="Courier New" panose="02070309020205020404" pitchFamily="49" charset="0"/>
                <a:cs typeface="Courier New" panose="02070309020205020404" pitchFamily="49" charset="0"/>
              </a:rPr>
              <a:t>(</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en-US" altLang="zh-CN" sz="1600" b="1" dirty="0">
                <a:latin typeface="Courier New" panose="02070309020205020404" pitchFamily="49" charset="0"/>
                <a:cs typeface="Courier New" panose="02070309020205020404" pitchFamily="49" charset="0"/>
              </a:rPr>
              <a:t> </a:t>
            </a:r>
            <a:r>
              <a:rPr lang="en-US" altLang="zh-CN" sz="1600" b="1" dirty="0" err="1">
                <a:latin typeface="Courier New" panose="02070309020205020404" pitchFamily="49" charset="0"/>
                <a:cs typeface="Courier New" panose="02070309020205020404" pitchFamily="49" charset="0"/>
              </a:rPr>
              <a:t>i</a:t>
            </a:r>
            <a:r>
              <a:rPr lang="en-US" altLang="zh-CN" sz="1600" b="1" dirty="0">
                <a:latin typeface="Courier New" panose="02070309020205020404" pitchFamily="49" charset="0"/>
                <a:cs typeface="Courier New" panose="02070309020205020404" pitchFamily="49" charset="0"/>
              </a:rPr>
              <a:t>=L-&gt;</a:t>
            </a:r>
            <a:r>
              <a:rPr lang="en-US" altLang="zh-CN" sz="1600" b="1" dirty="0" err="1">
                <a:latin typeface="Courier New" panose="02070309020205020404" pitchFamily="49" charset="0"/>
                <a:cs typeface="Courier New" panose="02070309020205020404" pitchFamily="49" charset="0"/>
              </a:rPr>
              <a:t>len,change</a:t>
            </a:r>
            <a:r>
              <a:rPr lang="en-US" altLang="zh-CN" sz="1600" b="1" dirty="0">
                <a:latin typeface="Courier New" panose="02070309020205020404" pitchFamily="49" charset="0"/>
                <a:cs typeface="Courier New" panose="02070309020205020404" pitchFamily="49" charset="0"/>
              </a:rPr>
              <a:t>=TRUE; </a:t>
            </a:r>
            <a:r>
              <a:rPr lang="en-US" altLang="zh-CN" sz="1600" b="1" dirty="0" err="1">
                <a:latin typeface="Courier New" panose="02070309020205020404" pitchFamily="49" charset="0"/>
                <a:cs typeface="Courier New" panose="02070309020205020404" pitchFamily="49" charset="0"/>
              </a:rPr>
              <a:t>i</a:t>
            </a:r>
            <a:r>
              <a:rPr lang="en-US" altLang="zh-CN" sz="1600" b="1" dirty="0">
                <a:latin typeface="Courier New" panose="02070309020205020404" pitchFamily="49" charset="0"/>
                <a:cs typeface="Courier New" panose="02070309020205020404" pitchFamily="49" charset="0"/>
              </a:rPr>
              <a:t>&gt;1 &amp;&amp; change; --</a:t>
            </a:r>
            <a:r>
              <a:rPr lang="en-US" altLang="zh-CN" sz="1600" b="1" dirty="0" err="1">
                <a:latin typeface="Courier New" panose="02070309020205020404" pitchFamily="49" charset="0"/>
                <a:cs typeface="Courier New" panose="02070309020205020404" pitchFamily="49" charset="0"/>
              </a:rPr>
              <a:t>i</a:t>
            </a:r>
            <a:r>
              <a:rPr lang="en-US" altLang="zh-CN"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r>
              <a:rPr lang="en-US" altLang="zh-CN" sz="1600" b="1" dirty="0">
                <a:latin typeface="Courier New" panose="02070309020205020404" pitchFamily="49" charset="0"/>
                <a:cs typeface="Courier New" panose="02070309020205020404" pitchFamily="49" charset="0"/>
              </a:rPr>
              <a:t>    change=FALSE;</a:t>
            </a:r>
          </a:p>
          <a:p>
            <a:r>
              <a:rPr lang="en-US" altLang="zh-CN"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for</a:t>
            </a:r>
            <a:r>
              <a:rPr lang="en-US" altLang="zh-CN" sz="1600" b="1" dirty="0">
                <a:latin typeface="Courier New" panose="02070309020205020404" pitchFamily="49" charset="0"/>
                <a:cs typeface="Courier New" panose="02070309020205020404" pitchFamily="49" charset="0"/>
              </a:rPr>
              <a:t>(</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en-US" altLang="zh-CN" sz="1600" b="1" dirty="0">
                <a:latin typeface="Courier New" panose="02070309020205020404" pitchFamily="49" charset="0"/>
                <a:cs typeface="Courier New" panose="02070309020205020404" pitchFamily="49" charset="0"/>
              </a:rPr>
              <a:t> j=1; j&lt;</a:t>
            </a:r>
            <a:r>
              <a:rPr lang="en-US" altLang="zh-CN" sz="1600" b="1" dirty="0" err="1">
                <a:latin typeface="Courier New" panose="02070309020205020404" pitchFamily="49" charset="0"/>
                <a:cs typeface="Courier New" panose="02070309020205020404" pitchFamily="49" charset="0"/>
              </a:rPr>
              <a:t>i</a:t>
            </a:r>
            <a:r>
              <a:rPr lang="en-US" altLang="zh-CN" sz="1600" b="1" dirty="0">
                <a:latin typeface="Courier New" panose="02070309020205020404" pitchFamily="49" charset="0"/>
                <a:cs typeface="Courier New" panose="02070309020205020404" pitchFamily="49" charset="0"/>
              </a:rPr>
              <a:t>; ++j) </a:t>
            </a:r>
            <a:r>
              <a:rPr lang="en-US" altLang="zh-CN" sz="1600" b="1" dirty="0">
                <a:solidFill>
                  <a:srgbClr val="0070C0"/>
                </a:solidFill>
                <a:latin typeface="仿宋" panose="02010609060101010101" pitchFamily="49" charset="-122"/>
                <a:ea typeface="仿宋" panose="02010609060101010101" pitchFamily="49" charset="-122"/>
                <a:cs typeface="Courier New" panose="02070309020205020404" pitchFamily="49" charset="0"/>
              </a:rPr>
              <a:t>// </a:t>
            </a:r>
            <a:r>
              <a:rPr lang="zh-CN" altLang="en-US" sz="1600" b="1" dirty="0">
                <a:solidFill>
                  <a:srgbClr val="0070C0"/>
                </a:solidFill>
                <a:latin typeface="仿宋" panose="02010609060101010101" pitchFamily="49" charset="-122"/>
                <a:ea typeface="仿宋" panose="02010609060101010101" pitchFamily="49" charset="-122"/>
                <a:cs typeface="Courier New" panose="02070309020205020404" pitchFamily="49" charset="0"/>
              </a:rPr>
              <a:t>一趟</a:t>
            </a:r>
            <a:endParaRPr lang="en-US" altLang="zh-CN" sz="1600" b="1" dirty="0">
              <a:solidFill>
                <a:srgbClr val="0070C0"/>
              </a:solidFill>
              <a:latin typeface="仿宋" panose="02010609060101010101" pitchFamily="49" charset="-122"/>
              <a:ea typeface="仿宋" panose="02010609060101010101" pitchFamily="49" charset="-122"/>
              <a:cs typeface="Courier New" panose="02070309020205020404" pitchFamily="49" charset="0"/>
            </a:endParaRPr>
          </a:p>
          <a:p>
            <a:r>
              <a:rPr lang="en-US" altLang="zh-CN"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en-US" altLang="zh-CN" sz="1600" b="1" dirty="0">
                <a:latin typeface="Courier New" panose="02070309020205020404" pitchFamily="49" charset="0"/>
                <a:cs typeface="Courier New" panose="02070309020205020404" pitchFamily="49" charset="0"/>
              </a:rPr>
              <a:t>(L-&gt;r[j]&gt;L-&gt;r[j+1]) </a:t>
            </a:r>
          </a:p>
          <a:p>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altLang="zh-CN" sz="1600" b="1" dirty="0">
                <a:latin typeface="Courier New" panose="02070309020205020404" pitchFamily="49" charset="0"/>
                <a:cs typeface="Courier New" panose="02070309020205020404" pitchFamily="49" charset="0"/>
              </a:rPr>
              <a:t> L-&gt;r[j]</a:t>
            </a:r>
            <a:r>
              <a:rPr lang="en-US" altLang="zh-CN" sz="1600" b="1"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sym typeface="Symbol" panose="05050102010706020507" pitchFamily="18" charset="2"/>
              </a:rPr>
              <a:t></a:t>
            </a:r>
            <a:r>
              <a:rPr lang="en-US" altLang="zh-CN" sz="1600" b="1" dirty="0">
                <a:latin typeface="Courier New" panose="02070309020205020404" pitchFamily="49" charset="0"/>
                <a:cs typeface="Courier New" panose="02070309020205020404" pitchFamily="49" charset="0"/>
              </a:rPr>
              <a:t>L-&gt;r[j+1]; change=TRUE;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r>
              <a:rPr lang="en-US" altLang="zh-CN"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altLang="zh-CN" b="1" dirty="0">
                <a:solidFill>
                  <a:srgbClr val="0070C0"/>
                </a:solidFill>
                <a:latin typeface="仿宋" panose="02010609060101010101" pitchFamily="49" charset="-122"/>
                <a:ea typeface="仿宋" panose="02010609060101010101" pitchFamily="49" charset="-122"/>
                <a:cs typeface="Courier New" panose="02070309020205020404" pitchFamily="49" charset="0"/>
              </a:rPr>
              <a:t>// </a:t>
            </a:r>
            <a:r>
              <a:rPr lang="en-US" altLang="zh-CN" b="1" i="1"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rPr>
              <a:t>O</a:t>
            </a:r>
            <a:r>
              <a:rPr lang="en-US" altLang="zh-CN" b="1"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rPr>
              <a:t>(</a:t>
            </a:r>
            <a:r>
              <a:rPr lang="en-US" altLang="zh-CN" b="1" i="1"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rPr>
              <a:t>n</a:t>
            </a:r>
            <a:r>
              <a:rPr lang="en-US" altLang="zh-CN" b="1" baseline="30000"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rPr>
              <a:t>2</a:t>
            </a:r>
            <a:r>
              <a:rPr lang="en-US" altLang="zh-CN" b="1"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b="1"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rPr>
              <a:t>的</a:t>
            </a:r>
            <a:r>
              <a:rPr lang="en-US" altLang="zh-CN" b="1" dirty="0">
                <a:latin typeface="Courier New" panose="02070309020205020404" pitchFamily="49" charset="0"/>
                <a:cs typeface="Courier New" panose="02070309020205020404" pitchFamily="49" charset="0"/>
              </a:rPr>
              <a:t> </a:t>
            </a:r>
            <a:r>
              <a:rPr lang="en-US" altLang="zh-CN" b="1" dirty="0">
                <a:latin typeface="仿宋" panose="02010609060101010101" pitchFamily="49" charset="-122"/>
                <a:ea typeface="仿宋" panose="02010609060101010101" pitchFamily="49" charset="-122"/>
                <a:cs typeface="Courier New" panose="02070309020205020404" pitchFamily="49" charset="0"/>
              </a:rPr>
              <a:t>——</a:t>
            </a:r>
            <a:r>
              <a:rPr lang="zh-CN" altLang="en-US" b="1" dirty="0">
                <a:latin typeface="仿宋" panose="02010609060101010101" pitchFamily="49" charset="-122"/>
                <a:ea typeface="仿宋" panose="02010609060101010101" pitchFamily="49" charset="-122"/>
                <a:cs typeface="Courier New" panose="02070309020205020404" pitchFamily="49" charset="0"/>
              </a:rPr>
              <a:t>元素每次只移动</a:t>
            </a:r>
            <a:r>
              <a:rPr lang="en-US" altLang="zh-CN" b="1" dirty="0">
                <a:solidFill>
                  <a:srgbClr val="C00000"/>
                </a:solidFill>
                <a:latin typeface="仿宋" panose="02010609060101010101" pitchFamily="49" charset="-122"/>
                <a:ea typeface="仿宋" panose="02010609060101010101" pitchFamily="49" charset="-122"/>
                <a:cs typeface="Courier New" panose="02070309020205020404" pitchFamily="49" charset="0"/>
              </a:rPr>
              <a:t>1</a:t>
            </a:r>
            <a:r>
              <a:rPr lang="zh-CN" altLang="en-US" b="1" dirty="0">
                <a:latin typeface="仿宋" panose="02010609060101010101" pitchFamily="49" charset="-122"/>
                <a:ea typeface="仿宋" panose="02010609060101010101" pitchFamily="49" charset="-122"/>
                <a:cs typeface="Courier New" panose="02070309020205020404" pitchFamily="49" charset="0"/>
              </a:rPr>
              <a:t>位，</a:t>
            </a:r>
            <a:r>
              <a:rPr lang="zh-CN" altLang="en-US" b="1" dirty="0">
                <a:solidFill>
                  <a:srgbClr val="C00000"/>
                </a:solidFill>
                <a:latin typeface="仿宋" panose="02010609060101010101" pitchFamily="49" charset="-122"/>
                <a:ea typeface="仿宋" panose="02010609060101010101" pitchFamily="49" charset="-122"/>
                <a:cs typeface="Courier New" panose="02070309020205020404" pitchFamily="49" charset="0"/>
              </a:rPr>
              <a:t>龟速</a:t>
            </a:r>
            <a:r>
              <a:rPr lang="zh-CN" altLang="en-US" b="1" dirty="0">
                <a:latin typeface="仿宋" panose="02010609060101010101" pitchFamily="49" charset="-122"/>
                <a:ea typeface="仿宋" panose="02010609060101010101" pitchFamily="49" charset="-122"/>
                <a:cs typeface="Courier New" panose="02070309020205020404" pitchFamily="49" charset="0"/>
              </a:rPr>
              <a:t>！但有</a:t>
            </a:r>
            <a:r>
              <a:rPr lang="en-US" altLang="zh-CN" b="1" dirty="0">
                <a:solidFill>
                  <a:srgbClr val="C00000"/>
                </a:solidFill>
                <a:latin typeface="仿宋" panose="02010609060101010101" pitchFamily="49" charset="-122"/>
                <a:ea typeface="仿宋" panose="02010609060101010101" pitchFamily="49" charset="-122"/>
                <a:cs typeface="Courier New" panose="02070309020205020404" pitchFamily="49" charset="0"/>
              </a:rPr>
              <a:t>1</a:t>
            </a:r>
            <a:r>
              <a:rPr lang="zh-CN" altLang="en-US" b="1" dirty="0">
                <a:latin typeface="仿宋" panose="02010609060101010101" pitchFamily="49" charset="-122"/>
                <a:ea typeface="仿宋" panose="02010609060101010101" pitchFamily="49" charset="-122"/>
                <a:cs typeface="Courier New" panose="02070309020205020404" pitchFamily="49" charset="0"/>
              </a:rPr>
              <a:t>元素到位</a:t>
            </a:r>
            <a:r>
              <a:rPr lang="en-US" altLang="zh-CN" b="1" dirty="0">
                <a:latin typeface="仿宋" panose="02010609060101010101" pitchFamily="49" charset="-122"/>
                <a:ea typeface="仿宋" panose="02010609060101010101" pitchFamily="49" charset="-122"/>
                <a:cs typeface="Courier New" panose="02070309020205020404" pitchFamily="49" charset="0"/>
              </a:rPr>
              <a:t>      </a:t>
            </a:r>
            <a:endParaRPr lang="zh-CN" altLang="en-US" b="1" dirty="0">
              <a:latin typeface="仿宋" panose="02010609060101010101" pitchFamily="49" charset="-122"/>
              <a:ea typeface="仿宋" panose="02010609060101010101" pitchFamily="49" charset="-122"/>
              <a:cs typeface="Courier New" panose="02070309020205020404" pitchFamily="49" charset="0"/>
            </a:endParaRPr>
          </a:p>
        </p:txBody>
      </p:sp>
      <p:sp>
        <p:nvSpPr>
          <p:cNvPr id="3" name="文本框 2">
            <a:extLst>
              <a:ext uri="{FF2B5EF4-FFF2-40B4-BE49-F238E27FC236}">
                <a16:creationId xmlns:a16="http://schemas.microsoft.com/office/drawing/2014/main" id="{F87558E6-985B-41B0-8BBE-552D0FDEE4CB}"/>
              </a:ext>
            </a:extLst>
          </p:cNvPr>
          <p:cNvSpPr txBox="1"/>
          <p:nvPr/>
        </p:nvSpPr>
        <p:spPr>
          <a:xfrm>
            <a:off x="5112185" y="2553023"/>
            <a:ext cx="5569153" cy="923330"/>
          </a:xfrm>
          <a:prstGeom prst="rect">
            <a:avLst/>
          </a:prstGeom>
          <a:noFill/>
        </p:spPr>
        <p:txBody>
          <a:bodyPr wrap="none" rtlCol="0">
            <a:spAutoFit/>
          </a:bodyPr>
          <a:lstStyle/>
          <a:p>
            <a:r>
              <a:rPr lang="zh-CN" altLang="en-US" b="1" dirty="0">
                <a:solidFill>
                  <a:srgbClr val="C00000"/>
                </a:solidFill>
              </a:rPr>
              <a:t>一趟的改进</a:t>
            </a:r>
            <a:r>
              <a:rPr lang="en-US" altLang="zh-CN" b="1" dirty="0">
                <a:solidFill>
                  <a:srgbClr val="C00000"/>
                </a:solidFill>
              </a:rPr>
              <a:t>——</a:t>
            </a:r>
            <a:r>
              <a:rPr lang="zh-CN" altLang="en-US" b="1" dirty="0">
                <a:solidFill>
                  <a:srgbClr val="C00000"/>
                </a:solidFill>
              </a:rPr>
              <a:t>元素大跨度移位，</a:t>
            </a:r>
            <a:endParaRPr lang="en-US" altLang="zh-CN" b="1" dirty="0">
              <a:solidFill>
                <a:srgbClr val="C00000"/>
              </a:solidFill>
            </a:endParaRPr>
          </a:p>
          <a:p>
            <a:r>
              <a:rPr lang="en-US" altLang="zh-CN" b="1" dirty="0">
                <a:solidFill>
                  <a:srgbClr val="C00000"/>
                </a:solidFill>
              </a:rPr>
              <a:t>                            </a:t>
            </a:r>
            <a:r>
              <a:rPr lang="zh-CN" altLang="en-US" b="1" dirty="0">
                <a:solidFill>
                  <a:srgbClr val="C00000"/>
                </a:solidFill>
              </a:rPr>
              <a:t>令到位元素之前的元素全小于它，</a:t>
            </a:r>
            <a:endParaRPr lang="en-US" altLang="zh-CN" b="1" dirty="0">
              <a:solidFill>
                <a:srgbClr val="C00000"/>
              </a:solidFill>
            </a:endParaRPr>
          </a:p>
          <a:p>
            <a:r>
              <a:rPr lang="zh-CN" altLang="en-US" b="1" dirty="0">
                <a:solidFill>
                  <a:srgbClr val="C00000"/>
                </a:solidFill>
              </a:rPr>
              <a:t>                                                之后的元素全不小于它。</a:t>
            </a:r>
          </a:p>
        </p:txBody>
      </p:sp>
      <p:sp>
        <p:nvSpPr>
          <p:cNvPr id="34" name="矩形 33">
            <a:extLst>
              <a:ext uri="{FF2B5EF4-FFF2-40B4-BE49-F238E27FC236}">
                <a16:creationId xmlns:a16="http://schemas.microsoft.com/office/drawing/2014/main" id="{F4F25CC6-B593-4478-A08E-043749710DB2}"/>
              </a:ext>
            </a:extLst>
          </p:cNvPr>
          <p:cNvSpPr/>
          <p:nvPr/>
        </p:nvSpPr>
        <p:spPr bwMode="auto">
          <a:xfrm>
            <a:off x="2932075" y="1032507"/>
            <a:ext cx="443880" cy="5181600"/>
          </a:xfrm>
          <a:prstGeom prst="rect">
            <a:avLst/>
          </a:prstGeom>
          <a:solidFill>
            <a:srgbClr val="CCFFFF"/>
          </a:solidFill>
          <a:ln w="9525" cap="flat" cmpd="sng" algn="ctr">
            <a:solidFill>
              <a:sysClr val="windowText" lastClr="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endParaRPr>
          </a:p>
        </p:txBody>
      </p:sp>
      <p:sp>
        <p:nvSpPr>
          <p:cNvPr id="35" name="文本框 34">
            <a:extLst>
              <a:ext uri="{FF2B5EF4-FFF2-40B4-BE49-F238E27FC236}">
                <a16:creationId xmlns:a16="http://schemas.microsoft.com/office/drawing/2014/main" id="{6214CDED-28EC-4C63-BA9A-E53039FC199D}"/>
              </a:ext>
            </a:extLst>
          </p:cNvPr>
          <p:cNvSpPr txBox="1"/>
          <p:nvPr/>
        </p:nvSpPr>
        <p:spPr>
          <a:xfrm>
            <a:off x="2939483" y="1134155"/>
            <a:ext cx="432048" cy="461665"/>
          </a:xfrm>
          <a:prstGeom prst="rect">
            <a:avLst/>
          </a:prstGeom>
          <a:solidFill>
            <a:srgbClr val="83E5DE"/>
          </a:solidFill>
        </p:spPr>
        <p:txBody>
          <a:bodyPr wrap="square" lIns="0" rIns="0" rtlCol="0" anchor="ctr" anchorCtr="1">
            <a:spAutoFit/>
          </a:bodyPr>
          <a:lstStyle/>
          <a:p>
            <a:pPr algn="ctr" defTabSz="457200"/>
            <a:endParaRPr lang="zh-CN" altLang="en-US" sz="2400" b="1" dirty="0">
              <a:solidFill>
                <a:srgbClr val="333399"/>
              </a:solidFill>
              <a:effectLst>
                <a:outerShdw blurRad="38100" dist="38100" dir="2700000" algn="tl">
                  <a:srgbClr val="000000">
                    <a:alpha val="43137"/>
                  </a:srgbClr>
                </a:outerShdw>
              </a:effectLst>
              <a:latin typeface="Calibri" panose="020F0502020204030204"/>
            </a:endParaRPr>
          </a:p>
        </p:txBody>
      </p:sp>
      <p:sp>
        <p:nvSpPr>
          <p:cNvPr id="36" name="文本框 35">
            <a:extLst>
              <a:ext uri="{FF2B5EF4-FFF2-40B4-BE49-F238E27FC236}">
                <a16:creationId xmlns:a16="http://schemas.microsoft.com/office/drawing/2014/main" id="{82958C7D-61AA-4D27-AF16-DFEB8237FBF8}"/>
              </a:ext>
            </a:extLst>
          </p:cNvPr>
          <p:cNvSpPr txBox="1"/>
          <p:nvPr/>
        </p:nvSpPr>
        <p:spPr>
          <a:xfrm>
            <a:off x="2943907" y="4529500"/>
            <a:ext cx="432048" cy="461665"/>
          </a:xfrm>
          <a:prstGeom prst="rect">
            <a:avLst/>
          </a:prstGeom>
          <a:solidFill>
            <a:srgbClr val="83E5DE"/>
          </a:solidFill>
        </p:spPr>
        <p:txBody>
          <a:bodyPr wrap="square" lIns="0" rIns="0" rtlCol="0" anchor="ctr" anchorCtr="1">
            <a:spAutoFit/>
          </a:bodyPr>
          <a:lstStyle>
            <a:defPPr>
              <a:defRPr lang="zh-CN"/>
            </a:defPPr>
            <a:lvl1pPr algn="ctr" defTabSz="457200">
              <a:defRPr sz="2400" b="1">
                <a:solidFill>
                  <a:srgbClr val="333399"/>
                </a:solidFill>
                <a:effectLst>
                  <a:outerShdw blurRad="38100" dist="38100" dir="2700000" algn="tl">
                    <a:srgbClr val="000000">
                      <a:alpha val="43137"/>
                    </a:srgbClr>
                  </a:outerShdw>
                </a:effectLst>
                <a:latin typeface="Calibri" panose="020F0502020204030204"/>
              </a:defRPr>
            </a:lvl1pPr>
          </a:lstStyle>
          <a:p>
            <a:r>
              <a:rPr lang="en-US" altLang="zh-CN" dirty="0"/>
              <a:t>13</a:t>
            </a:r>
            <a:endParaRPr lang="zh-CN" altLang="en-US" dirty="0"/>
          </a:p>
        </p:txBody>
      </p:sp>
      <p:sp>
        <p:nvSpPr>
          <p:cNvPr id="37" name="文本框 36">
            <a:extLst>
              <a:ext uri="{FF2B5EF4-FFF2-40B4-BE49-F238E27FC236}">
                <a16:creationId xmlns:a16="http://schemas.microsoft.com/office/drawing/2014/main" id="{CE05E708-3303-4002-9604-D5B575B41A1F}"/>
              </a:ext>
            </a:extLst>
          </p:cNvPr>
          <p:cNvSpPr txBox="1"/>
          <p:nvPr/>
        </p:nvSpPr>
        <p:spPr>
          <a:xfrm>
            <a:off x="2939002" y="1693340"/>
            <a:ext cx="432048" cy="461665"/>
          </a:xfrm>
          <a:prstGeom prst="rect">
            <a:avLst/>
          </a:prstGeom>
          <a:solidFill>
            <a:srgbClr val="83E5DE"/>
          </a:solidFill>
        </p:spPr>
        <p:txBody>
          <a:bodyPr wrap="square" lIns="0" rIns="0" rtlCol="0" anchor="ctr" anchorCtr="1">
            <a:spAutoFit/>
          </a:bodyPr>
          <a:lstStyle/>
          <a:p>
            <a:pPr algn="ctr" defTabSz="457200"/>
            <a:r>
              <a:rPr lang="en-US" altLang="zh-CN" sz="2400" b="1" dirty="0">
                <a:solidFill>
                  <a:srgbClr val="333399"/>
                </a:solidFill>
                <a:effectLst>
                  <a:outerShdw blurRad="38100" dist="38100" dir="2700000" algn="tl">
                    <a:srgbClr val="000000">
                      <a:alpha val="43137"/>
                    </a:srgbClr>
                  </a:outerShdw>
                </a:effectLst>
                <a:latin typeface="Calibri" panose="020F0502020204030204"/>
              </a:rPr>
              <a:t>49</a:t>
            </a:r>
            <a:endParaRPr lang="zh-CN" altLang="en-US" sz="2400" b="1" dirty="0">
              <a:solidFill>
                <a:srgbClr val="333399"/>
              </a:solidFill>
              <a:effectLst>
                <a:outerShdw blurRad="38100" dist="38100" dir="2700000" algn="tl">
                  <a:srgbClr val="000000">
                    <a:alpha val="43137"/>
                  </a:srgbClr>
                </a:outerShdw>
              </a:effectLst>
              <a:latin typeface="Calibri" panose="020F0502020204030204"/>
            </a:endParaRPr>
          </a:p>
        </p:txBody>
      </p:sp>
      <p:sp>
        <p:nvSpPr>
          <p:cNvPr id="38" name="文本框 37">
            <a:extLst>
              <a:ext uri="{FF2B5EF4-FFF2-40B4-BE49-F238E27FC236}">
                <a16:creationId xmlns:a16="http://schemas.microsoft.com/office/drawing/2014/main" id="{41DA8EA1-13E5-4E0E-AB24-DBD523575C88}"/>
              </a:ext>
            </a:extLst>
          </p:cNvPr>
          <p:cNvSpPr txBox="1"/>
          <p:nvPr/>
        </p:nvSpPr>
        <p:spPr>
          <a:xfrm>
            <a:off x="2943907" y="2261099"/>
            <a:ext cx="432048" cy="461665"/>
          </a:xfrm>
          <a:prstGeom prst="rect">
            <a:avLst/>
          </a:prstGeom>
          <a:solidFill>
            <a:srgbClr val="83E5DE"/>
          </a:solidFill>
        </p:spPr>
        <p:txBody>
          <a:bodyPr wrap="square" lIns="0" rIns="0" rtlCol="0" anchor="ctr" anchorCtr="1">
            <a:spAutoFit/>
          </a:bodyPr>
          <a:lstStyle>
            <a:defPPr>
              <a:defRPr lang="zh-CN"/>
            </a:defPPr>
            <a:lvl1pPr algn="ctr" defTabSz="457200">
              <a:defRPr sz="2400" b="1">
                <a:solidFill>
                  <a:srgbClr val="333399"/>
                </a:solidFill>
                <a:effectLst>
                  <a:outerShdw blurRad="38100" dist="38100" dir="2700000" algn="tl">
                    <a:srgbClr val="000000">
                      <a:alpha val="43137"/>
                    </a:srgbClr>
                  </a:outerShdw>
                </a:effectLst>
                <a:latin typeface="Calibri" panose="020F0502020204030204"/>
              </a:defRPr>
            </a:lvl1pPr>
          </a:lstStyle>
          <a:p>
            <a:r>
              <a:rPr lang="en-US" altLang="zh-CN" dirty="0"/>
              <a:t>38</a:t>
            </a:r>
            <a:endParaRPr lang="zh-CN" altLang="en-US" dirty="0"/>
          </a:p>
        </p:txBody>
      </p:sp>
      <p:sp>
        <p:nvSpPr>
          <p:cNvPr id="39" name="文本框 38">
            <a:extLst>
              <a:ext uri="{FF2B5EF4-FFF2-40B4-BE49-F238E27FC236}">
                <a16:creationId xmlns:a16="http://schemas.microsoft.com/office/drawing/2014/main" id="{AC12F77E-D3FB-4EBE-8385-30FFF041EF70}"/>
              </a:ext>
            </a:extLst>
          </p:cNvPr>
          <p:cNvSpPr txBox="1"/>
          <p:nvPr/>
        </p:nvSpPr>
        <p:spPr>
          <a:xfrm>
            <a:off x="2943907" y="2822354"/>
            <a:ext cx="432048" cy="461665"/>
          </a:xfrm>
          <a:prstGeom prst="rect">
            <a:avLst/>
          </a:prstGeom>
          <a:solidFill>
            <a:srgbClr val="83E5DE"/>
          </a:solidFill>
        </p:spPr>
        <p:txBody>
          <a:bodyPr wrap="square" lIns="0" rIns="0" rtlCol="0" anchor="ctr" anchorCtr="1">
            <a:spAutoFit/>
          </a:bodyPr>
          <a:lstStyle>
            <a:defPPr>
              <a:defRPr lang="zh-CN"/>
            </a:defPPr>
            <a:lvl1pPr algn="ctr" defTabSz="457200">
              <a:defRPr sz="2400" b="1">
                <a:solidFill>
                  <a:srgbClr val="333399"/>
                </a:solidFill>
                <a:effectLst>
                  <a:outerShdw blurRad="38100" dist="38100" dir="2700000" algn="tl">
                    <a:srgbClr val="000000">
                      <a:alpha val="43137"/>
                    </a:srgbClr>
                  </a:outerShdw>
                </a:effectLst>
                <a:latin typeface="Calibri" panose="020F0502020204030204"/>
              </a:defRPr>
            </a:lvl1pPr>
          </a:lstStyle>
          <a:p>
            <a:r>
              <a:rPr lang="en-US" altLang="zh-CN" dirty="0"/>
              <a:t>65</a:t>
            </a:r>
            <a:endParaRPr lang="zh-CN" altLang="en-US" dirty="0"/>
          </a:p>
        </p:txBody>
      </p:sp>
      <p:sp>
        <p:nvSpPr>
          <p:cNvPr id="40" name="文本框 39">
            <a:extLst>
              <a:ext uri="{FF2B5EF4-FFF2-40B4-BE49-F238E27FC236}">
                <a16:creationId xmlns:a16="http://schemas.microsoft.com/office/drawing/2014/main" id="{7A271B3F-94FF-4AB4-93CB-5AE1FAFDC794}"/>
              </a:ext>
            </a:extLst>
          </p:cNvPr>
          <p:cNvSpPr txBox="1"/>
          <p:nvPr/>
        </p:nvSpPr>
        <p:spPr>
          <a:xfrm>
            <a:off x="2943907" y="3389826"/>
            <a:ext cx="432048" cy="461665"/>
          </a:xfrm>
          <a:prstGeom prst="rect">
            <a:avLst/>
          </a:prstGeom>
          <a:solidFill>
            <a:srgbClr val="83E5DE"/>
          </a:solidFill>
        </p:spPr>
        <p:txBody>
          <a:bodyPr wrap="square" lIns="0" rIns="0" rtlCol="0" anchor="ctr" anchorCtr="1">
            <a:spAutoFit/>
          </a:bodyPr>
          <a:lstStyle>
            <a:defPPr>
              <a:defRPr lang="zh-CN"/>
            </a:defPPr>
            <a:lvl1pPr algn="ctr" defTabSz="457200">
              <a:defRPr sz="2400" b="1">
                <a:solidFill>
                  <a:srgbClr val="333399"/>
                </a:solidFill>
                <a:effectLst>
                  <a:outerShdw blurRad="38100" dist="38100" dir="2700000" algn="tl">
                    <a:srgbClr val="000000">
                      <a:alpha val="43137"/>
                    </a:srgbClr>
                  </a:outerShdw>
                </a:effectLst>
                <a:latin typeface="Calibri" panose="020F0502020204030204"/>
              </a:defRPr>
            </a:lvl1pPr>
          </a:lstStyle>
          <a:p>
            <a:r>
              <a:rPr lang="en-US" altLang="zh-CN" dirty="0"/>
              <a:t>97</a:t>
            </a:r>
            <a:endParaRPr lang="zh-CN" altLang="en-US" dirty="0"/>
          </a:p>
        </p:txBody>
      </p:sp>
      <p:sp>
        <p:nvSpPr>
          <p:cNvPr id="41" name="文本框 40">
            <a:extLst>
              <a:ext uri="{FF2B5EF4-FFF2-40B4-BE49-F238E27FC236}">
                <a16:creationId xmlns:a16="http://schemas.microsoft.com/office/drawing/2014/main" id="{82478480-2AD2-4C19-B59E-27C10865D76A}"/>
              </a:ext>
            </a:extLst>
          </p:cNvPr>
          <p:cNvSpPr txBox="1"/>
          <p:nvPr/>
        </p:nvSpPr>
        <p:spPr>
          <a:xfrm>
            <a:off x="2943907" y="3955946"/>
            <a:ext cx="432048" cy="461665"/>
          </a:xfrm>
          <a:prstGeom prst="rect">
            <a:avLst/>
          </a:prstGeom>
          <a:solidFill>
            <a:srgbClr val="83E5DE"/>
          </a:solidFill>
        </p:spPr>
        <p:txBody>
          <a:bodyPr wrap="square" lIns="0" rIns="0" rtlCol="0" anchor="ctr" anchorCtr="1">
            <a:spAutoFit/>
          </a:bodyPr>
          <a:lstStyle>
            <a:defPPr>
              <a:defRPr lang="zh-CN"/>
            </a:defPPr>
            <a:lvl1pPr algn="ctr" defTabSz="457200">
              <a:defRPr sz="2400" b="1">
                <a:solidFill>
                  <a:srgbClr val="333399"/>
                </a:solidFill>
                <a:effectLst>
                  <a:outerShdw blurRad="38100" dist="38100" dir="2700000" algn="tl">
                    <a:srgbClr val="000000">
                      <a:alpha val="43137"/>
                    </a:srgbClr>
                  </a:outerShdw>
                </a:effectLst>
                <a:latin typeface="Calibri" panose="020F0502020204030204"/>
              </a:defRPr>
            </a:lvl1pPr>
          </a:lstStyle>
          <a:p>
            <a:r>
              <a:rPr lang="en-US" altLang="zh-CN" dirty="0"/>
              <a:t>76</a:t>
            </a:r>
            <a:endParaRPr lang="zh-CN" altLang="en-US" dirty="0"/>
          </a:p>
        </p:txBody>
      </p:sp>
      <p:sp>
        <p:nvSpPr>
          <p:cNvPr id="42" name="文本框 41">
            <a:extLst>
              <a:ext uri="{FF2B5EF4-FFF2-40B4-BE49-F238E27FC236}">
                <a16:creationId xmlns:a16="http://schemas.microsoft.com/office/drawing/2014/main" id="{ABBB716B-EDBC-4522-B2B4-7FD9D4028F07}"/>
              </a:ext>
            </a:extLst>
          </p:cNvPr>
          <p:cNvSpPr txBox="1"/>
          <p:nvPr/>
        </p:nvSpPr>
        <p:spPr>
          <a:xfrm>
            <a:off x="2939483" y="5100083"/>
            <a:ext cx="432048" cy="461665"/>
          </a:xfrm>
          <a:prstGeom prst="rect">
            <a:avLst/>
          </a:prstGeom>
          <a:solidFill>
            <a:srgbClr val="83E5DE"/>
          </a:solidFill>
        </p:spPr>
        <p:txBody>
          <a:bodyPr wrap="square" lIns="0" rIns="0" rtlCol="0" anchor="ctr" anchorCtr="1">
            <a:spAutoFit/>
          </a:bodyPr>
          <a:lstStyle>
            <a:defPPr>
              <a:defRPr lang="zh-CN"/>
            </a:defPPr>
            <a:lvl1pPr algn="ctr" defTabSz="457200">
              <a:defRPr sz="2400" b="1">
                <a:solidFill>
                  <a:srgbClr val="333399"/>
                </a:solidFill>
                <a:effectLst>
                  <a:outerShdw blurRad="38100" dist="38100" dir="2700000" algn="tl">
                    <a:srgbClr val="000000">
                      <a:alpha val="43137"/>
                    </a:srgbClr>
                  </a:outerShdw>
                </a:effectLst>
                <a:latin typeface="Calibri" panose="020F0502020204030204"/>
              </a:defRPr>
            </a:lvl1pPr>
          </a:lstStyle>
          <a:p>
            <a:r>
              <a:rPr lang="en-US" altLang="zh-CN" dirty="0"/>
              <a:t>27</a:t>
            </a:r>
            <a:endParaRPr lang="zh-CN" altLang="en-US" dirty="0"/>
          </a:p>
        </p:txBody>
      </p:sp>
      <p:sp>
        <p:nvSpPr>
          <p:cNvPr id="43" name="文本框 42">
            <a:extLst>
              <a:ext uri="{FF2B5EF4-FFF2-40B4-BE49-F238E27FC236}">
                <a16:creationId xmlns:a16="http://schemas.microsoft.com/office/drawing/2014/main" id="{4B91AF4E-A3B0-4BAC-AEB0-67E9AE0F355D}"/>
              </a:ext>
            </a:extLst>
          </p:cNvPr>
          <p:cNvSpPr txBox="1"/>
          <p:nvPr/>
        </p:nvSpPr>
        <p:spPr>
          <a:xfrm>
            <a:off x="2939483" y="5669071"/>
            <a:ext cx="432048" cy="461665"/>
          </a:xfrm>
          <a:prstGeom prst="rect">
            <a:avLst/>
          </a:prstGeom>
          <a:solidFill>
            <a:srgbClr val="83E5DE"/>
          </a:solidFill>
        </p:spPr>
        <p:txBody>
          <a:bodyPr wrap="square" lIns="0" rIns="0" rtlCol="0" anchor="ctr" anchorCtr="1">
            <a:spAutoFit/>
          </a:bodyPr>
          <a:lstStyle>
            <a:defPPr>
              <a:defRPr lang="zh-CN"/>
            </a:defPPr>
            <a:lvl1pPr algn="ctr" defTabSz="457200">
              <a:defRPr sz="2400" b="1">
                <a:solidFill>
                  <a:srgbClr val="333399"/>
                </a:solidFill>
                <a:effectLst>
                  <a:outerShdw blurRad="38100" dist="38100" dir="2700000" algn="tl">
                    <a:srgbClr val="000000">
                      <a:alpha val="43137"/>
                    </a:srgbClr>
                  </a:outerShdw>
                </a:effectLst>
                <a:latin typeface="Calibri" panose="020F0502020204030204"/>
              </a:defRPr>
            </a:lvl1pPr>
          </a:lstStyle>
          <a:p>
            <a:r>
              <a:rPr lang="en-US" altLang="zh-CN" u="sng" dirty="0"/>
              <a:t>49</a:t>
            </a:r>
            <a:endParaRPr lang="zh-CN" altLang="en-US" u="sng" dirty="0"/>
          </a:p>
        </p:txBody>
      </p:sp>
      <p:sp>
        <p:nvSpPr>
          <p:cNvPr id="44" name="文本框 43">
            <a:extLst>
              <a:ext uri="{FF2B5EF4-FFF2-40B4-BE49-F238E27FC236}">
                <a16:creationId xmlns:a16="http://schemas.microsoft.com/office/drawing/2014/main" id="{AFD298AD-AECF-453C-94EC-044E001D33B1}"/>
              </a:ext>
            </a:extLst>
          </p:cNvPr>
          <p:cNvSpPr txBox="1"/>
          <p:nvPr/>
        </p:nvSpPr>
        <p:spPr>
          <a:xfrm>
            <a:off x="2629774" y="1089196"/>
            <a:ext cx="312906" cy="5062924"/>
          </a:xfrm>
          <a:prstGeom prst="rect">
            <a:avLst/>
          </a:prstGeom>
          <a:noFill/>
        </p:spPr>
        <p:txBody>
          <a:bodyPr wrap="none" rtlCol="0">
            <a:spAutoFit/>
          </a:bodyPr>
          <a:lstStyle/>
          <a:p>
            <a:r>
              <a:rPr lang="en-US" altLang="zh-CN" sz="1900" dirty="0"/>
              <a:t>0</a:t>
            </a:r>
          </a:p>
          <a:p>
            <a:endParaRPr lang="en-US" altLang="zh-CN" sz="1900" dirty="0"/>
          </a:p>
          <a:p>
            <a:r>
              <a:rPr lang="en-US" altLang="zh-CN" sz="1900" dirty="0"/>
              <a:t>1</a:t>
            </a:r>
          </a:p>
          <a:p>
            <a:endParaRPr lang="en-US" altLang="zh-CN" sz="1900" dirty="0"/>
          </a:p>
          <a:p>
            <a:r>
              <a:rPr lang="en-US" altLang="zh-CN" sz="1900" dirty="0"/>
              <a:t>2</a:t>
            </a:r>
          </a:p>
          <a:p>
            <a:endParaRPr lang="en-US" altLang="zh-CN" sz="1900" dirty="0"/>
          </a:p>
          <a:p>
            <a:r>
              <a:rPr lang="en-US" altLang="zh-CN" sz="1900" dirty="0"/>
              <a:t>3</a:t>
            </a:r>
          </a:p>
          <a:p>
            <a:endParaRPr lang="en-US" altLang="zh-CN" sz="1900" dirty="0"/>
          </a:p>
          <a:p>
            <a:r>
              <a:rPr lang="en-US" altLang="zh-CN" sz="1900" dirty="0"/>
              <a:t>4</a:t>
            </a:r>
          </a:p>
          <a:p>
            <a:endParaRPr lang="en-US" altLang="zh-CN" sz="1900" dirty="0"/>
          </a:p>
          <a:p>
            <a:r>
              <a:rPr lang="en-US" altLang="zh-CN" sz="1900" dirty="0"/>
              <a:t>5</a:t>
            </a:r>
          </a:p>
          <a:p>
            <a:endParaRPr lang="en-US" altLang="zh-CN" sz="1900" dirty="0"/>
          </a:p>
          <a:p>
            <a:r>
              <a:rPr lang="en-US" altLang="zh-CN" sz="1900" dirty="0"/>
              <a:t>6</a:t>
            </a:r>
          </a:p>
          <a:p>
            <a:endParaRPr lang="en-US" altLang="zh-CN" sz="1900" dirty="0"/>
          </a:p>
          <a:p>
            <a:r>
              <a:rPr lang="en-US" altLang="zh-CN" sz="1900" dirty="0"/>
              <a:t>7</a:t>
            </a:r>
          </a:p>
          <a:p>
            <a:endParaRPr lang="en-US" altLang="zh-CN" sz="1900" dirty="0"/>
          </a:p>
          <a:p>
            <a:r>
              <a:rPr lang="en-US" altLang="zh-CN" sz="1900" dirty="0"/>
              <a:t>8</a:t>
            </a:r>
            <a:endParaRPr lang="zh-CN" altLang="en-US" sz="1900" dirty="0"/>
          </a:p>
        </p:txBody>
      </p:sp>
      <p:grpSp>
        <p:nvGrpSpPr>
          <p:cNvPr id="45" name="组合 44">
            <a:extLst>
              <a:ext uri="{FF2B5EF4-FFF2-40B4-BE49-F238E27FC236}">
                <a16:creationId xmlns:a16="http://schemas.microsoft.com/office/drawing/2014/main" id="{41285D62-9F43-4F21-A03E-1797C17FCCAE}"/>
              </a:ext>
            </a:extLst>
          </p:cNvPr>
          <p:cNvGrpSpPr/>
          <p:nvPr/>
        </p:nvGrpSpPr>
        <p:grpSpPr>
          <a:xfrm>
            <a:off x="1904563" y="5669070"/>
            <a:ext cx="784374" cy="430887"/>
            <a:chOff x="2145863" y="5669070"/>
            <a:chExt cx="784374" cy="430887"/>
          </a:xfrm>
        </p:grpSpPr>
        <p:cxnSp>
          <p:nvCxnSpPr>
            <p:cNvPr id="46" name="直接箭头连接符 45">
              <a:extLst>
                <a:ext uri="{FF2B5EF4-FFF2-40B4-BE49-F238E27FC236}">
                  <a16:creationId xmlns:a16="http://schemas.microsoft.com/office/drawing/2014/main" id="{5E887A55-D7C5-4707-8E31-98FB4B3AAEE8}"/>
                </a:ext>
              </a:extLst>
            </p:cNvPr>
            <p:cNvCxnSpPr/>
            <p:nvPr/>
          </p:nvCxnSpPr>
          <p:spPr>
            <a:xfrm>
              <a:off x="2486891" y="5929746"/>
              <a:ext cx="443346" cy="0"/>
            </a:xfrm>
            <a:prstGeom prst="straightConnector1">
              <a:avLst/>
            </a:prstGeom>
            <a:ln w="28575">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47" name="文本框 46">
              <a:extLst>
                <a:ext uri="{FF2B5EF4-FFF2-40B4-BE49-F238E27FC236}">
                  <a16:creationId xmlns:a16="http://schemas.microsoft.com/office/drawing/2014/main" id="{B47CAD78-F323-4B4E-96A5-2AB18673A025}"/>
                </a:ext>
              </a:extLst>
            </p:cNvPr>
            <p:cNvSpPr txBox="1"/>
            <p:nvPr/>
          </p:nvSpPr>
          <p:spPr>
            <a:xfrm>
              <a:off x="2145863" y="5669070"/>
              <a:ext cx="297873" cy="430887"/>
            </a:xfrm>
            <a:prstGeom prst="rect">
              <a:avLst/>
            </a:prstGeom>
            <a:noFill/>
          </p:spPr>
          <p:txBody>
            <a:bodyPr wrap="square" lIns="0" tIns="0" rIns="0" bIns="0" rtlCol="0" anchor="ctr" anchorCtr="1">
              <a:spAutoFit/>
            </a:bodyPr>
            <a:lstStyle/>
            <a:p>
              <a:r>
                <a:rPr lang="en-US" altLang="zh-CN" sz="2800" b="1" dirty="0">
                  <a:solidFill>
                    <a:srgbClr val="C00000"/>
                  </a:solidFill>
                  <a:latin typeface="Courier New" panose="02070309020205020404" pitchFamily="49" charset="0"/>
                  <a:cs typeface="Courier New" panose="02070309020205020404" pitchFamily="49" charset="0"/>
                </a:rPr>
                <a:t>h</a:t>
              </a:r>
              <a:endParaRPr lang="zh-CN" altLang="en-US" sz="2800" b="1" dirty="0">
                <a:solidFill>
                  <a:srgbClr val="C00000"/>
                </a:solidFill>
                <a:latin typeface="Courier New" panose="02070309020205020404" pitchFamily="49" charset="0"/>
                <a:cs typeface="Courier New" panose="02070309020205020404" pitchFamily="49" charset="0"/>
              </a:endParaRPr>
            </a:p>
          </p:txBody>
        </p:sp>
      </p:grpSp>
      <p:grpSp>
        <p:nvGrpSpPr>
          <p:cNvPr id="48" name="组合 47">
            <a:extLst>
              <a:ext uri="{FF2B5EF4-FFF2-40B4-BE49-F238E27FC236}">
                <a16:creationId xmlns:a16="http://schemas.microsoft.com/office/drawing/2014/main" id="{AE0FFF26-B5D9-4D4F-AAC6-ADFE9434B2BA}"/>
              </a:ext>
            </a:extLst>
          </p:cNvPr>
          <p:cNvGrpSpPr/>
          <p:nvPr/>
        </p:nvGrpSpPr>
        <p:grpSpPr>
          <a:xfrm>
            <a:off x="1904563" y="1693340"/>
            <a:ext cx="784374" cy="430887"/>
            <a:chOff x="2145863" y="5669070"/>
            <a:chExt cx="784374" cy="430887"/>
          </a:xfrm>
        </p:grpSpPr>
        <p:cxnSp>
          <p:nvCxnSpPr>
            <p:cNvPr id="49" name="直接箭头连接符 48">
              <a:extLst>
                <a:ext uri="{FF2B5EF4-FFF2-40B4-BE49-F238E27FC236}">
                  <a16:creationId xmlns:a16="http://schemas.microsoft.com/office/drawing/2014/main" id="{34D50BA4-87EC-4A0F-B43F-9C40B9458EB9}"/>
                </a:ext>
              </a:extLst>
            </p:cNvPr>
            <p:cNvCxnSpPr/>
            <p:nvPr/>
          </p:nvCxnSpPr>
          <p:spPr>
            <a:xfrm>
              <a:off x="2486891" y="5929746"/>
              <a:ext cx="443346" cy="0"/>
            </a:xfrm>
            <a:prstGeom prst="straightConnector1">
              <a:avLst/>
            </a:prstGeom>
            <a:ln w="28575">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50" name="文本框 49">
              <a:extLst>
                <a:ext uri="{FF2B5EF4-FFF2-40B4-BE49-F238E27FC236}">
                  <a16:creationId xmlns:a16="http://schemas.microsoft.com/office/drawing/2014/main" id="{D568EF94-5032-404D-A106-8C2C16DFCA05}"/>
                </a:ext>
              </a:extLst>
            </p:cNvPr>
            <p:cNvSpPr txBox="1"/>
            <p:nvPr/>
          </p:nvSpPr>
          <p:spPr>
            <a:xfrm>
              <a:off x="2145863" y="5669070"/>
              <a:ext cx="297873" cy="430887"/>
            </a:xfrm>
            <a:prstGeom prst="rect">
              <a:avLst/>
            </a:prstGeom>
            <a:noFill/>
          </p:spPr>
          <p:txBody>
            <a:bodyPr wrap="square" lIns="0" tIns="0" rIns="0" bIns="0" rtlCol="0" anchor="ctr" anchorCtr="1">
              <a:spAutoFit/>
            </a:bodyPr>
            <a:lstStyle/>
            <a:p>
              <a:r>
                <a:rPr lang="en-US" altLang="zh-CN" sz="2800" b="1" dirty="0">
                  <a:solidFill>
                    <a:srgbClr val="C00000"/>
                  </a:solidFill>
                  <a:latin typeface="Courier New" panose="02070309020205020404" pitchFamily="49" charset="0"/>
                  <a:cs typeface="Courier New" panose="02070309020205020404" pitchFamily="49" charset="0"/>
                </a:rPr>
                <a:t>l</a:t>
              </a:r>
              <a:endParaRPr lang="zh-CN" altLang="en-US" sz="2800" b="1" dirty="0">
                <a:solidFill>
                  <a:srgbClr val="C00000"/>
                </a:solidFill>
                <a:latin typeface="Courier New" panose="02070309020205020404" pitchFamily="49" charset="0"/>
                <a:cs typeface="Courier New" panose="02070309020205020404" pitchFamily="49" charset="0"/>
              </a:endParaRPr>
            </a:p>
          </p:txBody>
        </p:sp>
      </p:grpSp>
      <p:grpSp>
        <p:nvGrpSpPr>
          <p:cNvPr id="51" name="组合 50">
            <a:extLst>
              <a:ext uri="{FF2B5EF4-FFF2-40B4-BE49-F238E27FC236}">
                <a16:creationId xmlns:a16="http://schemas.microsoft.com/office/drawing/2014/main" id="{29657DC5-5F34-4F2C-8A7E-0D0F0E022A44}"/>
              </a:ext>
            </a:extLst>
          </p:cNvPr>
          <p:cNvGrpSpPr/>
          <p:nvPr/>
        </p:nvGrpSpPr>
        <p:grpSpPr>
          <a:xfrm>
            <a:off x="3444009" y="1693340"/>
            <a:ext cx="752338" cy="1590679"/>
            <a:chOff x="3685309" y="1693340"/>
            <a:chExt cx="752338" cy="1590679"/>
          </a:xfrm>
        </p:grpSpPr>
        <p:sp>
          <p:nvSpPr>
            <p:cNvPr id="52" name="右大括号 51">
              <a:extLst>
                <a:ext uri="{FF2B5EF4-FFF2-40B4-BE49-F238E27FC236}">
                  <a16:creationId xmlns:a16="http://schemas.microsoft.com/office/drawing/2014/main" id="{F2B3BB74-3B75-4168-B080-848B86788B16}"/>
                </a:ext>
              </a:extLst>
            </p:cNvPr>
            <p:cNvSpPr/>
            <p:nvPr/>
          </p:nvSpPr>
          <p:spPr>
            <a:xfrm>
              <a:off x="3685309" y="1693340"/>
              <a:ext cx="243138" cy="1590679"/>
            </a:xfrm>
            <a:prstGeom prst="rightBrace">
              <a:avLst/>
            </a:prstGeom>
            <a:ln w="1905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53" name="文本框 52">
              <a:extLst>
                <a:ext uri="{FF2B5EF4-FFF2-40B4-BE49-F238E27FC236}">
                  <a16:creationId xmlns:a16="http://schemas.microsoft.com/office/drawing/2014/main" id="{61D69A40-C74D-42A1-8298-8EBF43858029}"/>
                </a:ext>
              </a:extLst>
            </p:cNvPr>
            <p:cNvSpPr txBox="1"/>
            <p:nvPr/>
          </p:nvSpPr>
          <p:spPr>
            <a:xfrm>
              <a:off x="3996501" y="2130330"/>
              <a:ext cx="441146" cy="707886"/>
            </a:xfrm>
            <a:prstGeom prst="rect">
              <a:avLst/>
            </a:prstGeom>
            <a:noFill/>
          </p:spPr>
          <p:txBody>
            <a:bodyPr wrap="none" rtlCol="0">
              <a:spAutoFit/>
            </a:bodyPr>
            <a:lstStyle/>
            <a:p>
              <a:r>
                <a:rPr lang="zh-CN" altLang="en-US" sz="2000" b="1" dirty="0">
                  <a:solidFill>
                    <a:srgbClr val="7030A0"/>
                  </a:solidFill>
                </a:rPr>
                <a:t>小</a:t>
              </a:r>
              <a:endParaRPr lang="en-US" altLang="zh-CN" sz="2000" b="1" dirty="0">
                <a:solidFill>
                  <a:srgbClr val="7030A0"/>
                </a:solidFill>
              </a:endParaRPr>
            </a:p>
            <a:p>
              <a:r>
                <a:rPr lang="zh-CN" altLang="en-US" sz="2000" b="1" dirty="0">
                  <a:solidFill>
                    <a:srgbClr val="7030A0"/>
                  </a:solidFill>
                </a:rPr>
                <a:t>端</a:t>
              </a:r>
            </a:p>
          </p:txBody>
        </p:sp>
      </p:grpSp>
      <p:grpSp>
        <p:nvGrpSpPr>
          <p:cNvPr id="54" name="组合 53">
            <a:extLst>
              <a:ext uri="{FF2B5EF4-FFF2-40B4-BE49-F238E27FC236}">
                <a16:creationId xmlns:a16="http://schemas.microsoft.com/office/drawing/2014/main" id="{6B6924B2-71F3-4F3F-B390-EDD8A25851A7}"/>
              </a:ext>
            </a:extLst>
          </p:cNvPr>
          <p:cNvGrpSpPr/>
          <p:nvPr/>
        </p:nvGrpSpPr>
        <p:grpSpPr>
          <a:xfrm>
            <a:off x="3375955" y="3421576"/>
            <a:ext cx="1019723" cy="400110"/>
            <a:chOff x="3375955" y="3421576"/>
            <a:chExt cx="1019723" cy="400110"/>
          </a:xfrm>
        </p:grpSpPr>
        <p:sp>
          <p:nvSpPr>
            <p:cNvPr id="55" name="文本框 54">
              <a:extLst>
                <a:ext uri="{FF2B5EF4-FFF2-40B4-BE49-F238E27FC236}">
                  <a16:creationId xmlns:a16="http://schemas.microsoft.com/office/drawing/2014/main" id="{319AEB19-C1C9-4754-B469-7030BE484A33}"/>
                </a:ext>
              </a:extLst>
            </p:cNvPr>
            <p:cNvSpPr txBox="1"/>
            <p:nvPr/>
          </p:nvSpPr>
          <p:spPr>
            <a:xfrm>
              <a:off x="3698051" y="3421576"/>
              <a:ext cx="697627" cy="400110"/>
            </a:xfrm>
            <a:prstGeom prst="rect">
              <a:avLst/>
            </a:prstGeom>
            <a:noFill/>
          </p:spPr>
          <p:txBody>
            <a:bodyPr wrap="none" rtlCol="0">
              <a:spAutoFit/>
            </a:bodyPr>
            <a:lstStyle/>
            <a:p>
              <a:r>
                <a:rPr lang="zh-CN" altLang="en-US" sz="2000" b="1" dirty="0">
                  <a:solidFill>
                    <a:srgbClr val="C00000"/>
                  </a:solidFill>
                </a:rPr>
                <a:t>枢轴</a:t>
              </a:r>
            </a:p>
          </p:txBody>
        </p:sp>
        <p:cxnSp>
          <p:nvCxnSpPr>
            <p:cNvPr id="56" name="直接连接符 55">
              <a:extLst>
                <a:ext uri="{FF2B5EF4-FFF2-40B4-BE49-F238E27FC236}">
                  <a16:creationId xmlns:a16="http://schemas.microsoft.com/office/drawing/2014/main" id="{FE04FF20-F560-4E88-8385-0B0591C95139}"/>
                </a:ext>
              </a:extLst>
            </p:cNvPr>
            <p:cNvCxnSpPr>
              <a:stCxn id="40" idx="3"/>
            </p:cNvCxnSpPr>
            <p:nvPr/>
          </p:nvCxnSpPr>
          <p:spPr>
            <a:xfrm flipV="1">
              <a:off x="3375955" y="3620658"/>
              <a:ext cx="379246" cy="1"/>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57" name="组合 56">
            <a:extLst>
              <a:ext uri="{FF2B5EF4-FFF2-40B4-BE49-F238E27FC236}">
                <a16:creationId xmlns:a16="http://schemas.microsoft.com/office/drawing/2014/main" id="{8CBCF99A-5523-46AD-B329-2DB46F7989FC}"/>
              </a:ext>
            </a:extLst>
          </p:cNvPr>
          <p:cNvGrpSpPr/>
          <p:nvPr/>
        </p:nvGrpSpPr>
        <p:grpSpPr>
          <a:xfrm>
            <a:off x="3444009" y="3941167"/>
            <a:ext cx="752338" cy="2210953"/>
            <a:chOff x="3685309" y="1693340"/>
            <a:chExt cx="752338" cy="1590679"/>
          </a:xfrm>
        </p:grpSpPr>
        <p:sp>
          <p:nvSpPr>
            <p:cNvPr id="58" name="右大括号 57">
              <a:extLst>
                <a:ext uri="{FF2B5EF4-FFF2-40B4-BE49-F238E27FC236}">
                  <a16:creationId xmlns:a16="http://schemas.microsoft.com/office/drawing/2014/main" id="{7AE3B498-1F6A-4B43-B157-C9A4E4BE53E4}"/>
                </a:ext>
              </a:extLst>
            </p:cNvPr>
            <p:cNvSpPr/>
            <p:nvPr/>
          </p:nvSpPr>
          <p:spPr>
            <a:xfrm>
              <a:off x="3685309" y="1693340"/>
              <a:ext cx="243138" cy="1590679"/>
            </a:xfrm>
            <a:prstGeom prst="rightBrace">
              <a:avLst/>
            </a:prstGeom>
            <a:ln w="1905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59" name="文本框 58">
              <a:extLst>
                <a:ext uri="{FF2B5EF4-FFF2-40B4-BE49-F238E27FC236}">
                  <a16:creationId xmlns:a16="http://schemas.microsoft.com/office/drawing/2014/main" id="{EE1428AD-01E2-4B39-9417-8A11A1184B46}"/>
                </a:ext>
              </a:extLst>
            </p:cNvPr>
            <p:cNvSpPr txBox="1"/>
            <p:nvPr/>
          </p:nvSpPr>
          <p:spPr>
            <a:xfrm>
              <a:off x="3996501" y="2233490"/>
              <a:ext cx="441146" cy="509291"/>
            </a:xfrm>
            <a:prstGeom prst="rect">
              <a:avLst/>
            </a:prstGeom>
            <a:noFill/>
          </p:spPr>
          <p:txBody>
            <a:bodyPr wrap="none" rtlCol="0">
              <a:spAutoFit/>
            </a:bodyPr>
            <a:lstStyle/>
            <a:p>
              <a:r>
                <a:rPr lang="zh-CN" altLang="en-US" sz="2000" b="1" dirty="0">
                  <a:solidFill>
                    <a:srgbClr val="7030A0"/>
                  </a:solidFill>
                </a:rPr>
                <a:t>大</a:t>
              </a:r>
              <a:endParaRPr lang="en-US" altLang="zh-CN" sz="2000" b="1" dirty="0">
                <a:solidFill>
                  <a:srgbClr val="7030A0"/>
                </a:solidFill>
              </a:endParaRPr>
            </a:p>
            <a:p>
              <a:r>
                <a:rPr lang="zh-CN" altLang="en-US" sz="2000" b="1" dirty="0">
                  <a:solidFill>
                    <a:srgbClr val="7030A0"/>
                  </a:solidFill>
                </a:rPr>
                <a:t>端</a:t>
              </a:r>
            </a:p>
          </p:txBody>
        </p:sp>
      </p:grpSp>
      <p:sp>
        <p:nvSpPr>
          <p:cNvPr id="61" name="文本框 60">
            <a:extLst>
              <a:ext uri="{FF2B5EF4-FFF2-40B4-BE49-F238E27FC236}">
                <a16:creationId xmlns:a16="http://schemas.microsoft.com/office/drawing/2014/main" id="{5D1328F7-F603-419A-97DD-50B67984F8E1}"/>
              </a:ext>
            </a:extLst>
          </p:cNvPr>
          <p:cNvSpPr txBox="1"/>
          <p:nvPr/>
        </p:nvSpPr>
        <p:spPr>
          <a:xfrm>
            <a:off x="4580766" y="3447657"/>
            <a:ext cx="7375706" cy="3293209"/>
          </a:xfrm>
          <a:prstGeom prst="rect">
            <a:avLst/>
          </a:prstGeom>
          <a:solidFill>
            <a:schemeClr val="accent6">
              <a:lumMod val="20000"/>
              <a:lumOff val="80000"/>
            </a:schemeClr>
          </a:solidFill>
          <a:ln w="12700">
            <a:solidFill>
              <a:schemeClr val="tx1"/>
            </a:solidFill>
          </a:ln>
        </p:spPr>
        <p:txBody>
          <a:bodyPr wrap="square">
            <a:spAutoFit/>
          </a:bodyPr>
          <a:lstStyle/>
          <a:p>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zh-CN" altLang="en-US" sz="1600" b="1" dirty="0">
                <a:latin typeface="Courier New" panose="02070309020205020404" pitchFamily="49" charset="0"/>
                <a:cs typeface="Courier New" panose="02070309020205020404" pitchFamily="49" charset="0"/>
              </a:rPr>
              <a:t> Partition(SqList L,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zh-CN" altLang="en-US" sz="1600" b="1" dirty="0">
                <a:latin typeface="Courier New" panose="02070309020205020404" pitchFamily="49" charset="0"/>
                <a:cs typeface="Courier New" panose="02070309020205020404" pitchFamily="49" charset="0"/>
              </a:rPr>
              <a:t> low,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zh-CN" altLang="en-US" sz="1600" b="1" dirty="0">
                <a:latin typeface="Courier New" panose="02070309020205020404" pitchFamily="49" charset="0"/>
                <a:cs typeface="Courier New" panose="02070309020205020404" pitchFamily="49" charset="0"/>
              </a:rPr>
              <a:t> high)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 </a:t>
            </a:r>
            <a:r>
              <a:rPr lang="zh-CN" altLang="en-US" sz="1600" b="1" dirty="0">
                <a:solidFill>
                  <a:srgbClr val="0070C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cs typeface="Courier New" panose="02070309020205020404" pitchFamily="49" charset="0"/>
              </a:rPr>
              <a:t>//</a:t>
            </a:r>
            <a:r>
              <a:rPr lang="zh-CN" altLang="en-US" sz="1600" b="1" dirty="0">
                <a:latin typeface="仿宋" panose="02010609060101010101" pitchFamily="49" charset="-122"/>
                <a:ea typeface="仿宋" panose="02010609060101010101" pitchFamily="49" charset="-122"/>
                <a:cs typeface="Courier New" panose="02070309020205020404" pitchFamily="49" charset="0"/>
              </a:rPr>
              <a:t> </a:t>
            </a:r>
            <a:r>
              <a:rPr lang="zh-CN" altLang="en-US" sz="1600" b="1" dirty="0">
                <a:solidFill>
                  <a:srgbClr val="C00000"/>
                </a:solidFill>
                <a:latin typeface="+mn-ea"/>
                <a:cs typeface="Courier New" panose="02070309020205020404" pitchFamily="49" charset="0"/>
              </a:rPr>
              <a:t>算法</a:t>
            </a:r>
            <a:r>
              <a:rPr lang="zh-CN" altLang="en-US" sz="1600" b="1" dirty="0">
                <a:solidFill>
                  <a:srgbClr val="C00000"/>
                </a:solidFill>
                <a:latin typeface="Courier New" panose="02070309020205020404" pitchFamily="49" charset="0"/>
                <a:cs typeface="Courier New" panose="02070309020205020404" pitchFamily="49" charset="0"/>
              </a:rPr>
              <a:t>10.6(b)</a:t>
            </a:r>
          </a:p>
          <a:p>
            <a:r>
              <a:rPr lang="zh-CN" altLang="en-US" sz="1600" b="1" dirty="0">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交换顺序表</a:t>
            </a:r>
            <a:r>
              <a:rPr lang="zh-CN" altLang="en-US"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L</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中子序列</a:t>
            </a:r>
            <a:r>
              <a:rPr lang="zh-CN" altLang="en-US"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L</a:t>
            </a:r>
            <a:r>
              <a:rPr lang="en-US" altLang="zh-CN"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-&gt;</a:t>
            </a:r>
            <a:r>
              <a:rPr lang="zh-CN" altLang="en-US"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r[low..high]</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的记录，使枢轴记录到位，</a:t>
            </a:r>
            <a:endParaRPr lang="en-US" altLang="zh-CN"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a:p>
            <a:r>
              <a:rPr lang="en-US" altLang="zh-CN"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并返回其所在位置，此时，在它之前（后）的记录均不大（小）于它</a:t>
            </a:r>
          </a:p>
          <a:p>
            <a:r>
              <a:rPr lang="zh-CN" altLang="en-US" sz="1600" b="1" dirty="0">
                <a:latin typeface="Courier New" panose="02070309020205020404" pitchFamily="49" charset="0"/>
                <a:cs typeface="Courier New" panose="02070309020205020404" pitchFamily="49" charset="0"/>
              </a:rPr>
              <a:t>  L</a:t>
            </a:r>
            <a:r>
              <a:rPr lang="en-US" altLang="zh-CN" sz="1600" b="1" dirty="0">
                <a:latin typeface="Courier New" panose="02070309020205020404" pitchFamily="49" charset="0"/>
                <a:cs typeface="Courier New" panose="02070309020205020404" pitchFamily="49" charset="0"/>
              </a:rPr>
              <a:t>-&gt;</a:t>
            </a:r>
            <a:r>
              <a:rPr lang="zh-CN" altLang="en-US" sz="1600" b="1" dirty="0">
                <a:latin typeface="Courier New" panose="02070309020205020404" pitchFamily="49" charset="0"/>
                <a:cs typeface="Courier New" panose="02070309020205020404" pitchFamily="49" charset="0"/>
              </a:rPr>
              <a:t>r[0] = L</a:t>
            </a:r>
            <a:r>
              <a:rPr lang="en-US" altLang="zh-CN" sz="1600" b="1" dirty="0">
                <a:latin typeface="Courier New" panose="02070309020205020404" pitchFamily="49" charset="0"/>
                <a:cs typeface="Courier New" panose="02070309020205020404" pitchFamily="49" charset="0"/>
              </a:rPr>
              <a:t>-&gt;</a:t>
            </a:r>
            <a:r>
              <a:rPr lang="zh-CN" altLang="en-US" sz="1600" b="1" dirty="0">
                <a:latin typeface="Courier New" panose="02070309020205020404" pitchFamily="49" charset="0"/>
                <a:cs typeface="Courier New" panose="02070309020205020404" pitchFamily="49" charset="0"/>
              </a:rPr>
              <a:t>r[low]; pivotkey = L</a:t>
            </a:r>
            <a:r>
              <a:rPr lang="en-US" altLang="zh-CN" sz="1600" b="1" dirty="0">
                <a:latin typeface="Courier New" panose="02070309020205020404" pitchFamily="49" charset="0"/>
                <a:cs typeface="Courier New" panose="02070309020205020404" pitchFamily="49" charset="0"/>
              </a:rPr>
              <a:t>-&gt;</a:t>
            </a:r>
            <a:r>
              <a:rPr lang="zh-CN" altLang="en-US" sz="1600" b="1" dirty="0">
                <a:latin typeface="Courier New" panose="02070309020205020404" pitchFamily="49" charset="0"/>
                <a:cs typeface="Courier New" panose="02070309020205020404" pitchFamily="49" charset="0"/>
              </a:rPr>
              <a:t>r[low].key;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枢轴记录</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while</a:t>
            </a:r>
            <a:r>
              <a:rPr lang="zh-CN" altLang="en-US" sz="1600" b="1" dirty="0">
                <a:latin typeface="Courier New" panose="02070309020205020404" pitchFamily="49" charset="0"/>
                <a:cs typeface="Courier New" panose="02070309020205020404" pitchFamily="49" charset="0"/>
              </a:rPr>
              <a:t> (low&lt;high)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zh-CN" altLang="en-US" sz="1600" b="1" dirty="0">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从表的两端交替地向中间扫描</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while</a:t>
            </a:r>
            <a:r>
              <a:rPr lang="zh-CN" altLang="en-US" sz="1600" b="1" dirty="0">
                <a:latin typeface="Courier New" panose="02070309020205020404" pitchFamily="49" charset="0"/>
                <a:cs typeface="Courier New" panose="02070309020205020404" pitchFamily="49" charset="0"/>
              </a:rPr>
              <a:t> (low&lt;high &amp;&amp; L</a:t>
            </a:r>
            <a:r>
              <a:rPr lang="en-US" altLang="zh-CN" sz="1600" b="1" dirty="0">
                <a:latin typeface="Courier New" panose="02070309020205020404" pitchFamily="49" charset="0"/>
                <a:cs typeface="Courier New" panose="02070309020205020404" pitchFamily="49" charset="0"/>
              </a:rPr>
              <a:t>-&gt;</a:t>
            </a:r>
            <a:r>
              <a:rPr lang="zh-CN" altLang="en-US" sz="1600" b="1" dirty="0">
                <a:latin typeface="Courier New" panose="02070309020205020404" pitchFamily="49" charset="0"/>
                <a:cs typeface="Courier New" panose="02070309020205020404" pitchFamily="49" charset="0"/>
              </a:rPr>
              <a:t>r[high].key&gt;=pivotkey) --high;</a:t>
            </a:r>
          </a:p>
          <a:p>
            <a:r>
              <a:rPr lang="zh-CN" altLang="en-US" sz="1600" b="1" dirty="0">
                <a:latin typeface="Courier New" panose="02070309020205020404" pitchFamily="49" charset="0"/>
                <a:cs typeface="Courier New" panose="02070309020205020404" pitchFamily="49" charset="0"/>
              </a:rPr>
              <a:t>    L</a:t>
            </a:r>
            <a:r>
              <a:rPr lang="en-US" altLang="zh-CN" sz="1600" b="1" dirty="0">
                <a:latin typeface="Courier New" panose="02070309020205020404" pitchFamily="49" charset="0"/>
                <a:cs typeface="Courier New" panose="02070309020205020404" pitchFamily="49" charset="0"/>
              </a:rPr>
              <a:t>-&gt;</a:t>
            </a:r>
            <a:r>
              <a:rPr lang="zh-CN" altLang="en-US" sz="1600" b="1" dirty="0">
                <a:latin typeface="Courier New" panose="02070309020205020404" pitchFamily="49" charset="0"/>
                <a:cs typeface="Courier New" panose="02070309020205020404" pitchFamily="49" charset="0"/>
              </a:rPr>
              <a:t>r[low] = L</a:t>
            </a:r>
            <a:r>
              <a:rPr lang="en-US" altLang="zh-CN" sz="1600" b="1" dirty="0">
                <a:latin typeface="Courier New" panose="02070309020205020404" pitchFamily="49" charset="0"/>
                <a:cs typeface="Courier New" panose="02070309020205020404" pitchFamily="49" charset="0"/>
              </a:rPr>
              <a:t>-&gt;</a:t>
            </a:r>
            <a:r>
              <a:rPr lang="zh-CN" altLang="en-US" sz="1600" b="1" dirty="0">
                <a:latin typeface="Courier New" panose="02070309020205020404" pitchFamily="49" charset="0"/>
                <a:cs typeface="Courier New" panose="02070309020205020404" pitchFamily="49" charset="0"/>
              </a:rPr>
              <a:t>r[high];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将比枢轴记录小的记录移到低端</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while</a:t>
            </a:r>
            <a:r>
              <a:rPr lang="zh-CN" altLang="en-US" sz="1600" b="1" dirty="0">
                <a:latin typeface="Courier New" panose="02070309020205020404" pitchFamily="49" charset="0"/>
                <a:cs typeface="Courier New" panose="02070309020205020404" pitchFamily="49" charset="0"/>
              </a:rPr>
              <a:t> (low&lt;high &amp;&amp; L</a:t>
            </a:r>
            <a:r>
              <a:rPr lang="en-US" altLang="zh-CN" sz="1600" b="1" dirty="0">
                <a:latin typeface="Courier New" panose="02070309020205020404" pitchFamily="49" charset="0"/>
                <a:cs typeface="Courier New" panose="02070309020205020404" pitchFamily="49" charset="0"/>
              </a:rPr>
              <a:t>-&gt;</a:t>
            </a:r>
            <a:r>
              <a:rPr lang="zh-CN" altLang="en-US" sz="1600" b="1" dirty="0">
                <a:latin typeface="Courier New" panose="02070309020205020404" pitchFamily="49" charset="0"/>
                <a:cs typeface="Courier New" panose="02070309020205020404" pitchFamily="49" charset="0"/>
              </a:rPr>
              <a:t>r[low].key&lt;=pivotkey) ++low;</a:t>
            </a:r>
          </a:p>
          <a:p>
            <a:r>
              <a:rPr lang="zh-CN" altLang="en-US" sz="1600" b="1" dirty="0">
                <a:latin typeface="Courier New" panose="02070309020205020404" pitchFamily="49" charset="0"/>
                <a:cs typeface="Courier New" panose="02070309020205020404" pitchFamily="49" charset="0"/>
              </a:rPr>
              <a:t>    L</a:t>
            </a:r>
            <a:r>
              <a:rPr lang="en-US" altLang="zh-CN" sz="1600" b="1" dirty="0">
                <a:latin typeface="Courier New" panose="02070309020205020404" pitchFamily="49" charset="0"/>
                <a:cs typeface="Courier New" panose="02070309020205020404" pitchFamily="49" charset="0"/>
              </a:rPr>
              <a:t>-&gt;</a:t>
            </a:r>
            <a:r>
              <a:rPr lang="zh-CN" altLang="en-US" sz="1600" b="1" dirty="0">
                <a:latin typeface="Courier New" panose="02070309020205020404" pitchFamily="49" charset="0"/>
                <a:cs typeface="Courier New" panose="02070309020205020404" pitchFamily="49" charset="0"/>
              </a:rPr>
              <a:t>r[high] = L</a:t>
            </a:r>
            <a:r>
              <a:rPr lang="en-US" altLang="zh-CN" sz="1600" b="1" dirty="0">
                <a:latin typeface="Courier New" panose="02070309020205020404" pitchFamily="49" charset="0"/>
                <a:cs typeface="Courier New" panose="02070309020205020404" pitchFamily="49" charset="0"/>
              </a:rPr>
              <a:t>-&gt;</a:t>
            </a:r>
            <a:r>
              <a:rPr lang="zh-CN" altLang="en-US" sz="1600" b="1" dirty="0">
                <a:latin typeface="Courier New" panose="02070309020205020404" pitchFamily="49" charset="0"/>
                <a:cs typeface="Courier New" panose="02070309020205020404" pitchFamily="49" charset="0"/>
              </a:rPr>
              <a:t>r[low];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将比枢轴记录大的记录移到高端</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r>
              <a:rPr lang="zh-CN" altLang="en-US" sz="1600" b="1" dirty="0">
                <a:latin typeface="Courier New" panose="02070309020205020404" pitchFamily="49" charset="0"/>
                <a:cs typeface="Courier New" panose="02070309020205020404" pitchFamily="49" charset="0"/>
              </a:rPr>
              <a:t>  L</a:t>
            </a:r>
            <a:r>
              <a:rPr lang="en-US" altLang="zh-CN" sz="1600" b="1" dirty="0">
                <a:latin typeface="Courier New" panose="02070309020205020404" pitchFamily="49" charset="0"/>
                <a:cs typeface="Courier New" panose="02070309020205020404" pitchFamily="49" charset="0"/>
              </a:rPr>
              <a:t>-&gt;</a:t>
            </a:r>
            <a:r>
              <a:rPr lang="zh-CN" altLang="en-US" sz="1600" b="1" dirty="0">
                <a:latin typeface="Courier New" panose="02070309020205020404" pitchFamily="49" charset="0"/>
                <a:cs typeface="Courier New" panose="02070309020205020404" pitchFamily="49" charset="0"/>
              </a:rPr>
              <a:t>r[low] = L</a:t>
            </a:r>
            <a:r>
              <a:rPr lang="en-US" altLang="zh-CN" sz="1600" b="1" dirty="0">
                <a:latin typeface="Courier New" panose="02070309020205020404" pitchFamily="49" charset="0"/>
                <a:cs typeface="Courier New" panose="02070309020205020404" pitchFamily="49" charset="0"/>
              </a:rPr>
              <a:t>-&gt;</a:t>
            </a:r>
            <a:r>
              <a:rPr lang="zh-CN" altLang="en-US" sz="1600" b="1" dirty="0">
                <a:latin typeface="Courier New" panose="02070309020205020404" pitchFamily="49" charset="0"/>
                <a:cs typeface="Courier New" panose="02070309020205020404" pitchFamily="49" charset="0"/>
              </a:rPr>
              <a:t>r[0];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枢轴记录到位</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return</a:t>
            </a:r>
            <a:r>
              <a:rPr lang="zh-CN" altLang="en-US" sz="1600" b="1" dirty="0">
                <a:latin typeface="Courier New" panose="02070309020205020404" pitchFamily="49" charset="0"/>
                <a:cs typeface="Courier New" panose="02070309020205020404" pitchFamily="49" charset="0"/>
              </a:rPr>
              <a:t> low;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返回枢轴位置</a:t>
            </a:r>
          </a:p>
          <a:p>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zh-CN" altLang="en-US" sz="1600" b="1" dirty="0">
              <a:solidFill>
                <a:srgbClr val="0070C0"/>
              </a:solidFill>
              <a:latin typeface="Courier New" panose="02070309020205020404" pitchFamily="49" charset="0"/>
              <a:cs typeface="Courier New" panose="02070309020205020404" pitchFamily="49" charset="0"/>
            </a:endParaRPr>
          </a:p>
        </p:txBody>
      </p:sp>
      <p:sp>
        <p:nvSpPr>
          <p:cNvPr id="62" name="文本框 61">
            <a:extLst>
              <a:ext uri="{FF2B5EF4-FFF2-40B4-BE49-F238E27FC236}">
                <a16:creationId xmlns:a16="http://schemas.microsoft.com/office/drawing/2014/main" id="{40535C75-F30E-45AA-991C-415D25F98546}"/>
              </a:ext>
            </a:extLst>
          </p:cNvPr>
          <p:cNvSpPr txBox="1"/>
          <p:nvPr/>
        </p:nvSpPr>
        <p:spPr>
          <a:xfrm>
            <a:off x="2600017" y="6349949"/>
            <a:ext cx="1107996" cy="369332"/>
          </a:xfrm>
          <a:prstGeom prst="rect">
            <a:avLst/>
          </a:prstGeom>
          <a:noFill/>
        </p:spPr>
        <p:txBody>
          <a:bodyPr wrap="none" rtlCol="0">
            <a:spAutoFit/>
          </a:bodyPr>
          <a:lstStyle/>
          <a:p>
            <a:r>
              <a:rPr lang="zh-CN" altLang="en-US" b="1" dirty="0">
                <a:solidFill>
                  <a:srgbClr val="0070C0"/>
                </a:solidFill>
                <a:effectLst>
                  <a:outerShdw blurRad="38100" dist="38100" dir="2700000" algn="tl">
                    <a:srgbClr val="000000">
                      <a:alpha val="43137"/>
                    </a:srgbClr>
                  </a:outerShdw>
                </a:effectLst>
              </a:rPr>
              <a:t>一趟划分</a:t>
            </a:r>
          </a:p>
        </p:txBody>
      </p:sp>
      <p:sp>
        <p:nvSpPr>
          <p:cNvPr id="60" name="文本框 59">
            <a:extLst>
              <a:ext uri="{FF2B5EF4-FFF2-40B4-BE49-F238E27FC236}">
                <a16:creationId xmlns:a16="http://schemas.microsoft.com/office/drawing/2014/main" id="{C8667CC5-E7F0-4A63-9E7D-17CF8CBEB7F1}"/>
              </a:ext>
            </a:extLst>
          </p:cNvPr>
          <p:cNvSpPr txBox="1"/>
          <p:nvPr/>
        </p:nvSpPr>
        <p:spPr>
          <a:xfrm>
            <a:off x="9535793" y="1104686"/>
            <a:ext cx="2420679" cy="923330"/>
          </a:xfrm>
          <a:prstGeom prst="rect">
            <a:avLst/>
          </a:prstGeom>
          <a:noFill/>
        </p:spPr>
        <p:txBody>
          <a:bodyPr wrap="square" rtlCol="0">
            <a:spAutoFit/>
          </a:bodyPr>
          <a:lstStyle/>
          <a:p>
            <a:r>
              <a:rPr lang="zh-CN" altLang="en-US" b="1" dirty="0">
                <a:solidFill>
                  <a:srgbClr val="FF0000"/>
                </a:solidFill>
              </a:rPr>
              <a:t>第六趟没有交换元素，</a:t>
            </a:r>
            <a:endParaRPr lang="en-US" altLang="zh-CN" b="1" dirty="0">
              <a:solidFill>
                <a:srgbClr val="FF0000"/>
              </a:solidFill>
            </a:endParaRPr>
          </a:p>
          <a:p>
            <a:r>
              <a:rPr lang="en-US" altLang="zh-CN" b="1" dirty="0">
                <a:solidFill>
                  <a:srgbClr val="FF0000"/>
                </a:solidFill>
              </a:rPr>
              <a:t>change</a:t>
            </a:r>
            <a:r>
              <a:rPr lang="zh-CN" altLang="en-US" b="1" dirty="0">
                <a:solidFill>
                  <a:srgbClr val="FF0000"/>
                </a:solidFill>
              </a:rPr>
              <a:t>没有改变，</a:t>
            </a:r>
            <a:endParaRPr lang="en-US" altLang="zh-CN" b="1" dirty="0">
              <a:solidFill>
                <a:srgbClr val="FF0000"/>
              </a:solidFill>
            </a:endParaRPr>
          </a:p>
          <a:p>
            <a:r>
              <a:rPr lang="en-US" altLang="zh-CN" b="1" dirty="0">
                <a:solidFill>
                  <a:srgbClr val="FF0000"/>
                </a:solidFill>
              </a:rPr>
              <a:t>              </a:t>
            </a:r>
            <a:r>
              <a:rPr lang="zh-CN" altLang="en-US" b="1" dirty="0">
                <a:solidFill>
                  <a:srgbClr val="FF0000"/>
                </a:solidFill>
              </a:rPr>
              <a:t>排序结束！</a:t>
            </a:r>
          </a:p>
        </p:txBody>
      </p:sp>
    </p:spTree>
    <p:extLst>
      <p:ext uri="{BB962C8B-B14F-4D97-AF65-F5344CB8AC3E}">
        <p14:creationId xmlns:p14="http://schemas.microsoft.com/office/powerpoint/2010/main" val="2476846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grpId="0" nodeType="after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grpId="0" nodeType="afterEffect">
                                  <p:stCondLst>
                                    <p:cond delay="0"/>
                                  </p:stCondLst>
                                  <p:childTnLst>
                                    <p:set>
                                      <p:cBhvr>
                                        <p:cTn id="19" dur="1" fill="hold">
                                          <p:stCondLst>
                                            <p:cond delay="0"/>
                                          </p:stCondLst>
                                        </p:cTn>
                                        <p:tgtEl>
                                          <p:spTgt spid="6"/>
                                        </p:tgtEl>
                                        <p:attrNameLst>
                                          <p:attrName>style.visibility</p:attrName>
                                        </p:attrNameLst>
                                      </p:cBhvr>
                                      <p:to>
                                        <p:strVal val="visible"/>
                                      </p:to>
                                    </p:set>
                                  </p:childTnLst>
                                </p:cTn>
                              </p:par>
                            </p:childTnLst>
                          </p:cTn>
                        </p:par>
                        <p:par>
                          <p:cTn id="20" fill="hold">
                            <p:stCondLst>
                              <p:cond delay="0"/>
                            </p:stCondLst>
                            <p:childTnLst>
                              <p:par>
                                <p:cTn id="21" presetID="1" presetClass="entr" presetSubtype="0" fill="hold" grpId="0" nodeType="after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grpId="0" nodeType="afterEffect">
                                  <p:stCondLst>
                                    <p:cond delay="0"/>
                                  </p:stCondLst>
                                  <p:childTnLst>
                                    <p:set>
                                      <p:cBhvr>
                                        <p:cTn id="25" dur="1" fill="hold">
                                          <p:stCondLst>
                                            <p:cond delay="0"/>
                                          </p:stCondLst>
                                        </p:cTn>
                                        <p:tgtEl>
                                          <p:spTgt spid="10"/>
                                        </p:tgtEl>
                                        <p:attrNameLst>
                                          <p:attrName>style.visibility</p:attrName>
                                        </p:attrNameLst>
                                      </p:cBhvr>
                                      <p:to>
                                        <p:strVal val="visible"/>
                                      </p:to>
                                    </p:set>
                                  </p:childTnLst>
                                </p:cTn>
                              </p:par>
                            </p:childTnLst>
                          </p:cTn>
                        </p:par>
                        <p:par>
                          <p:cTn id="26" fill="hold">
                            <p:stCondLst>
                              <p:cond delay="0"/>
                            </p:stCondLst>
                            <p:childTnLst>
                              <p:par>
                                <p:cTn id="27" presetID="1" presetClass="entr" presetSubtype="0" fill="hold" grpId="0" nodeType="after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par>
                          <p:cTn id="29" fill="hold">
                            <p:stCondLst>
                              <p:cond delay="0"/>
                            </p:stCondLst>
                            <p:childTnLst>
                              <p:par>
                                <p:cTn id="30" presetID="1" presetClass="entr" presetSubtype="0" fill="hold" grpId="0" nodeType="afterEffect">
                                  <p:stCondLst>
                                    <p:cond delay="0"/>
                                  </p:stCondLst>
                                  <p:childTnLst>
                                    <p:set>
                                      <p:cBhvr>
                                        <p:cTn id="31" dur="1" fill="hold">
                                          <p:stCondLst>
                                            <p:cond delay="0"/>
                                          </p:stCondLst>
                                        </p:cTn>
                                        <p:tgtEl>
                                          <p:spTgt spid="13"/>
                                        </p:tgtEl>
                                        <p:attrNameLst>
                                          <p:attrName>style.visibility</p:attrName>
                                        </p:attrNameLst>
                                      </p:cBhvr>
                                      <p:to>
                                        <p:strVal val="visible"/>
                                      </p:to>
                                    </p:set>
                                  </p:childTnLst>
                                </p:cTn>
                              </p:par>
                            </p:childTnLst>
                          </p:cTn>
                        </p:par>
                        <p:par>
                          <p:cTn id="32" fill="hold">
                            <p:stCondLst>
                              <p:cond delay="0"/>
                            </p:stCondLst>
                            <p:childTnLst>
                              <p:par>
                                <p:cTn id="33" presetID="1" presetClass="entr" presetSubtype="0" fill="hold" grpId="0" nodeType="afterEffect">
                                  <p:stCondLst>
                                    <p:cond delay="0"/>
                                  </p:stCondLst>
                                  <p:childTnLst>
                                    <p:set>
                                      <p:cBhvr>
                                        <p:cTn id="34" dur="1" fill="hold">
                                          <p:stCondLst>
                                            <p:cond delay="0"/>
                                          </p:stCondLst>
                                        </p:cTn>
                                        <p:tgtEl>
                                          <p:spTgt spid="5"/>
                                        </p:tgtEl>
                                        <p:attrNameLst>
                                          <p:attrName>style.visibility</p:attrName>
                                        </p:attrNameLst>
                                      </p:cBhvr>
                                      <p:to>
                                        <p:strVal val="visible"/>
                                      </p:to>
                                    </p:set>
                                  </p:childTnLst>
                                </p:cTn>
                              </p:par>
                            </p:childTnLst>
                          </p:cTn>
                        </p:par>
                        <p:par>
                          <p:cTn id="35" fill="hold">
                            <p:stCondLst>
                              <p:cond delay="0"/>
                            </p:stCondLst>
                            <p:childTnLst>
                              <p:par>
                                <p:cTn id="36" presetID="1" presetClass="entr" presetSubtype="0" fill="hold" grpId="0" nodeType="afterEffect">
                                  <p:stCondLst>
                                    <p:cond delay="0"/>
                                  </p:stCondLst>
                                  <p:childTnLst>
                                    <p:set>
                                      <p:cBhvr>
                                        <p:cTn id="37" dur="1" fill="hold">
                                          <p:stCondLst>
                                            <p:cond delay="0"/>
                                          </p:stCondLst>
                                        </p:cTn>
                                        <p:tgtEl>
                                          <p:spTgt spid="17"/>
                                        </p:tgtEl>
                                        <p:attrNameLst>
                                          <p:attrName>style.visibility</p:attrName>
                                        </p:attrNameLst>
                                      </p:cBhvr>
                                      <p:to>
                                        <p:strVal val="visible"/>
                                      </p:to>
                                    </p:set>
                                  </p:childTnLst>
                                </p:cTn>
                              </p:par>
                            </p:childTnLst>
                          </p:cTn>
                        </p:par>
                        <p:par>
                          <p:cTn id="38" fill="hold">
                            <p:stCondLst>
                              <p:cond delay="0"/>
                            </p:stCondLst>
                            <p:childTnLst>
                              <p:par>
                                <p:cTn id="39" presetID="1" presetClass="entr" presetSubtype="0" fill="hold" grpId="0" nodeType="afterEffect">
                                  <p:stCondLst>
                                    <p:cond delay="0"/>
                                  </p:stCondLst>
                                  <p:childTnLst>
                                    <p:set>
                                      <p:cBhvr>
                                        <p:cTn id="40" dur="1" fill="hold">
                                          <p:stCondLst>
                                            <p:cond delay="0"/>
                                          </p:stCondLst>
                                        </p:cTn>
                                        <p:tgtEl>
                                          <p:spTgt spid="1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27" presetClass="emph" presetSubtype="0" fill="remove" grpId="1" nodeType="clickEffect">
                                  <p:stCondLst>
                                    <p:cond delay="0"/>
                                  </p:stCondLst>
                                  <p:childTnLst>
                                    <p:animClr clrSpc="rgb" dir="cw">
                                      <p:cBhvr override="childStyle">
                                        <p:cTn id="44" dur="500" autoRev="1" fill="remove"/>
                                        <p:tgtEl>
                                          <p:spTgt spid="6"/>
                                        </p:tgtEl>
                                        <p:attrNameLst>
                                          <p:attrName>style.color</p:attrName>
                                        </p:attrNameLst>
                                      </p:cBhvr>
                                      <p:to>
                                        <a:schemeClr val="bg1"/>
                                      </p:to>
                                    </p:animClr>
                                    <p:animClr clrSpc="rgb" dir="cw">
                                      <p:cBhvr>
                                        <p:cTn id="45" dur="500" autoRev="1" fill="remove"/>
                                        <p:tgtEl>
                                          <p:spTgt spid="6"/>
                                        </p:tgtEl>
                                        <p:attrNameLst>
                                          <p:attrName>fillcolor</p:attrName>
                                        </p:attrNameLst>
                                      </p:cBhvr>
                                      <p:to>
                                        <a:schemeClr val="bg1"/>
                                      </p:to>
                                    </p:animClr>
                                    <p:set>
                                      <p:cBhvr>
                                        <p:cTn id="46" dur="500" autoRev="1" fill="remove"/>
                                        <p:tgtEl>
                                          <p:spTgt spid="6"/>
                                        </p:tgtEl>
                                        <p:attrNameLst>
                                          <p:attrName>fill.type</p:attrName>
                                        </p:attrNameLst>
                                      </p:cBhvr>
                                      <p:to>
                                        <p:strVal val="solid"/>
                                      </p:to>
                                    </p:set>
                                    <p:set>
                                      <p:cBhvr>
                                        <p:cTn id="47" dur="500" autoRev="1" fill="remove"/>
                                        <p:tgtEl>
                                          <p:spTgt spid="6"/>
                                        </p:tgtEl>
                                        <p:attrNameLst>
                                          <p:attrName>fill.on</p:attrName>
                                        </p:attrNameLst>
                                      </p:cBhvr>
                                      <p:to>
                                        <p:strVal val="true"/>
                                      </p:to>
                                    </p:set>
                                  </p:childTnLst>
                                </p:cTn>
                              </p:par>
                              <p:par>
                                <p:cTn id="48" presetID="27" presetClass="emph" presetSubtype="0" fill="remove" grpId="1" nodeType="withEffect">
                                  <p:stCondLst>
                                    <p:cond delay="0"/>
                                  </p:stCondLst>
                                  <p:childTnLst>
                                    <p:animClr clrSpc="rgb" dir="cw">
                                      <p:cBhvr override="childStyle">
                                        <p:cTn id="49" dur="500" autoRev="1" fill="remove"/>
                                        <p:tgtEl>
                                          <p:spTgt spid="8"/>
                                        </p:tgtEl>
                                        <p:attrNameLst>
                                          <p:attrName>style.color</p:attrName>
                                        </p:attrNameLst>
                                      </p:cBhvr>
                                      <p:to>
                                        <a:schemeClr val="bg1"/>
                                      </p:to>
                                    </p:animClr>
                                    <p:animClr clrSpc="rgb" dir="cw">
                                      <p:cBhvr>
                                        <p:cTn id="50" dur="500" autoRev="1" fill="remove"/>
                                        <p:tgtEl>
                                          <p:spTgt spid="8"/>
                                        </p:tgtEl>
                                        <p:attrNameLst>
                                          <p:attrName>fillcolor</p:attrName>
                                        </p:attrNameLst>
                                      </p:cBhvr>
                                      <p:to>
                                        <a:schemeClr val="bg1"/>
                                      </p:to>
                                    </p:animClr>
                                    <p:set>
                                      <p:cBhvr>
                                        <p:cTn id="51" dur="500" autoRev="1" fill="remove"/>
                                        <p:tgtEl>
                                          <p:spTgt spid="8"/>
                                        </p:tgtEl>
                                        <p:attrNameLst>
                                          <p:attrName>fill.type</p:attrName>
                                        </p:attrNameLst>
                                      </p:cBhvr>
                                      <p:to>
                                        <p:strVal val="solid"/>
                                      </p:to>
                                    </p:set>
                                    <p:set>
                                      <p:cBhvr>
                                        <p:cTn id="52" dur="500" autoRev="1" fill="remove"/>
                                        <p:tgtEl>
                                          <p:spTgt spid="8"/>
                                        </p:tgtEl>
                                        <p:attrNameLst>
                                          <p:attrName>fill.on</p:attrName>
                                        </p:attrNameLst>
                                      </p:cBhvr>
                                      <p:to>
                                        <p:strVal val="true"/>
                                      </p:to>
                                    </p:set>
                                  </p:childTnLst>
                                </p:cTn>
                              </p:par>
                              <p:par>
                                <p:cTn id="53" presetID="31" presetClass="entr" presetSubtype="0" fill="hold" grpId="0" nodeType="withEffect">
                                  <p:stCondLst>
                                    <p:cond delay="500"/>
                                  </p:stCondLst>
                                  <p:childTnLst>
                                    <p:set>
                                      <p:cBhvr>
                                        <p:cTn id="54" dur="1" fill="hold">
                                          <p:stCondLst>
                                            <p:cond delay="0"/>
                                          </p:stCondLst>
                                        </p:cTn>
                                        <p:tgtEl>
                                          <p:spTgt spid="7"/>
                                        </p:tgtEl>
                                        <p:attrNameLst>
                                          <p:attrName>style.visibility</p:attrName>
                                        </p:attrNameLst>
                                      </p:cBhvr>
                                      <p:to>
                                        <p:strVal val="visible"/>
                                      </p:to>
                                    </p:set>
                                    <p:anim calcmode="lin" valueType="num">
                                      <p:cBhvr>
                                        <p:cTn id="55" dur="1000" fill="hold"/>
                                        <p:tgtEl>
                                          <p:spTgt spid="7"/>
                                        </p:tgtEl>
                                        <p:attrNameLst>
                                          <p:attrName>ppt_w</p:attrName>
                                        </p:attrNameLst>
                                      </p:cBhvr>
                                      <p:tavLst>
                                        <p:tav tm="0">
                                          <p:val>
                                            <p:fltVal val="0"/>
                                          </p:val>
                                        </p:tav>
                                        <p:tav tm="100000">
                                          <p:val>
                                            <p:strVal val="#ppt_w"/>
                                          </p:val>
                                        </p:tav>
                                      </p:tavLst>
                                    </p:anim>
                                    <p:anim calcmode="lin" valueType="num">
                                      <p:cBhvr>
                                        <p:cTn id="56" dur="1000" fill="hold"/>
                                        <p:tgtEl>
                                          <p:spTgt spid="7"/>
                                        </p:tgtEl>
                                        <p:attrNameLst>
                                          <p:attrName>ppt_h</p:attrName>
                                        </p:attrNameLst>
                                      </p:cBhvr>
                                      <p:tavLst>
                                        <p:tav tm="0">
                                          <p:val>
                                            <p:fltVal val="0"/>
                                          </p:val>
                                        </p:tav>
                                        <p:tav tm="100000">
                                          <p:val>
                                            <p:strVal val="#ppt_h"/>
                                          </p:val>
                                        </p:tav>
                                      </p:tavLst>
                                    </p:anim>
                                    <p:anim calcmode="lin" valueType="num">
                                      <p:cBhvr>
                                        <p:cTn id="57" dur="1000" fill="hold"/>
                                        <p:tgtEl>
                                          <p:spTgt spid="7"/>
                                        </p:tgtEl>
                                        <p:attrNameLst>
                                          <p:attrName>style.rotation</p:attrName>
                                        </p:attrNameLst>
                                      </p:cBhvr>
                                      <p:tavLst>
                                        <p:tav tm="0">
                                          <p:val>
                                            <p:fltVal val="90"/>
                                          </p:val>
                                        </p:tav>
                                        <p:tav tm="100000">
                                          <p:val>
                                            <p:fltVal val="0"/>
                                          </p:val>
                                        </p:tav>
                                      </p:tavLst>
                                    </p:anim>
                                    <p:animEffect transition="in" filter="fade">
                                      <p:cBhvr>
                                        <p:cTn id="58" dur="1000"/>
                                        <p:tgtEl>
                                          <p:spTgt spid="7"/>
                                        </p:tgtEl>
                                      </p:cBhvr>
                                    </p:animEffect>
                                  </p:childTnLst>
                                </p:cTn>
                              </p:par>
                            </p:childTnLst>
                          </p:cTn>
                        </p:par>
                        <p:par>
                          <p:cTn id="59" fill="hold">
                            <p:stCondLst>
                              <p:cond delay="1500"/>
                            </p:stCondLst>
                            <p:childTnLst>
                              <p:par>
                                <p:cTn id="60" presetID="58" presetClass="path" presetSubtype="0" accel="50000" decel="50000" fill="hold" grpId="3" nodeType="afterEffect">
                                  <p:stCondLst>
                                    <p:cond delay="0"/>
                                  </p:stCondLst>
                                  <p:childTnLst>
                                    <p:animMotion origin="layout" path="M -0.00052 -2.22222E-6 L 0.03945 0.02199 C 0.04844 0.02639 0.05351 0.03334 0.05351 0.04051 C 0.05351 0.04908 0.04844 0.05579 0.03945 0.06019 L -0.00052 0.08264 " pathEditMode="relative" rAng="0" ptsTypes="AAAAA">
                                      <p:cBhvr>
                                        <p:cTn id="61" dur="2000" fill="hold"/>
                                        <p:tgtEl>
                                          <p:spTgt spid="6"/>
                                        </p:tgtEl>
                                        <p:attrNameLst>
                                          <p:attrName>ppt_x</p:attrName>
                                          <p:attrName>ppt_y</p:attrName>
                                        </p:attrNameLst>
                                      </p:cBhvr>
                                      <p:rCtr x="2695" y="4120"/>
                                    </p:animMotion>
                                  </p:childTnLst>
                                </p:cTn>
                              </p:par>
                              <p:par>
                                <p:cTn id="62" presetID="64" presetClass="path" presetSubtype="0" accel="50000" decel="50000" fill="hold" grpId="2" nodeType="withEffect">
                                  <p:stCondLst>
                                    <p:cond delay="0"/>
                                  </p:stCondLst>
                                  <p:childTnLst>
                                    <p:animMotion origin="layout" path="M 1.66667E-6 -2.59259E-6 L -0.00091 -0.08287 " pathEditMode="relative" rAng="0" ptsTypes="AA">
                                      <p:cBhvr>
                                        <p:cTn id="63" dur="1000" fill="hold"/>
                                        <p:tgtEl>
                                          <p:spTgt spid="8"/>
                                        </p:tgtEl>
                                        <p:attrNameLst>
                                          <p:attrName>ppt_x</p:attrName>
                                          <p:attrName>ppt_y</p:attrName>
                                        </p:attrNameLst>
                                      </p:cBhvr>
                                      <p:rCtr x="-52" y="-4144"/>
                                    </p:animMotion>
                                  </p:childTnLst>
                                </p:cTn>
                              </p:par>
                            </p:childTnLst>
                          </p:cTn>
                        </p:par>
                        <p:par>
                          <p:cTn id="64" fill="hold">
                            <p:stCondLst>
                              <p:cond delay="3500"/>
                            </p:stCondLst>
                            <p:childTnLst>
                              <p:par>
                                <p:cTn id="65" presetID="10" presetClass="exit" presetSubtype="0" fill="hold" grpId="1" nodeType="afterEffect">
                                  <p:stCondLst>
                                    <p:cond delay="0"/>
                                  </p:stCondLst>
                                  <p:childTnLst>
                                    <p:animEffect transition="out" filter="fade">
                                      <p:cBhvr>
                                        <p:cTn id="66" dur="500"/>
                                        <p:tgtEl>
                                          <p:spTgt spid="7"/>
                                        </p:tgtEl>
                                      </p:cBhvr>
                                    </p:animEffect>
                                    <p:set>
                                      <p:cBhvr>
                                        <p:cTn id="67" dur="1" fill="hold">
                                          <p:stCondLst>
                                            <p:cond delay="499"/>
                                          </p:stCondLst>
                                        </p:cTn>
                                        <p:tgtEl>
                                          <p:spTgt spid="7"/>
                                        </p:tgtEl>
                                        <p:attrNameLst>
                                          <p:attrName>style.visibility</p:attrName>
                                        </p:attrNameLst>
                                      </p:cBhvr>
                                      <p:to>
                                        <p:strVal val="hidden"/>
                                      </p:to>
                                    </p:set>
                                  </p:childTnLst>
                                </p:cTn>
                              </p:par>
                            </p:childTnLst>
                          </p:cTn>
                        </p:par>
                      </p:childTnLst>
                    </p:cTn>
                  </p:par>
                  <p:par>
                    <p:cTn id="68" fill="hold">
                      <p:stCondLst>
                        <p:cond delay="indefinite"/>
                      </p:stCondLst>
                      <p:childTnLst>
                        <p:par>
                          <p:cTn id="69" fill="hold">
                            <p:stCondLst>
                              <p:cond delay="0"/>
                            </p:stCondLst>
                            <p:childTnLst>
                              <p:par>
                                <p:cTn id="70" presetID="27" presetClass="emph" presetSubtype="0" fill="remove" grpId="2" nodeType="clickEffect">
                                  <p:stCondLst>
                                    <p:cond delay="0"/>
                                  </p:stCondLst>
                                  <p:childTnLst>
                                    <p:animClr clrSpc="rgb" dir="cw">
                                      <p:cBhvr override="childStyle">
                                        <p:cTn id="71" dur="500" autoRev="1" fill="remove"/>
                                        <p:tgtEl>
                                          <p:spTgt spid="6"/>
                                        </p:tgtEl>
                                        <p:attrNameLst>
                                          <p:attrName>style.color</p:attrName>
                                        </p:attrNameLst>
                                      </p:cBhvr>
                                      <p:to>
                                        <a:schemeClr val="bg1"/>
                                      </p:to>
                                    </p:animClr>
                                    <p:animClr clrSpc="rgb" dir="cw">
                                      <p:cBhvr>
                                        <p:cTn id="72" dur="500" autoRev="1" fill="remove"/>
                                        <p:tgtEl>
                                          <p:spTgt spid="6"/>
                                        </p:tgtEl>
                                        <p:attrNameLst>
                                          <p:attrName>fillcolor</p:attrName>
                                        </p:attrNameLst>
                                      </p:cBhvr>
                                      <p:to>
                                        <a:schemeClr val="bg1"/>
                                      </p:to>
                                    </p:animClr>
                                    <p:set>
                                      <p:cBhvr>
                                        <p:cTn id="73" dur="500" autoRev="1" fill="remove"/>
                                        <p:tgtEl>
                                          <p:spTgt spid="6"/>
                                        </p:tgtEl>
                                        <p:attrNameLst>
                                          <p:attrName>fill.type</p:attrName>
                                        </p:attrNameLst>
                                      </p:cBhvr>
                                      <p:to>
                                        <p:strVal val="solid"/>
                                      </p:to>
                                    </p:set>
                                    <p:set>
                                      <p:cBhvr>
                                        <p:cTn id="74" dur="500" autoRev="1" fill="remove"/>
                                        <p:tgtEl>
                                          <p:spTgt spid="6"/>
                                        </p:tgtEl>
                                        <p:attrNameLst>
                                          <p:attrName>fill.on</p:attrName>
                                        </p:attrNameLst>
                                      </p:cBhvr>
                                      <p:to>
                                        <p:strVal val="true"/>
                                      </p:to>
                                    </p:set>
                                  </p:childTnLst>
                                </p:cTn>
                              </p:par>
                              <p:par>
                                <p:cTn id="75" presetID="27" presetClass="emph" presetSubtype="0" fill="remove" grpId="1" nodeType="withEffect">
                                  <p:stCondLst>
                                    <p:cond delay="0"/>
                                  </p:stCondLst>
                                  <p:childTnLst>
                                    <p:animClr clrSpc="rgb" dir="cw">
                                      <p:cBhvr override="childStyle">
                                        <p:cTn id="76" dur="500" autoRev="1" fill="remove"/>
                                        <p:tgtEl>
                                          <p:spTgt spid="10"/>
                                        </p:tgtEl>
                                        <p:attrNameLst>
                                          <p:attrName>style.color</p:attrName>
                                        </p:attrNameLst>
                                      </p:cBhvr>
                                      <p:to>
                                        <a:schemeClr val="bg1"/>
                                      </p:to>
                                    </p:animClr>
                                    <p:animClr clrSpc="rgb" dir="cw">
                                      <p:cBhvr>
                                        <p:cTn id="77" dur="500" autoRev="1" fill="remove"/>
                                        <p:tgtEl>
                                          <p:spTgt spid="10"/>
                                        </p:tgtEl>
                                        <p:attrNameLst>
                                          <p:attrName>fillcolor</p:attrName>
                                        </p:attrNameLst>
                                      </p:cBhvr>
                                      <p:to>
                                        <a:schemeClr val="bg1"/>
                                      </p:to>
                                    </p:animClr>
                                    <p:set>
                                      <p:cBhvr>
                                        <p:cTn id="78" dur="500" autoRev="1" fill="remove"/>
                                        <p:tgtEl>
                                          <p:spTgt spid="10"/>
                                        </p:tgtEl>
                                        <p:attrNameLst>
                                          <p:attrName>fill.type</p:attrName>
                                        </p:attrNameLst>
                                      </p:cBhvr>
                                      <p:to>
                                        <p:strVal val="solid"/>
                                      </p:to>
                                    </p:set>
                                    <p:set>
                                      <p:cBhvr>
                                        <p:cTn id="79" dur="500" autoRev="1" fill="remove"/>
                                        <p:tgtEl>
                                          <p:spTgt spid="10"/>
                                        </p:tgtEl>
                                        <p:attrNameLst>
                                          <p:attrName>fill.on</p:attrName>
                                        </p:attrNameLst>
                                      </p:cBhvr>
                                      <p:to>
                                        <p:strVal val="true"/>
                                      </p:to>
                                    </p:set>
                                  </p:childTnLst>
                                </p:cTn>
                              </p:par>
                              <p:par>
                                <p:cTn id="80" presetID="16" presetClass="entr" presetSubtype="26" fill="hold" grpId="1" nodeType="withEffect">
                                  <p:stCondLst>
                                    <p:cond delay="500"/>
                                  </p:stCondLst>
                                  <p:iterate type="lt">
                                    <p:tmPct val="0"/>
                                  </p:iterate>
                                  <p:childTnLst>
                                    <p:set>
                                      <p:cBhvr>
                                        <p:cTn id="81" dur="1" fill="hold">
                                          <p:stCondLst>
                                            <p:cond delay="0"/>
                                          </p:stCondLst>
                                        </p:cTn>
                                        <p:tgtEl>
                                          <p:spTgt spid="9"/>
                                        </p:tgtEl>
                                        <p:attrNameLst>
                                          <p:attrName>style.visibility</p:attrName>
                                        </p:attrNameLst>
                                      </p:cBhvr>
                                      <p:to>
                                        <p:strVal val="visible"/>
                                      </p:to>
                                    </p:set>
                                    <p:animEffect transition="in" filter="barn(inHorizontal)">
                                      <p:cBhvr>
                                        <p:cTn id="82" dur="1000"/>
                                        <p:tgtEl>
                                          <p:spTgt spid="9"/>
                                        </p:tgtEl>
                                      </p:cBhvr>
                                    </p:animEffect>
                                  </p:childTnLst>
                                </p:cTn>
                              </p:par>
                            </p:childTnLst>
                          </p:cTn>
                        </p:par>
                        <p:par>
                          <p:cTn id="83" fill="hold">
                            <p:stCondLst>
                              <p:cond delay="1500"/>
                            </p:stCondLst>
                            <p:childTnLst>
                              <p:par>
                                <p:cTn id="84" presetID="10" presetClass="exit" presetSubtype="0" fill="hold" grpId="0" nodeType="afterEffect">
                                  <p:stCondLst>
                                    <p:cond delay="0"/>
                                  </p:stCondLst>
                                  <p:iterate type="lt">
                                    <p:tmPct val="0"/>
                                  </p:iterate>
                                  <p:childTnLst>
                                    <p:animEffect transition="out" filter="fade">
                                      <p:cBhvr>
                                        <p:cTn id="85" dur="1000"/>
                                        <p:tgtEl>
                                          <p:spTgt spid="9"/>
                                        </p:tgtEl>
                                      </p:cBhvr>
                                    </p:animEffect>
                                    <p:set>
                                      <p:cBhvr>
                                        <p:cTn id="86" dur="1" fill="hold">
                                          <p:stCondLst>
                                            <p:cond delay="999"/>
                                          </p:stCondLst>
                                        </p:cTn>
                                        <p:tgtEl>
                                          <p:spTgt spid="9"/>
                                        </p:tgtEl>
                                        <p:attrNameLst>
                                          <p:attrName>style.visibility</p:attrName>
                                        </p:attrNameLst>
                                      </p:cBhvr>
                                      <p:to>
                                        <p:strVal val="hidden"/>
                                      </p:to>
                                    </p:set>
                                  </p:childTnLst>
                                </p:cTn>
                              </p:par>
                            </p:childTnLst>
                          </p:cTn>
                        </p:par>
                      </p:childTnLst>
                    </p:cTn>
                  </p:par>
                  <p:par>
                    <p:cTn id="87" fill="hold">
                      <p:stCondLst>
                        <p:cond delay="indefinite"/>
                      </p:stCondLst>
                      <p:childTnLst>
                        <p:par>
                          <p:cTn id="88" fill="hold">
                            <p:stCondLst>
                              <p:cond delay="0"/>
                            </p:stCondLst>
                            <p:childTnLst>
                              <p:par>
                                <p:cTn id="89" presetID="27" presetClass="emph" presetSubtype="0" fill="remove" grpId="2" nodeType="clickEffect">
                                  <p:stCondLst>
                                    <p:cond delay="0"/>
                                  </p:stCondLst>
                                  <p:childTnLst>
                                    <p:animClr clrSpc="rgb" dir="cw">
                                      <p:cBhvr override="childStyle">
                                        <p:cTn id="90" dur="500" autoRev="1" fill="remove"/>
                                        <p:tgtEl>
                                          <p:spTgt spid="10"/>
                                        </p:tgtEl>
                                        <p:attrNameLst>
                                          <p:attrName>style.color</p:attrName>
                                        </p:attrNameLst>
                                      </p:cBhvr>
                                      <p:to>
                                        <a:schemeClr val="bg1"/>
                                      </p:to>
                                    </p:animClr>
                                    <p:animClr clrSpc="rgb" dir="cw">
                                      <p:cBhvr>
                                        <p:cTn id="91" dur="500" autoRev="1" fill="remove"/>
                                        <p:tgtEl>
                                          <p:spTgt spid="10"/>
                                        </p:tgtEl>
                                        <p:attrNameLst>
                                          <p:attrName>fillcolor</p:attrName>
                                        </p:attrNameLst>
                                      </p:cBhvr>
                                      <p:to>
                                        <a:schemeClr val="bg1"/>
                                      </p:to>
                                    </p:animClr>
                                    <p:set>
                                      <p:cBhvr>
                                        <p:cTn id="92" dur="500" autoRev="1" fill="remove"/>
                                        <p:tgtEl>
                                          <p:spTgt spid="10"/>
                                        </p:tgtEl>
                                        <p:attrNameLst>
                                          <p:attrName>fill.type</p:attrName>
                                        </p:attrNameLst>
                                      </p:cBhvr>
                                      <p:to>
                                        <p:strVal val="solid"/>
                                      </p:to>
                                    </p:set>
                                    <p:set>
                                      <p:cBhvr>
                                        <p:cTn id="93" dur="500" autoRev="1" fill="remove"/>
                                        <p:tgtEl>
                                          <p:spTgt spid="10"/>
                                        </p:tgtEl>
                                        <p:attrNameLst>
                                          <p:attrName>fill.on</p:attrName>
                                        </p:attrNameLst>
                                      </p:cBhvr>
                                      <p:to>
                                        <p:strVal val="true"/>
                                      </p:to>
                                    </p:set>
                                  </p:childTnLst>
                                </p:cTn>
                              </p:par>
                              <p:par>
                                <p:cTn id="94" presetID="27" presetClass="emph" presetSubtype="0" fill="remove" grpId="1" nodeType="withEffect">
                                  <p:stCondLst>
                                    <p:cond delay="0"/>
                                  </p:stCondLst>
                                  <p:childTnLst>
                                    <p:animClr clrSpc="rgb" dir="cw">
                                      <p:cBhvr override="childStyle">
                                        <p:cTn id="95" dur="500" autoRev="1" fill="remove"/>
                                        <p:tgtEl>
                                          <p:spTgt spid="11"/>
                                        </p:tgtEl>
                                        <p:attrNameLst>
                                          <p:attrName>style.color</p:attrName>
                                        </p:attrNameLst>
                                      </p:cBhvr>
                                      <p:to>
                                        <a:schemeClr val="bg1"/>
                                      </p:to>
                                    </p:animClr>
                                    <p:animClr clrSpc="rgb" dir="cw">
                                      <p:cBhvr>
                                        <p:cTn id="96" dur="500" autoRev="1" fill="remove"/>
                                        <p:tgtEl>
                                          <p:spTgt spid="11"/>
                                        </p:tgtEl>
                                        <p:attrNameLst>
                                          <p:attrName>fillcolor</p:attrName>
                                        </p:attrNameLst>
                                      </p:cBhvr>
                                      <p:to>
                                        <a:schemeClr val="bg1"/>
                                      </p:to>
                                    </p:animClr>
                                    <p:set>
                                      <p:cBhvr>
                                        <p:cTn id="97" dur="500" autoRev="1" fill="remove"/>
                                        <p:tgtEl>
                                          <p:spTgt spid="11"/>
                                        </p:tgtEl>
                                        <p:attrNameLst>
                                          <p:attrName>fill.type</p:attrName>
                                        </p:attrNameLst>
                                      </p:cBhvr>
                                      <p:to>
                                        <p:strVal val="solid"/>
                                      </p:to>
                                    </p:set>
                                    <p:set>
                                      <p:cBhvr>
                                        <p:cTn id="98" dur="500" autoRev="1" fill="remove"/>
                                        <p:tgtEl>
                                          <p:spTgt spid="11"/>
                                        </p:tgtEl>
                                        <p:attrNameLst>
                                          <p:attrName>fill.on</p:attrName>
                                        </p:attrNameLst>
                                      </p:cBhvr>
                                      <p:to>
                                        <p:strVal val="true"/>
                                      </p:to>
                                    </p:set>
                                  </p:childTnLst>
                                </p:cTn>
                              </p:par>
                              <p:par>
                                <p:cTn id="99" presetID="16" presetClass="entr" presetSubtype="26" fill="hold" grpId="1" nodeType="withEffect">
                                  <p:stCondLst>
                                    <p:cond delay="500"/>
                                  </p:stCondLst>
                                  <p:childTnLst>
                                    <p:set>
                                      <p:cBhvr>
                                        <p:cTn id="100" dur="1" fill="hold">
                                          <p:stCondLst>
                                            <p:cond delay="0"/>
                                          </p:stCondLst>
                                        </p:cTn>
                                        <p:tgtEl>
                                          <p:spTgt spid="21"/>
                                        </p:tgtEl>
                                        <p:attrNameLst>
                                          <p:attrName>style.visibility</p:attrName>
                                        </p:attrNameLst>
                                      </p:cBhvr>
                                      <p:to>
                                        <p:strVal val="visible"/>
                                      </p:to>
                                    </p:set>
                                    <p:animEffect transition="in" filter="barn(inHorizontal)">
                                      <p:cBhvr>
                                        <p:cTn id="101" dur="1000"/>
                                        <p:tgtEl>
                                          <p:spTgt spid="21"/>
                                        </p:tgtEl>
                                      </p:cBhvr>
                                    </p:animEffect>
                                  </p:childTnLst>
                                </p:cTn>
                              </p:par>
                            </p:childTnLst>
                          </p:cTn>
                        </p:par>
                        <p:par>
                          <p:cTn id="102" fill="hold">
                            <p:stCondLst>
                              <p:cond delay="1500"/>
                            </p:stCondLst>
                            <p:childTnLst>
                              <p:par>
                                <p:cTn id="103" presetID="10" presetClass="exit" presetSubtype="0" fill="hold" grpId="0" nodeType="afterEffect">
                                  <p:stCondLst>
                                    <p:cond delay="0"/>
                                  </p:stCondLst>
                                  <p:childTnLst>
                                    <p:animEffect transition="out" filter="fade">
                                      <p:cBhvr>
                                        <p:cTn id="104" dur="1000"/>
                                        <p:tgtEl>
                                          <p:spTgt spid="21"/>
                                        </p:tgtEl>
                                      </p:cBhvr>
                                    </p:animEffect>
                                    <p:set>
                                      <p:cBhvr>
                                        <p:cTn id="105" dur="1" fill="hold">
                                          <p:stCondLst>
                                            <p:cond delay="999"/>
                                          </p:stCondLst>
                                        </p:cTn>
                                        <p:tgtEl>
                                          <p:spTgt spid="21"/>
                                        </p:tgtEl>
                                        <p:attrNameLst>
                                          <p:attrName>style.visibility</p:attrName>
                                        </p:attrNameLst>
                                      </p:cBhvr>
                                      <p:to>
                                        <p:strVal val="hidden"/>
                                      </p:to>
                                    </p:set>
                                  </p:childTnLst>
                                </p:cTn>
                              </p:par>
                            </p:childTnLst>
                          </p:cTn>
                        </p:par>
                      </p:childTnLst>
                    </p:cTn>
                  </p:par>
                  <p:par>
                    <p:cTn id="106" fill="hold">
                      <p:stCondLst>
                        <p:cond delay="indefinite"/>
                      </p:stCondLst>
                      <p:childTnLst>
                        <p:par>
                          <p:cTn id="107" fill="hold">
                            <p:stCondLst>
                              <p:cond delay="0"/>
                            </p:stCondLst>
                            <p:childTnLst>
                              <p:par>
                                <p:cTn id="108" presetID="27" presetClass="emph" presetSubtype="0" fill="remove" grpId="6" nodeType="clickEffect">
                                  <p:stCondLst>
                                    <p:cond delay="0"/>
                                  </p:stCondLst>
                                  <p:childTnLst>
                                    <p:animClr clrSpc="rgb" dir="cw">
                                      <p:cBhvr override="childStyle">
                                        <p:cTn id="109" dur="500" autoRev="1" fill="remove"/>
                                        <p:tgtEl>
                                          <p:spTgt spid="11"/>
                                        </p:tgtEl>
                                        <p:attrNameLst>
                                          <p:attrName>style.color</p:attrName>
                                        </p:attrNameLst>
                                      </p:cBhvr>
                                      <p:to>
                                        <a:schemeClr val="bg1"/>
                                      </p:to>
                                    </p:animClr>
                                    <p:animClr clrSpc="rgb" dir="cw">
                                      <p:cBhvr>
                                        <p:cTn id="110" dur="500" autoRev="1" fill="remove"/>
                                        <p:tgtEl>
                                          <p:spTgt spid="11"/>
                                        </p:tgtEl>
                                        <p:attrNameLst>
                                          <p:attrName>fillcolor</p:attrName>
                                        </p:attrNameLst>
                                      </p:cBhvr>
                                      <p:to>
                                        <a:schemeClr val="bg1"/>
                                      </p:to>
                                    </p:animClr>
                                    <p:set>
                                      <p:cBhvr>
                                        <p:cTn id="111" dur="500" autoRev="1" fill="remove"/>
                                        <p:tgtEl>
                                          <p:spTgt spid="11"/>
                                        </p:tgtEl>
                                        <p:attrNameLst>
                                          <p:attrName>fill.type</p:attrName>
                                        </p:attrNameLst>
                                      </p:cBhvr>
                                      <p:to>
                                        <p:strVal val="solid"/>
                                      </p:to>
                                    </p:set>
                                    <p:set>
                                      <p:cBhvr>
                                        <p:cTn id="112" dur="500" autoRev="1" fill="remove"/>
                                        <p:tgtEl>
                                          <p:spTgt spid="11"/>
                                        </p:tgtEl>
                                        <p:attrNameLst>
                                          <p:attrName>fill.on</p:attrName>
                                        </p:attrNameLst>
                                      </p:cBhvr>
                                      <p:to>
                                        <p:strVal val="true"/>
                                      </p:to>
                                    </p:set>
                                  </p:childTnLst>
                                </p:cTn>
                              </p:par>
                              <p:par>
                                <p:cTn id="113" presetID="27" presetClass="emph" presetSubtype="0" fill="remove" grpId="1" nodeType="withEffect">
                                  <p:stCondLst>
                                    <p:cond delay="0"/>
                                  </p:stCondLst>
                                  <p:childTnLst>
                                    <p:animClr clrSpc="rgb" dir="cw">
                                      <p:cBhvr override="childStyle">
                                        <p:cTn id="114" dur="500" autoRev="1" fill="remove"/>
                                        <p:tgtEl>
                                          <p:spTgt spid="13"/>
                                        </p:tgtEl>
                                        <p:attrNameLst>
                                          <p:attrName>style.color</p:attrName>
                                        </p:attrNameLst>
                                      </p:cBhvr>
                                      <p:to>
                                        <a:schemeClr val="bg1"/>
                                      </p:to>
                                    </p:animClr>
                                    <p:animClr clrSpc="rgb" dir="cw">
                                      <p:cBhvr>
                                        <p:cTn id="115" dur="500" autoRev="1" fill="remove"/>
                                        <p:tgtEl>
                                          <p:spTgt spid="13"/>
                                        </p:tgtEl>
                                        <p:attrNameLst>
                                          <p:attrName>fillcolor</p:attrName>
                                        </p:attrNameLst>
                                      </p:cBhvr>
                                      <p:to>
                                        <a:schemeClr val="bg1"/>
                                      </p:to>
                                    </p:animClr>
                                    <p:set>
                                      <p:cBhvr>
                                        <p:cTn id="116" dur="500" autoRev="1" fill="remove"/>
                                        <p:tgtEl>
                                          <p:spTgt spid="13"/>
                                        </p:tgtEl>
                                        <p:attrNameLst>
                                          <p:attrName>fill.type</p:attrName>
                                        </p:attrNameLst>
                                      </p:cBhvr>
                                      <p:to>
                                        <p:strVal val="solid"/>
                                      </p:to>
                                    </p:set>
                                    <p:set>
                                      <p:cBhvr>
                                        <p:cTn id="117" dur="500" autoRev="1" fill="remove"/>
                                        <p:tgtEl>
                                          <p:spTgt spid="13"/>
                                        </p:tgtEl>
                                        <p:attrNameLst>
                                          <p:attrName>fill.on</p:attrName>
                                        </p:attrNameLst>
                                      </p:cBhvr>
                                      <p:to>
                                        <p:strVal val="true"/>
                                      </p:to>
                                    </p:set>
                                  </p:childTnLst>
                                </p:cTn>
                              </p:par>
                              <p:par>
                                <p:cTn id="118" presetID="31" presetClass="entr" presetSubtype="0" fill="hold" grpId="0" nodeType="withEffect">
                                  <p:stCondLst>
                                    <p:cond delay="500"/>
                                  </p:stCondLst>
                                  <p:childTnLst>
                                    <p:set>
                                      <p:cBhvr>
                                        <p:cTn id="119" dur="1" fill="hold">
                                          <p:stCondLst>
                                            <p:cond delay="0"/>
                                          </p:stCondLst>
                                        </p:cTn>
                                        <p:tgtEl>
                                          <p:spTgt spid="12"/>
                                        </p:tgtEl>
                                        <p:attrNameLst>
                                          <p:attrName>style.visibility</p:attrName>
                                        </p:attrNameLst>
                                      </p:cBhvr>
                                      <p:to>
                                        <p:strVal val="visible"/>
                                      </p:to>
                                    </p:set>
                                    <p:anim calcmode="lin" valueType="num">
                                      <p:cBhvr>
                                        <p:cTn id="120" dur="1000" fill="hold"/>
                                        <p:tgtEl>
                                          <p:spTgt spid="12"/>
                                        </p:tgtEl>
                                        <p:attrNameLst>
                                          <p:attrName>ppt_w</p:attrName>
                                        </p:attrNameLst>
                                      </p:cBhvr>
                                      <p:tavLst>
                                        <p:tav tm="0">
                                          <p:val>
                                            <p:fltVal val="0"/>
                                          </p:val>
                                        </p:tav>
                                        <p:tav tm="100000">
                                          <p:val>
                                            <p:strVal val="#ppt_w"/>
                                          </p:val>
                                        </p:tav>
                                      </p:tavLst>
                                    </p:anim>
                                    <p:anim calcmode="lin" valueType="num">
                                      <p:cBhvr>
                                        <p:cTn id="121" dur="1000" fill="hold"/>
                                        <p:tgtEl>
                                          <p:spTgt spid="12"/>
                                        </p:tgtEl>
                                        <p:attrNameLst>
                                          <p:attrName>ppt_h</p:attrName>
                                        </p:attrNameLst>
                                      </p:cBhvr>
                                      <p:tavLst>
                                        <p:tav tm="0">
                                          <p:val>
                                            <p:fltVal val="0"/>
                                          </p:val>
                                        </p:tav>
                                        <p:tav tm="100000">
                                          <p:val>
                                            <p:strVal val="#ppt_h"/>
                                          </p:val>
                                        </p:tav>
                                      </p:tavLst>
                                    </p:anim>
                                    <p:anim calcmode="lin" valueType="num">
                                      <p:cBhvr>
                                        <p:cTn id="122" dur="1000" fill="hold"/>
                                        <p:tgtEl>
                                          <p:spTgt spid="12"/>
                                        </p:tgtEl>
                                        <p:attrNameLst>
                                          <p:attrName>style.rotation</p:attrName>
                                        </p:attrNameLst>
                                      </p:cBhvr>
                                      <p:tavLst>
                                        <p:tav tm="0">
                                          <p:val>
                                            <p:fltVal val="90"/>
                                          </p:val>
                                        </p:tav>
                                        <p:tav tm="100000">
                                          <p:val>
                                            <p:fltVal val="0"/>
                                          </p:val>
                                        </p:tav>
                                      </p:tavLst>
                                    </p:anim>
                                    <p:animEffect transition="in" filter="fade">
                                      <p:cBhvr>
                                        <p:cTn id="123" dur="1000"/>
                                        <p:tgtEl>
                                          <p:spTgt spid="12"/>
                                        </p:tgtEl>
                                      </p:cBhvr>
                                    </p:animEffect>
                                  </p:childTnLst>
                                </p:cTn>
                              </p:par>
                            </p:childTnLst>
                          </p:cTn>
                        </p:par>
                        <p:par>
                          <p:cTn id="124" fill="hold">
                            <p:stCondLst>
                              <p:cond delay="1500"/>
                            </p:stCondLst>
                            <p:childTnLst>
                              <p:par>
                                <p:cTn id="125" presetID="58" presetClass="path" presetSubtype="0" accel="50000" decel="50000" fill="hold" grpId="5" nodeType="afterEffect">
                                  <p:stCondLst>
                                    <p:cond delay="0"/>
                                  </p:stCondLst>
                                  <p:childTnLst>
                                    <p:animMotion origin="layout" path="M 1.66667E-6 0.00023 L 0.03997 0.02199 C 0.04896 0.02662 0.05403 0.03356 0.05403 0.04074 C 0.05403 0.04884 0.04896 0.05532 0.03997 0.05995 L 1.66667E-6 0.08194 " pathEditMode="relative" rAng="0" ptsTypes="AAAAA">
                                      <p:cBhvr>
                                        <p:cTn id="126" dur="2000" fill="hold"/>
                                        <p:tgtEl>
                                          <p:spTgt spid="11"/>
                                        </p:tgtEl>
                                        <p:attrNameLst>
                                          <p:attrName>ppt_x</p:attrName>
                                          <p:attrName>ppt_y</p:attrName>
                                        </p:attrNameLst>
                                      </p:cBhvr>
                                      <p:rCtr x="2695" y="4074"/>
                                    </p:animMotion>
                                  </p:childTnLst>
                                </p:cTn>
                              </p:par>
                              <p:par>
                                <p:cTn id="127" presetID="64" presetClass="path" presetSubtype="0" accel="50000" decel="50000" fill="hold" grpId="2" nodeType="withEffect">
                                  <p:stCondLst>
                                    <p:cond delay="0"/>
                                  </p:stCondLst>
                                  <p:childTnLst>
                                    <p:animMotion origin="layout" path="M 1.66667E-6 -3.33333E-6 L 1.66667E-6 -0.08217 " pathEditMode="relative" rAng="0" ptsTypes="AA">
                                      <p:cBhvr>
                                        <p:cTn id="128" dur="1000" fill="hold"/>
                                        <p:tgtEl>
                                          <p:spTgt spid="13"/>
                                        </p:tgtEl>
                                        <p:attrNameLst>
                                          <p:attrName>ppt_x</p:attrName>
                                          <p:attrName>ppt_y</p:attrName>
                                        </p:attrNameLst>
                                      </p:cBhvr>
                                      <p:rCtr x="0" y="-4120"/>
                                    </p:animMotion>
                                  </p:childTnLst>
                                </p:cTn>
                              </p:par>
                            </p:childTnLst>
                          </p:cTn>
                        </p:par>
                        <p:par>
                          <p:cTn id="129" fill="hold">
                            <p:stCondLst>
                              <p:cond delay="3500"/>
                            </p:stCondLst>
                            <p:childTnLst>
                              <p:par>
                                <p:cTn id="130" presetID="10" presetClass="exit" presetSubtype="0" fill="hold" grpId="1" nodeType="afterEffect">
                                  <p:stCondLst>
                                    <p:cond delay="0"/>
                                  </p:stCondLst>
                                  <p:childTnLst>
                                    <p:animEffect transition="out" filter="fade">
                                      <p:cBhvr>
                                        <p:cTn id="131" dur="500"/>
                                        <p:tgtEl>
                                          <p:spTgt spid="12"/>
                                        </p:tgtEl>
                                      </p:cBhvr>
                                    </p:animEffect>
                                    <p:set>
                                      <p:cBhvr>
                                        <p:cTn id="132" dur="1" fill="hold">
                                          <p:stCondLst>
                                            <p:cond delay="499"/>
                                          </p:stCondLst>
                                        </p:cTn>
                                        <p:tgtEl>
                                          <p:spTgt spid="12"/>
                                        </p:tgtEl>
                                        <p:attrNameLst>
                                          <p:attrName>style.visibility</p:attrName>
                                        </p:attrNameLst>
                                      </p:cBhvr>
                                      <p:to>
                                        <p:strVal val="hidden"/>
                                      </p:to>
                                    </p:set>
                                  </p:childTnLst>
                                </p:cTn>
                              </p:par>
                            </p:childTnLst>
                          </p:cTn>
                        </p:par>
                      </p:childTnLst>
                    </p:cTn>
                  </p:par>
                  <p:par>
                    <p:cTn id="133" fill="hold">
                      <p:stCondLst>
                        <p:cond delay="indefinite"/>
                      </p:stCondLst>
                      <p:childTnLst>
                        <p:par>
                          <p:cTn id="134" fill="hold">
                            <p:stCondLst>
                              <p:cond delay="0"/>
                            </p:stCondLst>
                            <p:childTnLst>
                              <p:par>
                                <p:cTn id="135" presetID="27" presetClass="emph" presetSubtype="0" fill="remove" grpId="7" nodeType="clickEffect">
                                  <p:stCondLst>
                                    <p:cond delay="0"/>
                                  </p:stCondLst>
                                  <p:childTnLst>
                                    <p:animClr clrSpc="rgb" dir="cw">
                                      <p:cBhvr override="childStyle">
                                        <p:cTn id="136" dur="500" autoRev="1" fill="remove"/>
                                        <p:tgtEl>
                                          <p:spTgt spid="11"/>
                                        </p:tgtEl>
                                        <p:attrNameLst>
                                          <p:attrName>style.color</p:attrName>
                                        </p:attrNameLst>
                                      </p:cBhvr>
                                      <p:to>
                                        <a:schemeClr val="bg1"/>
                                      </p:to>
                                    </p:animClr>
                                    <p:animClr clrSpc="rgb" dir="cw">
                                      <p:cBhvr>
                                        <p:cTn id="137" dur="500" autoRev="1" fill="remove"/>
                                        <p:tgtEl>
                                          <p:spTgt spid="11"/>
                                        </p:tgtEl>
                                        <p:attrNameLst>
                                          <p:attrName>fillcolor</p:attrName>
                                        </p:attrNameLst>
                                      </p:cBhvr>
                                      <p:to>
                                        <a:schemeClr val="bg1"/>
                                      </p:to>
                                    </p:animClr>
                                    <p:set>
                                      <p:cBhvr>
                                        <p:cTn id="138" dur="500" autoRev="1" fill="remove"/>
                                        <p:tgtEl>
                                          <p:spTgt spid="11"/>
                                        </p:tgtEl>
                                        <p:attrNameLst>
                                          <p:attrName>fill.type</p:attrName>
                                        </p:attrNameLst>
                                      </p:cBhvr>
                                      <p:to>
                                        <p:strVal val="solid"/>
                                      </p:to>
                                    </p:set>
                                    <p:set>
                                      <p:cBhvr>
                                        <p:cTn id="139" dur="500" autoRev="1" fill="remove"/>
                                        <p:tgtEl>
                                          <p:spTgt spid="11"/>
                                        </p:tgtEl>
                                        <p:attrNameLst>
                                          <p:attrName>fill.on</p:attrName>
                                        </p:attrNameLst>
                                      </p:cBhvr>
                                      <p:to>
                                        <p:strVal val="true"/>
                                      </p:to>
                                    </p:set>
                                  </p:childTnLst>
                                </p:cTn>
                              </p:par>
                              <p:par>
                                <p:cTn id="140" presetID="27" presetClass="emph" presetSubtype="0" fill="remove" grpId="1" nodeType="withEffect">
                                  <p:stCondLst>
                                    <p:cond delay="0"/>
                                  </p:stCondLst>
                                  <p:childTnLst>
                                    <p:animClr clrSpc="rgb" dir="cw">
                                      <p:cBhvr override="childStyle">
                                        <p:cTn id="141" dur="500" autoRev="1" fill="remove"/>
                                        <p:tgtEl>
                                          <p:spTgt spid="5"/>
                                        </p:tgtEl>
                                        <p:attrNameLst>
                                          <p:attrName>style.color</p:attrName>
                                        </p:attrNameLst>
                                      </p:cBhvr>
                                      <p:to>
                                        <a:schemeClr val="bg1"/>
                                      </p:to>
                                    </p:animClr>
                                    <p:animClr clrSpc="rgb" dir="cw">
                                      <p:cBhvr>
                                        <p:cTn id="142" dur="500" autoRev="1" fill="remove"/>
                                        <p:tgtEl>
                                          <p:spTgt spid="5"/>
                                        </p:tgtEl>
                                        <p:attrNameLst>
                                          <p:attrName>fillcolor</p:attrName>
                                        </p:attrNameLst>
                                      </p:cBhvr>
                                      <p:to>
                                        <a:schemeClr val="bg1"/>
                                      </p:to>
                                    </p:animClr>
                                    <p:set>
                                      <p:cBhvr>
                                        <p:cTn id="143" dur="500" autoRev="1" fill="remove"/>
                                        <p:tgtEl>
                                          <p:spTgt spid="5"/>
                                        </p:tgtEl>
                                        <p:attrNameLst>
                                          <p:attrName>fill.type</p:attrName>
                                        </p:attrNameLst>
                                      </p:cBhvr>
                                      <p:to>
                                        <p:strVal val="solid"/>
                                      </p:to>
                                    </p:set>
                                    <p:set>
                                      <p:cBhvr>
                                        <p:cTn id="144" dur="500" autoRev="1" fill="remove"/>
                                        <p:tgtEl>
                                          <p:spTgt spid="5"/>
                                        </p:tgtEl>
                                        <p:attrNameLst>
                                          <p:attrName>fill.on</p:attrName>
                                        </p:attrNameLst>
                                      </p:cBhvr>
                                      <p:to>
                                        <p:strVal val="true"/>
                                      </p:to>
                                    </p:set>
                                  </p:childTnLst>
                                </p:cTn>
                              </p:par>
                              <p:par>
                                <p:cTn id="145" presetID="31" presetClass="entr" presetSubtype="0" fill="hold" grpId="0" nodeType="withEffect">
                                  <p:stCondLst>
                                    <p:cond delay="500"/>
                                  </p:stCondLst>
                                  <p:childTnLst>
                                    <p:set>
                                      <p:cBhvr>
                                        <p:cTn id="146" dur="1" fill="hold">
                                          <p:stCondLst>
                                            <p:cond delay="0"/>
                                          </p:stCondLst>
                                        </p:cTn>
                                        <p:tgtEl>
                                          <p:spTgt spid="14"/>
                                        </p:tgtEl>
                                        <p:attrNameLst>
                                          <p:attrName>style.visibility</p:attrName>
                                        </p:attrNameLst>
                                      </p:cBhvr>
                                      <p:to>
                                        <p:strVal val="visible"/>
                                      </p:to>
                                    </p:set>
                                    <p:anim calcmode="lin" valueType="num">
                                      <p:cBhvr>
                                        <p:cTn id="147" dur="1000" fill="hold"/>
                                        <p:tgtEl>
                                          <p:spTgt spid="14"/>
                                        </p:tgtEl>
                                        <p:attrNameLst>
                                          <p:attrName>ppt_w</p:attrName>
                                        </p:attrNameLst>
                                      </p:cBhvr>
                                      <p:tavLst>
                                        <p:tav tm="0">
                                          <p:val>
                                            <p:fltVal val="0"/>
                                          </p:val>
                                        </p:tav>
                                        <p:tav tm="100000">
                                          <p:val>
                                            <p:strVal val="#ppt_w"/>
                                          </p:val>
                                        </p:tav>
                                      </p:tavLst>
                                    </p:anim>
                                    <p:anim calcmode="lin" valueType="num">
                                      <p:cBhvr>
                                        <p:cTn id="148" dur="1000" fill="hold"/>
                                        <p:tgtEl>
                                          <p:spTgt spid="14"/>
                                        </p:tgtEl>
                                        <p:attrNameLst>
                                          <p:attrName>ppt_h</p:attrName>
                                        </p:attrNameLst>
                                      </p:cBhvr>
                                      <p:tavLst>
                                        <p:tav tm="0">
                                          <p:val>
                                            <p:fltVal val="0"/>
                                          </p:val>
                                        </p:tav>
                                        <p:tav tm="100000">
                                          <p:val>
                                            <p:strVal val="#ppt_h"/>
                                          </p:val>
                                        </p:tav>
                                      </p:tavLst>
                                    </p:anim>
                                    <p:anim calcmode="lin" valueType="num">
                                      <p:cBhvr>
                                        <p:cTn id="149" dur="1000" fill="hold"/>
                                        <p:tgtEl>
                                          <p:spTgt spid="14"/>
                                        </p:tgtEl>
                                        <p:attrNameLst>
                                          <p:attrName>style.rotation</p:attrName>
                                        </p:attrNameLst>
                                      </p:cBhvr>
                                      <p:tavLst>
                                        <p:tav tm="0">
                                          <p:val>
                                            <p:fltVal val="90"/>
                                          </p:val>
                                        </p:tav>
                                        <p:tav tm="100000">
                                          <p:val>
                                            <p:fltVal val="0"/>
                                          </p:val>
                                        </p:tav>
                                      </p:tavLst>
                                    </p:anim>
                                    <p:animEffect transition="in" filter="fade">
                                      <p:cBhvr>
                                        <p:cTn id="150" dur="1000"/>
                                        <p:tgtEl>
                                          <p:spTgt spid="14"/>
                                        </p:tgtEl>
                                      </p:cBhvr>
                                    </p:animEffect>
                                  </p:childTnLst>
                                </p:cTn>
                              </p:par>
                            </p:childTnLst>
                          </p:cTn>
                        </p:par>
                        <p:par>
                          <p:cTn id="151" fill="hold">
                            <p:stCondLst>
                              <p:cond delay="1500"/>
                            </p:stCondLst>
                            <p:childTnLst>
                              <p:par>
                                <p:cTn id="152" presetID="58" presetClass="path" presetSubtype="0" accel="50000" decel="50000" fill="hold" grpId="2" nodeType="afterEffect">
                                  <p:stCondLst>
                                    <p:cond delay="0"/>
                                  </p:stCondLst>
                                  <p:childTnLst>
                                    <p:animMotion origin="layout" path="M 1.66667E-6 0.08194 L 0.03997 0.10463 C 0.04896 0.10949 0.05403 0.11666 0.05403 0.12407 C 0.05403 0.13263 0.04896 0.13935 0.03997 0.14421 L 1.66667E-6 0.16736 " pathEditMode="relative" rAng="0" ptsTypes="AAAAA">
                                      <p:cBhvr>
                                        <p:cTn id="153" dur="2000" fill="hold"/>
                                        <p:tgtEl>
                                          <p:spTgt spid="11"/>
                                        </p:tgtEl>
                                        <p:attrNameLst>
                                          <p:attrName>ppt_x</p:attrName>
                                          <p:attrName>ppt_y</p:attrName>
                                        </p:attrNameLst>
                                      </p:cBhvr>
                                      <p:rCtr x="2695" y="4259"/>
                                    </p:animMotion>
                                  </p:childTnLst>
                                </p:cTn>
                              </p:par>
                              <p:par>
                                <p:cTn id="154" presetID="64" presetClass="path" presetSubtype="0" accel="50000" decel="50000" fill="hold" grpId="2" nodeType="withEffect">
                                  <p:stCondLst>
                                    <p:cond delay="0"/>
                                  </p:stCondLst>
                                  <p:childTnLst>
                                    <p:animMotion origin="layout" path="M 1.66667E-6 3.7037E-7 L 1.66667E-6 -0.0838 " pathEditMode="relative" rAng="0" ptsTypes="AA">
                                      <p:cBhvr>
                                        <p:cTn id="155" dur="1000" fill="hold"/>
                                        <p:tgtEl>
                                          <p:spTgt spid="5"/>
                                        </p:tgtEl>
                                        <p:attrNameLst>
                                          <p:attrName>ppt_x</p:attrName>
                                          <p:attrName>ppt_y</p:attrName>
                                        </p:attrNameLst>
                                      </p:cBhvr>
                                      <p:rCtr x="0" y="-4190"/>
                                    </p:animMotion>
                                  </p:childTnLst>
                                </p:cTn>
                              </p:par>
                            </p:childTnLst>
                          </p:cTn>
                        </p:par>
                        <p:par>
                          <p:cTn id="156" fill="hold">
                            <p:stCondLst>
                              <p:cond delay="3500"/>
                            </p:stCondLst>
                            <p:childTnLst>
                              <p:par>
                                <p:cTn id="157" presetID="10" presetClass="exit" presetSubtype="0" fill="hold" grpId="1" nodeType="afterEffect">
                                  <p:stCondLst>
                                    <p:cond delay="0"/>
                                  </p:stCondLst>
                                  <p:childTnLst>
                                    <p:animEffect transition="out" filter="fade">
                                      <p:cBhvr>
                                        <p:cTn id="158" dur="500"/>
                                        <p:tgtEl>
                                          <p:spTgt spid="14"/>
                                        </p:tgtEl>
                                      </p:cBhvr>
                                    </p:animEffect>
                                    <p:set>
                                      <p:cBhvr>
                                        <p:cTn id="159" dur="1" fill="hold">
                                          <p:stCondLst>
                                            <p:cond delay="499"/>
                                          </p:stCondLst>
                                        </p:cTn>
                                        <p:tgtEl>
                                          <p:spTgt spid="14"/>
                                        </p:tgtEl>
                                        <p:attrNameLst>
                                          <p:attrName>style.visibility</p:attrName>
                                        </p:attrNameLst>
                                      </p:cBhvr>
                                      <p:to>
                                        <p:strVal val="hidden"/>
                                      </p:to>
                                    </p:set>
                                  </p:childTnLst>
                                </p:cTn>
                              </p:par>
                            </p:childTnLst>
                          </p:cTn>
                        </p:par>
                      </p:childTnLst>
                    </p:cTn>
                  </p:par>
                  <p:par>
                    <p:cTn id="160" fill="hold">
                      <p:stCondLst>
                        <p:cond delay="indefinite"/>
                      </p:stCondLst>
                      <p:childTnLst>
                        <p:par>
                          <p:cTn id="161" fill="hold">
                            <p:stCondLst>
                              <p:cond delay="0"/>
                            </p:stCondLst>
                            <p:childTnLst>
                              <p:par>
                                <p:cTn id="162" presetID="27" presetClass="emph" presetSubtype="0" fill="remove" grpId="8" nodeType="clickEffect">
                                  <p:stCondLst>
                                    <p:cond delay="0"/>
                                  </p:stCondLst>
                                  <p:childTnLst>
                                    <p:animClr clrSpc="rgb" dir="cw">
                                      <p:cBhvr override="childStyle">
                                        <p:cTn id="163" dur="500" autoRev="1" fill="remove"/>
                                        <p:tgtEl>
                                          <p:spTgt spid="11"/>
                                        </p:tgtEl>
                                        <p:attrNameLst>
                                          <p:attrName>style.color</p:attrName>
                                        </p:attrNameLst>
                                      </p:cBhvr>
                                      <p:to>
                                        <a:schemeClr val="bg1"/>
                                      </p:to>
                                    </p:animClr>
                                    <p:animClr clrSpc="rgb" dir="cw">
                                      <p:cBhvr>
                                        <p:cTn id="164" dur="500" autoRev="1" fill="remove"/>
                                        <p:tgtEl>
                                          <p:spTgt spid="11"/>
                                        </p:tgtEl>
                                        <p:attrNameLst>
                                          <p:attrName>fillcolor</p:attrName>
                                        </p:attrNameLst>
                                      </p:cBhvr>
                                      <p:to>
                                        <a:schemeClr val="bg1"/>
                                      </p:to>
                                    </p:animClr>
                                    <p:set>
                                      <p:cBhvr>
                                        <p:cTn id="165" dur="500" autoRev="1" fill="remove"/>
                                        <p:tgtEl>
                                          <p:spTgt spid="11"/>
                                        </p:tgtEl>
                                        <p:attrNameLst>
                                          <p:attrName>fill.type</p:attrName>
                                        </p:attrNameLst>
                                      </p:cBhvr>
                                      <p:to>
                                        <p:strVal val="solid"/>
                                      </p:to>
                                    </p:set>
                                    <p:set>
                                      <p:cBhvr>
                                        <p:cTn id="166" dur="500" autoRev="1" fill="remove"/>
                                        <p:tgtEl>
                                          <p:spTgt spid="11"/>
                                        </p:tgtEl>
                                        <p:attrNameLst>
                                          <p:attrName>fill.on</p:attrName>
                                        </p:attrNameLst>
                                      </p:cBhvr>
                                      <p:to>
                                        <p:strVal val="true"/>
                                      </p:to>
                                    </p:set>
                                  </p:childTnLst>
                                </p:cTn>
                              </p:par>
                              <p:par>
                                <p:cTn id="167" presetID="27" presetClass="emph" presetSubtype="0" fill="remove" grpId="1" nodeType="withEffect">
                                  <p:stCondLst>
                                    <p:cond delay="0"/>
                                  </p:stCondLst>
                                  <p:childTnLst>
                                    <p:animClr clrSpc="rgb" dir="cw">
                                      <p:cBhvr override="childStyle">
                                        <p:cTn id="168" dur="500" autoRev="1" fill="remove"/>
                                        <p:tgtEl>
                                          <p:spTgt spid="17"/>
                                        </p:tgtEl>
                                        <p:attrNameLst>
                                          <p:attrName>style.color</p:attrName>
                                        </p:attrNameLst>
                                      </p:cBhvr>
                                      <p:to>
                                        <a:schemeClr val="bg1"/>
                                      </p:to>
                                    </p:animClr>
                                    <p:animClr clrSpc="rgb" dir="cw">
                                      <p:cBhvr>
                                        <p:cTn id="169" dur="500" autoRev="1" fill="remove"/>
                                        <p:tgtEl>
                                          <p:spTgt spid="17"/>
                                        </p:tgtEl>
                                        <p:attrNameLst>
                                          <p:attrName>fillcolor</p:attrName>
                                        </p:attrNameLst>
                                      </p:cBhvr>
                                      <p:to>
                                        <a:schemeClr val="bg1"/>
                                      </p:to>
                                    </p:animClr>
                                    <p:set>
                                      <p:cBhvr>
                                        <p:cTn id="170" dur="500" autoRev="1" fill="remove"/>
                                        <p:tgtEl>
                                          <p:spTgt spid="17"/>
                                        </p:tgtEl>
                                        <p:attrNameLst>
                                          <p:attrName>fill.type</p:attrName>
                                        </p:attrNameLst>
                                      </p:cBhvr>
                                      <p:to>
                                        <p:strVal val="solid"/>
                                      </p:to>
                                    </p:set>
                                    <p:set>
                                      <p:cBhvr>
                                        <p:cTn id="171" dur="500" autoRev="1" fill="remove"/>
                                        <p:tgtEl>
                                          <p:spTgt spid="17"/>
                                        </p:tgtEl>
                                        <p:attrNameLst>
                                          <p:attrName>fill.on</p:attrName>
                                        </p:attrNameLst>
                                      </p:cBhvr>
                                      <p:to>
                                        <p:strVal val="true"/>
                                      </p:to>
                                    </p:set>
                                  </p:childTnLst>
                                </p:cTn>
                              </p:par>
                              <p:par>
                                <p:cTn id="172" presetID="31" presetClass="entr" presetSubtype="0" fill="hold" grpId="0" nodeType="withEffect">
                                  <p:stCondLst>
                                    <p:cond delay="500"/>
                                  </p:stCondLst>
                                  <p:childTnLst>
                                    <p:set>
                                      <p:cBhvr>
                                        <p:cTn id="173" dur="1" fill="hold">
                                          <p:stCondLst>
                                            <p:cond delay="0"/>
                                          </p:stCondLst>
                                        </p:cTn>
                                        <p:tgtEl>
                                          <p:spTgt spid="15"/>
                                        </p:tgtEl>
                                        <p:attrNameLst>
                                          <p:attrName>style.visibility</p:attrName>
                                        </p:attrNameLst>
                                      </p:cBhvr>
                                      <p:to>
                                        <p:strVal val="visible"/>
                                      </p:to>
                                    </p:set>
                                    <p:anim calcmode="lin" valueType="num">
                                      <p:cBhvr>
                                        <p:cTn id="174" dur="1000" fill="hold"/>
                                        <p:tgtEl>
                                          <p:spTgt spid="15"/>
                                        </p:tgtEl>
                                        <p:attrNameLst>
                                          <p:attrName>ppt_w</p:attrName>
                                        </p:attrNameLst>
                                      </p:cBhvr>
                                      <p:tavLst>
                                        <p:tav tm="0">
                                          <p:val>
                                            <p:fltVal val="0"/>
                                          </p:val>
                                        </p:tav>
                                        <p:tav tm="100000">
                                          <p:val>
                                            <p:strVal val="#ppt_w"/>
                                          </p:val>
                                        </p:tav>
                                      </p:tavLst>
                                    </p:anim>
                                    <p:anim calcmode="lin" valueType="num">
                                      <p:cBhvr>
                                        <p:cTn id="175" dur="1000" fill="hold"/>
                                        <p:tgtEl>
                                          <p:spTgt spid="15"/>
                                        </p:tgtEl>
                                        <p:attrNameLst>
                                          <p:attrName>ppt_h</p:attrName>
                                        </p:attrNameLst>
                                      </p:cBhvr>
                                      <p:tavLst>
                                        <p:tav tm="0">
                                          <p:val>
                                            <p:fltVal val="0"/>
                                          </p:val>
                                        </p:tav>
                                        <p:tav tm="100000">
                                          <p:val>
                                            <p:strVal val="#ppt_h"/>
                                          </p:val>
                                        </p:tav>
                                      </p:tavLst>
                                    </p:anim>
                                    <p:anim calcmode="lin" valueType="num">
                                      <p:cBhvr>
                                        <p:cTn id="176" dur="1000" fill="hold"/>
                                        <p:tgtEl>
                                          <p:spTgt spid="15"/>
                                        </p:tgtEl>
                                        <p:attrNameLst>
                                          <p:attrName>style.rotation</p:attrName>
                                        </p:attrNameLst>
                                      </p:cBhvr>
                                      <p:tavLst>
                                        <p:tav tm="0">
                                          <p:val>
                                            <p:fltVal val="90"/>
                                          </p:val>
                                        </p:tav>
                                        <p:tav tm="100000">
                                          <p:val>
                                            <p:fltVal val="0"/>
                                          </p:val>
                                        </p:tav>
                                      </p:tavLst>
                                    </p:anim>
                                    <p:animEffect transition="in" filter="fade">
                                      <p:cBhvr>
                                        <p:cTn id="177" dur="1000"/>
                                        <p:tgtEl>
                                          <p:spTgt spid="15"/>
                                        </p:tgtEl>
                                      </p:cBhvr>
                                    </p:animEffect>
                                  </p:childTnLst>
                                </p:cTn>
                              </p:par>
                            </p:childTnLst>
                          </p:cTn>
                        </p:par>
                        <p:par>
                          <p:cTn id="178" fill="hold">
                            <p:stCondLst>
                              <p:cond delay="1500"/>
                            </p:stCondLst>
                            <p:childTnLst>
                              <p:par>
                                <p:cTn id="179" presetID="58" presetClass="path" presetSubtype="0" accel="50000" decel="50000" fill="hold" grpId="3" nodeType="afterEffect">
                                  <p:stCondLst>
                                    <p:cond delay="0"/>
                                  </p:stCondLst>
                                  <p:childTnLst>
                                    <p:animMotion origin="layout" path="M 1.66667E-6 0.16736 L 0.03997 0.18958 C 0.04896 0.19421 0.05403 0.20162 0.05403 0.20879 C 0.05403 0.21713 0.04896 0.22407 0.03997 0.2287 L 1.66667E-6 0.25162 " pathEditMode="relative" rAng="0" ptsTypes="AAAAA">
                                      <p:cBhvr>
                                        <p:cTn id="180" dur="2000" fill="hold"/>
                                        <p:tgtEl>
                                          <p:spTgt spid="11"/>
                                        </p:tgtEl>
                                        <p:attrNameLst>
                                          <p:attrName>ppt_x</p:attrName>
                                          <p:attrName>ppt_y</p:attrName>
                                        </p:attrNameLst>
                                      </p:cBhvr>
                                      <p:rCtr x="2695" y="4213"/>
                                    </p:animMotion>
                                  </p:childTnLst>
                                </p:cTn>
                              </p:par>
                              <p:par>
                                <p:cTn id="181" presetID="64" presetClass="path" presetSubtype="0" accel="50000" decel="50000" fill="hold" grpId="2" nodeType="withEffect">
                                  <p:stCondLst>
                                    <p:cond delay="0"/>
                                  </p:stCondLst>
                                  <p:childTnLst>
                                    <p:animMotion origin="layout" path="M 2.29167E-6 -1.48148E-6 L 0.00039 -0.0831 " pathEditMode="relative" rAng="0" ptsTypes="AA">
                                      <p:cBhvr>
                                        <p:cTn id="182" dur="1000" fill="hold"/>
                                        <p:tgtEl>
                                          <p:spTgt spid="17"/>
                                        </p:tgtEl>
                                        <p:attrNameLst>
                                          <p:attrName>ppt_x</p:attrName>
                                          <p:attrName>ppt_y</p:attrName>
                                        </p:attrNameLst>
                                      </p:cBhvr>
                                      <p:rCtr x="13" y="-4167"/>
                                    </p:animMotion>
                                  </p:childTnLst>
                                </p:cTn>
                              </p:par>
                            </p:childTnLst>
                          </p:cTn>
                        </p:par>
                        <p:par>
                          <p:cTn id="183" fill="hold">
                            <p:stCondLst>
                              <p:cond delay="3500"/>
                            </p:stCondLst>
                            <p:childTnLst>
                              <p:par>
                                <p:cTn id="184" presetID="10" presetClass="exit" presetSubtype="0" fill="hold" grpId="1" nodeType="afterEffect">
                                  <p:stCondLst>
                                    <p:cond delay="0"/>
                                  </p:stCondLst>
                                  <p:childTnLst>
                                    <p:animEffect transition="out" filter="fade">
                                      <p:cBhvr>
                                        <p:cTn id="185" dur="500"/>
                                        <p:tgtEl>
                                          <p:spTgt spid="15"/>
                                        </p:tgtEl>
                                      </p:cBhvr>
                                    </p:animEffect>
                                    <p:set>
                                      <p:cBhvr>
                                        <p:cTn id="186" dur="1" fill="hold">
                                          <p:stCondLst>
                                            <p:cond delay="499"/>
                                          </p:stCondLst>
                                        </p:cTn>
                                        <p:tgtEl>
                                          <p:spTgt spid="15"/>
                                        </p:tgtEl>
                                        <p:attrNameLst>
                                          <p:attrName>style.visibility</p:attrName>
                                        </p:attrNameLst>
                                      </p:cBhvr>
                                      <p:to>
                                        <p:strVal val="hidden"/>
                                      </p:to>
                                    </p:set>
                                  </p:childTnLst>
                                </p:cTn>
                              </p:par>
                            </p:childTnLst>
                          </p:cTn>
                        </p:par>
                      </p:childTnLst>
                    </p:cTn>
                  </p:par>
                  <p:par>
                    <p:cTn id="187" fill="hold">
                      <p:stCondLst>
                        <p:cond delay="indefinite"/>
                      </p:stCondLst>
                      <p:childTnLst>
                        <p:par>
                          <p:cTn id="188" fill="hold">
                            <p:stCondLst>
                              <p:cond delay="0"/>
                            </p:stCondLst>
                            <p:childTnLst>
                              <p:par>
                                <p:cTn id="189" presetID="27" presetClass="emph" presetSubtype="0" fill="remove" grpId="9" nodeType="clickEffect">
                                  <p:stCondLst>
                                    <p:cond delay="0"/>
                                  </p:stCondLst>
                                  <p:childTnLst>
                                    <p:animClr clrSpc="rgb" dir="cw">
                                      <p:cBhvr override="childStyle">
                                        <p:cTn id="190" dur="500" autoRev="1" fill="remove"/>
                                        <p:tgtEl>
                                          <p:spTgt spid="11"/>
                                        </p:tgtEl>
                                        <p:attrNameLst>
                                          <p:attrName>style.color</p:attrName>
                                        </p:attrNameLst>
                                      </p:cBhvr>
                                      <p:to>
                                        <a:schemeClr val="bg1"/>
                                      </p:to>
                                    </p:animClr>
                                    <p:animClr clrSpc="rgb" dir="cw">
                                      <p:cBhvr>
                                        <p:cTn id="191" dur="500" autoRev="1" fill="remove"/>
                                        <p:tgtEl>
                                          <p:spTgt spid="11"/>
                                        </p:tgtEl>
                                        <p:attrNameLst>
                                          <p:attrName>fillcolor</p:attrName>
                                        </p:attrNameLst>
                                      </p:cBhvr>
                                      <p:to>
                                        <a:schemeClr val="bg1"/>
                                      </p:to>
                                    </p:animClr>
                                    <p:set>
                                      <p:cBhvr>
                                        <p:cTn id="192" dur="500" autoRev="1" fill="remove"/>
                                        <p:tgtEl>
                                          <p:spTgt spid="11"/>
                                        </p:tgtEl>
                                        <p:attrNameLst>
                                          <p:attrName>fill.type</p:attrName>
                                        </p:attrNameLst>
                                      </p:cBhvr>
                                      <p:to>
                                        <p:strVal val="solid"/>
                                      </p:to>
                                    </p:set>
                                    <p:set>
                                      <p:cBhvr>
                                        <p:cTn id="193" dur="500" autoRev="1" fill="remove"/>
                                        <p:tgtEl>
                                          <p:spTgt spid="11"/>
                                        </p:tgtEl>
                                        <p:attrNameLst>
                                          <p:attrName>fill.on</p:attrName>
                                        </p:attrNameLst>
                                      </p:cBhvr>
                                      <p:to>
                                        <p:strVal val="true"/>
                                      </p:to>
                                    </p:set>
                                  </p:childTnLst>
                                </p:cTn>
                              </p:par>
                              <p:par>
                                <p:cTn id="194" presetID="27" presetClass="emph" presetSubtype="0" fill="remove" grpId="1" nodeType="withEffect">
                                  <p:stCondLst>
                                    <p:cond delay="0"/>
                                  </p:stCondLst>
                                  <p:childTnLst>
                                    <p:animClr clrSpc="rgb" dir="cw">
                                      <p:cBhvr override="childStyle">
                                        <p:cTn id="195" dur="500" autoRev="1" fill="remove"/>
                                        <p:tgtEl>
                                          <p:spTgt spid="18"/>
                                        </p:tgtEl>
                                        <p:attrNameLst>
                                          <p:attrName>style.color</p:attrName>
                                        </p:attrNameLst>
                                      </p:cBhvr>
                                      <p:to>
                                        <a:schemeClr val="bg1"/>
                                      </p:to>
                                    </p:animClr>
                                    <p:animClr clrSpc="rgb" dir="cw">
                                      <p:cBhvr>
                                        <p:cTn id="196" dur="500" autoRev="1" fill="remove"/>
                                        <p:tgtEl>
                                          <p:spTgt spid="18"/>
                                        </p:tgtEl>
                                        <p:attrNameLst>
                                          <p:attrName>fillcolor</p:attrName>
                                        </p:attrNameLst>
                                      </p:cBhvr>
                                      <p:to>
                                        <a:schemeClr val="bg1"/>
                                      </p:to>
                                    </p:animClr>
                                    <p:set>
                                      <p:cBhvr>
                                        <p:cTn id="197" dur="500" autoRev="1" fill="remove"/>
                                        <p:tgtEl>
                                          <p:spTgt spid="18"/>
                                        </p:tgtEl>
                                        <p:attrNameLst>
                                          <p:attrName>fill.type</p:attrName>
                                        </p:attrNameLst>
                                      </p:cBhvr>
                                      <p:to>
                                        <p:strVal val="solid"/>
                                      </p:to>
                                    </p:set>
                                    <p:set>
                                      <p:cBhvr>
                                        <p:cTn id="198" dur="500" autoRev="1" fill="remove"/>
                                        <p:tgtEl>
                                          <p:spTgt spid="18"/>
                                        </p:tgtEl>
                                        <p:attrNameLst>
                                          <p:attrName>fill.on</p:attrName>
                                        </p:attrNameLst>
                                      </p:cBhvr>
                                      <p:to>
                                        <p:strVal val="true"/>
                                      </p:to>
                                    </p:set>
                                  </p:childTnLst>
                                </p:cTn>
                              </p:par>
                              <p:par>
                                <p:cTn id="199" presetID="31" presetClass="entr" presetSubtype="0" fill="hold" grpId="0" nodeType="withEffect">
                                  <p:stCondLst>
                                    <p:cond delay="500"/>
                                  </p:stCondLst>
                                  <p:childTnLst>
                                    <p:set>
                                      <p:cBhvr>
                                        <p:cTn id="200" dur="1" fill="hold">
                                          <p:stCondLst>
                                            <p:cond delay="0"/>
                                          </p:stCondLst>
                                        </p:cTn>
                                        <p:tgtEl>
                                          <p:spTgt spid="22"/>
                                        </p:tgtEl>
                                        <p:attrNameLst>
                                          <p:attrName>style.visibility</p:attrName>
                                        </p:attrNameLst>
                                      </p:cBhvr>
                                      <p:to>
                                        <p:strVal val="visible"/>
                                      </p:to>
                                    </p:set>
                                    <p:anim calcmode="lin" valueType="num">
                                      <p:cBhvr>
                                        <p:cTn id="201" dur="1000" fill="hold"/>
                                        <p:tgtEl>
                                          <p:spTgt spid="22"/>
                                        </p:tgtEl>
                                        <p:attrNameLst>
                                          <p:attrName>ppt_w</p:attrName>
                                        </p:attrNameLst>
                                      </p:cBhvr>
                                      <p:tavLst>
                                        <p:tav tm="0">
                                          <p:val>
                                            <p:fltVal val="0"/>
                                          </p:val>
                                        </p:tav>
                                        <p:tav tm="100000">
                                          <p:val>
                                            <p:strVal val="#ppt_w"/>
                                          </p:val>
                                        </p:tav>
                                      </p:tavLst>
                                    </p:anim>
                                    <p:anim calcmode="lin" valueType="num">
                                      <p:cBhvr>
                                        <p:cTn id="202" dur="1000" fill="hold"/>
                                        <p:tgtEl>
                                          <p:spTgt spid="22"/>
                                        </p:tgtEl>
                                        <p:attrNameLst>
                                          <p:attrName>ppt_h</p:attrName>
                                        </p:attrNameLst>
                                      </p:cBhvr>
                                      <p:tavLst>
                                        <p:tav tm="0">
                                          <p:val>
                                            <p:fltVal val="0"/>
                                          </p:val>
                                        </p:tav>
                                        <p:tav tm="100000">
                                          <p:val>
                                            <p:strVal val="#ppt_h"/>
                                          </p:val>
                                        </p:tav>
                                      </p:tavLst>
                                    </p:anim>
                                    <p:anim calcmode="lin" valueType="num">
                                      <p:cBhvr>
                                        <p:cTn id="203" dur="1000" fill="hold"/>
                                        <p:tgtEl>
                                          <p:spTgt spid="22"/>
                                        </p:tgtEl>
                                        <p:attrNameLst>
                                          <p:attrName>style.rotation</p:attrName>
                                        </p:attrNameLst>
                                      </p:cBhvr>
                                      <p:tavLst>
                                        <p:tav tm="0">
                                          <p:val>
                                            <p:fltVal val="90"/>
                                          </p:val>
                                        </p:tav>
                                        <p:tav tm="100000">
                                          <p:val>
                                            <p:fltVal val="0"/>
                                          </p:val>
                                        </p:tav>
                                      </p:tavLst>
                                    </p:anim>
                                    <p:animEffect transition="in" filter="fade">
                                      <p:cBhvr>
                                        <p:cTn id="204" dur="1000"/>
                                        <p:tgtEl>
                                          <p:spTgt spid="22"/>
                                        </p:tgtEl>
                                      </p:cBhvr>
                                    </p:animEffect>
                                  </p:childTnLst>
                                </p:cTn>
                              </p:par>
                            </p:childTnLst>
                          </p:cTn>
                        </p:par>
                        <p:par>
                          <p:cTn id="205" fill="hold">
                            <p:stCondLst>
                              <p:cond delay="1500"/>
                            </p:stCondLst>
                            <p:childTnLst>
                              <p:par>
                                <p:cTn id="206" presetID="58" presetClass="path" presetSubtype="0" accel="50000" decel="50000" fill="hold" grpId="4" nodeType="afterEffect">
                                  <p:stCondLst>
                                    <p:cond delay="0"/>
                                  </p:stCondLst>
                                  <p:childTnLst>
                                    <p:animMotion origin="layout" path="M -0.00039 0.2493 L 0.03958 0.27129 C 0.04857 0.27592 0.05364 0.28287 0.05364 0.29004 C 0.05364 0.29838 0.04857 0.30509 0.03958 0.30972 L -0.00039 0.33194 " pathEditMode="relative" rAng="0" ptsTypes="AAAAA">
                                      <p:cBhvr>
                                        <p:cTn id="207" dur="2000" fill="hold"/>
                                        <p:tgtEl>
                                          <p:spTgt spid="11"/>
                                        </p:tgtEl>
                                        <p:attrNameLst>
                                          <p:attrName>ppt_x</p:attrName>
                                          <p:attrName>ppt_y</p:attrName>
                                        </p:attrNameLst>
                                      </p:cBhvr>
                                      <p:rCtr x="2695" y="4120"/>
                                    </p:animMotion>
                                  </p:childTnLst>
                                </p:cTn>
                              </p:par>
                              <p:par>
                                <p:cTn id="208" presetID="64" presetClass="path" presetSubtype="0" accel="50000" decel="50000" fill="hold" grpId="2" nodeType="withEffect">
                                  <p:stCondLst>
                                    <p:cond delay="0"/>
                                  </p:stCondLst>
                                  <p:childTnLst>
                                    <p:animMotion origin="layout" path="M 2.29167E-6 -1.85185E-6 L 2.29167E-6 -0.08287 " pathEditMode="relative" rAng="0" ptsTypes="AA">
                                      <p:cBhvr>
                                        <p:cTn id="209" dur="1000" fill="hold"/>
                                        <p:tgtEl>
                                          <p:spTgt spid="18"/>
                                        </p:tgtEl>
                                        <p:attrNameLst>
                                          <p:attrName>ppt_x</p:attrName>
                                          <p:attrName>ppt_y</p:attrName>
                                        </p:attrNameLst>
                                      </p:cBhvr>
                                      <p:rCtr x="0" y="-4144"/>
                                    </p:animMotion>
                                  </p:childTnLst>
                                </p:cTn>
                              </p:par>
                            </p:childTnLst>
                          </p:cTn>
                        </p:par>
                        <p:par>
                          <p:cTn id="210" fill="hold">
                            <p:stCondLst>
                              <p:cond delay="3500"/>
                            </p:stCondLst>
                            <p:childTnLst>
                              <p:par>
                                <p:cTn id="211" presetID="10" presetClass="exit" presetSubtype="0" fill="hold" grpId="1" nodeType="afterEffect">
                                  <p:stCondLst>
                                    <p:cond delay="0"/>
                                  </p:stCondLst>
                                  <p:childTnLst>
                                    <p:animEffect transition="out" filter="fade">
                                      <p:cBhvr>
                                        <p:cTn id="212" dur="500"/>
                                        <p:tgtEl>
                                          <p:spTgt spid="22"/>
                                        </p:tgtEl>
                                      </p:cBhvr>
                                    </p:animEffect>
                                    <p:set>
                                      <p:cBhvr>
                                        <p:cTn id="213" dur="1" fill="hold">
                                          <p:stCondLst>
                                            <p:cond delay="499"/>
                                          </p:stCondLst>
                                        </p:cTn>
                                        <p:tgtEl>
                                          <p:spTgt spid="22"/>
                                        </p:tgtEl>
                                        <p:attrNameLst>
                                          <p:attrName>style.visibility</p:attrName>
                                        </p:attrNameLst>
                                      </p:cBhvr>
                                      <p:to>
                                        <p:strVal val="hidden"/>
                                      </p:to>
                                    </p:set>
                                  </p:childTnLst>
                                </p:cTn>
                              </p:par>
                              <p:par>
                                <p:cTn id="214" presetID="3" presetClass="emph" presetSubtype="2" fill="hold" grpId="10" nodeType="withEffect">
                                  <p:stCondLst>
                                    <p:cond delay="0"/>
                                  </p:stCondLst>
                                  <p:childTnLst>
                                    <p:animClr clrSpc="rgb" dir="cw">
                                      <p:cBhvr override="childStyle">
                                        <p:cTn id="215" dur="500" fill="hold"/>
                                        <p:tgtEl>
                                          <p:spTgt spid="11"/>
                                        </p:tgtEl>
                                        <p:attrNameLst>
                                          <p:attrName>style.color</p:attrName>
                                        </p:attrNameLst>
                                      </p:cBhvr>
                                      <p:to>
                                        <a:srgbClr val="C00000"/>
                                      </p:to>
                                    </p:animClr>
                                  </p:childTnLst>
                                </p:cTn>
                              </p:par>
                            </p:childTnLst>
                          </p:cTn>
                        </p:par>
                        <p:par>
                          <p:cTn id="216" fill="hold">
                            <p:stCondLst>
                              <p:cond delay="4000"/>
                            </p:stCondLst>
                            <p:childTnLst>
                              <p:par>
                                <p:cTn id="217" presetID="47" presetClass="entr" presetSubtype="0" fill="hold" grpId="0" nodeType="afterEffect">
                                  <p:stCondLst>
                                    <p:cond delay="0"/>
                                  </p:stCondLst>
                                  <p:childTnLst>
                                    <p:set>
                                      <p:cBhvr>
                                        <p:cTn id="218" dur="1" fill="hold">
                                          <p:stCondLst>
                                            <p:cond delay="0"/>
                                          </p:stCondLst>
                                        </p:cTn>
                                        <p:tgtEl>
                                          <p:spTgt spid="27"/>
                                        </p:tgtEl>
                                        <p:attrNameLst>
                                          <p:attrName>style.visibility</p:attrName>
                                        </p:attrNameLst>
                                      </p:cBhvr>
                                      <p:to>
                                        <p:strVal val="visible"/>
                                      </p:to>
                                    </p:set>
                                    <p:animEffect transition="in" filter="fade">
                                      <p:cBhvr>
                                        <p:cTn id="219" dur="1000"/>
                                        <p:tgtEl>
                                          <p:spTgt spid="27"/>
                                        </p:tgtEl>
                                      </p:cBhvr>
                                    </p:animEffect>
                                    <p:anim calcmode="lin" valueType="num">
                                      <p:cBhvr>
                                        <p:cTn id="220" dur="1000" fill="hold"/>
                                        <p:tgtEl>
                                          <p:spTgt spid="27"/>
                                        </p:tgtEl>
                                        <p:attrNameLst>
                                          <p:attrName>ppt_x</p:attrName>
                                        </p:attrNameLst>
                                      </p:cBhvr>
                                      <p:tavLst>
                                        <p:tav tm="0">
                                          <p:val>
                                            <p:strVal val="#ppt_x"/>
                                          </p:val>
                                        </p:tav>
                                        <p:tav tm="100000">
                                          <p:val>
                                            <p:strVal val="#ppt_x"/>
                                          </p:val>
                                        </p:tav>
                                      </p:tavLst>
                                    </p:anim>
                                    <p:anim calcmode="lin" valueType="num">
                                      <p:cBhvr>
                                        <p:cTn id="221" dur="1000" fill="hold"/>
                                        <p:tgtEl>
                                          <p:spTgt spid="27"/>
                                        </p:tgtEl>
                                        <p:attrNameLst>
                                          <p:attrName>ppt_y</p:attrName>
                                        </p:attrNameLst>
                                      </p:cBhvr>
                                      <p:tavLst>
                                        <p:tav tm="0">
                                          <p:val>
                                            <p:strVal val="#ppt_y-.1"/>
                                          </p:val>
                                        </p:tav>
                                        <p:tav tm="100000">
                                          <p:val>
                                            <p:strVal val="#ppt_y"/>
                                          </p:val>
                                        </p:tav>
                                      </p:tavLst>
                                    </p:anim>
                                  </p:childTnLst>
                                </p:cTn>
                              </p:par>
                              <p:par>
                                <p:cTn id="222" presetID="47" presetClass="entr" presetSubtype="0" fill="hold" grpId="0" nodeType="withEffect">
                                  <p:stCondLst>
                                    <p:cond delay="0"/>
                                  </p:stCondLst>
                                  <p:iterate type="lt">
                                    <p:tmPct val="0"/>
                                  </p:iterate>
                                  <p:childTnLst>
                                    <p:set>
                                      <p:cBhvr>
                                        <p:cTn id="223" dur="1" fill="hold">
                                          <p:stCondLst>
                                            <p:cond delay="0"/>
                                          </p:stCondLst>
                                        </p:cTn>
                                        <p:tgtEl>
                                          <p:spTgt spid="16"/>
                                        </p:tgtEl>
                                        <p:attrNameLst>
                                          <p:attrName>style.visibility</p:attrName>
                                        </p:attrNameLst>
                                      </p:cBhvr>
                                      <p:to>
                                        <p:strVal val="visible"/>
                                      </p:to>
                                    </p:set>
                                    <p:animEffect transition="in" filter="fade">
                                      <p:cBhvr>
                                        <p:cTn id="224" dur="1000"/>
                                        <p:tgtEl>
                                          <p:spTgt spid="16"/>
                                        </p:tgtEl>
                                      </p:cBhvr>
                                    </p:animEffect>
                                    <p:anim calcmode="lin" valueType="num">
                                      <p:cBhvr>
                                        <p:cTn id="225" dur="1000" fill="hold"/>
                                        <p:tgtEl>
                                          <p:spTgt spid="16"/>
                                        </p:tgtEl>
                                        <p:attrNameLst>
                                          <p:attrName>ppt_x</p:attrName>
                                        </p:attrNameLst>
                                      </p:cBhvr>
                                      <p:tavLst>
                                        <p:tav tm="0">
                                          <p:val>
                                            <p:strVal val="#ppt_x"/>
                                          </p:val>
                                        </p:tav>
                                        <p:tav tm="100000">
                                          <p:val>
                                            <p:strVal val="#ppt_x"/>
                                          </p:val>
                                        </p:tav>
                                      </p:tavLst>
                                    </p:anim>
                                    <p:anim calcmode="lin" valueType="num">
                                      <p:cBhvr>
                                        <p:cTn id="226"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227" fill="hold">
                      <p:stCondLst>
                        <p:cond delay="indefinite"/>
                      </p:stCondLst>
                      <p:childTnLst>
                        <p:par>
                          <p:cTn id="228" fill="hold">
                            <p:stCondLst>
                              <p:cond delay="0"/>
                            </p:stCondLst>
                            <p:childTnLst>
                              <p:par>
                                <p:cTn id="229" presetID="27" presetClass="emph" presetSubtype="0" fill="remove" grpId="4" nodeType="clickEffect">
                                  <p:stCondLst>
                                    <p:cond delay="0"/>
                                  </p:stCondLst>
                                  <p:childTnLst>
                                    <p:animClr clrSpc="rgb" dir="cw">
                                      <p:cBhvr override="childStyle">
                                        <p:cTn id="230" dur="500" autoRev="1" fill="remove"/>
                                        <p:tgtEl>
                                          <p:spTgt spid="6"/>
                                        </p:tgtEl>
                                        <p:attrNameLst>
                                          <p:attrName>style.color</p:attrName>
                                        </p:attrNameLst>
                                      </p:cBhvr>
                                      <p:to>
                                        <a:schemeClr val="bg1"/>
                                      </p:to>
                                    </p:animClr>
                                    <p:animClr clrSpc="rgb" dir="cw">
                                      <p:cBhvr>
                                        <p:cTn id="231" dur="500" autoRev="1" fill="remove"/>
                                        <p:tgtEl>
                                          <p:spTgt spid="6"/>
                                        </p:tgtEl>
                                        <p:attrNameLst>
                                          <p:attrName>fillcolor</p:attrName>
                                        </p:attrNameLst>
                                      </p:cBhvr>
                                      <p:to>
                                        <a:schemeClr val="bg1"/>
                                      </p:to>
                                    </p:animClr>
                                    <p:set>
                                      <p:cBhvr>
                                        <p:cTn id="232" dur="500" autoRev="1" fill="remove"/>
                                        <p:tgtEl>
                                          <p:spTgt spid="6"/>
                                        </p:tgtEl>
                                        <p:attrNameLst>
                                          <p:attrName>fill.type</p:attrName>
                                        </p:attrNameLst>
                                      </p:cBhvr>
                                      <p:to>
                                        <p:strVal val="solid"/>
                                      </p:to>
                                    </p:set>
                                    <p:set>
                                      <p:cBhvr>
                                        <p:cTn id="233" dur="500" autoRev="1" fill="remove"/>
                                        <p:tgtEl>
                                          <p:spTgt spid="6"/>
                                        </p:tgtEl>
                                        <p:attrNameLst>
                                          <p:attrName>fill.on</p:attrName>
                                        </p:attrNameLst>
                                      </p:cBhvr>
                                      <p:to>
                                        <p:strVal val="true"/>
                                      </p:to>
                                    </p:set>
                                  </p:childTnLst>
                                </p:cTn>
                              </p:par>
                              <p:par>
                                <p:cTn id="234" presetID="27" presetClass="emph" presetSubtype="0" fill="remove" grpId="3" nodeType="withEffect">
                                  <p:stCondLst>
                                    <p:cond delay="0"/>
                                  </p:stCondLst>
                                  <p:childTnLst>
                                    <p:animClr clrSpc="rgb" dir="cw">
                                      <p:cBhvr override="childStyle">
                                        <p:cTn id="235" dur="500" autoRev="1" fill="remove"/>
                                        <p:tgtEl>
                                          <p:spTgt spid="8"/>
                                        </p:tgtEl>
                                        <p:attrNameLst>
                                          <p:attrName>style.color</p:attrName>
                                        </p:attrNameLst>
                                      </p:cBhvr>
                                      <p:to>
                                        <a:schemeClr val="bg1"/>
                                      </p:to>
                                    </p:animClr>
                                    <p:animClr clrSpc="rgb" dir="cw">
                                      <p:cBhvr>
                                        <p:cTn id="236" dur="500" autoRev="1" fill="remove"/>
                                        <p:tgtEl>
                                          <p:spTgt spid="8"/>
                                        </p:tgtEl>
                                        <p:attrNameLst>
                                          <p:attrName>fillcolor</p:attrName>
                                        </p:attrNameLst>
                                      </p:cBhvr>
                                      <p:to>
                                        <a:schemeClr val="bg1"/>
                                      </p:to>
                                    </p:animClr>
                                    <p:set>
                                      <p:cBhvr>
                                        <p:cTn id="237" dur="500" autoRev="1" fill="remove"/>
                                        <p:tgtEl>
                                          <p:spTgt spid="8"/>
                                        </p:tgtEl>
                                        <p:attrNameLst>
                                          <p:attrName>fill.type</p:attrName>
                                        </p:attrNameLst>
                                      </p:cBhvr>
                                      <p:to>
                                        <p:strVal val="solid"/>
                                      </p:to>
                                    </p:set>
                                    <p:set>
                                      <p:cBhvr>
                                        <p:cTn id="238" dur="500" autoRev="1" fill="remove"/>
                                        <p:tgtEl>
                                          <p:spTgt spid="8"/>
                                        </p:tgtEl>
                                        <p:attrNameLst>
                                          <p:attrName>fill.on</p:attrName>
                                        </p:attrNameLst>
                                      </p:cBhvr>
                                      <p:to>
                                        <p:strVal val="true"/>
                                      </p:to>
                                    </p:set>
                                  </p:childTnLst>
                                </p:cTn>
                              </p:par>
                              <p:par>
                                <p:cTn id="239" presetID="16" presetClass="entr" presetSubtype="26" fill="hold" grpId="1" nodeType="withEffect">
                                  <p:stCondLst>
                                    <p:cond delay="500"/>
                                  </p:stCondLst>
                                  <p:childTnLst>
                                    <p:set>
                                      <p:cBhvr>
                                        <p:cTn id="240" dur="1" fill="hold">
                                          <p:stCondLst>
                                            <p:cond delay="0"/>
                                          </p:stCondLst>
                                        </p:cTn>
                                        <p:tgtEl>
                                          <p:spTgt spid="23"/>
                                        </p:tgtEl>
                                        <p:attrNameLst>
                                          <p:attrName>style.visibility</p:attrName>
                                        </p:attrNameLst>
                                      </p:cBhvr>
                                      <p:to>
                                        <p:strVal val="visible"/>
                                      </p:to>
                                    </p:set>
                                    <p:animEffect transition="in" filter="barn(inHorizontal)">
                                      <p:cBhvr>
                                        <p:cTn id="241" dur="1000"/>
                                        <p:tgtEl>
                                          <p:spTgt spid="23"/>
                                        </p:tgtEl>
                                      </p:cBhvr>
                                    </p:animEffect>
                                  </p:childTnLst>
                                </p:cTn>
                              </p:par>
                            </p:childTnLst>
                          </p:cTn>
                        </p:par>
                        <p:par>
                          <p:cTn id="242" fill="hold">
                            <p:stCondLst>
                              <p:cond delay="1500"/>
                            </p:stCondLst>
                            <p:childTnLst>
                              <p:par>
                                <p:cTn id="243" presetID="10" presetClass="exit" presetSubtype="0" fill="hold" grpId="0" nodeType="afterEffect">
                                  <p:stCondLst>
                                    <p:cond delay="0"/>
                                  </p:stCondLst>
                                  <p:childTnLst>
                                    <p:animEffect transition="out" filter="fade">
                                      <p:cBhvr>
                                        <p:cTn id="244" dur="1000"/>
                                        <p:tgtEl>
                                          <p:spTgt spid="23"/>
                                        </p:tgtEl>
                                      </p:cBhvr>
                                    </p:animEffect>
                                    <p:set>
                                      <p:cBhvr>
                                        <p:cTn id="245" dur="1" fill="hold">
                                          <p:stCondLst>
                                            <p:cond delay="999"/>
                                          </p:stCondLst>
                                        </p:cTn>
                                        <p:tgtEl>
                                          <p:spTgt spid="23"/>
                                        </p:tgtEl>
                                        <p:attrNameLst>
                                          <p:attrName>style.visibility</p:attrName>
                                        </p:attrNameLst>
                                      </p:cBhvr>
                                      <p:to>
                                        <p:strVal val="hidden"/>
                                      </p:to>
                                    </p:set>
                                  </p:childTnLst>
                                </p:cTn>
                              </p:par>
                            </p:childTnLst>
                          </p:cTn>
                        </p:par>
                      </p:childTnLst>
                    </p:cTn>
                  </p:par>
                  <p:par>
                    <p:cTn id="246" fill="hold">
                      <p:stCondLst>
                        <p:cond delay="indefinite"/>
                      </p:stCondLst>
                      <p:childTnLst>
                        <p:par>
                          <p:cTn id="247" fill="hold">
                            <p:stCondLst>
                              <p:cond delay="0"/>
                            </p:stCondLst>
                            <p:childTnLst>
                              <p:par>
                                <p:cTn id="248" presetID="27" presetClass="emph" presetSubtype="0" fill="remove" grpId="5" nodeType="clickEffect">
                                  <p:stCondLst>
                                    <p:cond delay="0"/>
                                  </p:stCondLst>
                                  <p:childTnLst>
                                    <p:animClr clrSpc="rgb" dir="cw">
                                      <p:cBhvr override="childStyle">
                                        <p:cTn id="249" dur="500" autoRev="1" fill="remove"/>
                                        <p:tgtEl>
                                          <p:spTgt spid="6"/>
                                        </p:tgtEl>
                                        <p:attrNameLst>
                                          <p:attrName>style.color</p:attrName>
                                        </p:attrNameLst>
                                      </p:cBhvr>
                                      <p:to>
                                        <a:schemeClr val="bg1"/>
                                      </p:to>
                                    </p:animClr>
                                    <p:animClr clrSpc="rgb" dir="cw">
                                      <p:cBhvr>
                                        <p:cTn id="250" dur="500" autoRev="1" fill="remove"/>
                                        <p:tgtEl>
                                          <p:spTgt spid="6"/>
                                        </p:tgtEl>
                                        <p:attrNameLst>
                                          <p:attrName>fillcolor</p:attrName>
                                        </p:attrNameLst>
                                      </p:cBhvr>
                                      <p:to>
                                        <a:schemeClr val="bg1"/>
                                      </p:to>
                                    </p:animClr>
                                    <p:set>
                                      <p:cBhvr>
                                        <p:cTn id="251" dur="500" autoRev="1" fill="remove"/>
                                        <p:tgtEl>
                                          <p:spTgt spid="6"/>
                                        </p:tgtEl>
                                        <p:attrNameLst>
                                          <p:attrName>fill.type</p:attrName>
                                        </p:attrNameLst>
                                      </p:cBhvr>
                                      <p:to>
                                        <p:strVal val="solid"/>
                                      </p:to>
                                    </p:set>
                                    <p:set>
                                      <p:cBhvr>
                                        <p:cTn id="252" dur="500" autoRev="1" fill="remove"/>
                                        <p:tgtEl>
                                          <p:spTgt spid="6"/>
                                        </p:tgtEl>
                                        <p:attrNameLst>
                                          <p:attrName>fill.on</p:attrName>
                                        </p:attrNameLst>
                                      </p:cBhvr>
                                      <p:to>
                                        <p:strVal val="true"/>
                                      </p:to>
                                    </p:set>
                                  </p:childTnLst>
                                </p:cTn>
                              </p:par>
                              <p:par>
                                <p:cTn id="253" presetID="27" presetClass="emph" presetSubtype="0" fill="remove" grpId="3" nodeType="withEffect">
                                  <p:stCondLst>
                                    <p:cond delay="0"/>
                                  </p:stCondLst>
                                  <p:childTnLst>
                                    <p:animClr clrSpc="rgb" dir="cw">
                                      <p:cBhvr override="childStyle">
                                        <p:cTn id="254" dur="500" autoRev="1" fill="remove"/>
                                        <p:tgtEl>
                                          <p:spTgt spid="10"/>
                                        </p:tgtEl>
                                        <p:attrNameLst>
                                          <p:attrName>style.color</p:attrName>
                                        </p:attrNameLst>
                                      </p:cBhvr>
                                      <p:to>
                                        <a:schemeClr val="bg1"/>
                                      </p:to>
                                    </p:animClr>
                                    <p:animClr clrSpc="rgb" dir="cw">
                                      <p:cBhvr>
                                        <p:cTn id="255" dur="500" autoRev="1" fill="remove"/>
                                        <p:tgtEl>
                                          <p:spTgt spid="10"/>
                                        </p:tgtEl>
                                        <p:attrNameLst>
                                          <p:attrName>fillcolor</p:attrName>
                                        </p:attrNameLst>
                                      </p:cBhvr>
                                      <p:to>
                                        <a:schemeClr val="bg1"/>
                                      </p:to>
                                    </p:animClr>
                                    <p:set>
                                      <p:cBhvr>
                                        <p:cTn id="256" dur="500" autoRev="1" fill="remove"/>
                                        <p:tgtEl>
                                          <p:spTgt spid="10"/>
                                        </p:tgtEl>
                                        <p:attrNameLst>
                                          <p:attrName>fill.type</p:attrName>
                                        </p:attrNameLst>
                                      </p:cBhvr>
                                      <p:to>
                                        <p:strVal val="solid"/>
                                      </p:to>
                                    </p:set>
                                    <p:set>
                                      <p:cBhvr>
                                        <p:cTn id="257" dur="500" autoRev="1" fill="remove"/>
                                        <p:tgtEl>
                                          <p:spTgt spid="10"/>
                                        </p:tgtEl>
                                        <p:attrNameLst>
                                          <p:attrName>fill.on</p:attrName>
                                        </p:attrNameLst>
                                      </p:cBhvr>
                                      <p:to>
                                        <p:strVal val="true"/>
                                      </p:to>
                                    </p:set>
                                  </p:childTnLst>
                                </p:cTn>
                              </p:par>
                              <p:par>
                                <p:cTn id="258" presetID="16" presetClass="entr" presetSubtype="21" fill="hold" grpId="2" nodeType="withEffect">
                                  <p:stCondLst>
                                    <p:cond delay="500"/>
                                  </p:stCondLst>
                                  <p:iterate type="lt">
                                    <p:tmPct val="0"/>
                                  </p:iterate>
                                  <p:childTnLst>
                                    <p:set>
                                      <p:cBhvr>
                                        <p:cTn id="259" dur="1" fill="hold">
                                          <p:stCondLst>
                                            <p:cond delay="0"/>
                                          </p:stCondLst>
                                        </p:cTn>
                                        <p:tgtEl>
                                          <p:spTgt spid="9"/>
                                        </p:tgtEl>
                                        <p:attrNameLst>
                                          <p:attrName>style.visibility</p:attrName>
                                        </p:attrNameLst>
                                      </p:cBhvr>
                                      <p:to>
                                        <p:strVal val="visible"/>
                                      </p:to>
                                    </p:set>
                                    <p:animEffect transition="in" filter="barn(inVertical)">
                                      <p:cBhvr>
                                        <p:cTn id="260" dur="1000"/>
                                        <p:tgtEl>
                                          <p:spTgt spid="9"/>
                                        </p:tgtEl>
                                      </p:cBhvr>
                                    </p:animEffect>
                                  </p:childTnLst>
                                </p:cTn>
                              </p:par>
                            </p:childTnLst>
                          </p:cTn>
                        </p:par>
                        <p:par>
                          <p:cTn id="261" fill="hold">
                            <p:stCondLst>
                              <p:cond delay="1500"/>
                            </p:stCondLst>
                            <p:childTnLst>
                              <p:par>
                                <p:cTn id="262" presetID="10" presetClass="exit" presetSubtype="0" fill="hold" grpId="3" nodeType="afterEffect">
                                  <p:stCondLst>
                                    <p:cond delay="0"/>
                                  </p:stCondLst>
                                  <p:iterate type="lt">
                                    <p:tmPct val="0"/>
                                  </p:iterate>
                                  <p:childTnLst>
                                    <p:animEffect transition="out" filter="fade">
                                      <p:cBhvr>
                                        <p:cTn id="263" dur="500"/>
                                        <p:tgtEl>
                                          <p:spTgt spid="9"/>
                                        </p:tgtEl>
                                      </p:cBhvr>
                                    </p:animEffect>
                                    <p:set>
                                      <p:cBhvr>
                                        <p:cTn id="264" dur="1" fill="hold">
                                          <p:stCondLst>
                                            <p:cond delay="499"/>
                                          </p:stCondLst>
                                        </p:cTn>
                                        <p:tgtEl>
                                          <p:spTgt spid="9"/>
                                        </p:tgtEl>
                                        <p:attrNameLst>
                                          <p:attrName>style.visibility</p:attrName>
                                        </p:attrNameLst>
                                      </p:cBhvr>
                                      <p:to>
                                        <p:strVal val="hidden"/>
                                      </p:to>
                                    </p:set>
                                  </p:childTnLst>
                                </p:cTn>
                              </p:par>
                            </p:childTnLst>
                          </p:cTn>
                        </p:par>
                      </p:childTnLst>
                    </p:cTn>
                  </p:par>
                  <p:par>
                    <p:cTn id="265" fill="hold">
                      <p:stCondLst>
                        <p:cond delay="indefinite"/>
                      </p:stCondLst>
                      <p:childTnLst>
                        <p:par>
                          <p:cTn id="266" fill="hold">
                            <p:stCondLst>
                              <p:cond delay="0"/>
                            </p:stCondLst>
                            <p:childTnLst>
                              <p:par>
                                <p:cTn id="267" presetID="27" presetClass="emph" presetSubtype="0" fill="remove" grpId="4" nodeType="clickEffect">
                                  <p:stCondLst>
                                    <p:cond delay="0"/>
                                  </p:stCondLst>
                                  <p:childTnLst>
                                    <p:animClr clrSpc="rgb" dir="cw">
                                      <p:cBhvr override="childStyle">
                                        <p:cTn id="268" dur="500" autoRev="1" fill="remove"/>
                                        <p:tgtEl>
                                          <p:spTgt spid="10"/>
                                        </p:tgtEl>
                                        <p:attrNameLst>
                                          <p:attrName>style.color</p:attrName>
                                        </p:attrNameLst>
                                      </p:cBhvr>
                                      <p:to>
                                        <a:schemeClr val="bg1"/>
                                      </p:to>
                                    </p:animClr>
                                    <p:animClr clrSpc="rgb" dir="cw">
                                      <p:cBhvr>
                                        <p:cTn id="269" dur="500" autoRev="1" fill="remove"/>
                                        <p:tgtEl>
                                          <p:spTgt spid="10"/>
                                        </p:tgtEl>
                                        <p:attrNameLst>
                                          <p:attrName>fillcolor</p:attrName>
                                        </p:attrNameLst>
                                      </p:cBhvr>
                                      <p:to>
                                        <a:schemeClr val="bg1"/>
                                      </p:to>
                                    </p:animClr>
                                    <p:set>
                                      <p:cBhvr>
                                        <p:cTn id="270" dur="500" autoRev="1" fill="remove"/>
                                        <p:tgtEl>
                                          <p:spTgt spid="10"/>
                                        </p:tgtEl>
                                        <p:attrNameLst>
                                          <p:attrName>fill.type</p:attrName>
                                        </p:attrNameLst>
                                      </p:cBhvr>
                                      <p:to>
                                        <p:strVal val="solid"/>
                                      </p:to>
                                    </p:set>
                                    <p:set>
                                      <p:cBhvr>
                                        <p:cTn id="271" dur="500" autoRev="1" fill="remove"/>
                                        <p:tgtEl>
                                          <p:spTgt spid="10"/>
                                        </p:tgtEl>
                                        <p:attrNameLst>
                                          <p:attrName>fill.on</p:attrName>
                                        </p:attrNameLst>
                                      </p:cBhvr>
                                      <p:to>
                                        <p:strVal val="true"/>
                                      </p:to>
                                    </p:set>
                                  </p:childTnLst>
                                </p:cTn>
                              </p:par>
                              <p:par>
                                <p:cTn id="272" presetID="27" presetClass="emph" presetSubtype="0" fill="remove" grpId="3" nodeType="withEffect">
                                  <p:stCondLst>
                                    <p:cond delay="0"/>
                                  </p:stCondLst>
                                  <p:childTnLst>
                                    <p:animClr clrSpc="rgb" dir="cw">
                                      <p:cBhvr override="childStyle">
                                        <p:cTn id="273" dur="500" autoRev="1" fill="remove"/>
                                        <p:tgtEl>
                                          <p:spTgt spid="13"/>
                                        </p:tgtEl>
                                        <p:attrNameLst>
                                          <p:attrName>style.color</p:attrName>
                                        </p:attrNameLst>
                                      </p:cBhvr>
                                      <p:to>
                                        <a:schemeClr val="bg1"/>
                                      </p:to>
                                    </p:animClr>
                                    <p:animClr clrSpc="rgb" dir="cw">
                                      <p:cBhvr>
                                        <p:cTn id="274" dur="500" autoRev="1" fill="remove"/>
                                        <p:tgtEl>
                                          <p:spTgt spid="13"/>
                                        </p:tgtEl>
                                        <p:attrNameLst>
                                          <p:attrName>fillcolor</p:attrName>
                                        </p:attrNameLst>
                                      </p:cBhvr>
                                      <p:to>
                                        <a:schemeClr val="bg1"/>
                                      </p:to>
                                    </p:animClr>
                                    <p:set>
                                      <p:cBhvr>
                                        <p:cTn id="275" dur="500" autoRev="1" fill="remove"/>
                                        <p:tgtEl>
                                          <p:spTgt spid="13"/>
                                        </p:tgtEl>
                                        <p:attrNameLst>
                                          <p:attrName>fill.type</p:attrName>
                                        </p:attrNameLst>
                                      </p:cBhvr>
                                      <p:to>
                                        <p:strVal val="solid"/>
                                      </p:to>
                                    </p:set>
                                    <p:set>
                                      <p:cBhvr>
                                        <p:cTn id="276" dur="500" autoRev="1" fill="remove"/>
                                        <p:tgtEl>
                                          <p:spTgt spid="13"/>
                                        </p:tgtEl>
                                        <p:attrNameLst>
                                          <p:attrName>fill.on</p:attrName>
                                        </p:attrNameLst>
                                      </p:cBhvr>
                                      <p:to>
                                        <p:strVal val="true"/>
                                      </p:to>
                                    </p:set>
                                  </p:childTnLst>
                                </p:cTn>
                              </p:par>
                              <p:par>
                                <p:cTn id="277" presetID="16" presetClass="entr" presetSubtype="21" fill="hold" grpId="2" nodeType="withEffect">
                                  <p:stCondLst>
                                    <p:cond delay="500"/>
                                  </p:stCondLst>
                                  <p:childTnLst>
                                    <p:set>
                                      <p:cBhvr>
                                        <p:cTn id="278" dur="1" fill="hold">
                                          <p:stCondLst>
                                            <p:cond delay="0"/>
                                          </p:stCondLst>
                                        </p:cTn>
                                        <p:tgtEl>
                                          <p:spTgt spid="21"/>
                                        </p:tgtEl>
                                        <p:attrNameLst>
                                          <p:attrName>style.visibility</p:attrName>
                                        </p:attrNameLst>
                                      </p:cBhvr>
                                      <p:to>
                                        <p:strVal val="visible"/>
                                      </p:to>
                                    </p:set>
                                    <p:animEffect transition="in" filter="barn(inVertical)">
                                      <p:cBhvr>
                                        <p:cTn id="279" dur="1000"/>
                                        <p:tgtEl>
                                          <p:spTgt spid="21"/>
                                        </p:tgtEl>
                                      </p:cBhvr>
                                    </p:animEffect>
                                  </p:childTnLst>
                                </p:cTn>
                              </p:par>
                            </p:childTnLst>
                          </p:cTn>
                        </p:par>
                        <p:par>
                          <p:cTn id="280" fill="hold">
                            <p:stCondLst>
                              <p:cond delay="1500"/>
                            </p:stCondLst>
                            <p:childTnLst>
                              <p:par>
                                <p:cTn id="281" presetID="10" presetClass="exit" presetSubtype="0" fill="hold" grpId="3" nodeType="afterEffect">
                                  <p:stCondLst>
                                    <p:cond delay="0"/>
                                  </p:stCondLst>
                                  <p:childTnLst>
                                    <p:animEffect transition="out" filter="fade">
                                      <p:cBhvr>
                                        <p:cTn id="282" dur="500"/>
                                        <p:tgtEl>
                                          <p:spTgt spid="21"/>
                                        </p:tgtEl>
                                      </p:cBhvr>
                                    </p:animEffect>
                                    <p:set>
                                      <p:cBhvr>
                                        <p:cTn id="283" dur="1" fill="hold">
                                          <p:stCondLst>
                                            <p:cond delay="499"/>
                                          </p:stCondLst>
                                        </p:cTn>
                                        <p:tgtEl>
                                          <p:spTgt spid="21"/>
                                        </p:tgtEl>
                                        <p:attrNameLst>
                                          <p:attrName>style.visibility</p:attrName>
                                        </p:attrNameLst>
                                      </p:cBhvr>
                                      <p:to>
                                        <p:strVal val="hidden"/>
                                      </p:to>
                                    </p:set>
                                  </p:childTnLst>
                                </p:cTn>
                              </p:par>
                            </p:childTnLst>
                          </p:cTn>
                        </p:par>
                      </p:childTnLst>
                    </p:cTn>
                  </p:par>
                  <p:par>
                    <p:cTn id="284" fill="hold">
                      <p:stCondLst>
                        <p:cond delay="indefinite"/>
                      </p:stCondLst>
                      <p:childTnLst>
                        <p:par>
                          <p:cTn id="285" fill="hold">
                            <p:stCondLst>
                              <p:cond delay="0"/>
                            </p:stCondLst>
                            <p:childTnLst>
                              <p:par>
                                <p:cTn id="286" presetID="27" presetClass="emph" presetSubtype="0" fill="remove" grpId="4" nodeType="clickEffect">
                                  <p:stCondLst>
                                    <p:cond delay="0"/>
                                  </p:stCondLst>
                                  <p:childTnLst>
                                    <p:animClr clrSpc="rgb" dir="cw">
                                      <p:cBhvr override="childStyle">
                                        <p:cTn id="287" dur="500" autoRev="1" fill="remove"/>
                                        <p:tgtEl>
                                          <p:spTgt spid="13"/>
                                        </p:tgtEl>
                                        <p:attrNameLst>
                                          <p:attrName>style.color</p:attrName>
                                        </p:attrNameLst>
                                      </p:cBhvr>
                                      <p:to>
                                        <a:schemeClr val="bg1"/>
                                      </p:to>
                                    </p:animClr>
                                    <p:animClr clrSpc="rgb" dir="cw">
                                      <p:cBhvr>
                                        <p:cTn id="288" dur="500" autoRev="1" fill="remove"/>
                                        <p:tgtEl>
                                          <p:spTgt spid="13"/>
                                        </p:tgtEl>
                                        <p:attrNameLst>
                                          <p:attrName>fillcolor</p:attrName>
                                        </p:attrNameLst>
                                      </p:cBhvr>
                                      <p:to>
                                        <a:schemeClr val="bg1"/>
                                      </p:to>
                                    </p:animClr>
                                    <p:set>
                                      <p:cBhvr>
                                        <p:cTn id="289" dur="500" autoRev="1" fill="remove"/>
                                        <p:tgtEl>
                                          <p:spTgt spid="13"/>
                                        </p:tgtEl>
                                        <p:attrNameLst>
                                          <p:attrName>fill.type</p:attrName>
                                        </p:attrNameLst>
                                      </p:cBhvr>
                                      <p:to>
                                        <p:strVal val="solid"/>
                                      </p:to>
                                    </p:set>
                                    <p:set>
                                      <p:cBhvr>
                                        <p:cTn id="290" dur="500" autoRev="1" fill="remove"/>
                                        <p:tgtEl>
                                          <p:spTgt spid="13"/>
                                        </p:tgtEl>
                                        <p:attrNameLst>
                                          <p:attrName>fill.on</p:attrName>
                                        </p:attrNameLst>
                                      </p:cBhvr>
                                      <p:to>
                                        <p:strVal val="true"/>
                                      </p:to>
                                    </p:set>
                                  </p:childTnLst>
                                </p:cTn>
                              </p:par>
                              <p:par>
                                <p:cTn id="291" presetID="27" presetClass="emph" presetSubtype="0" fill="remove" grpId="3" nodeType="withEffect">
                                  <p:stCondLst>
                                    <p:cond delay="0"/>
                                  </p:stCondLst>
                                  <p:childTnLst>
                                    <p:animClr clrSpc="rgb" dir="cw">
                                      <p:cBhvr override="childStyle">
                                        <p:cTn id="292" dur="500" autoRev="1" fill="remove"/>
                                        <p:tgtEl>
                                          <p:spTgt spid="5"/>
                                        </p:tgtEl>
                                        <p:attrNameLst>
                                          <p:attrName>style.color</p:attrName>
                                        </p:attrNameLst>
                                      </p:cBhvr>
                                      <p:to>
                                        <a:schemeClr val="bg1"/>
                                      </p:to>
                                    </p:animClr>
                                    <p:animClr clrSpc="rgb" dir="cw">
                                      <p:cBhvr>
                                        <p:cTn id="293" dur="500" autoRev="1" fill="remove"/>
                                        <p:tgtEl>
                                          <p:spTgt spid="5"/>
                                        </p:tgtEl>
                                        <p:attrNameLst>
                                          <p:attrName>fillcolor</p:attrName>
                                        </p:attrNameLst>
                                      </p:cBhvr>
                                      <p:to>
                                        <a:schemeClr val="bg1"/>
                                      </p:to>
                                    </p:animClr>
                                    <p:set>
                                      <p:cBhvr>
                                        <p:cTn id="294" dur="500" autoRev="1" fill="remove"/>
                                        <p:tgtEl>
                                          <p:spTgt spid="5"/>
                                        </p:tgtEl>
                                        <p:attrNameLst>
                                          <p:attrName>fill.type</p:attrName>
                                        </p:attrNameLst>
                                      </p:cBhvr>
                                      <p:to>
                                        <p:strVal val="solid"/>
                                      </p:to>
                                    </p:set>
                                    <p:set>
                                      <p:cBhvr>
                                        <p:cTn id="295" dur="500" autoRev="1" fill="remove"/>
                                        <p:tgtEl>
                                          <p:spTgt spid="5"/>
                                        </p:tgtEl>
                                        <p:attrNameLst>
                                          <p:attrName>fill.on</p:attrName>
                                        </p:attrNameLst>
                                      </p:cBhvr>
                                      <p:to>
                                        <p:strVal val="true"/>
                                      </p:to>
                                    </p:set>
                                  </p:childTnLst>
                                </p:cTn>
                              </p:par>
                              <p:par>
                                <p:cTn id="296" presetID="31" presetClass="entr" presetSubtype="0" fill="hold" grpId="2" nodeType="withEffect">
                                  <p:stCondLst>
                                    <p:cond delay="500"/>
                                  </p:stCondLst>
                                  <p:childTnLst>
                                    <p:set>
                                      <p:cBhvr>
                                        <p:cTn id="297" dur="1" fill="hold">
                                          <p:stCondLst>
                                            <p:cond delay="0"/>
                                          </p:stCondLst>
                                        </p:cTn>
                                        <p:tgtEl>
                                          <p:spTgt spid="12"/>
                                        </p:tgtEl>
                                        <p:attrNameLst>
                                          <p:attrName>style.visibility</p:attrName>
                                        </p:attrNameLst>
                                      </p:cBhvr>
                                      <p:to>
                                        <p:strVal val="visible"/>
                                      </p:to>
                                    </p:set>
                                    <p:anim calcmode="lin" valueType="num">
                                      <p:cBhvr>
                                        <p:cTn id="298" dur="1000" fill="hold"/>
                                        <p:tgtEl>
                                          <p:spTgt spid="12"/>
                                        </p:tgtEl>
                                        <p:attrNameLst>
                                          <p:attrName>ppt_w</p:attrName>
                                        </p:attrNameLst>
                                      </p:cBhvr>
                                      <p:tavLst>
                                        <p:tav tm="0">
                                          <p:val>
                                            <p:fltVal val="0"/>
                                          </p:val>
                                        </p:tav>
                                        <p:tav tm="100000">
                                          <p:val>
                                            <p:strVal val="#ppt_w"/>
                                          </p:val>
                                        </p:tav>
                                      </p:tavLst>
                                    </p:anim>
                                    <p:anim calcmode="lin" valueType="num">
                                      <p:cBhvr>
                                        <p:cTn id="299" dur="1000" fill="hold"/>
                                        <p:tgtEl>
                                          <p:spTgt spid="12"/>
                                        </p:tgtEl>
                                        <p:attrNameLst>
                                          <p:attrName>ppt_h</p:attrName>
                                        </p:attrNameLst>
                                      </p:cBhvr>
                                      <p:tavLst>
                                        <p:tav tm="0">
                                          <p:val>
                                            <p:fltVal val="0"/>
                                          </p:val>
                                        </p:tav>
                                        <p:tav tm="100000">
                                          <p:val>
                                            <p:strVal val="#ppt_h"/>
                                          </p:val>
                                        </p:tav>
                                      </p:tavLst>
                                    </p:anim>
                                    <p:anim calcmode="lin" valueType="num">
                                      <p:cBhvr>
                                        <p:cTn id="300" dur="1000" fill="hold"/>
                                        <p:tgtEl>
                                          <p:spTgt spid="12"/>
                                        </p:tgtEl>
                                        <p:attrNameLst>
                                          <p:attrName>style.rotation</p:attrName>
                                        </p:attrNameLst>
                                      </p:cBhvr>
                                      <p:tavLst>
                                        <p:tav tm="0">
                                          <p:val>
                                            <p:fltVal val="90"/>
                                          </p:val>
                                        </p:tav>
                                        <p:tav tm="100000">
                                          <p:val>
                                            <p:fltVal val="0"/>
                                          </p:val>
                                        </p:tav>
                                      </p:tavLst>
                                    </p:anim>
                                    <p:animEffect transition="in" filter="fade">
                                      <p:cBhvr>
                                        <p:cTn id="301" dur="1000"/>
                                        <p:tgtEl>
                                          <p:spTgt spid="12"/>
                                        </p:tgtEl>
                                      </p:cBhvr>
                                    </p:animEffect>
                                  </p:childTnLst>
                                </p:cTn>
                              </p:par>
                            </p:childTnLst>
                          </p:cTn>
                        </p:par>
                        <p:par>
                          <p:cTn id="302" fill="hold">
                            <p:stCondLst>
                              <p:cond delay="1500"/>
                            </p:stCondLst>
                            <p:childTnLst>
                              <p:par>
                                <p:cTn id="303" presetID="58" presetClass="path" presetSubtype="0" accel="50000" decel="50000" fill="hold" grpId="5" nodeType="afterEffect">
                                  <p:stCondLst>
                                    <p:cond delay="0"/>
                                  </p:stCondLst>
                                  <p:childTnLst>
                                    <p:animMotion origin="layout" path="M 1.66667E-6 -0.08217 L 0.03997 -0.06111 C 0.04896 -0.05671 0.05403 -0.05 0.05403 -0.04305 C 0.05403 -0.03518 0.04896 -0.02893 0.03997 -0.02453 L 1.66667E-6 -0.00324 " pathEditMode="relative" rAng="0" ptsTypes="AAAAA">
                                      <p:cBhvr>
                                        <p:cTn id="304" dur="2000" fill="hold"/>
                                        <p:tgtEl>
                                          <p:spTgt spid="13"/>
                                        </p:tgtEl>
                                        <p:attrNameLst>
                                          <p:attrName>ppt_x</p:attrName>
                                          <p:attrName>ppt_y</p:attrName>
                                        </p:attrNameLst>
                                      </p:cBhvr>
                                      <p:rCtr x="2695" y="3935"/>
                                    </p:animMotion>
                                  </p:childTnLst>
                                </p:cTn>
                              </p:par>
                              <p:par>
                                <p:cTn id="305" presetID="64" presetClass="path" presetSubtype="0" accel="50000" decel="50000" fill="hold" grpId="4" nodeType="withEffect">
                                  <p:stCondLst>
                                    <p:cond delay="0"/>
                                  </p:stCondLst>
                                  <p:childTnLst>
                                    <p:animMotion origin="layout" path="M 1.66667E-6 -0.08426 L 1.66667E-6 -0.16597 " pathEditMode="relative" rAng="0" ptsTypes="AA">
                                      <p:cBhvr>
                                        <p:cTn id="306" dur="1000" fill="hold"/>
                                        <p:tgtEl>
                                          <p:spTgt spid="5"/>
                                        </p:tgtEl>
                                        <p:attrNameLst>
                                          <p:attrName>ppt_x</p:attrName>
                                          <p:attrName>ppt_y</p:attrName>
                                        </p:attrNameLst>
                                      </p:cBhvr>
                                      <p:rCtr x="0" y="-4097"/>
                                    </p:animMotion>
                                  </p:childTnLst>
                                </p:cTn>
                              </p:par>
                            </p:childTnLst>
                          </p:cTn>
                        </p:par>
                        <p:par>
                          <p:cTn id="307" fill="hold">
                            <p:stCondLst>
                              <p:cond delay="3500"/>
                            </p:stCondLst>
                            <p:childTnLst>
                              <p:par>
                                <p:cTn id="308" presetID="10" presetClass="exit" presetSubtype="0" fill="hold" grpId="3" nodeType="afterEffect">
                                  <p:stCondLst>
                                    <p:cond delay="0"/>
                                  </p:stCondLst>
                                  <p:childTnLst>
                                    <p:animEffect transition="out" filter="fade">
                                      <p:cBhvr>
                                        <p:cTn id="309" dur="500"/>
                                        <p:tgtEl>
                                          <p:spTgt spid="12"/>
                                        </p:tgtEl>
                                      </p:cBhvr>
                                    </p:animEffect>
                                    <p:set>
                                      <p:cBhvr>
                                        <p:cTn id="310" dur="1" fill="hold">
                                          <p:stCondLst>
                                            <p:cond delay="499"/>
                                          </p:stCondLst>
                                        </p:cTn>
                                        <p:tgtEl>
                                          <p:spTgt spid="12"/>
                                        </p:tgtEl>
                                        <p:attrNameLst>
                                          <p:attrName>style.visibility</p:attrName>
                                        </p:attrNameLst>
                                      </p:cBhvr>
                                      <p:to>
                                        <p:strVal val="hidden"/>
                                      </p:to>
                                    </p:set>
                                  </p:childTnLst>
                                </p:cTn>
                              </p:par>
                            </p:childTnLst>
                          </p:cTn>
                        </p:par>
                      </p:childTnLst>
                    </p:cTn>
                  </p:par>
                  <p:par>
                    <p:cTn id="311" fill="hold">
                      <p:stCondLst>
                        <p:cond delay="indefinite"/>
                      </p:stCondLst>
                      <p:childTnLst>
                        <p:par>
                          <p:cTn id="312" fill="hold">
                            <p:stCondLst>
                              <p:cond delay="0"/>
                            </p:stCondLst>
                            <p:childTnLst>
                              <p:par>
                                <p:cTn id="313" presetID="27" presetClass="emph" presetSubtype="0" fill="remove" grpId="6" nodeType="clickEffect">
                                  <p:stCondLst>
                                    <p:cond delay="0"/>
                                  </p:stCondLst>
                                  <p:childTnLst>
                                    <p:animClr clrSpc="rgb" dir="cw">
                                      <p:cBhvr override="childStyle">
                                        <p:cTn id="314" dur="500" autoRev="1" fill="remove"/>
                                        <p:tgtEl>
                                          <p:spTgt spid="13"/>
                                        </p:tgtEl>
                                        <p:attrNameLst>
                                          <p:attrName>style.color</p:attrName>
                                        </p:attrNameLst>
                                      </p:cBhvr>
                                      <p:to>
                                        <a:schemeClr val="bg1"/>
                                      </p:to>
                                    </p:animClr>
                                    <p:animClr clrSpc="rgb" dir="cw">
                                      <p:cBhvr>
                                        <p:cTn id="315" dur="500" autoRev="1" fill="remove"/>
                                        <p:tgtEl>
                                          <p:spTgt spid="13"/>
                                        </p:tgtEl>
                                        <p:attrNameLst>
                                          <p:attrName>fillcolor</p:attrName>
                                        </p:attrNameLst>
                                      </p:cBhvr>
                                      <p:to>
                                        <a:schemeClr val="bg1"/>
                                      </p:to>
                                    </p:animClr>
                                    <p:set>
                                      <p:cBhvr>
                                        <p:cTn id="316" dur="500" autoRev="1" fill="remove"/>
                                        <p:tgtEl>
                                          <p:spTgt spid="13"/>
                                        </p:tgtEl>
                                        <p:attrNameLst>
                                          <p:attrName>fill.type</p:attrName>
                                        </p:attrNameLst>
                                      </p:cBhvr>
                                      <p:to>
                                        <p:strVal val="solid"/>
                                      </p:to>
                                    </p:set>
                                    <p:set>
                                      <p:cBhvr>
                                        <p:cTn id="317" dur="500" autoRev="1" fill="remove"/>
                                        <p:tgtEl>
                                          <p:spTgt spid="13"/>
                                        </p:tgtEl>
                                        <p:attrNameLst>
                                          <p:attrName>fill.on</p:attrName>
                                        </p:attrNameLst>
                                      </p:cBhvr>
                                      <p:to>
                                        <p:strVal val="true"/>
                                      </p:to>
                                    </p:set>
                                  </p:childTnLst>
                                </p:cTn>
                              </p:par>
                              <p:par>
                                <p:cTn id="318" presetID="27" presetClass="emph" presetSubtype="0" fill="remove" grpId="3" nodeType="withEffect">
                                  <p:stCondLst>
                                    <p:cond delay="0"/>
                                  </p:stCondLst>
                                  <p:childTnLst>
                                    <p:animClr clrSpc="rgb" dir="cw">
                                      <p:cBhvr override="childStyle">
                                        <p:cTn id="319" dur="500" autoRev="1" fill="remove"/>
                                        <p:tgtEl>
                                          <p:spTgt spid="17"/>
                                        </p:tgtEl>
                                        <p:attrNameLst>
                                          <p:attrName>style.color</p:attrName>
                                        </p:attrNameLst>
                                      </p:cBhvr>
                                      <p:to>
                                        <a:schemeClr val="bg1"/>
                                      </p:to>
                                    </p:animClr>
                                    <p:animClr clrSpc="rgb" dir="cw">
                                      <p:cBhvr>
                                        <p:cTn id="320" dur="500" autoRev="1" fill="remove"/>
                                        <p:tgtEl>
                                          <p:spTgt spid="17"/>
                                        </p:tgtEl>
                                        <p:attrNameLst>
                                          <p:attrName>fillcolor</p:attrName>
                                        </p:attrNameLst>
                                      </p:cBhvr>
                                      <p:to>
                                        <a:schemeClr val="bg1"/>
                                      </p:to>
                                    </p:animClr>
                                    <p:set>
                                      <p:cBhvr>
                                        <p:cTn id="321" dur="500" autoRev="1" fill="remove"/>
                                        <p:tgtEl>
                                          <p:spTgt spid="17"/>
                                        </p:tgtEl>
                                        <p:attrNameLst>
                                          <p:attrName>fill.type</p:attrName>
                                        </p:attrNameLst>
                                      </p:cBhvr>
                                      <p:to>
                                        <p:strVal val="solid"/>
                                      </p:to>
                                    </p:set>
                                    <p:set>
                                      <p:cBhvr>
                                        <p:cTn id="322" dur="500" autoRev="1" fill="remove"/>
                                        <p:tgtEl>
                                          <p:spTgt spid="17"/>
                                        </p:tgtEl>
                                        <p:attrNameLst>
                                          <p:attrName>fill.on</p:attrName>
                                        </p:attrNameLst>
                                      </p:cBhvr>
                                      <p:to>
                                        <p:strVal val="true"/>
                                      </p:to>
                                    </p:set>
                                  </p:childTnLst>
                                </p:cTn>
                              </p:par>
                              <p:par>
                                <p:cTn id="323" presetID="31" presetClass="entr" presetSubtype="0" fill="hold" grpId="2" nodeType="withEffect">
                                  <p:stCondLst>
                                    <p:cond delay="500"/>
                                  </p:stCondLst>
                                  <p:childTnLst>
                                    <p:set>
                                      <p:cBhvr>
                                        <p:cTn id="324" dur="1" fill="hold">
                                          <p:stCondLst>
                                            <p:cond delay="0"/>
                                          </p:stCondLst>
                                        </p:cTn>
                                        <p:tgtEl>
                                          <p:spTgt spid="14"/>
                                        </p:tgtEl>
                                        <p:attrNameLst>
                                          <p:attrName>style.visibility</p:attrName>
                                        </p:attrNameLst>
                                      </p:cBhvr>
                                      <p:to>
                                        <p:strVal val="visible"/>
                                      </p:to>
                                    </p:set>
                                    <p:anim calcmode="lin" valueType="num">
                                      <p:cBhvr>
                                        <p:cTn id="325" dur="1000" fill="hold"/>
                                        <p:tgtEl>
                                          <p:spTgt spid="14"/>
                                        </p:tgtEl>
                                        <p:attrNameLst>
                                          <p:attrName>ppt_w</p:attrName>
                                        </p:attrNameLst>
                                      </p:cBhvr>
                                      <p:tavLst>
                                        <p:tav tm="0">
                                          <p:val>
                                            <p:fltVal val="0"/>
                                          </p:val>
                                        </p:tav>
                                        <p:tav tm="100000">
                                          <p:val>
                                            <p:strVal val="#ppt_w"/>
                                          </p:val>
                                        </p:tav>
                                      </p:tavLst>
                                    </p:anim>
                                    <p:anim calcmode="lin" valueType="num">
                                      <p:cBhvr>
                                        <p:cTn id="326" dur="1000" fill="hold"/>
                                        <p:tgtEl>
                                          <p:spTgt spid="14"/>
                                        </p:tgtEl>
                                        <p:attrNameLst>
                                          <p:attrName>ppt_h</p:attrName>
                                        </p:attrNameLst>
                                      </p:cBhvr>
                                      <p:tavLst>
                                        <p:tav tm="0">
                                          <p:val>
                                            <p:fltVal val="0"/>
                                          </p:val>
                                        </p:tav>
                                        <p:tav tm="100000">
                                          <p:val>
                                            <p:strVal val="#ppt_h"/>
                                          </p:val>
                                        </p:tav>
                                      </p:tavLst>
                                    </p:anim>
                                    <p:anim calcmode="lin" valueType="num">
                                      <p:cBhvr>
                                        <p:cTn id="327" dur="1000" fill="hold"/>
                                        <p:tgtEl>
                                          <p:spTgt spid="14"/>
                                        </p:tgtEl>
                                        <p:attrNameLst>
                                          <p:attrName>style.rotation</p:attrName>
                                        </p:attrNameLst>
                                      </p:cBhvr>
                                      <p:tavLst>
                                        <p:tav tm="0">
                                          <p:val>
                                            <p:fltVal val="90"/>
                                          </p:val>
                                        </p:tav>
                                        <p:tav tm="100000">
                                          <p:val>
                                            <p:fltVal val="0"/>
                                          </p:val>
                                        </p:tav>
                                      </p:tavLst>
                                    </p:anim>
                                    <p:animEffect transition="in" filter="fade">
                                      <p:cBhvr>
                                        <p:cTn id="328" dur="1000"/>
                                        <p:tgtEl>
                                          <p:spTgt spid="14"/>
                                        </p:tgtEl>
                                      </p:cBhvr>
                                    </p:animEffect>
                                  </p:childTnLst>
                                </p:cTn>
                              </p:par>
                            </p:childTnLst>
                          </p:cTn>
                        </p:par>
                        <p:par>
                          <p:cTn id="329" fill="hold">
                            <p:stCondLst>
                              <p:cond delay="1500"/>
                            </p:stCondLst>
                            <p:childTnLst>
                              <p:par>
                                <p:cTn id="330" presetID="58" presetClass="path" presetSubtype="0" accel="50000" decel="50000" fill="hold" grpId="7" nodeType="afterEffect">
                                  <p:stCondLst>
                                    <p:cond delay="0"/>
                                  </p:stCondLst>
                                  <p:childTnLst>
                                    <p:animMotion origin="layout" path="M 1.66667E-6 -3.33333E-6 L 0.03997 0.02315 C 0.04896 0.02801 0.05403 0.03542 0.05403 0.04306 C 0.05403 0.05162 0.04896 0.0588 0.03997 0.06343 L 1.66667E-6 0.08704 " pathEditMode="relative" rAng="0" ptsTypes="AAAAA">
                                      <p:cBhvr>
                                        <p:cTn id="331" dur="2000" fill="hold"/>
                                        <p:tgtEl>
                                          <p:spTgt spid="13"/>
                                        </p:tgtEl>
                                        <p:attrNameLst>
                                          <p:attrName>ppt_x</p:attrName>
                                          <p:attrName>ppt_y</p:attrName>
                                        </p:attrNameLst>
                                      </p:cBhvr>
                                      <p:rCtr x="2695" y="4352"/>
                                    </p:animMotion>
                                  </p:childTnLst>
                                </p:cTn>
                              </p:par>
                              <p:par>
                                <p:cTn id="332" presetID="64" presetClass="path" presetSubtype="0" accel="50000" decel="50000" fill="hold" grpId="4" nodeType="withEffect">
                                  <p:stCondLst>
                                    <p:cond delay="0"/>
                                  </p:stCondLst>
                                  <p:childTnLst>
                                    <p:animMotion origin="layout" path="M 0.00039 -0.08194 L 0.00039 -0.1669 " pathEditMode="relative" rAng="0" ptsTypes="AA">
                                      <p:cBhvr>
                                        <p:cTn id="333" dur="1000" fill="hold"/>
                                        <p:tgtEl>
                                          <p:spTgt spid="17"/>
                                        </p:tgtEl>
                                        <p:attrNameLst>
                                          <p:attrName>ppt_x</p:attrName>
                                          <p:attrName>ppt_y</p:attrName>
                                        </p:attrNameLst>
                                      </p:cBhvr>
                                      <p:rCtr x="0" y="-4259"/>
                                    </p:animMotion>
                                  </p:childTnLst>
                                </p:cTn>
                              </p:par>
                            </p:childTnLst>
                          </p:cTn>
                        </p:par>
                        <p:par>
                          <p:cTn id="334" fill="hold">
                            <p:stCondLst>
                              <p:cond delay="3500"/>
                            </p:stCondLst>
                            <p:childTnLst>
                              <p:par>
                                <p:cTn id="335" presetID="10" presetClass="exit" presetSubtype="0" fill="hold" grpId="3" nodeType="afterEffect">
                                  <p:stCondLst>
                                    <p:cond delay="0"/>
                                  </p:stCondLst>
                                  <p:childTnLst>
                                    <p:animEffect transition="out" filter="fade">
                                      <p:cBhvr>
                                        <p:cTn id="336" dur="500"/>
                                        <p:tgtEl>
                                          <p:spTgt spid="14"/>
                                        </p:tgtEl>
                                      </p:cBhvr>
                                    </p:animEffect>
                                    <p:set>
                                      <p:cBhvr>
                                        <p:cTn id="337" dur="1" fill="hold">
                                          <p:stCondLst>
                                            <p:cond delay="499"/>
                                          </p:stCondLst>
                                        </p:cTn>
                                        <p:tgtEl>
                                          <p:spTgt spid="14"/>
                                        </p:tgtEl>
                                        <p:attrNameLst>
                                          <p:attrName>style.visibility</p:attrName>
                                        </p:attrNameLst>
                                      </p:cBhvr>
                                      <p:to>
                                        <p:strVal val="hidden"/>
                                      </p:to>
                                    </p:set>
                                  </p:childTnLst>
                                </p:cTn>
                              </p:par>
                            </p:childTnLst>
                          </p:cTn>
                        </p:par>
                      </p:childTnLst>
                    </p:cTn>
                  </p:par>
                  <p:par>
                    <p:cTn id="338" fill="hold">
                      <p:stCondLst>
                        <p:cond delay="indefinite"/>
                      </p:stCondLst>
                      <p:childTnLst>
                        <p:par>
                          <p:cTn id="339" fill="hold">
                            <p:stCondLst>
                              <p:cond delay="0"/>
                            </p:stCondLst>
                            <p:childTnLst>
                              <p:par>
                                <p:cTn id="340" presetID="27" presetClass="emph" presetSubtype="0" fill="remove" grpId="9" nodeType="clickEffect">
                                  <p:stCondLst>
                                    <p:cond delay="0"/>
                                  </p:stCondLst>
                                  <p:childTnLst>
                                    <p:animClr clrSpc="rgb" dir="cw">
                                      <p:cBhvr override="childStyle">
                                        <p:cTn id="341" dur="500" autoRev="1" fill="remove"/>
                                        <p:tgtEl>
                                          <p:spTgt spid="13"/>
                                        </p:tgtEl>
                                        <p:attrNameLst>
                                          <p:attrName>style.color</p:attrName>
                                        </p:attrNameLst>
                                      </p:cBhvr>
                                      <p:to>
                                        <a:schemeClr val="bg1"/>
                                      </p:to>
                                    </p:animClr>
                                    <p:animClr clrSpc="rgb" dir="cw">
                                      <p:cBhvr>
                                        <p:cTn id="342" dur="500" autoRev="1" fill="remove"/>
                                        <p:tgtEl>
                                          <p:spTgt spid="13"/>
                                        </p:tgtEl>
                                        <p:attrNameLst>
                                          <p:attrName>fillcolor</p:attrName>
                                        </p:attrNameLst>
                                      </p:cBhvr>
                                      <p:to>
                                        <a:schemeClr val="bg1"/>
                                      </p:to>
                                    </p:animClr>
                                    <p:set>
                                      <p:cBhvr>
                                        <p:cTn id="343" dur="500" autoRev="1" fill="remove"/>
                                        <p:tgtEl>
                                          <p:spTgt spid="13"/>
                                        </p:tgtEl>
                                        <p:attrNameLst>
                                          <p:attrName>fill.type</p:attrName>
                                        </p:attrNameLst>
                                      </p:cBhvr>
                                      <p:to>
                                        <p:strVal val="solid"/>
                                      </p:to>
                                    </p:set>
                                    <p:set>
                                      <p:cBhvr>
                                        <p:cTn id="344" dur="500" autoRev="1" fill="remove"/>
                                        <p:tgtEl>
                                          <p:spTgt spid="13"/>
                                        </p:tgtEl>
                                        <p:attrNameLst>
                                          <p:attrName>fill.on</p:attrName>
                                        </p:attrNameLst>
                                      </p:cBhvr>
                                      <p:to>
                                        <p:strVal val="true"/>
                                      </p:to>
                                    </p:set>
                                  </p:childTnLst>
                                </p:cTn>
                              </p:par>
                              <p:par>
                                <p:cTn id="345" presetID="27" presetClass="emph" presetSubtype="0" fill="remove" grpId="3" nodeType="withEffect">
                                  <p:stCondLst>
                                    <p:cond delay="0"/>
                                  </p:stCondLst>
                                  <p:childTnLst>
                                    <p:animClr clrSpc="rgb" dir="cw">
                                      <p:cBhvr override="childStyle">
                                        <p:cTn id="346" dur="500" autoRev="1" fill="remove"/>
                                        <p:tgtEl>
                                          <p:spTgt spid="18"/>
                                        </p:tgtEl>
                                        <p:attrNameLst>
                                          <p:attrName>style.color</p:attrName>
                                        </p:attrNameLst>
                                      </p:cBhvr>
                                      <p:to>
                                        <a:schemeClr val="bg1"/>
                                      </p:to>
                                    </p:animClr>
                                    <p:animClr clrSpc="rgb" dir="cw">
                                      <p:cBhvr>
                                        <p:cTn id="347" dur="500" autoRev="1" fill="remove"/>
                                        <p:tgtEl>
                                          <p:spTgt spid="18"/>
                                        </p:tgtEl>
                                        <p:attrNameLst>
                                          <p:attrName>fillcolor</p:attrName>
                                        </p:attrNameLst>
                                      </p:cBhvr>
                                      <p:to>
                                        <a:schemeClr val="bg1"/>
                                      </p:to>
                                    </p:animClr>
                                    <p:set>
                                      <p:cBhvr>
                                        <p:cTn id="348" dur="500" autoRev="1" fill="remove"/>
                                        <p:tgtEl>
                                          <p:spTgt spid="18"/>
                                        </p:tgtEl>
                                        <p:attrNameLst>
                                          <p:attrName>fill.type</p:attrName>
                                        </p:attrNameLst>
                                      </p:cBhvr>
                                      <p:to>
                                        <p:strVal val="solid"/>
                                      </p:to>
                                    </p:set>
                                    <p:set>
                                      <p:cBhvr>
                                        <p:cTn id="349" dur="500" autoRev="1" fill="remove"/>
                                        <p:tgtEl>
                                          <p:spTgt spid="18"/>
                                        </p:tgtEl>
                                        <p:attrNameLst>
                                          <p:attrName>fill.on</p:attrName>
                                        </p:attrNameLst>
                                      </p:cBhvr>
                                      <p:to>
                                        <p:strVal val="true"/>
                                      </p:to>
                                    </p:set>
                                  </p:childTnLst>
                                </p:cTn>
                              </p:par>
                              <p:par>
                                <p:cTn id="350" presetID="31" presetClass="entr" presetSubtype="0" fill="hold" grpId="2" nodeType="withEffect">
                                  <p:stCondLst>
                                    <p:cond delay="500"/>
                                  </p:stCondLst>
                                  <p:childTnLst>
                                    <p:set>
                                      <p:cBhvr>
                                        <p:cTn id="351" dur="1" fill="hold">
                                          <p:stCondLst>
                                            <p:cond delay="0"/>
                                          </p:stCondLst>
                                        </p:cTn>
                                        <p:tgtEl>
                                          <p:spTgt spid="15"/>
                                        </p:tgtEl>
                                        <p:attrNameLst>
                                          <p:attrName>style.visibility</p:attrName>
                                        </p:attrNameLst>
                                      </p:cBhvr>
                                      <p:to>
                                        <p:strVal val="visible"/>
                                      </p:to>
                                    </p:set>
                                    <p:anim calcmode="lin" valueType="num">
                                      <p:cBhvr>
                                        <p:cTn id="352" dur="1000" fill="hold"/>
                                        <p:tgtEl>
                                          <p:spTgt spid="15"/>
                                        </p:tgtEl>
                                        <p:attrNameLst>
                                          <p:attrName>ppt_w</p:attrName>
                                        </p:attrNameLst>
                                      </p:cBhvr>
                                      <p:tavLst>
                                        <p:tav tm="0">
                                          <p:val>
                                            <p:fltVal val="0"/>
                                          </p:val>
                                        </p:tav>
                                        <p:tav tm="100000">
                                          <p:val>
                                            <p:strVal val="#ppt_w"/>
                                          </p:val>
                                        </p:tav>
                                      </p:tavLst>
                                    </p:anim>
                                    <p:anim calcmode="lin" valueType="num">
                                      <p:cBhvr>
                                        <p:cTn id="353" dur="1000" fill="hold"/>
                                        <p:tgtEl>
                                          <p:spTgt spid="15"/>
                                        </p:tgtEl>
                                        <p:attrNameLst>
                                          <p:attrName>ppt_h</p:attrName>
                                        </p:attrNameLst>
                                      </p:cBhvr>
                                      <p:tavLst>
                                        <p:tav tm="0">
                                          <p:val>
                                            <p:fltVal val="0"/>
                                          </p:val>
                                        </p:tav>
                                        <p:tav tm="100000">
                                          <p:val>
                                            <p:strVal val="#ppt_h"/>
                                          </p:val>
                                        </p:tav>
                                      </p:tavLst>
                                    </p:anim>
                                    <p:anim calcmode="lin" valueType="num">
                                      <p:cBhvr>
                                        <p:cTn id="354" dur="1000" fill="hold"/>
                                        <p:tgtEl>
                                          <p:spTgt spid="15"/>
                                        </p:tgtEl>
                                        <p:attrNameLst>
                                          <p:attrName>style.rotation</p:attrName>
                                        </p:attrNameLst>
                                      </p:cBhvr>
                                      <p:tavLst>
                                        <p:tav tm="0">
                                          <p:val>
                                            <p:fltVal val="90"/>
                                          </p:val>
                                        </p:tav>
                                        <p:tav tm="100000">
                                          <p:val>
                                            <p:fltVal val="0"/>
                                          </p:val>
                                        </p:tav>
                                      </p:tavLst>
                                    </p:anim>
                                    <p:animEffect transition="in" filter="fade">
                                      <p:cBhvr>
                                        <p:cTn id="355" dur="1000"/>
                                        <p:tgtEl>
                                          <p:spTgt spid="15"/>
                                        </p:tgtEl>
                                      </p:cBhvr>
                                    </p:animEffect>
                                  </p:childTnLst>
                                </p:cTn>
                              </p:par>
                            </p:childTnLst>
                          </p:cTn>
                        </p:par>
                        <p:par>
                          <p:cTn id="356" fill="hold">
                            <p:stCondLst>
                              <p:cond delay="1500"/>
                            </p:stCondLst>
                            <p:childTnLst>
                              <p:par>
                                <p:cTn id="357" presetID="58" presetClass="path" presetSubtype="0" accel="50000" decel="50000" fill="hold" grpId="10" nodeType="afterEffect">
                                  <p:stCondLst>
                                    <p:cond delay="0"/>
                                  </p:stCondLst>
                                  <p:childTnLst>
                                    <p:animMotion origin="layout" path="M 1.66667E-6 0.08496 L 0.03997 0.10695 C 0.04896 0.11181 0.05403 0.11875 0.05403 0.12616 C 0.05403 0.13449 0.04896 0.14121 0.03997 0.14584 L 1.66667E-6 0.16852 " pathEditMode="relative" rAng="0" ptsTypes="AAAAA">
                                      <p:cBhvr>
                                        <p:cTn id="358" dur="2000" fill="hold"/>
                                        <p:tgtEl>
                                          <p:spTgt spid="13"/>
                                        </p:tgtEl>
                                        <p:attrNameLst>
                                          <p:attrName>ppt_x</p:attrName>
                                          <p:attrName>ppt_y</p:attrName>
                                        </p:attrNameLst>
                                      </p:cBhvr>
                                      <p:rCtr x="2695" y="4167"/>
                                    </p:animMotion>
                                  </p:childTnLst>
                                </p:cTn>
                              </p:par>
                              <p:par>
                                <p:cTn id="359" presetID="64" presetClass="path" presetSubtype="0" accel="50000" decel="50000" fill="hold" grpId="4" nodeType="withEffect">
                                  <p:stCondLst>
                                    <p:cond delay="0"/>
                                  </p:stCondLst>
                                  <p:childTnLst>
                                    <p:animMotion origin="layout" path="M 0.00039 -0.08055 L 0.00039 -0.16597 " pathEditMode="relative" rAng="0" ptsTypes="AA">
                                      <p:cBhvr>
                                        <p:cTn id="360" dur="1000" fill="hold"/>
                                        <p:tgtEl>
                                          <p:spTgt spid="18"/>
                                        </p:tgtEl>
                                        <p:attrNameLst>
                                          <p:attrName>ppt_x</p:attrName>
                                          <p:attrName>ppt_y</p:attrName>
                                        </p:attrNameLst>
                                      </p:cBhvr>
                                      <p:rCtr x="0" y="-4282"/>
                                    </p:animMotion>
                                  </p:childTnLst>
                                </p:cTn>
                              </p:par>
                            </p:childTnLst>
                          </p:cTn>
                        </p:par>
                        <p:par>
                          <p:cTn id="361" fill="hold">
                            <p:stCondLst>
                              <p:cond delay="3500"/>
                            </p:stCondLst>
                            <p:childTnLst>
                              <p:par>
                                <p:cTn id="362" presetID="10" presetClass="exit" presetSubtype="0" fill="hold" grpId="3" nodeType="afterEffect">
                                  <p:stCondLst>
                                    <p:cond delay="0"/>
                                  </p:stCondLst>
                                  <p:childTnLst>
                                    <p:animEffect transition="out" filter="fade">
                                      <p:cBhvr>
                                        <p:cTn id="363" dur="500"/>
                                        <p:tgtEl>
                                          <p:spTgt spid="15"/>
                                        </p:tgtEl>
                                      </p:cBhvr>
                                    </p:animEffect>
                                    <p:set>
                                      <p:cBhvr>
                                        <p:cTn id="364" dur="1" fill="hold">
                                          <p:stCondLst>
                                            <p:cond delay="499"/>
                                          </p:stCondLst>
                                        </p:cTn>
                                        <p:tgtEl>
                                          <p:spTgt spid="15"/>
                                        </p:tgtEl>
                                        <p:attrNameLst>
                                          <p:attrName>style.visibility</p:attrName>
                                        </p:attrNameLst>
                                      </p:cBhvr>
                                      <p:to>
                                        <p:strVal val="hidden"/>
                                      </p:to>
                                    </p:set>
                                  </p:childTnLst>
                                </p:cTn>
                              </p:par>
                              <p:par>
                                <p:cTn id="365" presetID="3" presetClass="emph" presetSubtype="2" fill="hold" grpId="8" nodeType="withEffect">
                                  <p:stCondLst>
                                    <p:cond delay="0"/>
                                  </p:stCondLst>
                                  <p:childTnLst>
                                    <p:animClr clrSpc="rgb" dir="cw">
                                      <p:cBhvr override="childStyle">
                                        <p:cTn id="366" dur="500" fill="hold"/>
                                        <p:tgtEl>
                                          <p:spTgt spid="13"/>
                                        </p:tgtEl>
                                        <p:attrNameLst>
                                          <p:attrName>style.color</p:attrName>
                                        </p:attrNameLst>
                                      </p:cBhvr>
                                      <p:to>
                                        <a:srgbClr val="C00000"/>
                                      </p:to>
                                    </p:animClr>
                                  </p:childTnLst>
                                </p:cTn>
                              </p:par>
                            </p:childTnLst>
                          </p:cTn>
                        </p:par>
                        <p:par>
                          <p:cTn id="367" fill="hold">
                            <p:stCondLst>
                              <p:cond delay="4000"/>
                            </p:stCondLst>
                            <p:childTnLst>
                              <p:par>
                                <p:cTn id="368" presetID="47" presetClass="entr" presetSubtype="0" fill="hold" grpId="0" nodeType="afterEffect">
                                  <p:stCondLst>
                                    <p:cond delay="0"/>
                                  </p:stCondLst>
                                  <p:childTnLst>
                                    <p:set>
                                      <p:cBhvr>
                                        <p:cTn id="369" dur="1" fill="hold">
                                          <p:stCondLst>
                                            <p:cond delay="0"/>
                                          </p:stCondLst>
                                        </p:cTn>
                                        <p:tgtEl>
                                          <p:spTgt spid="28"/>
                                        </p:tgtEl>
                                        <p:attrNameLst>
                                          <p:attrName>style.visibility</p:attrName>
                                        </p:attrNameLst>
                                      </p:cBhvr>
                                      <p:to>
                                        <p:strVal val="visible"/>
                                      </p:to>
                                    </p:set>
                                    <p:animEffect transition="in" filter="fade">
                                      <p:cBhvr>
                                        <p:cTn id="370" dur="1000"/>
                                        <p:tgtEl>
                                          <p:spTgt spid="28"/>
                                        </p:tgtEl>
                                      </p:cBhvr>
                                    </p:animEffect>
                                    <p:anim calcmode="lin" valueType="num">
                                      <p:cBhvr>
                                        <p:cTn id="371" dur="1000" fill="hold"/>
                                        <p:tgtEl>
                                          <p:spTgt spid="28"/>
                                        </p:tgtEl>
                                        <p:attrNameLst>
                                          <p:attrName>ppt_x</p:attrName>
                                        </p:attrNameLst>
                                      </p:cBhvr>
                                      <p:tavLst>
                                        <p:tav tm="0">
                                          <p:val>
                                            <p:strVal val="#ppt_x"/>
                                          </p:val>
                                        </p:tav>
                                        <p:tav tm="100000">
                                          <p:val>
                                            <p:strVal val="#ppt_x"/>
                                          </p:val>
                                        </p:tav>
                                      </p:tavLst>
                                    </p:anim>
                                    <p:anim calcmode="lin" valueType="num">
                                      <p:cBhvr>
                                        <p:cTn id="372" dur="1000" fill="hold"/>
                                        <p:tgtEl>
                                          <p:spTgt spid="28"/>
                                        </p:tgtEl>
                                        <p:attrNameLst>
                                          <p:attrName>ppt_y</p:attrName>
                                        </p:attrNameLst>
                                      </p:cBhvr>
                                      <p:tavLst>
                                        <p:tav tm="0">
                                          <p:val>
                                            <p:strVal val="#ppt_y-.1"/>
                                          </p:val>
                                        </p:tav>
                                        <p:tav tm="100000">
                                          <p:val>
                                            <p:strVal val="#ppt_y"/>
                                          </p:val>
                                        </p:tav>
                                      </p:tavLst>
                                    </p:anim>
                                  </p:childTnLst>
                                </p:cTn>
                              </p:par>
                              <p:par>
                                <p:cTn id="373" presetID="34" presetClass="emph" presetSubtype="0" fill="hold" grpId="1" nodeType="withEffect">
                                  <p:stCondLst>
                                    <p:cond delay="500"/>
                                  </p:stCondLst>
                                  <p:iterate type="lt">
                                    <p:tmPct val="10000"/>
                                  </p:iterate>
                                  <p:childTnLst>
                                    <p:animMotion origin="layout" path="M -4.16667E-6 -1.48148E-6 L -4.16667E-6 0.00023 " pathEditMode="relative" rAng="0" ptsTypes="AA">
                                      <p:cBhvr>
                                        <p:cTn id="374" dur="250" accel="50000" decel="50000" autoRev="1" fill="hold">
                                          <p:stCondLst>
                                            <p:cond delay="0"/>
                                          </p:stCondLst>
                                        </p:cTn>
                                        <p:tgtEl>
                                          <p:spTgt spid="16"/>
                                        </p:tgtEl>
                                        <p:attrNameLst>
                                          <p:attrName>ppt_x</p:attrName>
                                          <p:attrName>ppt_y</p:attrName>
                                        </p:attrNameLst>
                                      </p:cBhvr>
                                      <p:rCtr x="0" y="0"/>
                                    </p:animMotion>
                                    <p:animRot by="1500000">
                                      <p:cBhvr>
                                        <p:cTn id="375" dur="125" fill="hold">
                                          <p:stCondLst>
                                            <p:cond delay="0"/>
                                          </p:stCondLst>
                                        </p:cTn>
                                        <p:tgtEl>
                                          <p:spTgt spid="16"/>
                                        </p:tgtEl>
                                        <p:attrNameLst>
                                          <p:attrName>r</p:attrName>
                                        </p:attrNameLst>
                                      </p:cBhvr>
                                    </p:animRot>
                                    <p:animRot by="-1500000">
                                      <p:cBhvr>
                                        <p:cTn id="376" dur="125" fill="hold">
                                          <p:stCondLst>
                                            <p:cond delay="125"/>
                                          </p:stCondLst>
                                        </p:cTn>
                                        <p:tgtEl>
                                          <p:spTgt spid="16"/>
                                        </p:tgtEl>
                                        <p:attrNameLst>
                                          <p:attrName>r</p:attrName>
                                        </p:attrNameLst>
                                      </p:cBhvr>
                                    </p:animRot>
                                    <p:animRot by="-1500000">
                                      <p:cBhvr>
                                        <p:cTn id="377" dur="125" fill="hold">
                                          <p:stCondLst>
                                            <p:cond delay="250"/>
                                          </p:stCondLst>
                                        </p:cTn>
                                        <p:tgtEl>
                                          <p:spTgt spid="16"/>
                                        </p:tgtEl>
                                        <p:attrNameLst>
                                          <p:attrName>r</p:attrName>
                                        </p:attrNameLst>
                                      </p:cBhvr>
                                    </p:animRot>
                                    <p:animRot by="1500000">
                                      <p:cBhvr>
                                        <p:cTn id="378" dur="125" fill="hold">
                                          <p:stCondLst>
                                            <p:cond delay="375"/>
                                          </p:stCondLst>
                                        </p:cTn>
                                        <p:tgtEl>
                                          <p:spTgt spid="16"/>
                                        </p:tgtEl>
                                        <p:attrNameLst>
                                          <p:attrName>r</p:attrName>
                                        </p:attrNameLst>
                                      </p:cBhvr>
                                    </p:animRot>
                                  </p:childTnLst>
                                </p:cTn>
                              </p:par>
                              <p:par>
                                <p:cTn id="379" presetID="10" presetClass="exit" presetSubtype="0" fill="hold" grpId="1" nodeType="withEffect">
                                  <p:stCondLst>
                                    <p:cond delay="500"/>
                                  </p:stCondLst>
                                  <p:childTnLst>
                                    <p:animEffect transition="out" filter="fade">
                                      <p:cBhvr>
                                        <p:cTn id="380" dur="500"/>
                                        <p:tgtEl>
                                          <p:spTgt spid="27"/>
                                        </p:tgtEl>
                                      </p:cBhvr>
                                    </p:animEffect>
                                    <p:set>
                                      <p:cBhvr>
                                        <p:cTn id="381" dur="1" fill="hold">
                                          <p:stCondLst>
                                            <p:cond delay="499"/>
                                          </p:stCondLst>
                                        </p:cTn>
                                        <p:tgtEl>
                                          <p:spTgt spid="27"/>
                                        </p:tgtEl>
                                        <p:attrNameLst>
                                          <p:attrName>style.visibility</p:attrName>
                                        </p:attrNameLst>
                                      </p:cBhvr>
                                      <p:to>
                                        <p:strVal val="hidden"/>
                                      </p:to>
                                    </p:set>
                                  </p:childTnLst>
                                </p:cTn>
                              </p:par>
                            </p:childTnLst>
                          </p:cTn>
                        </p:par>
                      </p:childTnLst>
                    </p:cTn>
                  </p:par>
                  <p:par>
                    <p:cTn id="382" fill="hold">
                      <p:stCondLst>
                        <p:cond delay="indefinite"/>
                      </p:stCondLst>
                      <p:childTnLst>
                        <p:par>
                          <p:cTn id="383" fill="hold">
                            <p:stCondLst>
                              <p:cond delay="0"/>
                            </p:stCondLst>
                            <p:childTnLst>
                              <p:par>
                                <p:cTn id="384" presetID="27" presetClass="emph" presetSubtype="0" fill="remove" grpId="6" nodeType="clickEffect">
                                  <p:stCondLst>
                                    <p:cond delay="0"/>
                                  </p:stCondLst>
                                  <p:childTnLst>
                                    <p:animClr clrSpc="rgb" dir="cw">
                                      <p:cBhvr override="childStyle">
                                        <p:cTn id="385" dur="500" autoRev="1" fill="remove"/>
                                        <p:tgtEl>
                                          <p:spTgt spid="6"/>
                                        </p:tgtEl>
                                        <p:attrNameLst>
                                          <p:attrName>style.color</p:attrName>
                                        </p:attrNameLst>
                                      </p:cBhvr>
                                      <p:to>
                                        <a:schemeClr val="bg1"/>
                                      </p:to>
                                    </p:animClr>
                                    <p:animClr clrSpc="rgb" dir="cw">
                                      <p:cBhvr>
                                        <p:cTn id="386" dur="500" autoRev="1" fill="remove"/>
                                        <p:tgtEl>
                                          <p:spTgt spid="6"/>
                                        </p:tgtEl>
                                        <p:attrNameLst>
                                          <p:attrName>fillcolor</p:attrName>
                                        </p:attrNameLst>
                                      </p:cBhvr>
                                      <p:to>
                                        <a:schemeClr val="bg1"/>
                                      </p:to>
                                    </p:animClr>
                                    <p:set>
                                      <p:cBhvr>
                                        <p:cTn id="387" dur="500" autoRev="1" fill="remove"/>
                                        <p:tgtEl>
                                          <p:spTgt spid="6"/>
                                        </p:tgtEl>
                                        <p:attrNameLst>
                                          <p:attrName>fill.type</p:attrName>
                                        </p:attrNameLst>
                                      </p:cBhvr>
                                      <p:to>
                                        <p:strVal val="solid"/>
                                      </p:to>
                                    </p:set>
                                    <p:set>
                                      <p:cBhvr>
                                        <p:cTn id="388" dur="500" autoRev="1" fill="remove"/>
                                        <p:tgtEl>
                                          <p:spTgt spid="6"/>
                                        </p:tgtEl>
                                        <p:attrNameLst>
                                          <p:attrName>fill.on</p:attrName>
                                        </p:attrNameLst>
                                      </p:cBhvr>
                                      <p:to>
                                        <p:strVal val="true"/>
                                      </p:to>
                                    </p:set>
                                  </p:childTnLst>
                                </p:cTn>
                              </p:par>
                              <p:par>
                                <p:cTn id="389" presetID="27" presetClass="emph" presetSubtype="0" fill="remove" grpId="4" nodeType="withEffect">
                                  <p:stCondLst>
                                    <p:cond delay="0"/>
                                  </p:stCondLst>
                                  <p:childTnLst>
                                    <p:animClr clrSpc="rgb" dir="cw">
                                      <p:cBhvr override="childStyle">
                                        <p:cTn id="390" dur="500" autoRev="1" fill="remove"/>
                                        <p:tgtEl>
                                          <p:spTgt spid="8"/>
                                        </p:tgtEl>
                                        <p:attrNameLst>
                                          <p:attrName>style.color</p:attrName>
                                        </p:attrNameLst>
                                      </p:cBhvr>
                                      <p:to>
                                        <a:schemeClr val="bg1"/>
                                      </p:to>
                                    </p:animClr>
                                    <p:animClr clrSpc="rgb" dir="cw">
                                      <p:cBhvr>
                                        <p:cTn id="391" dur="500" autoRev="1" fill="remove"/>
                                        <p:tgtEl>
                                          <p:spTgt spid="8"/>
                                        </p:tgtEl>
                                        <p:attrNameLst>
                                          <p:attrName>fillcolor</p:attrName>
                                        </p:attrNameLst>
                                      </p:cBhvr>
                                      <p:to>
                                        <a:schemeClr val="bg1"/>
                                      </p:to>
                                    </p:animClr>
                                    <p:set>
                                      <p:cBhvr>
                                        <p:cTn id="392" dur="500" autoRev="1" fill="remove"/>
                                        <p:tgtEl>
                                          <p:spTgt spid="8"/>
                                        </p:tgtEl>
                                        <p:attrNameLst>
                                          <p:attrName>fill.type</p:attrName>
                                        </p:attrNameLst>
                                      </p:cBhvr>
                                      <p:to>
                                        <p:strVal val="solid"/>
                                      </p:to>
                                    </p:set>
                                    <p:set>
                                      <p:cBhvr>
                                        <p:cTn id="393" dur="500" autoRev="1" fill="remove"/>
                                        <p:tgtEl>
                                          <p:spTgt spid="8"/>
                                        </p:tgtEl>
                                        <p:attrNameLst>
                                          <p:attrName>fill.on</p:attrName>
                                        </p:attrNameLst>
                                      </p:cBhvr>
                                      <p:to>
                                        <p:strVal val="true"/>
                                      </p:to>
                                    </p:set>
                                  </p:childTnLst>
                                </p:cTn>
                              </p:par>
                              <p:par>
                                <p:cTn id="394" presetID="16" presetClass="entr" presetSubtype="21" fill="hold" grpId="2" nodeType="withEffect">
                                  <p:stCondLst>
                                    <p:cond delay="500"/>
                                  </p:stCondLst>
                                  <p:childTnLst>
                                    <p:set>
                                      <p:cBhvr>
                                        <p:cTn id="395" dur="1" fill="hold">
                                          <p:stCondLst>
                                            <p:cond delay="0"/>
                                          </p:stCondLst>
                                        </p:cTn>
                                        <p:tgtEl>
                                          <p:spTgt spid="23"/>
                                        </p:tgtEl>
                                        <p:attrNameLst>
                                          <p:attrName>style.visibility</p:attrName>
                                        </p:attrNameLst>
                                      </p:cBhvr>
                                      <p:to>
                                        <p:strVal val="visible"/>
                                      </p:to>
                                    </p:set>
                                    <p:animEffect transition="in" filter="barn(inVertical)">
                                      <p:cBhvr>
                                        <p:cTn id="396" dur="1000"/>
                                        <p:tgtEl>
                                          <p:spTgt spid="23"/>
                                        </p:tgtEl>
                                      </p:cBhvr>
                                    </p:animEffect>
                                  </p:childTnLst>
                                </p:cTn>
                              </p:par>
                            </p:childTnLst>
                          </p:cTn>
                        </p:par>
                        <p:par>
                          <p:cTn id="397" fill="hold">
                            <p:stCondLst>
                              <p:cond delay="1500"/>
                            </p:stCondLst>
                            <p:childTnLst>
                              <p:par>
                                <p:cTn id="398" presetID="10" presetClass="exit" presetSubtype="0" fill="hold" grpId="3" nodeType="afterEffect">
                                  <p:stCondLst>
                                    <p:cond delay="0"/>
                                  </p:stCondLst>
                                  <p:childTnLst>
                                    <p:animEffect transition="out" filter="fade">
                                      <p:cBhvr>
                                        <p:cTn id="399" dur="500"/>
                                        <p:tgtEl>
                                          <p:spTgt spid="23"/>
                                        </p:tgtEl>
                                      </p:cBhvr>
                                    </p:animEffect>
                                    <p:set>
                                      <p:cBhvr>
                                        <p:cTn id="400" dur="1" fill="hold">
                                          <p:stCondLst>
                                            <p:cond delay="499"/>
                                          </p:stCondLst>
                                        </p:cTn>
                                        <p:tgtEl>
                                          <p:spTgt spid="23"/>
                                        </p:tgtEl>
                                        <p:attrNameLst>
                                          <p:attrName>style.visibility</p:attrName>
                                        </p:attrNameLst>
                                      </p:cBhvr>
                                      <p:to>
                                        <p:strVal val="hidden"/>
                                      </p:to>
                                    </p:set>
                                  </p:childTnLst>
                                </p:cTn>
                              </p:par>
                            </p:childTnLst>
                          </p:cTn>
                        </p:par>
                      </p:childTnLst>
                    </p:cTn>
                  </p:par>
                  <p:par>
                    <p:cTn id="401" fill="hold">
                      <p:stCondLst>
                        <p:cond delay="indefinite"/>
                      </p:stCondLst>
                      <p:childTnLst>
                        <p:par>
                          <p:cTn id="402" fill="hold">
                            <p:stCondLst>
                              <p:cond delay="0"/>
                            </p:stCondLst>
                            <p:childTnLst>
                              <p:par>
                                <p:cTn id="403" presetID="27" presetClass="emph" presetSubtype="0" fill="remove" grpId="7" nodeType="clickEffect">
                                  <p:stCondLst>
                                    <p:cond delay="0"/>
                                  </p:stCondLst>
                                  <p:childTnLst>
                                    <p:animClr clrSpc="rgb" dir="cw">
                                      <p:cBhvr override="childStyle">
                                        <p:cTn id="404" dur="500" autoRev="1" fill="remove"/>
                                        <p:tgtEl>
                                          <p:spTgt spid="6"/>
                                        </p:tgtEl>
                                        <p:attrNameLst>
                                          <p:attrName>style.color</p:attrName>
                                        </p:attrNameLst>
                                      </p:cBhvr>
                                      <p:to>
                                        <a:schemeClr val="bg1"/>
                                      </p:to>
                                    </p:animClr>
                                    <p:animClr clrSpc="rgb" dir="cw">
                                      <p:cBhvr>
                                        <p:cTn id="405" dur="500" autoRev="1" fill="remove"/>
                                        <p:tgtEl>
                                          <p:spTgt spid="6"/>
                                        </p:tgtEl>
                                        <p:attrNameLst>
                                          <p:attrName>fillcolor</p:attrName>
                                        </p:attrNameLst>
                                      </p:cBhvr>
                                      <p:to>
                                        <a:schemeClr val="bg1"/>
                                      </p:to>
                                    </p:animClr>
                                    <p:set>
                                      <p:cBhvr>
                                        <p:cTn id="406" dur="500" autoRev="1" fill="remove"/>
                                        <p:tgtEl>
                                          <p:spTgt spid="6"/>
                                        </p:tgtEl>
                                        <p:attrNameLst>
                                          <p:attrName>fill.type</p:attrName>
                                        </p:attrNameLst>
                                      </p:cBhvr>
                                      <p:to>
                                        <p:strVal val="solid"/>
                                      </p:to>
                                    </p:set>
                                    <p:set>
                                      <p:cBhvr>
                                        <p:cTn id="407" dur="500" autoRev="1" fill="remove"/>
                                        <p:tgtEl>
                                          <p:spTgt spid="6"/>
                                        </p:tgtEl>
                                        <p:attrNameLst>
                                          <p:attrName>fill.on</p:attrName>
                                        </p:attrNameLst>
                                      </p:cBhvr>
                                      <p:to>
                                        <p:strVal val="true"/>
                                      </p:to>
                                    </p:set>
                                  </p:childTnLst>
                                </p:cTn>
                              </p:par>
                              <p:par>
                                <p:cTn id="408" presetID="27" presetClass="emph" presetSubtype="0" fill="remove" grpId="5" nodeType="withEffect">
                                  <p:stCondLst>
                                    <p:cond delay="0"/>
                                  </p:stCondLst>
                                  <p:childTnLst>
                                    <p:animClr clrSpc="rgb" dir="cw">
                                      <p:cBhvr override="childStyle">
                                        <p:cTn id="409" dur="500" autoRev="1" fill="remove"/>
                                        <p:tgtEl>
                                          <p:spTgt spid="10"/>
                                        </p:tgtEl>
                                        <p:attrNameLst>
                                          <p:attrName>style.color</p:attrName>
                                        </p:attrNameLst>
                                      </p:cBhvr>
                                      <p:to>
                                        <a:schemeClr val="bg1"/>
                                      </p:to>
                                    </p:animClr>
                                    <p:animClr clrSpc="rgb" dir="cw">
                                      <p:cBhvr>
                                        <p:cTn id="410" dur="500" autoRev="1" fill="remove"/>
                                        <p:tgtEl>
                                          <p:spTgt spid="10"/>
                                        </p:tgtEl>
                                        <p:attrNameLst>
                                          <p:attrName>fillcolor</p:attrName>
                                        </p:attrNameLst>
                                      </p:cBhvr>
                                      <p:to>
                                        <a:schemeClr val="bg1"/>
                                      </p:to>
                                    </p:animClr>
                                    <p:set>
                                      <p:cBhvr>
                                        <p:cTn id="411" dur="500" autoRev="1" fill="remove"/>
                                        <p:tgtEl>
                                          <p:spTgt spid="10"/>
                                        </p:tgtEl>
                                        <p:attrNameLst>
                                          <p:attrName>fill.type</p:attrName>
                                        </p:attrNameLst>
                                      </p:cBhvr>
                                      <p:to>
                                        <p:strVal val="solid"/>
                                      </p:to>
                                    </p:set>
                                    <p:set>
                                      <p:cBhvr>
                                        <p:cTn id="412" dur="500" autoRev="1" fill="remove"/>
                                        <p:tgtEl>
                                          <p:spTgt spid="10"/>
                                        </p:tgtEl>
                                        <p:attrNameLst>
                                          <p:attrName>fill.on</p:attrName>
                                        </p:attrNameLst>
                                      </p:cBhvr>
                                      <p:to>
                                        <p:strVal val="true"/>
                                      </p:to>
                                    </p:set>
                                  </p:childTnLst>
                                </p:cTn>
                              </p:par>
                              <p:par>
                                <p:cTn id="413" presetID="16" presetClass="entr" presetSubtype="21" fill="hold" grpId="4" nodeType="withEffect">
                                  <p:stCondLst>
                                    <p:cond delay="500"/>
                                  </p:stCondLst>
                                  <p:iterate type="lt">
                                    <p:tmPct val="0"/>
                                  </p:iterate>
                                  <p:childTnLst>
                                    <p:set>
                                      <p:cBhvr>
                                        <p:cTn id="414" dur="1" fill="hold">
                                          <p:stCondLst>
                                            <p:cond delay="0"/>
                                          </p:stCondLst>
                                        </p:cTn>
                                        <p:tgtEl>
                                          <p:spTgt spid="9"/>
                                        </p:tgtEl>
                                        <p:attrNameLst>
                                          <p:attrName>style.visibility</p:attrName>
                                        </p:attrNameLst>
                                      </p:cBhvr>
                                      <p:to>
                                        <p:strVal val="visible"/>
                                      </p:to>
                                    </p:set>
                                    <p:animEffect transition="in" filter="barn(inVertical)">
                                      <p:cBhvr>
                                        <p:cTn id="415" dur="1000"/>
                                        <p:tgtEl>
                                          <p:spTgt spid="9"/>
                                        </p:tgtEl>
                                      </p:cBhvr>
                                    </p:animEffect>
                                  </p:childTnLst>
                                </p:cTn>
                              </p:par>
                            </p:childTnLst>
                          </p:cTn>
                        </p:par>
                        <p:par>
                          <p:cTn id="416" fill="hold">
                            <p:stCondLst>
                              <p:cond delay="1500"/>
                            </p:stCondLst>
                            <p:childTnLst>
                              <p:par>
                                <p:cTn id="417" presetID="10" presetClass="exit" presetSubtype="0" fill="hold" grpId="5" nodeType="afterEffect">
                                  <p:stCondLst>
                                    <p:cond delay="0"/>
                                  </p:stCondLst>
                                  <p:iterate type="lt">
                                    <p:tmPct val="0"/>
                                  </p:iterate>
                                  <p:childTnLst>
                                    <p:animEffect transition="out" filter="fade">
                                      <p:cBhvr>
                                        <p:cTn id="418" dur="500"/>
                                        <p:tgtEl>
                                          <p:spTgt spid="9"/>
                                        </p:tgtEl>
                                      </p:cBhvr>
                                    </p:animEffect>
                                    <p:set>
                                      <p:cBhvr>
                                        <p:cTn id="419" dur="1" fill="hold">
                                          <p:stCondLst>
                                            <p:cond delay="499"/>
                                          </p:stCondLst>
                                        </p:cTn>
                                        <p:tgtEl>
                                          <p:spTgt spid="9"/>
                                        </p:tgtEl>
                                        <p:attrNameLst>
                                          <p:attrName>style.visibility</p:attrName>
                                        </p:attrNameLst>
                                      </p:cBhvr>
                                      <p:to>
                                        <p:strVal val="hidden"/>
                                      </p:to>
                                    </p:set>
                                  </p:childTnLst>
                                </p:cTn>
                              </p:par>
                            </p:childTnLst>
                          </p:cTn>
                        </p:par>
                      </p:childTnLst>
                    </p:cTn>
                  </p:par>
                  <p:par>
                    <p:cTn id="420" fill="hold">
                      <p:stCondLst>
                        <p:cond delay="indefinite"/>
                      </p:stCondLst>
                      <p:childTnLst>
                        <p:par>
                          <p:cTn id="421" fill="hold">
                            <p:stCondLst>
                              <p:cond delay="0"/>
                            </p:stCondLst>
                            <p:childTnLst>
                              <p:par>
                                <p:cTn id="422" presetID="27" presetClass="emph" presetSubtype="0" fill="remove" grpId="6" nodeType="clickEffect">
                                  <p:stCondLst>
                                    <p:cond delay="0"/>
                                  </p:stCondLst>
                                  <p:childTnLst>
                                    <p:animClr clrSpc="rgb" dir="cw">
                                      <p:cBhvr override="childStyle">
                                        <p:cTn id="423" dur="500" autoRev="1" fill="remove"/>
                                        <p:tgtEl>
                                          <p:spTgt spid="10"/>
                                        </p:tgtEl>
                                        <p:attrNameLst>
                                          <p:attrName>style.color</p:attrName>
                                        </p:attrNameLst>
                                      </p:cBhvr>
                                      <p:to>
                                        <a:schemeClr val="bg1"/>
                                      </p:to>
                                    </p:animClr>
                                    <p:animClr clrSpc="rgb" dir="cw">
                                      <p:cBhvr>
                                        <p:cTn id="424" dur="500" autoRev="1" fill="remove"/>
                                        <p:tgtEl>
                                          <p:spTgt spid="10"/>
                                        </p:tgtEl>
                                        <p:attrNameLst>
                                          <p:attrName>fillcolor</p:attrName>
                                        </p:attrNameLst>
                                      </p:cBhvr>
                                      <p:to>
                                        <a:schemeClr val="bg1"/>
                                      </p:to>
                                    </p:animClr>
                                    <p:set>
                                      <p:cBhvr>
                                        <p:cTn id="425" dur="500" autoRev="1" fill="remove"/>
                                        <p:tgtEl>
                                          <p:spTgt spid="10"/>
                                        </p:tgtEl>
                                        <p:attrNameLst>
                                          <p:attrName>fill.type</p:attrName>
                                        </p:attrNameLst>
                                      </p:cBhvr>
                                      <p:to>
                                        <p:strVal val="solid"/>
                                      </p:to>
                                    </p:set>
                                    <p:set>
                                      <p:cBhvr>
                                        <p:cTn id="426" dur="500" autoRev="1" fill="remove"/>
                                        <p:tgtEl>
                                          <p:spTgt spid="10"/>
                                        </p:tgtEl>
                                        <p:attrNameLst>
                                          <p:attrName>fill.on</p:attrName>
                                        </p:attrNameLst>
                                      </p:cBhvr>
                                      <p:to>
                                        <p:strVal val="true"/>
                                      </p:to>
                                    </p:set>
                                  </p:childTnLst>
                                </p:cTn>
                              </p:par>
                              <p:par>
                                <p:cTn id="427" presetID="27" presetClass="emph" presetSubtype="0" fill="remove" grpId="5" nodeType="withEffect">
                                  <p:stCondLst>
                                    <p:cond delay="0"/>
                                  </p:stCondLst>
                                  <p:childTnLst>
                                    <p:animClr clrSpc="rgb" dir="cw">
                                      <p:cBhvr override="childStyle">
                                        <p:cTn id="428" dur="500" autoRev="1" fill="remove"/>
                                        <p:tgtEl>
                                          <p:spTgt spid="5"/>
                                        </p:tgtEl>
                                        <p:attrNameLst>
                                          <p:attrName>style.color</p:attrName>
                                        </p:attrNameLst>
                                      </p:cBhvr>
                                      <p:to>
                                        <a:schemeClr val="bg1"/>
                                      </p:to>
                                    </p:animClr>
                                    <p:animClr clrSpc="rgb" dir="cw">
                                      <p:cBhvr>
                                        <p:cTn id="429" dur="500" autoRev="1" fill="remove"/>
                                        <p:tgtEl>
                                          <p:spTgt spid="5"/>
                                        </p:tgtEl>
                                        <p:attrNameLst>
                                          <p:attrName>fillcolor</p:attrName>
                                        </p:attrNameLst>
                                      </p:cBhvr>
                                      <p:to>
                                        <a:schemeClr val="bg1"/>
                                      </p:to>
                                    </p:animClr>
                                    <p:set>
                                      <p:cBhvr>
                                        <p:cTn id="430" dur="500" autoRev="1" fill="remove"/>
                                        <p:tgtEl>
                                          <p:spTgt spid="5"/>
                                        </p:tgtEl>
                                        <p:attrNameLst>
                                          <p:attrName>fill.type</p:attrName>
                                        </p:attrNameLst>
                                      </p:cBhvr>
                                      <p:to>
                                        <p:strVal val="solid"/>
                                      </p:to>
                                    </p:set>
                                    <p:set>
                                      <p:cBhvr>
                                        <p:cTn id="431" dur="500" autoRev="1" fill="remove"/>
                                        <p:tgtEl>
                                          <p:spTgt spid="5"/>
                                        </p:tgtEl>
                                        <p:attrNameLst>
                                          <p:attrName>fill.on</p:attrName>
                                        </p:attrNameLst>
                                      </p:cBhvr>
                                      <p:to>
                                        <p:strVal val="true"/>
                                      </p:to>
                                    </p:set>
                                  </p:childTnLst>
                                </p:cTn>
                              </p:par>
                              <p:par>
                                <p:cTn id="432" presetID="31" presetClass="entr" presetSubtype="0" fill="hold" grpId="2" nodeType="withEffect">
                                  <p:stCondLst>
                                    <p:cond delay="500"/>
                                  </p:stCondLst>
                                  <p:childTnLst>
                                    <p:set>
                                      <p:cBhvr>
                                        <p:cTn id="433" dur="1" fill="hold">
                                          <p:stCondLst>
                                            <p:cond delay="0"/>
                                          </p:stCondLst>
                                        </p:cTn>
                                        <p:tgtEl>
                                          <p:spTgt spid="24"/>
                                        </p:tgtEl>
                                        <p:attrNameLst>
                                          <p:attrName>style.visibility</p:attrName>
                                        </p:attrNameLst>
                                      </p:cBhvr>
                                      <p:to>
                                        <p:strVal val="visible"/>
                                      </p:to>
                                    </p:set>
                                    <p:anim calcmode="lin" valueType="num">
                                      <p:cBhvr>
                                        <p:cTn id="434" dur="1000" fill="hold"/>
                                        <p:tgtEl>
                                          <p:spTgt spid="24"/>
                                        </p:tgtEl>
                                        <p:attrNameLst>
                                          <p:attrName>ppt_w</p:attrName>
                                        </p:attrNameLst>
                                      </p:cBhvr>
                                      <p:tavLst>
                                        <p:tav tm="0">
                                          <p:val>
                                            <p:fltVal val="0"/>
                                          </p:val>
                                        </p:tav>
                                        <p:tav tm="100000">
                                          <p:val>
                                            <p:strVal val="#ppt_w"/>
                                          </p:val>
                                        </p:tav>
                                      </p:tavLst>
                                    </p:anim>
                                    <p:anim calcmode="lin" valueType="num">
                                      <p:cBhvr>
                                        <p:cTn id="435" dur="1000" fill="hold"/>
                                        <p:tgtEl>
                                          <p:spTgt spid="24"/>
                                        </p:tgtEl>
                                        <p:attrNameLst>
                                          <p:attrName>ppt_h</p:attrName>
                                        </p:attrNameLst>
                                      </p:cBhvr>
                                      <p:tavLst>
                                        <p:tav tm="0">
                                          <p:val>
                                            <p:fltVal val="0"/>
                                          </p:val>
                                        </p:tav>
                                        <p:tav tm="100000">
                                          <p:val>
                                            <p:strVal val="#ppt_h"/>
                                          </p:val>
                                        </p:tav>
                                      </p:tavLst>
                                    </p:anim>
                                    <p:anim calcmode="lin" valueType="num">
                                      <p:cBhvr>
                                        <p:cTn id="436" dur="1000" fill="hold"/>
                                        <p:tgtEl>
                                          <p:spTgt spid="24"/>
                                        </p:tgtEl>
                                        <p:attrNameLst>
                                          <p:attrName>style.rotation</p:attrName>
                                        </p:attrNameLst>
                                      </p:cBhvr>
                                      <p:tavLst>
                                        <p:tav tm="0">
                                          <p:val>
                                            <p:fltVal val="90"/>
                                          </p:val>
                                        </p:tav>
                                        <p:tav tm="100000">
                                          <p:val>
                                            <p:fltVal val="0"/>
                                          </p:val>
                                        </p:tav>
                                      </p:tavLst>
                                    </p:anim>
                                    <p:animEffect transition="in" filter="fade">
                                      <p:cBhvr>
                                        <p:cTn id="437" dur="1000"/>
                                        <p:tgtEl>
                                          <p:spTgt spid="24"/>
                                        </p:tgtEl>
                                      </p:cBhvr>
                                    </p:animEffect>
                                  </p:childTnLst>
                                </p:cTn>
                              </p:par>
                            </p:childTnLst>
                          </p:cTn>
                        </p:par>
                        <p:par>
                          <p:cTn id="438" fill="hold">
                            <p:stCondLst>
                              <p:cond delay="1500"/>
                            </p:stCondLst>
                            <p:childTnLst>
                              <p:par>
                                <p:cTn id="439" presetID="58" presetClass="path" presetSubtype="0" accel="50000" decel="50000" fill="hold" grpId="7" nodeType="afterEffect">
                                  <p:stCondLst>
                                    <p:cond delay="0"/>
                                  </p:stCondLst>
                                  <p:childTnLst>
                                    <p:animMotion origin="layout" path="M 1.66667E-6 0.003 L 0.03997 0.025 C 0.04896 0.02963 0.05403 0.0368 0.05403 0.04421 C 0.05403 0.05277 0.04896 0.05925 0.03997 0.06412 L 1.66667E-6 0.08726 " pathEditMode="relative" rAng="0" ptsTypes="AAAAA">
                                      <p:cBhvr>
                                        <p:cTn id="440" dur="2000" fill="hold"/>
                                        <p:tgtEl>
                                          <p:spTgt spid="10"/>
                                        </p:tgtEl>
                                        <p:attrNameLst>
                                          <p:attrName>ppt_x</p:attrName>
                                          <p:attrName>ppt_y</p:attrName>
                                        </p:attrNameLst>
                                      </p:cBhvr>
                                      <p:rCtr x="2695" y="4213"/>
                                    </p:animMotion>
                                  </p:childTnLst>
                                </p:cTn>
                              </p:par>
                              <p:par>
                                <p:cTn id="441" presetID="64" presetClass="path" presetSubtype="0" accel="50000" decel="50000" fill="hold" grpId="6" nodeType="withEffect">
                                  <p:stCondLst>
                                    <p:cond delay="0"/>
                                  </p:stCondLst>
                                  <p:childTnLst>
                                    <p:animMotion origin="layout" path="M 1.66667E-6 -0.16597 L 1.66667E-6 -0.24607 " pathEditMode="relative" rAng="0" ptsTypes="AA">
                                      <p:cBhvr>
                                        <p:cTn id="442" dur="1000" fill="hold"/>
                                        <p:tgtEl>
                                          <p:spTgt spid="5"/>
                                        </p:tgtEl>
                                        <p:attrNameLst>
                                          <p:attrName>ppt_x</p:attrName>
                                          <p:attrName>ppt_y</p:attrName>
                                        </p:attrNameLst>
                                      </p:cBhvr>
                                      <p:rCtr x="0" y="-4005"/>
                                    </p:animMotion>
                                  </p:childTnLst>
                                </p:cTn>
                              </p:par>
                            </p:childTnLst>
                          </p:cTn>
                        </p:par>
                        <p:par>
                          <p:cTn id="443" fill="hold">
                            <p:stCondLst>
                              <p:cond delay="3500"/>
                            </p:stCondLst>
                            <p:childTnLst>
                              <p:par>
                                <p:cTn id="444" presetID="10" presetClass="exit" presetSubtype="0" fill="hold" grpId="3" nodeType="afterEffect">
                                  <p:stCondLst>
                                    <p:cond delay="0"/>
                                  </p:stCondLst>
                                  <p:childTnLst>
                                    <p:animEffect transition="out" filter="fade">
                                      <p:cBhvr>
                                        <p:cTn id="445" dur="500"/>
                                        <p:tgtEl>
                                          <p:spTgt spid="24"/>
                                        </p:tgtEl>
                                      </p:cBhvr>
                                    </p:animEffect>
                                    <p:set>
                                      <p:cBhvr>
                                        <p:cTn id="446" dur="1" fill="hold">
                                          <p:stCondLst>
                                            <p:cond delay="499"/>
                                          </p:stCondLst>
                                        </p:cTn>
                                        <p:tgtEl>
                                          <p:spTgt spid="24"/>
                                        </p:tgtEl>
                                        <p:attrNameLst>
                                          <p:attrName>style.visibility</p:attrName>
                                        </p:attrNameLst>
                                      </p:cBhvr>
                                      <p:to>
                                        <p:strVal val="hidden"/>
                                      </p:to>
                                    </p:set>
                                  </p:childTnLst>
                                </p:cTn>
                              </p:par>
                            </p:childTnLst>
                          </p:cTn>
                        </p:par>
                      </p:childTnLst>
                    </p:cTn>
                  </p:par>
                  <p:par>
                    <p:cTn id="447" fill="hold">
                      <p:stCondLst>
                        <p:cond delay="indefinite"/>
                      </p:stCondLst>
                      <p:childTnLst>
                        <p:par>
                          <p:cTn id="448" fill="hold">
                            <p:stCondLst>
                              <p:cond delay="0"/>
                            </p:stCondLst>
                            <p:childTnLst>
                              <p:par>
                                <p:cTn id="449" presetID="27" presetClass="emph" presetSubtype="0" fill="remove" grpId="8" nodeType="clickEffect">
                                  <p:stCondLst>
                                    <p:cond delay="0"/>
                                  </p:stCondLst>
                                  <p:childTnLst>
                                    <p:animClr clrSpc="rgb" dir="cw">
                                      <p:cBhvr override="childStyle">
                                        <p:cTn id="450" dur="500" autoRev="1" fill="remove"/>
                                        <p:tgtEl>
                                          <p:spTgt spid="10"/>
                                        </p:tgtEl>
                                        <p:attrNameLst>
                                          <p:attrName>style.color</p:attrName>
                                        </p:attrNameLst>
                                      </p:cBhvr>
                                      <p:to>
                                        <a:schemeClr val="bg1"/>
                                      </p:to>
                                    </p:animClr>
                                    <p:animClr clrSpc="rgb" dir="cw">
                                      <p:cBhvr>
                                        <p:cTn id="451" dur="500" autoRev="1" fill="remove"/>
                                        <p:tgtEl>
                                          <p:spTgt spid="10"/>
                                        </p:tgtEl>
                                        <p:attrNameLst>
                                          <p:attrName>fillcolor</p:attrName>
                                        </p:attrNameLst>
                                      </p:cBhvr>
                                      <p:to>
                                        <a:schemeClr val="bg1"/>
                                      </p:to>
                                    </p:animClr>
                                    <p:set>
                                      <p:cBhvr>
                                        <p:cTn id="452" dur="500" autoRev="1" fill="remove"/>
                                        <p:tgtEl>
                                          <p:spTgt spid="10"/>
                                        </p:tgtEl>
                                        <p:attrNameLst>
                                          <p:attrName>fill.type</p:attrName>
                                        </p:attrNameLst>
                                      </p:cBhvr>
                                      <p:to>
                                        <p:strVal val="solid"/>
                                      </p:to>
                                    </p:set>
                                    <p:set>
                                      <p:cBhvr>
                                        <p:cTn id="453" dur="500" autoRev="1" fill="remove"/>
                                        <p:tgtEl>
                                          <p:spTgt spid="10"/>
                                        </p:tgtEl>
                                        <p:attrNameLst>
                                          <p:attrName>fill.on</p:attrName>
                                        </p:attrNameLst>
                                      </p:cBhvr>
                                      <p:to>
                                        <p:strVal val="true"/>
                                      </p:to>
                                    </p:set>
                                  </p:childTnLst>
                                </p:cTn>
                              </p:par>
                              <p:par>
                                <p:cTn id="454" presetID="27" presetClass="emph" presetSubtype="0" fill="remove" grpId="5" nodeType="withEffect">
                                  <p:stCondLst>
                                    <p:cond delay="0"/>
                                  </p:stCondLst>
                                  <p:childTnLst>
                                    <p:animClr clrSpc="rgb" dir="cw">
                                      <p:cBhvr override="childStyle">
                                        <p:cTn id="455" dur="500" autoRev="1" fill="remove"/>
                                        <p:tgtEl>
                                          <p:spTgt spid="17"/>
                                        </p:tgtEl>
                                        <p:attrNameLst>
                                          <p:attrName>style.color</p:attrName>
                                        </p:attrNameLst>
                                      </p:cBhvr>
                                      <p:to>
                                        <a:schemeClr val="bg1"/>
                                      </p:to>
                                    </p:animClr>
                                    <p:animClr clrSpc="rgb" dir="cw">
                                      <p:cBhvr>
                                        <p:cTn id="456" dur="500" autoRev="1" fill="remove"/>
                                        <p:tgtEl>
                                          <p:spTgt spid="17"/>
                                        </p:tgtEl>
                                        <p:attrNameLst>
                                          <p:attrName>fillcolor</p:attrName>
                                        </p:attrNameLst>
                                      </p:cBhvr>
                                      <p:to>
                                        <a:schemeClr val="bg1"/>
                                      </p:to>
                                    </p:animClr>
                                    <p:set>
                                      <p:cBhvr>
                                        <p:cTn id="457" dur="500" autoRev="1" fill="remove"/>
                                        <p:tgtEl>
                                          <p:spTgt spid="17"/>
                                        </p:tgtEl>
                                        <p:attrNameLst>
                                          <p:attrName>fill.type</p:attrName>
                                        </p:attrNameLst>
                                      </p:cBhvr>
                                      <p:to>
                                        <p:strVal val="solid"/>
                                      </p:to>
                                    </p:set>
                                    <p:set>
                                      <p:cBhvr>
                                        <p:cTn id="458" dur="500" autoRev="1" fill="remove"/>
                                        <p:tgtEl>
                                          <p:spTgt spid="17"/>
                                        </p:tgtEl>
                                        <p:attrNameLst>
                                          <p:attrName>fill.on</p:attrName>
                                        </p:attrNameLst>
                                      </p:cBhvr>
                                      <p:to>
                                        <p:strVal val="true"/>
                                      </p:to>
                                    </p:set>
                                  </p:childTnLst>
                                </p:cTn>
                              </p:par>
                              <p:par>
                                <p:cTn id="459" presetID="31" presetClass="entr" presetSubtype="0" fill="hold" grpId="4" nodeType="withEffect">
                                  <p:stCondLst>
                                    <p:cond delay="500"/>
                                  </p:stCondLst>
                                  <p:childTnLst>
                                    <p:set>
                                      <p:cBhvr>
                                        <p:cTn id="460" dur="1" fill="hold">
                                          <p:stCondLst>
                                            <p:cond delay="0"/>
                                          </p:stCondLst>
                                        </p:cTn>
                                        <p:tgtEl>
                                          <p:spTgt spid="12"/>
                                        </p:tgtEl>
                                        <p:attrNameLst>
                                          <p:attrName>style.visibility</p:attrName>
                                        </p:attrNameLst>
                                      </p:cBhvr>
                                      <p:to>
                                        <p:strVal val="visible"/>
                                      </p:to>
                                    </p:set>
                                    <p:anim calcmode="lin" valueType="num">
                                      <p:cBhvr>
                                        <p:cTn id="461" dur="1000" fill="hold"/>
                                        <p:tgtEl>
                                          <p:spTgt spid="12"/>
                                        </p:tgtEl>
                                        <p:attrNameLst>
                                          <p:attrName>ppt_w</p:attrName>
                                        </p:attrNameLst>
                                      </p:cBhvr>
                                      <p:tavLst>
                                        <p:tav tm="0">
                                          <p:val>
                                            <p:fltVal val="0"/>
                                          </p:val>
                                        </p:tav>
                                        <p:tav tm="100000">
                                          <p:val>
                                            <p:strVal val="#ppt_w"/>
                                          </p:val>
                                        </p:tav>
                                      </p:tavLst>
                                    </p:anim>
                                    <p:anim calcmode="lin" valueType="num">
                                      <p:cBhvr>
                                        <p:cTn id="462" dur="1000" fill="hold"/>
                                        <p:tgtEl>
                                          <p:spTgt spid="12"/>
                                        </p:tgtEl>
                                        <p:attrNameLst>
                                          <p:attrName>ppt_h</p:attrName>
                                        </p:attrNameLst>
                                      </p:cBhvr>
                                      <p:tavLst>
                                        <p:tav tm="0">
                                          <p:val>
                                            <p:fltVal val="0"/>
                                          </p:val>
                                        </p:tav>
                                        <p:tav tm="100000">
                                          <p:val>
                                            <p:strVal val="#ppt_h"/>
                                          </p:val>
                                        </p:tav>
                                      </p:tavLst>
                                    </p:anim>
                                    <p:anim calcmode="lin" valueType="num">
                                      <p:cBhvr>
                                        <p:cTn id="463" dur="1000" fill="hold"/>
                                        <p:tgtEl>
                                          <p:spTgt spid="12"/>
                                        </p:tgtEl>
                                        <p:attrNameLst>
                                          <p:attrName>style.rotation</p:attrName>
                                        </p:attrNameLst>
                                      </p:cBhvr>
                                      <p:tavLst>
                                        <p:tav tm="0">
                                          <p:val>
                                            <p:fltVal val="90"/>
                                          </p:val>
                                        </p:tav>
                                        <p:tav tm="100000">
                                          <p:val>
                                            <p:fltVal val="0"/>
                                          </p:val>
                                        </p:tav>
                                      </p:tavLst>
                                    </p:anim>
                                    <p:animEffect transition="in" filter="fade">
                                      <p:cBhvr>
                                        <p:cTn id="464" dur="1000"/>
                                        <p:tgtEl>
                                          <p:spTgt spid="12"/>
                                        </p:tgtEl>
                                      </p:cBhvr>
                                    </p:animEffect>
                                  </p:childTnLst>
                                </p:cTn>
                              </p:par>
                            </p:childTnLst>
                          </p:cTn>
                        </p:par>
                        <p:par>
                          <p:cTn id="465" fill="hold">
                            <p:stCondLst>
                              <p:cond delay="1500"/>
                            </p:stCondLst>
                            <p:childTnLst>
                              <p:par>
                                <p:cTn id="466" presetID="58" presetClass="path" presetSubtype="0" accel="50000" decel="50000" fill="hold" grpId="9" nodeType="afterEffect">
                                  <p:stCondLst>
                                    <p:cond delay="0"/>
                                  </p:stCondLst>
                                  <p:childTnLst>
                                    <p:animMotion origin="layout" path="M 1.66667E-6 0.0831 L 0.04101 0.10416 C 0.05039 0.10856 0.05573 0.11504 0.05573 0.12222 C 0.05573 0.13009 0.05039 0.13634 0.04101 0.14074 L 1.66667E-6 0.16203 " pathEditMode="relative" rAng="0" ptsTypes="AAAAA">
                                      <p:cBhvr>
                                        <p:cTn id="467" dur="2000" fill="hold"/>
                                        <p:tgtEl>
                                          <p:spTgt spid="10"/>
                                        </p:tgtEl>
                                        <p:attrNameLst>
                                          <p:attrName>ppt_x</p:attrName>
                                          <p:attrName>ppt_y</p:attrName>
                                        </p:attrNameLst>
                                      </p:cBhvr>
                                      <p:rCtr x="2786" y="3935"/>
                                    </p:animMotion>
                                  </p:childTnLst>
                                </p:cTn>
                              </p:par>
                              <p:par>
                                <p:cTn id="468" presetID="64" presetClass="path" presetSubtype="0" accel="50000" decel="50000" fill="hold" grpId="6" nodeType="withEffect">
                                  <p:stCondLst>
                                    <p:cond delay="0"/>
                                  </p:stCondLst>
                                  <p:childTnLst>
                                    <p:animMotion origin="layout" path="M 0.00039 -0.16736 L 2.29167E-6 -0.25 " pathEditMode="relative" rAng="0" ptsTypes="AA">
                                      <p:cBhvr>
                                        <p:cTn id="469" dur="1000" fill="hold"/>
                                        <p:tgtEl>
                                          <p:spTgt spid="17"/>
                                        </p:tgtEl>
                                        <p:attrNameLst>
                                          <p:attrName>ppt_x</p:attrName>
                                          <p:attrName>ppt_y</p:attrName>
                                        </p:attrNameLst>
                                      </p:cBhvr>
                                      <p:rCtr x="-26" y="-4144"/>
                                    </p:animMotion>
                                  </p:childTnLst>
                                </p:cTn>
                              </p:par>
                            </p:childTnLst>
                          </p:cTn>
                        </p:par>
                        <p:par>
                          <p:cTn id="470" fill="hold">
                            <p:stCondLst>
                              <p:cond delay="3500"/>
                            </p:stCondLst>
                            <p:childTnLst>
                              <p:par>
                                <p:cTn id="471" presetID="10" presetClass="exit" presetSubtype="0" fill="hold" grpId="5" nodeType="afterEffect">
                                  <p:stCondLst>
                                    <p:cond delay="0"/>
                                  </p:stCondLst>
                                  <p:childTnLst>
                                    <p:animEffect transition="out" filter="fade">
                                      <p:cBhvr>
                                        <p:cTn id="472" dur="500"/>
                                        <p:tgtEl>
                                          <p:spTgt spid="12"/>
                                        </p:tgtEl>
                                      </p:cBhvr>
                                    </p:animEffect>
                                    <p:set>
                                      <p:cBhvr>
                                        <p:cTn id="473" dur="1" fill="hold">
                                          <p:stCondLst>
                                            <p:cond delay="499"/>
                                          </p:stCondLst>
                                        </p:cTn>
                                        <p:tgtEl>
                                          <p:spTgt spid="12"/>
                                        </p:tgtEl>
                                        <p:attrNameLst>
                                          <p:attrName>style.visibility</p:attrName>
                                        </p:attrNameLst>
                                      </p:cBhvr>
                                      <p:to>
                                        <p:strVal val="hidden"/>
                                      </p:to>
                                    </p:set>
                                  </p:childTnLst>
                                </p:cTn>
                              </p:par>
                            </p:childTnLst>
                          </p:cTn>
                        </p:par>
                      </p:childTnLst>
                    </p:cTn>
                  </p:par>
                  <p:par>
                    <p:cTn id="474" fill="hold">
                      <p:stCondLst>
                        <p:cond delay="indefinite"/>
                      </p:stCondLst>
                      <p:childTnLst>
                        <p:par>
                          <p:cTn id="475" fill="hold">
                            <p:stCondLst>
                              <p:cond delay="0"/>
                            </p:stCondLst>
                            <p:childTnLst>
                              <p:par>
                                <p:cTn id="476" presetID="27" presetClass="emph" presetSubtype="0" fill="remove" grpId="10" nodeType="clickEffect">
                                  <p:stCondLst>
                                    <p:cond delay="0"/>
                                  </p:stCondLst>
                                  <p:childTnLst>
                                    <p:animClr clrSpc="rgb" dir="cw">
                                      <p:cBhvr override="childStyle">
                                        <p:cTn id="477" dur="500" autoRev="1" fill="remove"/>
                                        <p:tgtEl>
                                          <p:spTgt spid="10"/>
                                        </p:tgtEl>
                                        <p:attrNameLst>
                                          <p:attrName>style.color</p:attrName>
                                        </p:attrNameLst>
                                      </p:cBhvr>
                                      <p:to>
                                        <a:schemeClr val="bg1"/>
                                      </p:to>
                                    </p:animClr>
                                    <p:animClr clrSpc="rgb" dir="cw">
                                      <p:cBhvr>
                                        <p:cTn id="478" dur="500" autoRev="1" fill="remove"/>
                                        <p:tgtEl>
                                          <p:spTgt spid="10"/>
                                        </p:tgtEl>
                                        <p:attrNameLst>
                                          <p:attrName>fillcolor</p:attrName>
                                        </p:attrNameLst>
                                      </p:cBhvr>
                                      <p:to>
                                        <a:schemeClr val="bg1"/>
                                      </p:to>
                                    </p:animClr>
                                    <p:set>
                                      <p:cBhvr>
                                        <p:cTn id="479" dur="500" autoRev="1" fill="remove"/>
                                        <p:tgtEl>
                                          <p:spTgt spid="10"/>
                                        </p:tgtEl>
                                        <p:attrNameLst>
                                          <p:attrName>fill.type</p:attrName>
                                        </p:attrNameLst>
                                      </p:cBhvr>
                                      <p:to>
                                        <p:strVal val="solid"/>
                                      </p:to>
                                    </p:set>
                                    <p:set>
                                      <p:cBhvr>
                                        <p:cTn id="480" dur="500" autoRev="1" fill="remove"/>
                                        <p:tgtEl>
                                          <p:spTgt spid="10"/>
                                        </p:tgtEl>
                                        <p:attrNameLst>
                                          <p:attrName>fill.on</p:attrName>
                                        </p:attrNameLst>
                                      </p:cBhvr>
                                      <p:to>
                                        <p:strVal val="true"/>
                                      </p:to>
                                    </p:set>
                                  </p:childTnLst>
                                </p:cTn>
                              </p:par>
                              <p:par>
                                <p:cTn id="481" presetID="27" presetClass="emph" presetSubtype="0" fill="remove" grpId="5" nodeType="withEffect">
                                  <p:stCondLst>
                                    <p:cond delay="0"/>
                                  </p:stCondLst>
                                  <p:childTnLst>
                                    <p:animClr clrSpc="rgb" dir="cw">
                                      <p:cBhvr override="childStyle">
                                        <p:cTn id="482" dur="500" autoRev="1" fill="remove"/>
                                        <p:tgtEl>
                                          <p:spTgt spid="18"/>
                                        </p:tgtEl>
                                        <p:attrNameLst>
                                          <p:attrName>style.color</p:attrName>
                                        </p:attrNameLst>
                                      </p:cBhvr>
                                      <p:to>
                                        <a:schemeClr val="bg1"/>
                                      </p:to>
                                    </p:animClr>
                                    <p:animClr clrSpc="rgb" dir="cw">
                                      <p:cBhvr>
                                        <p:cTn id="483" dur="500" autoRev="1" fill="remove"/>
                                        <p:tgtEl>
                                          <p:spTgt spid="18"/>
                                        </p:tgtEl>
                                        <p:attrNameLst>
                                          <p:attrName>fillcolor</p:attrName>
                                        </p:attrNameLst>
                                      </p:cBhvr>
                                      <p:to>
                                        <a:schemeClr val="bg1"/>
                                      </p:to>
                                    </p:animClr>
                                    <p:set>
                                      <p:cBhvr>
                                        <p:cTn id="484" dur="500" autoRev="1" fill="remove"/>
                                        <p:tgtEl>
                                          <p:spTgt spid="18"/>
                                        </p:tgtEl>
                                        <p:attrNameLst>
                                          <p:attrName>fill.type</p:attrName>
                                        </p:attrNameLst>
                                      </p:cBhvr>
                                      <p:to>
                                        <p:strVal val="solid"/>
                                      </p:to>
                                    </p:set>
                                    <p:set>
                                      <p:cBhvr>
                                        <p:cTn id="485" dur="500" autoRev="1" fill="remove"/>
                                        <p:tgtEl>
                                          <p:spTgt spid="18"/>
                                        </p:tgtEl>
                                        <p:attrNameLst>
                                          <p:attrName>fill.on</p:attrName>
                                        </p:attrNameLst>
                                      </p:cBhvr>
                                      <p:to>
                                        <p:strVal val="true"/>
                                      </p:to>
                                    </p:set>
                                  </p:childTnLst>
                                </p:cTn>
                              </p:par>
                              <p:par>
                                <p:cTn id="486" presetID="31" presetClass="entr" presetSubtype="0" fill="hold" grpId="4" nodeType="withEffect">
                                  <p:stCondLst>
                                    <p:cond delay="500"/>
                                  </p:stCondLst>
                                  <p:childTnLst>
                                    <p:set>
                                      <p:cBhvr>
                                        <p:cTn id="487" dur="1" fill="hold">
                                          <p:stCondLst>
                                            <p:cond delay="0"/>
                                          </p:stCondLst>
                                        </p:cTn>
                                        <p:tgtEl>
                                          <p:spTgt spid="14"/>
                                        </p:tgtEl>
                                        <p:attrNameLst>
                                          <p:attrName>style.visibility</p:attrName>
                                        </p:attrNameLst>
                                      </p:cBhvr>
                                      <p:to>
                                        <p:strVal val="visible"/>
                                      </p:to>
                                    </p:set>
                                    <p:anim calcmode="lin" valueType="num">
                                      <p:cBhvr>
                                        <p:cTn id="488" dur="1000" fill="hold"/>
                                        <p:tgtEl>
                                          <p:spTgt spid="14"/>
                                        </p:tgtEl>
                                        <p:attrNameLst>
                                          <p:attrName>ppt_w</p:attrName>
                                        </p:attrNameLst>
                                      </p:cBhvr>
                                      <p:tavLst>
                                        <p:tav tm="0">
                                          <p:val>
                                            <p:fltVal val="0"/>
                                          </p:val>
                                        </p:tav>
                                        <p:tav tm="100000">
                                          <p:val>
                                            <p:strVal val="#ppt_w"/>
                                          </p:val>
                                        </p:tav>
                                      </p:tavLst>
                                    </p:anim>
                                    <p:anim calcmode="lin" valueType="num">
                                      <p:cBhvr>
                                        <p:cTn id="489" dur="1000" fill="hold"/>
                                        <p:tgtEl>
                                          <p:spTgt spid="14"/>
                                        </p:tgtEl>
                                        <p:attrNameLst>
                                          <p:attrName>ppt_h</p:attrName>
                                        </p:attrNameLst>
                                      </p:cBhvr>
                                      <p:tavLst>
                                        <p:tav tm="0">
                                          <p:val>
                                            <p:fltVal val="0"/>
                                          </p:val>
                                        </p:tav>
                                        <p:tav tm="100000">
                                          <p:val>
                                            <p:strVal val="#ppt_h"/>
                                          </p:val>
                                        </p:tav>
                                      </p:tavLst>
                                    </p:anim>
                                    <p:anim calcmode="lin" valueType="num">
                                      <p:cBhvr>
                                        <p:cTn id="490" dur="1000" fill="hold"/>
                                        <p:tgtEl>
                                          <p:spTgt spid="14"/>
                                        </p:tgtEl>
                                        <p:attrNameLst>
                                          <p:attrName>style.rotation</p:attrName>
                                        </p:attrNameLst>
                                      </p:cBhvr>
                                      <p:tavLst>
                                        <p:tav tm="0">
                                          <p:val>
                                            <p:fltVal val="90"/>
                                          </p:val>
                                        </p:tav>
                                        <p:tav tm="100000">
                                          <p:val>
                                            <p:fltVal val="0"/>
                                          </p:val>
                                        </p:tav>
                                      </p:tavLst>
                                    </p:anim>
                                    <p:animEffect transition="in" filter="fade">
                                      <p:cBhvr>
                                        <p:cTn id="491" dur="1000"/>
                                        <p:tgtEl>
                                          <p:spTgt spid="14"/>
                                        </p:tgtEl>
                                      </p:cBhvr>
                                    </p:animEffect>
                                  </p:childTnLst>
                                </p:cTn>
                              </p:par>
                            </p:childTnLst>
                          </p:cTn>
                        </p:par>
                        <p:par>
                          <p:cTn id="492" fill="hold">
                            <p:stCondLst>
                              <p:cond delay="1500"/>
                            </p:stCondLst>
                            <p:childTnLst>
                              <p:par>
                                <p:cTn id="493" presetID="58" presetClass="path" presetSubtype="0" accel="50000" decel="50000" fill="hold" grpId="11" nodeType="afterEffect">
                                  <p:stCondLst>
                                    <p:cond delay="0"/>
                                  </p:stCondLst>
                                  <p:childTnLst>
                                    <p:animMotion origin="layout" path="M 1.66667E-6 0.16481 L 0.03997 0.18819 C 0.04896 0.19328 0.05403 0.20069 0.05403 0.20833 C 0.05403 0.21713 0.04896 0.22407 0.03997 0.22916 L 1.66667E-6 0.25277 " pathEditMode="relative" rAng="0" ptsTypes="AAAAA">
                                      <p:cBhvr>
                                        <p:cTn id="494" dur="2000" fill="hold"/>
                                        <p:tgtEl>
                                          <p:spTgt spid="10"/>
                                        </p:tgtEl>
                                        <p:attrNameLst>
                                          <p:attrName>ppt_x</p:attrName>
                                          <p:attrName>ppt_y</p:attrName>
                                        </p:attrNameLst>
                                      </p:cBhvr>
                                      <p:rCtr x="2695" y="4398"/>
                                    </p:animMotion>
                                  </p:childTnLst>
                                </p:cTn>
                              </p:par>
                              <p:par>
                                <p:cTn id="495" presetID="64" presetClass="path" presetSubtype="0" accel="50000" decel="50000" fill="hold" grpId="6" nodeType="withEffect">
                                  <p:stCondLst>
                                    <p:cond delay="0"/>
                                  </p:stCondLst>
                                  <p:childTnLst>
                                    <p:animMotion origin="layout" path="M 0.00039 -0.16481 L 2.29167E-6 -0.25 " pathEditMode="relative" rAng="0" ptsTypes="AA">
                                      <p:cBhvr>
                                        <p:cTn id="496" dur="1000" fill="hold"/>
                                        <p:tgtEl>
                                          <p:spTgt spid="18"/>
                                        </p:tgtEl>
                                        <p:attrNameLst>
                                          <p:attrName>ppt_x</p:attrName>
                                          <p:attrName>ppt_y</p:attrName>
                                        </p:attrNameLst>
                                      </p:cBhvr>
                                      <p:rCtr x="-26" y="-4259"/>
                                    </p:animMotion>
                                  </p:childTnLst>
                                </p:cTn>
                              </p:par>
                            </p:childTnLst>
                          </p:cTn>
                        </p:par>
                        <p:par>
                          <p:cTn id="497" fill="hold">
                            <p:stCondLst>
                              <p:cond delay="3500"/>
                            </p:stCondLst>
                            <p:childTnLst>
                              <p:par>
                                <p:cTn id="498" presetID="10" presetClass="exit" presetSubtype="0" fill="hold" grpId="5" nodeType="afterEffect">
                                  <p:stCondLst>
                                    <p:cond delay="0"/>
                                  </p:stCondLst>
                                  <p:childTnLst>
                                    <p:animEffect transition="out" filter="fade">
                                      <p:cBhvr>
                                        <p:cTn id="499" dur="500"/>
                                        <p:tgtEl>
                                          <p:spTgt spid="14"/>
                                        </p:tgtEl>
                                      </p:cBhvr>
                                    </p:animEffect>
                                    <p:set>
                                      <p:cBhvr>
                                        <p:cTn id="500" dur="1" fill="hold">
                                          <p:stCondLst>
                                            <p:cond delay="499"/>
                                          </p:stCondLst>
                                        </p:cTn>
                                        <p:tgtEl>
                                          <p:spTgt spid="14"/>
                                        </p:tgtEl>
                                        <p:attrNameLst>
                                          <p:attrName>style.visibility</p:attrName>
                                        </p:attrNameLst>
                                      </p:cBhvr>
                                      <p:to>
                                        <p:strVal val="hidden"/>
                                      </p:to>
                                    </p:set>
                                  </p:childTnLst>
                                </p:cTn>
                              </p:par>
                              <p:par>
                                <p:cTn id="501" presetID="3" presetClass="emph" presetSubtype="2" fill="hold" grpId="12" nodeType="withEffect">
                                  <p:stCondLst>
                                    <p:cond delay="0"/>
                                  </p:stCondLst>
                                  <p:childTnLst>
                                    <p:animClr clrSpc="rgb" dir="cw">
                                      <p:cBhvr override="childStyle">
                                        <p:cTn id="502" dur="500" fill="hold"/>
                                        <p:tgtEl>
                                          <p:spTgt spid="10"/>
                                        </p:tgtEl>
                                        <p:attrNameLst>
                                          <p:attrName>style.color</p:attrName>
                                        </p:attrNameLst>
                                      </p:cBhvr>
                                      <p:to>
                                        <a:srgbClr val="C00000"/>
                                      </p:to>
                                    </p:animClr>
                                  </p:childTnLst>
                                </p:cTn>
                              </p:par>
                            </p:childTnLst>
                          </p:cTn>
                        </p:par>
                        <p:par>
                          <p:cTn id="503" fill="hold">
                            <p:stCondLst>
                              <p:cond delay="4000"/>
                            </p:stCondLst>
                            <p:childTnLst>
                              <p:par>
                                <p:cTn id="504" presetID="47" presetClass="entr" presetSubtype="0" fill="hold" grpId="0" nodeType="afterEffect">
                                  <p:stCondLst>
                                    <p:cond delay="0"/>
                                  </p:stCondLst>
                                  <p:childTnLst>
                                    <p:set>
                                      <p:cBhvr>
                                        <p:cTn id="505" dur="1" fill="hold">
                                          <p:stCondLst>
                                            <p:cond delay="0"/>
                                          </p:stCondLst>
                                        </p:cTn>
                                        <p:tgtEl>
                                          <p:spTgt spid="29"/>
                                        </p:tgtEl>
                                        <p:attrNameLst>
                                          <p:attrName>style.visibility</p:attrName>
                                        </p:attrNameLst>
                                      </p:cBhvr>
                                      <p:to>
                                        <p:strVal val="visible"/>
                                      </p:to>
                                    </p:set>
                                    <p:animEffect transition="in" filter="fade">
                                      <p:cBhvr>
                                        <p:cTn id="506" dur="1000"/>
                                        <p:tgtEl>
                                          <p:spTgt spid="29"/>
                                        </p:tgtEl>
                                      </p:cBhvr>
                                    </p:animEffect>
                                    <p:anim calcmode="lin" valueType="num">
                                      <p:cBhvr>
                                        <p:cTn id="507" dur="1000" fill="hold"/>
                                        <p:tgtEl>
                                          <p:spTgt spid="29"/>
                                        </p:tgtEl>
                                        <p:attrNameLst>
                                          <p:attrName>ppt_x</p:attrName>
                                        </p:attrNameLst>
                                      </p:cBhvr>
                                      <p:tavLst>
                                        <p:tav tm="0">
                                          <p:val>
                                            <p:strVal val="#ppt_x"/>
                                          </p:val>
                                        </p:tav>
                                        <p:tav tm="100000">
                                          <p:val>
                                            <p:strVal val="#ppt_x"/>
                                          </p:val>
                                        </p:tav>
                                      </p:tavLst>
                                    </p:anim>
                                    <p:anim calcmode="lin" valueType="num">
                                      <p:cBhvr>
                                        <p:cTn id="508" dur="1000" fill="hold"/>
                                        <p:tgtEl>
                                          <p:spTgt spid="29"/>
                                        </p:tgtEl>
                                        <p:attrNameLst>
                                          <p:attrName>ppt_y</p:attrName>
                                        </p:attrNameLst>
                                      </p:cBhvr>
                                      <p:tavLst>
                                        <p:tav tm="0">
                                          <p:val>
                                            <p:strVal val="#ppt_y-.1"/>
                                          </p:val>
                                        </p:tav>
                                        <p:tav tm="100000">
                                          <p:val>
                                            <p:strVal val="#ppt_y"/>
                                          </p:val>
                                        </p:tav>
                                      </p:tavLst>
                                    </p:anim>
                                  </p:childTnLst>
                                </p:cTn>
                              </p:par>
                              <p:par>
                                <p:cTn id="509" presetID="10" presetClass="exit" presetSubtype="0" fill="hold" grpId="1" nodeType="withEffect">
                                  <p:stCondLst>
                                    <p:cond delay="500"/>
                                  </p:stCondLst>
                                  <p:childTnLst>
                                    <p:animEffect transition="out" filter="fade">
                                      <p:cBhvr>
                                        <p:cTn id="510" dur="500"/>
                                        <p:tgtEl>
                                          <p:spTgt spid="28"/>
                                        </p:tgtEl>
                                      </p:cBhvr>
                                    </p:animEffect>
                                    <p:set>
                                      <p:cBhvr>
                                        <p:cTn id="511" dur="1" fill="hold">
                                          <p:stCondLst>
                                            <p:cond delay="499"/>
                                          </p:stCondLst>
                                        </p:cTn>
                                        <p:tgtEl>
                                          <p:spTgt spid="28"/>
                                        </p:tgtEl>
                                        <p:attrNameLst>
                                          <p:attrName>style.visibility</p:attrName>
                                        </p:attrNameLst>
                                      </p:cBhvr>
                                      <p:to>
                                        <p:strVal val="hidden"/>
                                      </p:to>
                                    </p:set>
                                  </p:childTnLst>
                                </p:cTn>
                              </p:par>
                              <p:par>
                                <p:cTn id="512" presetID="34" presetClass="emph" presetSubtype="0" fill="hold" grpId="2" nodeType="withEffect">
                                  <p:stCondLst>
                                    <p:cond delay="500"/>
                                  </p:stCondLst>
                                  <p:iterate type="lt">
                                    <p:tmPct val="10000"/>
                                  </p:iterate>
                                  <p:childTnLst>
                                    <p:animMotion origin="layout" path="M -4.16667E-6 -1.48148E-6 L -4.16667E-6 0.00023 " pathEditMode="relative" rAng="0" ptsTypes="AA">
                                      <p:cBhvr>
                                        <p:cTn id="513" dur="250" accel="50000" decel="50000" autoRev="1" fill="hold">
                                          <p:stCondLst>
                                            <p:cond delay="0"/>
                                          </p:stCondLst>
                                        </p:cTn>
                                        <p:tgtEl>
                                          <p:spTgt spid="16"/>
                                        </p:tgtEl>
                                        <p:attrNameLst>
                                          <p:attrName>ppt_x</p:attrName>
                                          <p:attrName>ppt_y</p:attrName>
                                        </p:attrNameLst>
                                      </p:cBhvr>
                                      <p:rCtr x="0" y="0"/>
                                    </p:animMotion>
                                    <p:animRot by="1500000">
                                      <p:cBhvr>
                                        <p:cTn id="514" dur="125" fill="hold">
                                          <p:stCondLst>
                                            <p:cond delay="0"/>
                                          </p:stCondLst>
                                        </p:cTn>
                                        <p:tgtEl>
                                          <p:spTgt spid="16"/>
                                        </p:tgtEl>
                                        <p:attrNameLst>
                                          <p:attrName>r</p:attrName>
                                        </p:attrNameLst>
                                      </p:cBhvr>
                                    </p:animRot>
                                    <p:animRot by="-1500000">
                                      <p:cBhvr>
                                        <p:cTn id="515" dur="125" fill="hold">
                                          <p:stCondLst>
                                            <p:cond delay="125"/>
                                          </p:stCondLst>
                                        </p:cTn>
                                        <p:tgtEl>
                                          <p:spTgt spid="16"/>
                                        </p:tgtEl>
                                        <p:attrNameLst>
                                          <p:attrName>r</p:attrName>
                                        </p:attrNameLst>
                                      </p:cBhvr>
                                    </p:animRot>
                                    <p:animRot by="-1500000">
                                      <p:cBhvr>
                                        <p:cTn id="516" dur="125" fill="hold">
                                          <p:stCondLst>
                                            <p:cond delay="250"/>
                                          </p:stCondLst>
                                        </p:cTn>
                                        <p:tgtEl>
                                          <p:spTgt spid="16"/>
                                        </p:tgtEl>
                                        <p:attrNameLst>
                                          <p:attrName>r</p:attrName>
                                        </p:attrNameLst>
                                      </p:cBhvr>
                                    </p:animRot>
                                    <p:animRot by="1500000">
                                      <p:cBhvr>
                                        <p:cTn id="517" dur="125" fill="hold">
                                          <p:stCondLst>
                                            <p:cond delay="375"/>
                                          </p:stCondLst>
                                        </p:cTn>
                                        <p:tgtEl>
                                          <p:spTgt spid="16"/>
                                        </p:tgtEl>
                                        <p:attrNameLst>
                                          <p:attrName>r</p:attrName>
                                        </p:attrNameLst>
                                      </p:cBhvr>
                                    </p:animRot>
                                  </p:childTnLst>
                                </p:cTn>
                              </p:par>
                            </p:childTnLst>
                          </p:cTn>
                        </p:par>
                      </p:childTnLst>
                    </p:cTn>
                  </p:par>
                  <p:par>
                    <p:cTn id="518" fill="hold">
                      <p:stCondLst>
                        <p:cond delay="indefinite"/>
                      </p:stCondLst>
                      <p:childTnLst>
                        <p:par>
                          <p:cTn id="519" fill="hold">
                            <p:stCondLst>
                              <p:cond delay="0"/>
                            </p:stCondLst>
                            <p:childTnLst>
                              <p:par>
                                <p:cTn id="520" presetID="27" presetClass="emph" presetSubtype="0" fill="remove" grpId="8" nodeType="clickEffect">
                                  <p:stCondLst>
                                    <p:cond delay="0"/>
                                  </p:stCondLst>
                                  <p:childTnLst>
                                    <p:animClr clrSpc="rgb" dir="cw">
                                      <p:cBhvr override="childStyle">
                                        <p:cTn id="521" dur="500" autoRev="1" fill="remove"/>
                                        <p:tgtEl>
                                          <p:spTgt spid="6"/>
                                        </p:tgtEl>
                                        <p:attrNameLst>
                                          <p:attrName>style.color</p:attrName>
                                        </p:attrNameLst>
                                      </p:cBhvr>
                                      <p:to>
                                        <a:schemeClr val="bg1"/>
                                      </p:to>
                                    </p:animClr>
                                    <p:animClr clrSpc="rgb" dir="cw">
                                      <p:cBhvr>
                                        <p:cTn id="522" dur="500" autoRev="1" fill="remove"/>
                                        <p:tgtEl>
                                          <p:spTgt spid="6"/>
                                        </p:tgtEl>
                                        <p:attrNameLst>
                                          <p:attrName>fillcolor</p:attrName>
                                        </p:attrNameLst>
                                      </p:cBhvr>
                                      <p:to>
                                        <a:schemeClr val="bg1"/>
                                      </p:to>
                                    </p:animClr>
                                    <p:set>
                                      <p:cBhvr>
                                        <p:cTn id="523" dur="500" autoRev="1" fill="remove"/>
                                        <p:tgtEl>
                                          <p:spTgt spid="6"/>
                                        </p:tgtEl>
                                        <p:attrNameLst>
                                          <p:attrName>fill.type</p:attrName>
                                        </p:attrNameLst>
                                      </p:cBhvr>
                                      <p:to>
                                        <p:strVal val="solid"/>
                                      </p:to>
                                    </p:set>
                                    <p:set>
                                      <p:cBhvr>
                                        <p:cTn id="524" dur="500" autoRev="1" fill="remove"/>
                                        <p:tgtEl>
                                          <p:spTgt spid="6"/>
                                        </p:tgtEl>
                                        <p:attrNameLst>
                                          <p:attrName>fill.on</p:attrName>
                                        </p:attrNameLst>
                                      </p:cBhvr>
                                      <p:to>
                                        <p:strVal val="true"/>
                                      </p:to>
                                    </p:set>
                                  </p:childTnLst>
                                </p:cTn>
                              </p:par>
                              <p:par>
                                <p:cTn id="525" presetID="27" presetClass="emph" presetSubtype="0" fill="remove" grpId="5" nodeType="withEffect">
                                  <p:stCondLst>
                                    <p:cond delay="0"/>
                                  </p:stCondLst>
                                  <p:childTnLst>
                                    <p:animClr clrSpc="rgb" dir="cw">
                                      <p:cBhvr override="childStyle">
                                        <p:cTn id="526" dur="500" autoRev="1" fill="remove"/>
                                        <p:tgtEl>
                                          <p:spTgt spid="8"/>
                                        </p:tgtEl>
                                        <p:attrNameLst>
                                          <p:attrName>style.color</p:attrName>
                                        </p:attrNameLst>
                                      </p:cBhvr>
                                      <p:to>
                                        <a:schemeClr val="bg1"/>
                                      </p:to>
                                    </p:animClr>
                                    <p:animClr clrSpc="rgb" dir="cw">
                                      <p:cBhvr>
                                        <p:cTn id="527" dur="500" autoRev="1" fill="remove"/>
                                        <p:tgtEl>
                                          <p:spTgt spid="8"/>
                                        </p:tgtEl>
                                        <p:attrNameLst>
                                          <p:attrName>fillcolor</p:attrName>
                                        </p:attrNameLst>
                                      </p:cBhvr>
                                      <p:to>
                                        <a:schemeClr val="bg1"/>
                                      </p:to>
                                    </p:animClr>
                                    <p:set>
                                      <p:cBhvr>
                                        <p:cTn id="528" dur="500" autoRev="1" fill="remove"/>
                                        <p:tgtEl>
                                          <p:spTgt spid="8"/>
                                        </p:tgtEl>
                                        <p:attrNameLst>
                                          <p:attrName>fill.type</p:attrName>
                                        </p:attrNameLst>
                                      </p:cBhvr>
                                      <p:to>
                                        <p:strVal val="solid"/>
                                      </p:to>
                                    </p:set>
                                    <p:set>
                                      <p:cBhvr>
                                        <p:cTn id="529" dur="500" autoRev="1" fill="remove"/>
                                        <p:tgtEl>
                                          <p:spTgt spid="8"/>
                                        </p:tgtEl>
                                        <p:attrNameLst>
                                          <p:attrName>fill.on</p:attrName>
                                        </p:attrNameLst>
                                      </p:cBhvr>
                                      <p:to>
                                        <p:strVal val="true"/>
                                      </p:to>
                                    </p:set>
                                  </p:childTnLst>
                                </p:cTn>
                              </p:par>
                              <p:par>
                                <p:cTn id="530" presetID="16" presetClass="entr" presetSubtype="21" fill="hold" grpId="4" nodeType="withEffect">
                                  <p:stCondLst>
                                    <p:cond delay="500"/>
                                  </p:stCondLst>
                                  <p:childTnLst>
                                    <p:set>
                                      <p:cBhvr>
                                        <p:cTn id="531" dur="1" fill="hold">
                                          <p:stCondLst>
                                            <p:cond delay="0"/>
                                          </p:stCondLst>
                                        </p:cTn>
                                        <p:tgtEl>
                                          <p:spTgt spid="23"/>
                                        </p:tgtEl>
                                        <p:attrNameLst>
                                          <p:attrName>style.visibility</p:attrName>
                                        </p:attrNameLst>
                                      </p:cBhvr>
                                      <p:to>
                                        <p:strVal val="visible"/>
                                      </p:to>
                                    </p:set>
                                    <p:animEffect transition="in" filter="barn(inVertical)">
                                      <p:cBhvr>
                                        <p:cTn id="532" dur="1000"/>
                                        <p:tgtEl>
                                          <p:spTgt spid="23"/>
                                        </p:tgtEl>
                                      </p:cBhvr>
                                    </p:animEffect>
                                  </p:childTnLst>
                                </p:cTn>
                              </p:par>
                            </p:childTnLst>
                          </p:cTn>
                        </p:par>
                        <p:par>
                          <p:cTn id="533" fill="hold">
                            <p:stCondLst>
                              <p:cond delay="1500"/>
                            </p:stCondLst>
                            <p:childTnLst>
                              <p:par>
                                <p:cTn id="534" presetID="10" presetClass="exit" presetSubtype="0" fill="hold" grpId="5" nodeType="afterEffect">
                                  <p:stCondLst>
                                    <p:cond delay="0"/>
                                  </p:stCondLst>
                                  <p:childTnLst>
                                    <p:animEffect transition="out" filter="fade">
                                      <p:cBhvr>
                                        <p:cTn id="535" dur="500"/>
                                        <p:tgtEl>
                                          <p:spTgt spid="23"/>
                                        </p:tgtEl>
                                      </p:cBhvr>
                                    </p:animEffect>
                                    <p:set>
                                      <p:cBhvr>
                                        <p:cTn id="536" dur="1" fill="hold">
                                          <p:stCondLst>
                                            <p:cond delay="499"/>
                                          </p:stCondLst>
                                        </p:cTn>
                                        <p:tgtEl>
                                          <p:spTgt spid="23"/>
                                        </p:tgtEl>
                                        <p:attrNameLst>
                                          <p:attrName>style.visibility</p:attrName>
                                        </p:attrNameLst>
                                      </p:cBhvr>
                                      <p:to>
                                        <p:strVal val="hidden"/>
                                      </p:to>
                                    </p:set>
                                  </p:childTnLst>
                                </p:cTn>
                              </p:par>
                            </p:childTnLst>
                          </p:cTn>
                        </p:par>
                      </p:childTnLst>
                    </p:cTn>
                  </p:par>
                  <p:par>
                    <p:cTn id="537" fill="hold">
                      <p:stCondLst>
                        <p:cond delay="indefinite"/>
                      </p:stCondLst>
                      <p:childTnLst>
                        <p:par>
                          <p:cTn id="538" fill="hold">
                            <p:stCondLst>
                              <p:cond delay="0"/>
                            </p:stCondLst>
                            <p:childTnLst>
                              <p:par>
                                <p:cTn id="539" presetID="27" presetClass="emph" presetSubtype="0" fill="remove" grpId="9" nodeType="clickEffect">
                                  <p:stCondLst>
                                    <p:cond delay="0"/>
                                  </p:stCondLst>
                                  <p:childTnLst>
                                    <p:animClr clrSpc="rgb" dir="cw">
                                      <p:cBhvr override="childStyle">
                                        <p:cTn id="540" dur="500" autoRev="1" fill="remove"/>
                                        <p:tgtEl>
                                          <p:spTgt spid="6"/>
                                        </p:tgtEl>
                                        <p:attrNameLst>
                                          <p:attrName>style.color</p:attrName>
                                        </p:attrNameLst>
                                      </p:cBhvr>
                                      <p:to>
                                        <a:schemeClr val="bg1"/>
                                      </p:to>
                                    </p:animClr>
                                    <p:animClr clrSpc="rgb" dir="cw">
                                      <p:cBhvr>
                                        <p:cTn id="541" dur="500" autoRev="1" fill="remove"/>
                                        <p:tgtEl>
                                          <p:spTgt spid="6"/>
                                        </p:tgtEl>
                                        <p:attrNameLst>
                                          <p:attrName>fillcolor</p:attrName>
                                        </p:attrNameLst>
                                      </p:cBhvr>
                                      <p:to>
                                        <a:schemeClr val="bg1"/>
                                      </p:to>
                                    </p:animClr>
                                    <p:set>
                                      <p:cBhvr>
                                        <p:cTn id="542" dur="500" autoRev="1" fill="remove"/>
                                        <p:tgtEl>
                                          <p:spTgt spid="6"/>
                                        </p:tgtEl>
                                        <p:attrNameLst>
                                          <p:attrName>fill.type</p:attrName>
                                        </p:attrNameLst>
                                      </p:cBhvr>
                                      <p:to>
                                        <p:strVal val="solid"/>
                                      </p:to>
                                    </p:set>
                                    <p:set>
                                      <p:cBhvr>
                                        <p:cTn id="543" dur="500" autoRev="1" fill="remove"/>
                                        <p:tgtEl>
                                          <p:spTgt spid="6"/>
                                        </p:tgtEl>
                                        <p:attrNameLst>
                                          <p:attrName>fill.on</p:attrName>
                                        </p:attrNameLst>
                                      </p:cBhvr>
                                      <p:to>
                                        <p:strVal val="true"/>
                                      </p:to>
                                    </p:set>
                                  </p:childTnLst>
                                </p:cTn>
                              </p:par>
                              <p:par>
                                <p:cTn id="544" presetID="27" presetClass="emph" presetSubtype="0" fill="remove" grpId="7" nodeType="withEffect">
                                  <p:stCondLst>
                                    <p:cond delay="0"/>
                                  </p:stCondLst>
                                  <p:childTnLst>
                                    <p:animClr clrSpc="rgb" dir="cw">
                                      <p:cBhvr override="childStyle">
                                        <p:cTn id="545" dur="500" autoRev="1" fill="remove"/>
                                        <p:tgtEl>
                                          <p:spTgt spid="5"/>
                                        </p:tgtEl>
                                        <p:attrNameLst>
                                          <p:attrName>style.color</p:attrName>
                                        </p:attrNameLst>
                                      </p:cBhvr>
                                      <p:to>
                                        <a:schemeClr val="bg1"/>
                                      </p:to>
                                    </p:animClr>
                                    <p:animClr clrSpc="rgb" dir="cw">
                                      <p:cBhvr>
                                        <p:cTn id="546" dur="500" autoRev="1" fill="remove"/>
                                        <p:tgtEl>
                                          <p:spTgt spid="5"/>
                                        </p:tgtEl>
                                        <p:attrNameLst>
                                          <p:attrName>fillcolor</p:attrName>
                                        </p:attrNameLst>
                                      </p:cBhvr>
                                      <p:to>
                                        <a:schemeClr val="bg1"/>
                                      </p:to>
                                    </p:animClr>
                                    <p:set>
                                      <p:cBhvr>
                                        <p:cTn id="547" dur="500" autoRev="1" fill="remove"/>
                                        <p:tgtEl>
                                          <p:spTgt spid="5"/>
                                        </p:tgtEl>
                                        <p:attrNameLst>
                                          <p:attrName>fill.type</p:attrName>
                                        </p:attrNameLst>
                                      </p:cBhvr>
                                      <p:to>
                                        <p:strVal val="solid"/>
                                      </p:to>
                                    </p:set>
                                    <p:set>
                                      <p:cBhvr>
                                        <p:cTn id="548" dur="500" autoRev="1" fill="remove"/>
                                        <p:tgtEl>
                                          <p:spTgt spid="5"/>
                                        </p:tgtEl>
                                        <p:attrNameLst>
                                          <p:attrName>fill.on</p:attrName>
                                        </p:attrNameLst>
                                      </p:cBhvr>
                                      <p:to>
                                        <p:strVal val="true"/>
                                      </p:to>
                                    </p:set>
                                  </p:childTnLst>
                                </p:cTn>
                              </p:par>
                              <p:par>
                                <p:cTn id="549" presetID="31" presetClass="entr" presetSubtype="0" fill="hold" grpId="0" nodeType="withEffect">
                                  <p:stCondLst>
                                    <p:cond delay="500"/>
                                  </p:stCondLst>
                                  <p:childTnLst>
                                    <p:set>
                                      <p:cBhvr>
                                        <p:cTn id="550" dur="1" fill="hold">
                                          <p:stCondLst>
                                            <p:cond delay="0"/>
                                          </p:stCondLst>
                                        </p:cTn>
                                        <p:tgtEl>
                                          <p:spTgt spid="25"/>
                                        </p:tgtEl>
                                        <p:attrNameLst>
                                          <p:attrName>style.visibility</p:attrName>
                                        </p:attrNameLst>
                                      </p:cBhvr>
                                      <p:to>
                                        <p:strVal val="visible"/>
                                      </p:to>
                                    </p:set>
                                    <p:anim calcmode="lin" valueType="num">
                                      <p:cBhvr>
                                        <p:cTn id="551" dur="1000" fill="hold"/>
                                        <p:tgtEl>
                                          <p:spTgt spid="25"/>
                                        </p:tgtEl>
                                        <p:attrNameLst>
                                          <p:attrName>ppt_w</p:attrName>
                                        </p:attrNameLst>
                                      </p:cBhvr>
                                      <p:tavLst>
                                        <p:tav tm="0">
                                          <p:val>
                                            <p:fltVal val="0"/>
                                          </p:val>
                                        </p:tav>
                                        <p:tav tm="100000">
                                          <p:val>
                                            <p:strVal val="#ppt_w"/>
                                          </p:val>
                                        </p:tav>
                                      </p:tavLst>
                                    </p:anim>
                                    <p:anim calcmode="lin" valueType="num">
                                      <p:cBhvr>
                                        <p:cTn id="552" dur="1000" fill="hold"/>
                                        <p:tgtEl>
                                          <p:spTgt spid="25"/>
                                        </p:tgtEl>
                                        <p:attrNameLst>
                                          <p:attrName>ppt_h</p:attrName>
                                        </p:attrNameLst>
                                      </p:cBhvr>
                                      <p:tavLst>
                                        <p:tav tm="0">
                                          <p:val>
                                            <p:fltVal val="0"/>
                                          </p:val>
                                        </p:tav>
                                        <p:tav tm="100000">
                                          <p:val>
                                            <p:strVal val="#ppt_h"/>
                                          </p:val>
                                        </p:tav>
                                      </p:tavLst>
                                    </p:anim>
                                    <p:anim calcmode="lin" valueType="num">
                                      <p:cBhvr>
                                        <p:cTn id="553" dur="1000" fill="hold"/>
                                        <p:tgtEl>
                                          <p:spTgt spid="25"/>
                                        </p:tgtEl>
                                        <p:attrNameLst>
                                          <p:attrName>style.rotation</p:attrName>
                                        </p:attrNameLst>
                                      </p:cBhvr>
                                      <p:tavLst>
                                        <p:tav tm="0">
                                          <p:val>
                                            <p:fltVal val="90"/>
                                          </p:val>
                                        </p:tav>
                                        <p:tav tm="100000">
                                          <p:val>
                                            <p:fltVal val="0"/>
                                          </p:val>
                                        </p:tav>
                                      </p:tavLst>
                                    </p:anim>
                                    <p:animEffect transition="in" filter="fade">
                                      <p:cBhvr>
                                        <p:cTn id="554" dur="1000"/>
                                        <p:tgtEl>
                                          <p:spTgt spid="25"/>
                                        </p:tgtEl>
                                      </p:cBhvr>
                                    </p:animEffect>
                                  </p:childTnLst>
                                </p:cTn>
                              </p:par>
                            </p:childTnLst>
                          </p:cTn>
                        </p:par>
                        <p:par>
                          <p:cTn id="555" fill="hold">
                            <p:stCondLst>
                              <p:cond delay="1500"/>
                            </p:stCondLst>
                            <p:childTnLst>
                              <p:par>
                                <p:cTn id="556" presetID="58" presetClass="path" presetSubtype="0" accel="50000" decel="50000" fill="hold" grpId="10" nodeType="afterEffect">
                                  <p:stCondLst>
                                    <p:cond delay="0"/>
                                  </p:stCondLst>
                                  <p:childTnLst>
                                    <p:animMotion origin="layout" path="M -0.00052 0.08264 L 0.03945 0.10579 C 0.04844 0.11088 0.05351 0.11829 0.05351 0.12616 C 0.05351 0.13496 0.04844 0.1419 0.03945 0.14676 L -0.00052 0.1706 " pathEditMode="relative" rAng="0" ptsTypes="AAAAA">
                                      <p:cBhvr>
                                        <p:cTn id="557" dur="2000" fill="hold"/>
                                        <p:tgtEl>
                                          <p:spTgt spid="6"/>
                                        </p:tgtEl>
                                        <p:attrNameLst>
                                          <p:attrName>ppt_x</p:attrName>
                                          <p:attrName>ppt_y</p:attrName>
                                        </p:attrNameLst>
                                      </p:cBhvr>
                                      <p:rCtr x="2695" y="4398"/>
                                    </p:animMotion>
                                  </p:childTnLst>
                                </p:cTn>
                              </p:par>
                              <p:par>
                                <p:cTn id="558" presetID="64" presetClass="path" presetSubtype="0" accel="50000" decel="50000" fill="hold" grpId="8" nodeType="withEffect">
                                  <p:stCondLst>
                                    <p:cond delay="0"/>
                                  </p:stCondLst>
                                  <p:childTnLst>
                                    <p:animMotion origin="layout" path="M 1.66667E-6 -0.24607 L 1.66667E-6 -0.33079 " pathEditMode="relative" rAng="0" ptsTypes="AA">
                                      <p:cBhvr>
                                        <p:cTn id="559" dur="1000" fill="hold"/>
                                        <p:tgtEl>
                                          <p:spTgt spid="5"/>
                                        </p:tgtEl>
                                        <p:attrNameLst>
                                          <p:attrName>ppt_x</p:attrName>
                                          <p:attrName>ppt_y</p:attrName>
                                        </p:attrNameLst>
                                      </p:cBhvr>
                                      <p:rCtr x="0" y="-4236"/>
                                    </p:animMotion>
                                  </p:childTnLst>
                                </p:cTn>
                              </p:par>
                            </p:childTnLst>
                          </p:cTn>
                        </p:par>
                        <p:par>
                          <p:cTn id="560" fill="hold">
                            <p:stCondLst>
                              <p:cond delay="3500"/>
                            </p:stCondLst>
                            <p:childTnLst>
                              <p:par>
                                <p:cTn id="561" presetID="10" presetClass="exit" presetSubtype="0" fill="hold" grpId="1" nodeType="afterEffect">
                                  <p:stCondLst>
                                    <p:cond delay="0"/>
                                  </p:stCondLst>
                                  <p:childTnLst>
                                    <p:animEffect transition="out" filter="fade">
                                      <p:cBhvr>
                                        <p:cTn id="562" dur="500"/>
                                        <p:tgtEl>
                                          <p:spTgt spid="25"/>
                                        </p:tgtEl>
                                      </p:cBhvr>
                                    </p:animEffect>
                                    <p:set>
                                      <p:cBhvr>
                                        <p:cTn id="563" dur="1" fill="hold">
                                          <p:stCondLst>
                                            <p:cond delay="499"/>
                                          </p:stCondLst>
                                        </p:cTn>
                                        <p:tgtEl>
                                          <p:spTgt spid="25"/>
                                        </p:tgtEl>
                                        <p:attrNameLst>
                                          <p:attrName>style.visibility</p:attrName>
                                        </p:attrNameLst>
                                      </p:cBhvr>
                                      <p:to>
                                        <p:strVal val="hidden"/>
                                      </p:to>
                                    </p:set>
                                  </p:childTnLst>
                                </p:cTn>
                              </p:par>
                            </p:childTnLst>
                          </p:cTn>
                        </p:par>
                      </p:childTnLst>
                    </p:cTn>
                  </p:par>
                  <p:par>
                    <p:cTn id="564" fill="hold">
                      <p:stCondLst>
                        <p:cond delay="indefinite"/>
                      </p:stCondLst>
                      <p:childTnLst>
                        <p:par>
                          <p:cTn id="565" fill="hold">
                            <p:stCondLst>
                              <p:cond delay="0"/>
                            </p:stCondLst>
                            <p:childTnLst>
                              <p:par>
                                <p:cTn id="566" presetID="27" presetClass="emph" presetSubtype="0" fill="remove" grpId="11" nodeType="clickEffect">
                                  <p:stCondLst>
                                    <p:cond delay="0"/>
                                  </p:stCondLst>
                                  <p:childTnLst>
                                    <p:animClr clrSpc="rgb" dir="cw">
                                      <p:cBhvr override="childStyle">
                                        <p:cTn id="567" dur="500" autoRev="1" fill="remove"/>
                                        <p:tgtEl>
                                          <p:spTgt spid="6"/>
                                        </p:tgtEl>
                                        <p:attrNameLst>
                                          <p:attrName>style.color</p:attrName>
                                        </p:attrNameLst>
                                      </p:cBhvr>
                                      <p:to>
                                        <a:schemeClr val="bg1"/>
                                      </p:to>
                                    </p:animClr>
                                    <p:animClr clrSpc="rgb" dir="cw">
                                      <p:cBhvr>
                                        <p:cTn id="568" dur="500" autoRev="1" fill="remove"/>
                                        <p:tgtEl>
                                          <p:spTgt spid="6"/>
                                        </p:tgtEl>
                                        <p:attrNameLst>
                                          <p:attrName>fillcolor</p:attrName>
                                        </p:attrNameLst>
                                      </p:cBhvr>
                                      <p:to>
                                        <a:schemeClr val="bg1"/>
                                      </p:to>
                                    </p:animClr>
                                    <p:set>
                                      <p:cBhvr>
                                        <p:cTn id="569" dur="500" autoRev="1" fill="remove"/>
                                        <p:tgtEl>
                                          <p:spTgt spid="6"/>
                                        </p:tgtEl>
                                        <p:attrNameLst>
                                          <p:attrName>fill.type</p:attrName>
                                        </p:attrNameLst>
                                      </p:cBhvr>
                                      <p:to>
                                        <p:strVal val="solid"/>
                                      </p:to>
                                    </p:set>
                                    <p:set>
                                      <p:cBhvr>
                                        <p:cTn id="570" dur="500" autoRev="1" fill="remove"/>
                                        <p:tgtEl>
                                          <p:spTgt spid="6"/>
                                        </p:tgtEl>
                                        <p:attrNameLst>
                                          <p:attrName>fill.on</p:attrName>
                                        </p:attrNameLst>
                                      </p:cBhvr>
                                      <p:to>
                                        <p:strVal val="true"/>
                                      </p:to>
                                    </p:set>
                                  </p:childTnLst>
                                </p:cTn>
                              </p:par>
                              <p:par>
                                <p:cTn id="571" presetID="27" presetClass="emph" presetSubtype="0" fill="remove" grpId="7" nodeType="withEffect">
                                  <p:stCondLst>
                                    <p:cond delay="0"/>
                                  </p:stCondLst>
                                  <p:childTnLst>
                                    <p:animClr clrSpc="rgb" dir="cw">
                                      <p:cBhvr override="childStyle">
                                        <p:cTn id="572" dur="500" autoRev="1" fill="remove"/>
                                        <p:tgtEl>
                                          <p:spTgt spid="17"/>
                                        </p:tgtEl>
                                        <p:attrNameLst>
                                          <p:attrName>style.color</p:attrName>
                                        </p:attrNameLst>
                                      </p:cBhvr>
                                      <p:to>
                                        <a:schemeClr val="bg1"/>
                                      </p:to>
                                    </p:animClr>
                                    <p:animClr clrSpc="rgb" dir="cw">
                                      <p:cBhvr>
                                        <p:cTn id="573" dur="500" autoRev="1" fill="remove"/>
                                        <p:tgtEl>
                                          <p:spTgt spid="17"/>
                                        </p:tgtEl>
                                        <p:attrNameLst>
                                          <p:attrName>fillcolor</p:attrName>
                                        </p:attrNameLst>
                                      </p:cBhvr>
                                      <p:to>
                                        <a:schemeClr val="bg1"/>
                                      </p:to>
                                    </p:animClr>
                                    <p:set>
                                      <p:cBhvr>
                                        <p:cTn id="574" dur="500" autoRev="1" fill="remove"/>
                                        <p:tgtEl>
                                          <p:spTgt spid="17"/>
                                        </p:tgtEl>
                                        <p:attrNameLst>
                                          <p:attrName>fill.type</p:attrName>
                                        </p:attrNameLst>
                                      </p:cBhvr>
                                      <p:to>
                                        <p:strVal val="solid"/>
                                      </p:to>
                                    </p:set>
                                    <p:set>
                                      <p:cBhvr>
                                        <p:cTn id="575" dur="500" autoRev="1" fill="remove"/>
                                        <p:tgtEl>
                                          <p:spTgt spid="17"/>
                                        </p:tgtEl>
                                        <p:attrNameLst>
                                          <p:attrName>fill.on</p:attrName>
                                        </p:attrNameLst>
                                      </p:cBhvr>
                                      <p:to>
                                        <p:strVal val="true"/>
                                      </p:to>
                                    </p:set>
                                  </p:childTnLst>
                                </p:cTn>
                              </p:par>
                              <p:par>
                                <p:cTn id="576" presetID="31" presetClass="entr" presetSubtype="0" fill="hold" grpId="0" nodeType="withEffect">
                                  <p:stCondLst>
                                    <p:cond delay="500"/>
                                  </p:stCondLst>
                                  <p:childTnLst>
                                    <p:set>
                                      <p:cBhvr>
                                        <p:cTn id="577" dur="1" fill="hold">
                                          <p:stCondLst>
                                            <p:cond delay="0"/>
                                          </p:stCondLst>
                                        </p:cTn>
                                        <p:tgtEl>
                                          <p:spTgt spid="24"/>
                                        </p:tgtEl>
                                        <p:attrNameLst>
                                          <p:attrName>style.visibility</p:attrName>
                                        </p:attrNameLst>
                                      </p:cBhvr>
                                      <p:to>
                                        <p:strVal val="visible"/>
                                      </p:to>
                                    </p:set>
                                    <p:anim calcmode="lin" valueType="num">
                                      <p:cBhvr>
                                        <p:cTn id="578" dur="1000" fill="hold"/>
                                        <p:tgtEl>
                                          <p:spTgt spid="24"/>
                                        </p:tgtEl>
                                        <p:attrNameLst>
                                          <p:attrName>ppt_w</p:attrName>
                                        </p:attrNameLst>
                                      </p:cBhvr>
                                      <p:tavLst>
                                        <p:tav tm="0">
                                          <p:val>
                                            <p:fltVal val="0"/>
                                          </p:val>
                                        </p:tav>
                                        <p:tav tm="100000">
                                          <p:val>
                                            <p:strVal val="#ppt_w"/>
                                          </p:val>
                                        </p:tav>
                                      </p:tavLst>
                                    </p:anim>
                                    <p:anim calcmode="lin" valueType="num">
                                      <p:cBhvr>
                                        <p:cTn id="579" dur="1000" fill="hold"/>
                                        <p:tgtEl>
                                          <p:spTgt spid="24"/>
                                        </p:tgtEl>
                                        <p:attrNameLst>
                                          <p:attrName>ppt_h</p:attrName>
                                        </p:attrNameLst>
                                      </p:cBhvr>
                                      <p:tavLst>
                                        <p:tav tm="0">
                                          <p:val>
                                            <p:fltVal val="0"/>
                                          </p:val>
                                        </p:tav>
                                        <p:tav tm="100000">
                                          <p:val>
                                            <p:strVal val="#ppt_h"/>
                                          </p:val>
                                        </p:tav>
                                      </p:tavLst>
                                    </p:anim>
                                    <p:anim calcmode="lin" valueType="num">
                                      <p:cBhvr>
                                        <p:cTn id="580" dur="1000" fill="hold"/>
                                        <p:tgtEl>
                                          <p:spTgt spid="24"/>
                                        </p:tgtEl>
                                        <p:attrNameLst>
                                          <p:attrName>style.rotation</p:attrName>
                                        </p:attrNameLst>
                                      </p:cBhvr>
                                      <p:tavLst>
                                        <p:tav tm="0">
                                          <p:val>
                                            <p:fltVal val="90"/>
                                          </p:val>
                                        </p:tav>
                                        <p:tav tm="100000">
                                          <p:val>
                                            <p:fltVal val="0"/>
                                          </p:val>
                                        </p:tav>
                                      </p:tavLst>
                                    </p:anim>
                                    <p:animEffect transition="in" filter="fade">
                                      <p:cBhvr>
                                        <p:cTn id="581" dur="1000"/>
                                        <p:tgtEl>
                                          <p:spTgt spid="24"/>
                                        </p:tgtEl>
                                      </p:cBhvr>
                                    </p:animEffect>
                                  </p:childTnLst>
                                </p:cTn>
                              </p:par>
                            </p:childTnLst>
                          </p:cTn>
                        </p:par>
                        <p:par>
                          <p:cTn id="582" fill="hold">
                            <p:stCondLst>
                              <p:cond delay="1500"/>
                            </p:stCondLst>
                            <p:childTnLst>
                              <p:par>
                                <p:cTn id="583" presetID="58" presetClass="path" presetSubtype="0" accel="50000" decel="50000" fill="hold" grpId="12" nodeType="afterEffect">
                                  <p:stCondLst>
                                    <p:cond delay="0"/>
                                  </p:stCondLst>
                                  <p:childTnLst>
                                    <p:animMotion origin="layout" path="M 0.00039 0.16759 L 0.04036 0.19028 C 0.04935 0.19491 0.05442 0.20209 0.05442 0.20972 C 0.05442 0.21806 0.04935 0.225 0.04036 0.22963 L 0.00039 0.25255 " pathEditMode="relative" rAng="0" ptsTypes="AAAAA">
                                      <p:cBhvr>
                                        <p:cTn id="584" dur="2000" fill="hold"/>
                                        <p:tgtEl>
                                          <p:spTgt spid="6"/>
                                        </p:tgtEl>
                                        <p:attrNameLst>
                                          <p:attrName>ppt_x</p:attrName>
                                          <p:attrName>ppt_y</p:attrName>
                                        </p:attrNameLst>
                                      </p:cBhvr>
                                      <p:rCtr x="2695" y="4236"/>
                                    </p:animMotion>
                                  </p:childTnLst>
                                </p:cTn>
                              </p:par>
                              <p:par>
                                <p:cTn id="585" presetID="64" presetClass="path" presetSubtype="0" accel="50000" decel="50000" fill="hold" grpId="8" nodeType="withEffect">
                                  <p:stCondLst>
                                    <p:cond delay="0"/>
                                  </p:stCondLst>
                                  <p:childTnLst>
                                    <p:animMotion origin="layout" path="M 0.00039 -0.24907 L 0.00039 -0.32917 " pathEditMode="relative" rAng="0" ptsTypes="AA">
                                      <p:cBhvr>
                                        <p:cTn id="586" dur="1000" fill="hold"/>
                                        <p:tgtEl>
                                          <p:spTgt spid="17"/>
                                        </p:tgtEl>
                                        <p:attrNameLst>
                                          <p:attrName>ppt_x</p:attrName>
                                          <p:attrName>ppt_y</p:attrName>
                                        </p:attrNameLst>
                                      </p:cBhvr>
                                      <p:rCtr x="0" y="-4005"/>
                                    </p:animMotion>
                                  </p:childTnLst>
                                </p:cTn>
                              </p:par>
                            </p:childTnLst>
                          </p:cTn>
                        </p:par>
                        <p:par>
                          <p:cTn id="587" fill="hold">
                            <p:stCondLst>
                              <p:cond delay="3500"/>
                            </p:stCondLst>
                            <p:childTnLst>
                              <p:par>
                                <p:cTn id="588" presetID="10" presetClass="exit" presetSubtype="0" fill="hold" grpId="1" nodeType="afterEffect">
                                  <p:stCondLst>
                                    <p:cond delay="0"/>
                                  </p:stCondLst>
                                  <p:childTnLst>
                                    <p:animEffect transition="out" filter="fade">
                                      <p:cBhvr>
                                        <p:cTn id="589" dur="500"/>
                                        <p:tgtEl>
                                          <p:spTgt spid="24"/>
                                        </p:tgtEl>
                                      </p:cBhvr>
                                    </p:animEffect>
                                    <p:set>
                                      <p:cBhvr>
                                        <p:cTn id="590" dur="1" fill="hold">
                                          <p:stCondLst>
                                            <p:cond delay="499"/>
                                          </p:stCondLst>
                                        </p:cTn>
                                        <p:tgtEl>
                                          <p:spTgt spid="24"/>
                                        </p:tgtEl>
                                        <p:attrNameLst>
                                          <p:attrName>style.visibility</p:attrName>
                                        </p:attrNameLst>
                                      </p:cBhvr>
                                      <p:to>
                                        <p:strVal val="hidden"/>
                                      </p:to>
                                    </p:set>
                                  </p:childTnLst>
                                </p:cTn>
                              </p:par>
                            </p:childTnLst>
                          </p:cTn>
                        </p:par>
                      </p:childTnLst>
                    </p:cTn>
                  </p:par>
                  <p:par>
                    <p:cTn id="591" fill="hold">
                      <p:stCondLst>
                        <p:cond delay="indefinite"/>
                      </p:stCondLst>
                      <p:childTnLst>
                        <p:par>
                          <p:cTn id="592" fill="hold">
                            <p:stCondLst>
                              <p:cond delay="0"/>
                            </p:stCondLst>
                            <p:childTnLst>
                              <p:par>
                                <p:cTn id="593" presetID="27" presetClass="emph" presetSubtype="0" fill="remove" grpId="13" nodeType="clickEffect">
                                  <p:stCondLst>
                                    <p:cond delay="0"/>
                                  </p:stCondLst>
                                  <p:childTnLst>
                                    <p:animClr clrSpc="rgb" dir="cw">
                                      <p:cBhvr override="childStyle">
                                        <p:cTn id="594" dur="500" autoRev="1" fill="remove"/>
                                        <p:tgtEl>
                                          <p:spTgt spid="6"/>
                                        </p:tgtEl>
                                        <p:attrNameLst>
                                          <p:attrName>style.color</p:attrName>
                                        </p:attrNameLst>
                                      </p:cBhvr>
                                      <p:to>
                                        <a:schemeClr val="bg1"/>
                                      </p:to>
                                    </p:animClr>
                                    <p:animClr clrSpc="rgb" dir="cw">
                                      <p:cBhvr>
                                        <p:cTn id="595" dur="500" autoRev="1" fill="remove"/>
                                        <p:tgtEl>
                                          <p:spTgt spid="6"/>
                                        </p:tgtEl>
                                        <p:attrNameLst>
                                          <p:attrName>fillcolor</p:attrName>
                                        </p:attrNameLst>
                                      </p:cBhvr>
                                      <p:to>
                                        <a:schemeClr val="bg1"/>
                                      </p:to>
                                    </p:animClr>
                                    <p:set>
                                      <p:cBhvr>
                                        <p:cTn id="596" dur="500" autoRev="1" fill="remove"/>
                                        <p:tgtEl>
                                          <p:spTgt spid="6"/>
                                        </p:tgtEl>
                                        <p:attrNameLst>
                                          <p:attrName>fill.type</p:attrName>
                                        </p:attrNameLst>
                                      </p:cBhvr>
                                      <p:to>
                                        <p:strVal val="solid"/>
                                      </p:to>
                                    </p:set>
                                    <p:set>
                                      <p:cBhvr>
                                        <p:cTn id="597" dur="500" autoRev="1" fill="remove"/>
                                        <p:tgtEl>
                                          <p:spTgt spid="6"/>
                                        </p:tgtEl>
                                        <p:attrNameLst>
                                          <p:attrName>fill.on</p:attrName>
                                        </p:attrNameLst>
                                      </p:cBhvr>
                                      <p:to>
                                        <p:strVal val="true"/>
                                      </p:to>
                                    </p:set>
                                  </p:childTnLst>
                                </p:cTn>
                              </p:par>
                              <p:par>
                                <p:cTn id="598" presetID="27" presetClass="emph" presetSubtype="0" fill="remove" grpId="7" nodeType="withEffect">
                                  <p:stCondLst>
                                    <p:cond delay="0"/>
                                  </p:stCondLst>
                                  <p:childTnLst>
                                    <p:animClr clrSpc="rgb" dir="cw">
                                      <p:cBhvr override="childStyle">
                                        <p:cTn id="599" dur="500" autoRev="1" fill="remove"/>
                                        <p:tgtEl>
                                          <p:spTgt spid="18"/>
                                        </p:tgtEl>
                                        <p:attrNameLst>
                                          <p:attrName>style.color</p:attrName>
                                        </p:attrNameLst>
                                      </p:cBhvr>
                                      <p:to>
                                        <a:schemeClr val="bg1"/>
                                      </p:to>
                                    </p:animClr>
                                    <p:animClr clrSpc="rgb" dir="cw">
                                      <p:cBhvr>
                                        <p:cTn id="600" dur="500" autoRev="1" fill="remove"/>
                                        <p:tgtEl>
                                          <p:spTgt spid="18"/>
                                        </p:tgtEl>
                                        <p:attrNameLst>
                                          <p:attrName>fillcolor</p:attrName>
                                        </p:attrNameLst>
                                      </p:cBhvr>
                                      <p:to>
                                        <a:schemeClr val="bg1"/>
                                      </p:to>
                                    </p:animClr>
                                    <p:set>
                                      <p:cBhvr>
                                        <p:cTn id="601" dur="500" autoRev="1" fill="remove"/>
                                        <p:tgtEl>
                                          <p:spTgt spid="18"/>
                                        </p:tgtEl>
                                        <p:attrNameLst>
                                          <p:attrName>fill.type</p:attrName>
                                        </p:attrNameLst>
                                      </p:cBhvr>
                                      <p:to>
                                        <p:strVal val="solid"/>
                                      </p:to>
                                    </p:set>
                                    <p:set>
                                      <p:cBhvr>
                                        <p:cTn id="602" dur="500" autoRev="1" fill="remove"/>
                                        <p:tgtEl>
                                          <p:spTgt spid="18"/>
                                        </p:tgtEl>
                                        <p:attrNameLst>
                                          <p:attrName>fill.on</p:attrName>
                                        </p:attrNameLst>
                                      </p:cBhvr>
                                      <p:to>
                                        <p:strVal val="true"/>
                                      </p:to>
                                    </p:set>
                                  </p:childTnLst>
                                </p:cTn>
                              </p:par>
                              <p:par>
                                <p:cTn id="603" presetID="16" presetClass="entr" presetSubtype="26" fill="hold" grpId="1" nodeType="withEffect">
                                  <p:stCondLst>
                                    <p:cond delay="500"/>
                                  </p:stCondLst>
                                  <p:childTnLst>
                                    <p:set>
                                      <p:cBhvr>
                                        <p:cTn id="604" dur="1" fill="hold">
                                          <p:stCondLst>
                                            <p:cond delay="0"/>
                                          </p:stCondLst>
                                        </p:cTn>
                                        <p:tgtEl>
                                          <p:spTgt spid="26"/>
                                        </p:tgtEl>
                                        <p:attrNameLst>
                                          <p:attrName>style.visibility</p:attrName>
                                        </p:attrNameLst>
                                      </p:cBhvr>
                                      <p:to>
                                        <p:strVal val="visible"/>
                                      </p:to>
                                    </p:set>
                                    <p:animEffect transition="in" filter="barn(inHorizontal)">
                                      <p:cBhvr>
                                        <p:cTn id="605" dur="1000"/>
                                        <p:tgtEl>
                                          <p:spTgt spid="26"/>
                                        </p:tgtEl>
                                      </p:cBhvr>
                                    </p:animEffect>
                                  </p:childTnLst>
                                </p:cTn>
                              </p:par>
                            </p:childTnLst>
                          </p:cTn>
                        </p:par>
                        <p:par>
                          <p:cTn id="606" fill="hold">
                            <p:stCondLst>
                              <p:cond delay="1500"/>
                            </p:stCondLst>
                            <p:childTnLst>
                              <p:par>
                                <p:cTn id="607" presetID="10" presetClass="exit" presetSubtype="0" fill="hold" grpId="0" nodeType="afterEffect">
                                  <p:stCondLst>
                                    <p:cond delay="0"/>
                                  </p:stCondLst>
                                  <p:childTnLst>
                                    <p:animEffect transition="out" filter="fade">
                                      <p:cBhvr>
                                        <p:cTn id="608" dur="500"/>
                                        <p:tgtEl>
                                          <p:spTgt spid="26"/>
                                        </p:tgtEl>
                                      </p:cBhvr>
                                    </p:animEffect>
                                    <p:set>
                                      <p:cBhvr>
                                        <p:cTn id="609" dur="1" fill="hold">
                                          <p:stCondLst>
                                            <p:cond delay="499"/>
                                          </p:stCondLst>
                                        </p:cTn>
                                        <p:tgtEl>
                                          <p:spTgt spid="26"/>
                                        </p:tgtEl>
                                        <p:attrNameLst>
                                          <p:attrName>style.visibility</p:attrName>
                                        </p:attrNameLst>
                                      </p:cBhvr>
                                      <p:to>
                                        <p:strVal val="hidden"/>
                                      </p:to>
                                    </p:set>
                                  </p:childTnLst>
                                </p:cTn>
                              </p:par>
                              <p:par>
                                <p:cTn id="610" presetID="3" presetClass="emph" presetSubtype="2" fill="hold" grpId="8" nodeType="withEffect">
                                  <p:stCondLst>
                                    <p:cond delay="0"/>
                                  </p:stCondLst>
                                  <p:childTnLst>
                                    <p:animClr clrSpc="rgb" dir="cw">
                                      <p:cBhvr override="childStyle">
                                        <p:cTn id="611" dur="500" fill="hold"/>
                                        <p:tgtEl>
                                          <p:spTgt spid="18"/>
                                        </p:tgtEl>
                                        <p:attrNameLst>
                                          <p:attrName>style.color</p:attrName>
                                        </p:attrNameLst>
                                      </p:cBhvr>
                                      <p:to>
                                        <a:srgbClr val="C00000"/>
                                      </p:to>
                                    </p:animClr>
                                  </p:childTnLst>
                                </p:cTn>
                              </p:par>
                            </p:childTnLst>
                          </p:cTn>
                        </p:par>
                        <p:par>
                          <p:cTn id="612" fill="hold">
                            <p:stCondLst>
                              <p:cond delay="2000"/>
                            </p:stCondLst>
                            <p:childTnLst>
                              <p:par>
                                <p:cTn id="613" presetID="47" presetClass="entr" presetSubtype="0" fill="hold" grpId="0" nodeType="afterEffect">
                                  <p:stCondLst>
                                    <p:cond delay="0"/>
                                  </p:stCondLst>
                                  <p:childTnLst>
                                    <p:set>
                                      <p:cBhvr>
                                        <p:cTn id="614" dur="1" fill="hold">
                                          <p:stCondLst>
                                            <p:cond delay="0"/>
                                          </p:stCondLst>
                                        </p:cTn>
                                        <p:tgtEl>
                                          <p:spTgt spid="30"/>
                                        </p:tgtEl>
                                        <p:attrNameLst>
                                          <p:attrName>style.visibility</p:attrName>
                                        </p:attrNameLst>
                                      </p:cBhvr>
                                      <p:to>
                                        <p:strVal val="visible"/>
                                      </p:to>
                                    </p:set>
                                    <p:animEffect transition="in" filter="fade">
                                      <p:cBhvr>
                                        <p:cTn id="615" dur="1000"/>
                                        <p:tgtEl>
                                          <p:spTgt spid="30"/>
                                        </p:tgtEl>
                                      </p:cBhvr>
                                    </p:animEffect>
                                    <p:anim calcmode="lin" valueType="num">
                                      <p:cBhvr>
                                        <p:cTn id="616" dur="1000" fill="hold"/>
                                        <p:tgtEl>
                                          <p:spTgt spid="30"/>
                                        </p:tgtEl>
                                        <p:attrNameLst>
                                          <p:attrName>ppt_x</p:attrName>
                                        </p:attrNameLst>
                                      </p:cBhvr>
                                      <p:tavLst>
                                        <p:tav tm="0">
                                          <p:val>
                                            <p:strVal val="#ppt_x"/>
                                          </p:val>
                                        </p:tav>
                                        <p:tav tm="100000">
                                          <p:val>
                                            <p:strVal val="#ppt_x"/>
                                          </p:val>
                                        </p:tav>
                                      </p:tavLst>
                                    </p:anim>
                                    <p:anim calcmode="lin" valueType="num">
                                      <p:cBhvr>
                                        <p:cTn id="617" dur="1000" fill="hold"/>
                                        <p:tgtEl>
                                          <p:spTgt spid="30"/>
                                        </p:tgtEl>
                                        <p:attrNameLst>
                                          <p:attrName>ppt_y</p:attrName>
                                        </p:attrNameLst>
                                      </p:cBhvr>
                                      <p:tavLst>
                                        <p:tav tm="0">
                                          <p:val>
                                            <p:strVal val="#ppt_y-.1"/>
                                          </p:val>
                                        </p:tav>
                                        <p:tav tm="100000">
                                          <p:val>
                                            <p:strVal val="#ppt_y"/>
                                          </p:val>
                                        </p:tav>
                                      </p:tavLst>
                                    </p:anim>
                                  </p:childTnLst>
                                </p:cTn>
                              </p:par>
                              <p:par>
                                <p:cTn id="618" presetID="34" presetClass="emph" presetSubtype="0" fill="hold" grpId="3" nodeType="withEffect">
                                  <p:stCondLst>
                                    <p:cond delay="500"/>
                                  </p:stCondLst>
                                  <p:iterate type="lt">
                                    <p:tmPct val="10000"/>
                                  </p:iterate>
                                  <p:childTnLst>
                                    <p:animMotion origin="layout" path="M -4.16667E-6 -1.48148E-6 L -4.16667E-6 0.00023 " pathEditMode="relative" rAng="0" ptsTypes="AA">
                                      <p:cBhvr>
                                        <p:cTn id="619" dur="250" accel="50000" decel="50000" autoRev="1" fill="hold">
                                          <p:stCondLst>
                                            <p:cond delay="0"/>
                                          </p:stCondLst>
                                        </p:cTn>
                                        <p:tgtEl>
                                          <p:spTgt spid="16"/>
                                        </p:tgtEl>
                                        <p:attrNameLst>
                                          <p:attrName>ppt_x</p:attrName>
                                          <p:attrName>ppt_y</p:attrName>
                                        </p:attrNameLst>
                                      </p:cBhvr>
                                      <p:rCtr x="0" y="0"/>
                                    </p:animMotion>
                                    <p:animRot by="1500000">
                                      <p:cBhvr>
                                        <p:cTn id="620" dur="125" fill="hold">
                                          <p:stCondLst>
                                            <p:cond delay="0"/>
                                          </p:stCondLst>
                                        </p:cTn>
                                        <p:tgtEl>
                                          <p:spTgt spid="16"/>
                                        </p:tgtEl>
                                        <p:attrNameLst>
                                          <p:attrName>r</p:attrName>
                                        </p:attrNameLst>
                                      </p:cBhvr>
                                    </p:animRot>
                                    <p:animRot by="-1500000">
                                      <p:cBhvr>
                                        <p:cTn id="621" dur="125" fill="hold">
                                          <p:stCondLst>
                                            <p:cond delay="125"/>
                                          </p:stCondLst>
                                        </p:cTn>
                                        <p:tgtEl>
                                          <p:spTgt spid="16"/>
                                        </p:tgtEl>
                                        <p:attrNameLst>
                                          <p:attrName>r</p:attrName>
                                        </p:attrNameLst>
                                      </p:cBhvr>
                                    </p:animRot>
                                    <p:animRot by="-1500000">
                                      <p:cBhvr>
                                        <p:cTn id="622" dur="125" fill="hold">
                                          <p:stCondLst>
                                            <p:cond delay="250"/>
                                          </p:stCondLst>
                                        </p:cTn>
                                        <p:tgtEl>
                                          <p:spTgt spid="16"/>
                                        </p:tgtEl>
                                        <p:attrNameLst>
                                          <p:attrName>r</p:attrName>
                                        </p:attrNameLst>
                                      </p:cBhvr>
                                    </p:animRot>
                                    <p:animRot by="1500000">
                                      <p:cBhvr>
                                        <p:cTn id="623" dur="125" fill="hold">
                                          <p:stCondLst>
                                            <p:cond delay="375"/>
                                          </p:stCondLst>
                                        </p:cTn>
                                        <p:tgtEl>
                                          <p:spTgt spid="16"/>
                                        </p:tgtEl>
                                        <p:attrNameLst>
                                          <p:attrName>r</p:attrName>
                                        </p:attrNameLst>
                                      </p:cBhvr>
                                    </p:animRot>
                                  </p:childTnLst>
                                </p:cTn>
                              </p:par>
                              <p:par>
                                <p:cTn id="624" presetID="10" presetClass="exit" presetSubtype="0" fill="hold" grpId="1" nodeType="withEffect">
                                  <p:stCondLst>
                                    <p:cond delay="500"/>
                                  </p:stCondLst>
                                  <p:childTnLst>
                                    <p:animEffect transition="out" filter="fade">
                                      <p:cBhvr>
                                        <p:cTn id="625" dur="500"/>
                                        <p:tgtEl>
                                          <p:spTgt spid="29"/>
                                        </p:tgtEl>
                                      </p:cBhvr>
                                    </p:animEffect>
                                    <p:set>
                                      <p:cBhvr>
                                        <p:cTn id="626" dur="1" fill="hold">
                                          <p:stCondLst>
                                            <p:cond delay="499"/>
                                          </p:stCondLst>
                                        </p:cTn>
                                        <p:tgtEl>
                                          <p:spTgt spid="29"/>
                                        </p:tgtEl>
                                        <p:attrNameLst>
                                          <p:attrName>style.visibility</p:attrName>
                                        </p:attrNameLst>
                                      </p:cBhvr>
                                      <p:to>
                                        <p:strVal val="hidden"/>
                                      </p:to>
                                    </p:set>
                                  </p:childTnLst>
                                </p:cTn>
                              </p:par>
                            </p:childTnLst>
                          </p:cTn>
                        </p:par>
                      </p:childTnLst>
                    </p:cTn>
                  </p:par>
                  <p:par>
                    <p:cTn id="627" fill="hold">
                      <p:stCondLst>
                        <p:cond delay="indefinite"/>
                      </p:stCondLst>
                      <p:childTnLst>
                        <p:par>
                          <p:cTn id="628" fill="hold">
                            <p:stCondLst>
                              <p:cond delay="0"/>
                            </p:stCondLst>
                            <p:childTnLst>
                              <p:par>
                                <p:cTn id="629" presetID="27" presetClass="emph" presetSubtype="0" fill="remove" grpId="6" nodeType="clickEffect">
                                  <p:stCondLst>
                                    <p:cond delay="0"/>
                                  </p:stCondLst>
                                  <p:childTnLst>
                                    <p:animClr clrSpc="rgb" dir="cw">
                                      <p:cBhvr override="childStyle">
                                        <p:cTn id="630" dur="500" autoRev="1" fill="remove"/>
                                        <p:tgtEl>
                                          <p:spTgt spid="8"/>
                                        </p:tgtEl>
                                        <p:attrNameLst>
                                          <p:attrName>style.color</p:attrName>
                                        </p:attrNameLst>
                                      </p:cBhvr>
                                      <p:to>
                                        <a:schemeClr val="bg1"/>
                                      </p:to>
                                    </p:animClr>
                                    <p:animClr clrSpc="rgb" dir="cw">
                                      <p:cBhvr>
                                        <p:cTn id="631" dur="500" autoRev="1" fill="remove"/>
                                        <p:tgtEl>
                                          <p:spTgt spid="8"/>
                                        </p:tgtEl>
                                        <p:attrNameLst>
                                          <p:attrName>fillcolor</p:attrName>
                                        </p:attrNameLst>
                                      </p:cBhvr>
                                      <p:to>
                                        <a:schemeClr val="bg1"/>
                                      </p:to>
                                    </p:animClr>
                                    <p:set>
                                      <p:cBhvr>
                                        <p:cTn id="632" dur="500" autoRev="1" fill="remove"/>
                                        <p:tgtEl>
                                          <p:spTgt spid="8"/>
                                        </p:tgtEl>
                                        <p:attrNameLst>
                                          <p:attrName>fill.type</p:attrName>
                                        </p:attrNameLst>
                                      </p:cBhvr>
                                      <p:to>
                                        <p:strVal val="solid"/>
                                      </p:to>
                                    </p:set>
                                    <p:set>
                                      <p:cBhvr>
                                        <p:cTn id="633" dur="500" autoRev="1" fill="remove"/>
                                        <p:tgtEl>
                                          <p:spTgt spid="8"/>
                                        </p:tgtEl>
                                        <p:attrNameLst>
                                          <p:attrName>fill.on</p:attrName>
                                        </p:attrNameLst>
                                      </p:cBhvr>
                                      <p:to>
                                        <p:strVal val="true"/>
                                      </p:to>
                                    </p:set>
                                  </p:childTnLst>
                                </p:cTn>
                              </p:par>
                              <p:par>
                                <p:cTn id="634" presetID="27" presetClass="emph" presetSubtype="0" fill="remove" grpId="9" nodeType="withEffect">
                                  <p:stCondLst>
                                    <p:cond delay="0"/>
                                  </p:stCondLst>
                                  <p:childTnLst>
                                    <p:animClr clrSpc="rgb" dir="cw">
                                      <p:cBhvr override="childStyle">
                                        <p:cTn id="635" dur="500" autoRev="1" fill="remove"/>
                                        <p:tgtEl>
                                          <p:spTgt spid="5"/>
                                        </p:tgtEl>
                                        <p:attrNameLst>
                                          <p:attrName>style.color</p:attrName>
                                        </p:attrNameLst>
                                      </p:cBhvr>
                                      <p:to>
                                        <a:schemeClr val="bg1"/>
                                      </p:to>
                                    </p:animClr>
                                    <p:animClr clrSpc="rgb" dir="cw">
                                      <p:cBhvr>
                                        <p:cTn id="636" dur="500" autoRev="1" fill="remove"/>
                                        <p:tgtEl>
                                          <p:spTgt spid="5"/>
                                        </p:tgtEl>
                                        <p:attrNameLst>
                                          <p:attrName>fillcolor</p:attrName>
                                        </p:attrNameLst>
                                      </p:cBhvr>
                                      <p:to>
                                        <a:schemeClr val="bg1"/>
                                      </p:to>
                                    </p:animClr>
                                    <p:set>
                                      <p:cBhvr>
                                        <p:cTn id="637" dur="500" autoRev="1" fill="remove"/>
                                        <p:tgtEl>
                                          <p:spTgt spid="5"/>
                                        </p:tgtEl>
                                        <p:attrNameLst>
                                          <p:attrName>fill.type</p:attrName>
                                        </p:attrNameLst>
                                      </p:cBhvr>
                                      <p:to>
                                        <p:strVal val="solid"/>
                                      </p:to>
                                    </p:set>
                                    <p:set>
                                      <p:cBhvr>
                                        <p:cTn id="638" dur="500" autoRev="1" fill="remove"/>
                                        <p:tgtEl>
                                          <p:spTgt spid="5"/>
                                        </p:tgtEl>
                                        <p:attrNameLst>
                                          <p:attrName>fill.on</p:attrName>
                                        </p:attrNameLst>
                                      </p:cBhvr>
                                      <p:to>
                                        <p:strVal val="true"/>
                                      </p:to>
                                    </p:set>
                                  </p:childTnLst>
                                </p:cTn>
                              </p:par>
                              <p:par>
                                <p:cTn id="639" presetID="31" presetClass="entr" presetSubtype="0" fill="hold" grpId="2" nodeType="withEffect">
                                  <p:stCondLst>
                                    <p:cond delay="500"/>
                                  </p:stCondLst>
                                  <p:childTnLst>
                                    <p:set>
                                      <p:cBhvr>
                                        <p:cTn id="640" dur="1" fill="hold">
                                          <p:stCondLst>
                                            <p:cond delay="0"/>
                                          </p:stCondLst>
                                        </p:cTn>
                                        <p:tgtEl>
                                          <p:spTgt spid="7"/>
                                        </p:tgtEl>
                                        <p:attrNameLst>
                                          <p:attrName>style.visibility</p:attrName>
                                        </p:attrNameLst>
                                      </p:cBhvr>
                                      <p:to>
                                        <p:strVal val="visible"/>
                                      </p:to>
                                    </p:set>
                                    <p:anim calcmode="lin" valueType="num">
                                      <p:cBhvr>
                                        <p:cTn id="641" dur="1000" fill="hold"/>
                                        <p:tgtEl>
                                          <p:spTgt spid="7"/>
                                        </p:tgtEl>
                                        <p:attrNameLst>
                                          <p:attrName>ppt_w</p:attrName>
                                        </p:attrNameLst>
                                      </p:cBhvr>
                                      <p:tavLst>
                                        <p:tav tm="0">
                                          <p:val>
                                            <p:fltVal val="0"/>
                                          </p:val>
                                        </p:tav>
                                        <p:tav tm="100000">
                                          <p:val>
                                            <p:strVal val="#ppt_w"/>
                                          </p:val>
                                        </p:tav>
                                      </p:tavLst>
                                    </p:anim>
                                    <p:anim calcmode="lin" valueType="num">
                                      <p:cBhvr>
                                        <p:cTn id="642" dur="1000" fill="hold"/>
                                        <p:tgtEl>
                                          <p:spTgt spid="7"/>
                                        </p:tgtEl>
                                        <p:attrNameLst>
                                          <p:attrName>ppt_h</p:attrName>
                                        </p:attrNameLst>
                                      </p:cBhvr>
                                      <p:tavLst>
                                        <p:tav tm="0">
                                          <p:val>
                                            <p:fltVal val="0"/>
                                          </p:val>
                                        </p:tav>
                                        <p:tav tm="100000">
                                          <p:val>
                                            <p:strVal val="#ppt_h"/>
                                          </p:val>
                                        </p:tav>
                                      </p:tavLst>
                                    </p:anim>
                                    <p:anim calcmode="lin" valueType="num">
                                      <p:cBhvr>
                                        <p:cTn id="643" dur="1000" fill="hold"/>
                                        <p:tgtEl>
                                          <p:spTgt spid="7"/>
                                        </p:tgtEl>
                                        <p:attrNameLst>
                                          <p:attrName>style.rotation</p:attrName>
                                        </p:attrNameLst>
                                      </p:cBhvr>
                                      <p:tavLst>
                                        <p:tav tm="0">
                                          <p:val>
                                            <p:fltVal val="90"/>
                                          </p:val>
                                        </p:tav>
                                        <p:tav tm="100000">
                                          <p:val>
                                            <p:fltVal val="0"/>
                                          </p:val>
                                        </p:tav>
                                      </p:tavLst>
                                    </p:anim>
                                    <p:animEffect transition="in" filter="fade">
                                      <p:cBhvr>
                                        <p:cTn id="644" dur="1000"/>
                                        <p:tgtEl>
                                          <p:spTgt spid="7"/>
                                        </p:tgtEl>
                                      </p:cBhvr>
                                    </p:animEffect>
                                  </p:childTnLst>
                                </p:cTn>
                              </p:par>
                            </p:childTnLst>
                          </p:cTn>
                        </p:par>
                        <p:par>
                          <p:cTn id="645" fill="hold">
                            <p:stCondLst>
                              <p:cond delay="1500"/>
                            </p:stCondLst>
                            <p:childTnLst>
                              <p:par>
                                <p:cTn id="646" presetID="58" presetClass="path" presetSubtype="0" accel="50000" decel="50000" fill="hold" grpId="7" nodeType="afterEffect">
                                  <p:stCondLst>
                                    <p:cond delay="0"/>
                                  </p:stCondLst>
                                  <p:childTnLst>
                                    <p:animMotion origin="layout" path="M -0.00091 -0.08287 L 0.03906 -0.06018 C 0.04805 -0.05532 0.05312 -0.04815 0.05312 -0.04074 C 0.05312 -0.03217 0.04805 -0.02546 0.03906 -0.0206 L -0.00091 0.00232 " pathEditMode="relative" rAng="0" ptsTypes="AAAAA">
                                      <p:cBhvr>
                                        <p:cTn id="647" dur="2000" fill="hold"/>
                                        <p:tgtEl>
                                          <p:spTgt spid="8"/>
                                        </p:tgtEl>
                                        <p:attrNameLst>
                                          <p:attrName>ppt_x</p:attrName>
                                          <p:attrName>ppt_y</p:attrName>
                                        </p:attrNameLst>
                                      </p:cBhvr>
                                      <p:rCtr x="2695" y="4259"/>
                                    </p:animMotion>
                                  </p:childTnLst>
                                </p:cTn>
                              </p:par>
                              <p:par>
                                <p:cTn id="648" presetID="64" presetClass="path" presetSubtype="0" accel="50000" decel="50000" fill="hold" grpId="10" nodeType="withEffect">
                                  <p:stCondLst>
                                    <p:cond delay="0"/>
                                  </p:stCondLst>
                                  <p:childTnLst>
                                    <p:animMotion origin="layout" path="M -0.00091 -0.33102 L -0.00039 -0.41366 " pathEditMode="relative" rAng="0" ptsTypes="AA">
                                      <p:cBhvr>
                                        <p:cTn id="649" dur="1000" fill="hold"/>
                                        <p:tgtEl>
                                          <p:spTgt spid="5"/>
                                        </p:tgtEl>
                                        <p:attrNameLst>
                                          <p:attrName>ppt_x</p:attrName>
                                          <p:attrName>ppt_y</p:attrName>
                                        </p:attrNameLst>
                                      </p:cBhvr>
                                      <p:rCtr x="26" y="-4144"/>
                                    </p:animMotion>
                                  </p:childTnLst>
                                </p:cTn>
                              </p:par>
                            </p:childTnLst>
                          </p:cTn>
                        </p:par>
                        <p:par>
                          <p:cTn id="650" fill="hold">
                            <p:stCondLst>
                              <p:cond delay="3500"/>
                            </p:stCondLst>
                            <p:childTnLst>
                              <p:par>
                                <p:cTn id="651" presetID="10" presetClass="exit" presetSubtype="0" fill="hold" grpId="3" nodeType="afterEffect">
                                  <p:stCondLst>
                                    <p:cond delay="0"/>
                                  </p:stCondLst>
                                  <p:childTnLst>
                                    <p:animEffect transition="out" filter="fade">
                                      <p:cBhvr>
                                        <p:cTn id="652" dur="500"/>
                                        <p:tgtEl>
                                          <p:spTgt spid="7"/>
                                        </p:tgtEl>
                                      </p:cBhvr>
                                    </p:animEffect>
                                    <p:set>
                                      <p:cBhvr>
                                        <p:cTn id="653" dur="1" fill="hold">
                                          <p:stCondLst>
                                            <p:cond delay="499"/>
                                          </p:stCondLst>
                                        </p:cTn>
                                        <p:tgtEl>
                                          <p:spTgt spid="7"/>
                                        </p:tgtEl>
                                        <p:attrNameLst>
                                          <p:attrName>style.visibility</p:attrName>
                                        </p:attrNameLst>
                                      </p:cBhvr>
                                      <p:to>
                                        <p:strVal val="hidden"/>
                                      </p:to>
                                    </p:set>
                                  </p:childTnLst>
                                </p:cTn>
                              </p:par>
                            </p:childTnLst>
                          </p:cTn>
                        </p:par>
                      </p:childTnLst>
                    </p:cTn>
                  </p:par>
                  <p:par>
                    <p:cTn id="654" fill="hold">
                      <p:stCondLst>
                        <p:cond delay="indefinite"/>
                      </p:stCondLst>
                      <p:childTnLst>
                        <p:par>
                          <p:cTn id="655" fill="hold">
                            <p:stCondLst>
                              <p:cond delay="0"/>
                            </p:stCondLst>
                            <p:childTnLst>
                              <p:par>
                                <p:cTn id="656" presetID="27" presetClass="emph" presetSubtype="0" fill="remove" grpId="8" nodeType="clickEffect">
                                  <p:stCondLst>
                                    <p:cond delay="0"/>
                                  </p:stCondLst>
                                  <p:childTnLst>
                                    <p:animClr clrSpc="rgb" dir="cw">
                                      <p:cBhvr override="childStyle">
                                        <p:cTn id="657" dur="500" autoRev="1" fill="remove"/>
                                        <p:tgtEl>
                                          <p:spTgt spid="8"/>
                                        </p:tgtEl>
                                        <p:attrNameLst>
                                          <p:attrName>style.color</p:attrName>
                                        </p:attrNameLst>
                                      </p:cBhvr>
                                      <p:to>
                                        <a:schemeClr val="bg1"/>
                                      </p:to>
                                    </p:animClr>
                                    <p:animClr clrSpc="rgb" dir="cw">
                                      <p:cBhvr>
                                        <p:cTn id="658" dur="500" autoRev="1" fill="remove"/>
                                        <p:tgtEl>
                                          <p:spTgt spid="8"/>
                                        </p:tgtEl>
                                        <p:attrNameLst>
                                          <p:attrName>fillcolor</p:attrName>
                                        </p:attrNameLst>
                                      </p:cBhvr>
                                      <p:to>
                                        <a:schemeClr val="bg1"/>
                                      </p:to>
                                    </p:animClr>
                                    <p:set>
                                      <p:cBhvr>
                                        <p:cTn id="659" dur="500" autoRev="1" fill="remove"/>
                                        <p:tgtEl>
                                          <p:spTgt spid="8"/>
                                        </p:tgtEl>
                                        <p:attrNameLst>
                                          <p:attrName>fill.type</p:attrName>
                                        </p:attrNameLst>
                                      </p:cBhvr>
                                      <p:to>
                                        <p:strVal val="solid"/>
                                      </p:to>
                                    </p:set>
                                    <p:set>
                                      <p:cBhvr>
                                        <p:cTn id="660" dur="500" autoRev="1" fill="remove"/>
                                        <p:tgtEl>
                                          <p:spTgt spid="8"/>
                                        </p:tgtEl>
                                        <p:attrNameLst>
                                          <p:attrName>fill.on</p:attrName>
                                        </p:attrNameLst>
                                      </p:cBhvr>
                                      <p:to>
                                        <p:strVal val="true"/>
                                      </p:to>
                                    </p:set>
                                  </p:childTnLst>
                                </p:cTn>
                              </p:par>
                              <p:par>
                                <p:cTn id="661" presetID="27" presetClass="emph" presetSubtype="0" fill="remove" grpId="9" nodeType="withEffect">
                                  <p:stCondLst>
                                    <p:cond delay="0"/>
                                  </p:stCondLst>
                                  <p:childTnLst>
                                    <p:animClr clrSpc="rgb" dir="cw">
                                      <p:cBhvr override="childStyle">
                                        <p:cTn id="662" dur="500" autoRev="1" fill="remove"/>
                                        <p:tgtEl>
                                          <p:spTgt spid="17"/>
                                        </p:tgtEl>
                                        <p:attrNameLst>
                                          <p:attrName>style.color</p:attrName>
                                        </p:attrNameLst>
                                      </p:cBhvr>
                                      <p:to>
                                        <a:schemeClr val="bg1"/>
                                      </p:to>
                                    </p:animClr>
                                    <p:animClr clrSpc="rgb" dir="cw">
                                      <p:cBhvr>
                                        <p:cTn id="663" dur="500" autoRev="1" fill="remove"/>
                                        <p:tgtEl>
                                          <p:spTgt spid="17"/>
                                        </p:tgtEl>
                                        <p:attrNameLst>
                                          <p:attrName>fillcolor</p:attrName>
                                        </p:attrNameLst>
                                      </p:cBhvr>
                                      <p:to>
                                        <a:schemeClr val="bg1"/>
                                      </p:to>
                                    </p:animClr>
                                    <p:set>
                                      <p:cBhvr>
                                        <p:cTn id="664" dur="500" autoRev="1" fill="remove"/>
                                        <p:tgtEl>
                                          <p:spTgt spid="17"/>
                                        </p:tgtEl>
                                        <p:attrNameLst>
                                          <p:attrName>fill.type</p:attrName>
                                        </p:attrNameLst>
                                      </p:cBhvr>
                                      <p:to>
                                        <p:strVal val="solid"/>
                                      </p:to>
                                    </p:set>
                                    <p:set>
                                      <p:cBhvr>
                                        <p:cTn id="665" dur="500" autoRev="1" fill="remove"/>
                                        <p:tgtEl>
                                          <p:spTgt spid="17"/>
                                        </p:tgtEl>
                                        <p:attrNameLst>
                                          <p:attrName>fill.on</p:attrName>
                                        </p:attrNameLst>
                                      </p:cBhvr>
                                      <p:to>
                                        <p:strVal val="true"/>
                                      </p:to>
                                    </p:set>
                                  </p:childTnLst>
                                </p:cTn>
                              </p:par>
                              <p:par>
                                <p:cTn id="666" presetID="31" presetClass="entr" presetSubtype="0" fill="hold" grpId="2" nodeType="withEffect">
                                  <p:stCondLst>
                                    <p:cond delay="500"/>
                                  </p:stCondLst>
                                  <p:childTnLst>
                                    <p:set>
                                      <p:cBhvr>
                                        <p:cTn id="667" dur="1" fill="hold">
                                          <p:stCondLst>
                                            <p:cond delay="0"/>
                                          </p:stCondLst>
                                        </p:cTn>
                                        <p:tgtEl>
                                          <p:spTgt spid="25"/>
                                        </p:tgtEl>
                                        <p:attrNameLst>
                                          <p:attrName>style.visibility</p:attrName>
                                        </p:attrNameLst>
                                      </p:cBhvr>
                                      <p:to>
                                        <p:strVal val="visible"/>
                                      </p:to>
                                    </p:set>
                                    <p:anim calcmode="lin" valueType="num">
                                      <p:cBhvr>
                                        <p:cTn id="668" dur="1000" fill="hold"/>
                                        <p:tgtEl>
                                          <p:spTgt spid="25"/>
                                        </p:tgtEl>
                                        <p:attrNameLst>
                                          <p:attrName>ppt_w</p:attrName>
                                        </p:attrNameLst>
                                      </p:cBhvr>
                                      <p:tavLst>
                                        <p:tav tm="0">
                                          <p:val>
                                            <p:fltVal val="0"/>
                                          </p:val>
                                        </p:tav>
                                        <p:tav tm="100000">
                                          <p:val>
                                            <p:strVal val="#ppt_w"/>
                                          </p:val>
                                        </p:tav>
                                      </p:tavLst>
                                    </p:anim>
                                    <p:anim calcmode="lin" valueType="num">
                                      <p:cBhvr>
                                        <p:cTn id="669" dur="1000" fill="hold"/>
                                        <p:tgtEl>
                                          <p:spTgt spid="25"/>
                                        </p:tgtEl>
                                        <p:attrNameLst>
                                          <p:attrName>ppt_h</p:attrName>
                                        </p:attrNameLst>
                                      </p:cBhvr>
                                      <p:tavLst>
                                        <p:tav tm="0">
                                          <p:val>
                                            <p:fltVal val="0"/>
                                          </p:val>
                                        </p:tav>
                                        <p:tav tm="100000">
                                          <p:val>
                                            <p:strVal val="#ppt_h"/>
                                          </p:val>
                                        </p:tav>
                                      </p:tavLst>
                                    </p:anim>
                                    <p:anim calcmode="lin" valueType="num">
                                      <p:cBhvr>
                                        <p:cTn id="670" dur="1000" fill="hold"/>
                                        <p:tgtEl>
                                          <p:spTgt spid="25"/>
                                        </p:tgtEl>
                                        <p:attrNameLst>
                                          <p:attrName>style.rotation</p:attrName>
                                        </p:attrNameLst>
                                      </p:cBhvr>
                                      <p:tavLst>
                                        <p:tav tm="0">
                                          <p:val>
                                            <p:fltVal val="90"/>
                                          </p:val>
                                        </p:tav>
                                        <p:tav tm="100000">
                                          <p:val>
                                            <p:fltVal val="0"/>
                                          </p:val>
                                        </p:tav>
                                      </p:tavLst>
                                    </p:anim>
                                    <p:animEffect transition="in" filter="fade">
                                      <p:cBhvr>
                                        <p:cTn id="671" dur="1000"/>
                                        <p:tgtEl>
                                          <p:spTgt spid="25"/>
                                        </p:tgtEl>
                                      </p:cBhvr>
                                    </p:animEffect>
                                  </p:childTnLst>
                                </p:cTn>
                              </p:par>
                            </p:childTnLst>
                          </p:cTn>
                        </p:par>
                        <p:par>
                          <p:cTn id="672" fill="hold">
                            <p:stCondLst>
                              <p:cond delay="1500"/>
                            </p:stCondLst>
                            <p:childTnLst>
                              <p:par>
                                <p:cTn id="673" presetID="58" presetClass="path" presetSubtype="0" accel="50000" decel="50000" fill="hold" grpId="9" nodeType="afterEffect">
                                  <p:stCondLst>
                                    <p:cond delay="0"/>
                                  </p:stCondLst>
                                  <p:childTnLst>
                                    <p:animMotion origin="layout" path="M 1.66667E-6 -2.59259E-6 L 0.04036 0.02246 C 0.04948 0.02755 0.05469 0.03449 0.05469 0.0419 C 0.05469 0.0507 0.04948 0.05718 0.04036 0.06227 L 1.66667E-6 0.08519 " pathEditMode="relative" rAng="0" ptsTypes="AAAAA">
                                      <p:cBhvr>
                                        <p:cTn id="674" dur="2000" fill="hold"/>
                                        <p:tgtEl>
                                          <p:spTgt spid="8"/>
                                        </p:tgtEl>
                                        <p:attrNameLst>
                                          <p:attrName>ppt_x</p:attrName>
                                          <p:attrName>ppt_y</p:attrName>
                                        </p:attrNameLst>
                                      </p:cBhvr>
                                      <p:rCtr x="2734" y="4259"/>
                                    </p:animMotion>
                                  </p:childTnLst>
                                </p:cTn>
                              </p:par>
                              <p:par>
                                <p:cTn id="675" presetID="64" presetClass="path" presetSubtype="0" accel="50000" decel="50000" fill="hold" grpId="10" nodeType="withEffect">
                                  <p:stCondLst>
                                    <p:cond delay="0"/>
                                  </p:stCondLst>
                                  <p:childTnLst>
                                    <p:animMotion origin="layout" path="M 0.00039 -0.32917 L 0.00039 -0.41389 " pathEditMode="relative" rAng="0" ptsTypes="AA">
                                      <p:cBhvr>
                                        <p:cTn id="676" dur="1000" fill="hold"/>
                                        <p:tgtEl>
                                          <p:spTgt spid="17"/>
                                        </p:tgtEl>
                                        <p:attrNameLst>
                                          <p:attrName>ppt_x</p:attrName>
                                          <p:attrName>ppt_y</p:attrName>
                                        </p:attrNameLst>
                                      </p:cBhvr>
                                      <p:rCtr x="0" y="-4236"/>
                                    </p:animMotion>
                                  </p:childTnLst>
                                </p:cTn>
                              </p:par>
                            </p:childTnLst>
                          </p:cTn>
                        </p:par>
                        <p:par>
                          <p:cTn id="677" fill="hold">
                            <p:stCondLst>
                              <p:cond delay="3500"/>
                            </p:stCondLst>
                            <p:childTnLst>
                              <p:par>
                                <p:cTn id="678" presetID="10" presetClass="exit" presetSubtype="0" fill="hold" grpId="3" nodeType="afterEffect">
                                  <p:stCondLst>
                                    <p:cond delay="0"/>
                                  </p:stCondLst>
                                  <p:childTnLst>
                                    <p:animEffect transition="out" filter="fade">
                                      <p:cBhvr>
                                        <p:cTn id="679" dur="500"/>
                                        <p:tgtEl>
                                          <p:spTgt spid="25"/>
                                        </p:tgtEl>
                                      </p:cBhvr>
                                    </p:animEffect>
                                    <p:set>
                                      <p:cBhvr>
                                        <p:cTn id="680" dur="1" fill="hold">
                                          <p:stCondLst>
                                            <p:cond delay="499"/>
                                          </p:stCondLst>
                                        </p:cTn>
                                        <p:tgtEl>
                                          <p:spTgt spid="25"/>
                                        </p:tgtEl>
                                        <p:attrNameLst>
                                          <p:attrName>style.visibility</p:attrName>
                                        </p:attrNameLst>
                                      </p:cBhvr>
                                      <p:to>
                                        <p:strVal val="hidden"/>
                                      </p:to>
                                    </p:set>
                                  </p:childTnLst>
                                </p:cTn>
                              </p:par>
                            </p:childTnLst>
                          </p:cTn>
                        </p:par>
                      </p:childTnLst>
                    </p:cTn>
                  </p:par>
                  <p:par>
                    <p:cTn id="681" fill="hold">
                      <p:stCondLst>
                        <p:cond delay="indefinite"/>
                      </p:stCondLst>
                      <p:childTnLst>
                        <p:par>
                          <p:cTn id="682" fill="hold">
                            <p:stCondLst>
                              <p:cond delay="0"/>
                            </p:stCondLst>
                            <p:childTnLst>
                              <p:par>
                                <p:cTn id="683" presetID="27" presetClass="emph" presetSubtype="0" fill="remove" grpId="14" nodeType="clickEffect">
                                  <p:stCondLst>
                                    <p:cond delay="0"/>
                                  </p:stCondLst>
                                  <p:childTnLst>
                                    <p:animClr clrSpc="rgb" dir="cw">
                                      <p:cBhvr override="childStyle">
                                        <p:cTn id="684" dur="500" autoRev="1" fill="remove"/>
                                        <p:tgtEl>
                                          <p:spTgt spid="6"/>
                                        </p:tgtEl>
                                        <p:attrNameLst>
                                          <p:attrName>style.color</p:attrName>
                                        </p:attrNameLst>
                                      </p:cBhvr>
                                      <p:to>
                                        <a:schemeClr val="bg1"/>
                                      </p:to>
                                    </p:animClr>
                                    <p:animClr clrSpc="rgb" dir="cw">
                                      <p:cBhvr>
                                        <p:cTn id="685" dur="500" autoRev="1" fill="remove"/>
                                        <p:tgtEl>
                                          <p:spTgt spid="6"/>
                                        </p:tgtEl>
                                        <p:attrNameLst>
                                          <p:attrName>fillcolor</p:attrName>
                                        </p:attrNameLst>
                                      </p:cBhvr>
                                      <p:to>
                                        <a:schemeClr val="bg1"/>
                                      </p:to>
                                    </p:animClr>
                                    <p:set>
                                      <p:cBhvr>
                                        <p:cTn id="686" dur="500" autoRev="1" fill="remove"/>
                                        <p:tgtEl>
                                          <p:spTgt spid="6"/>
                                        </p:tgtEl>
                                        <p:attrNameLst>
                                          <p:attrName>fill.type</p:attrName>
                                        </p:attrNameLst>
                                      </p:cBhvr>
                                      <p:to>
                                        <p:strVal val="solid"/>
                                      </p:to>
                                    </p:set>
                                    <p:set>
                                      <p:cBhvr>
                                        <p:cTn id="687" dur="500" autoRev="1" fill="remove"/>
                                        <p:tgtEl>
                                          <p:spTgt spid="6"/>
                                        </p:tgtEl>
                                        <p:attrNameLst>
                                          <p:attrName>fill.on</p:attrName>
                                        </p:attrNameLst>
                                      </p:cBhvr>
                                      <p:to>
                                        <p:strVal val="true"/>
                                      </p:to>
                                    </p:set>
                                  </p:childTnLst>
                                </p:cTn>
                              </p:par>
                              <p:par>
                                <p:cTn id="688" presetID="27" presetClass="emph" presetSubtype="0" fill="remove" grpId="10" nodeType="withEffect">
                                  <p:stCondLst>
                                    <p:cond delay="0"/>
                                  </p:stCondLst>
                                  <p:childTnLst>
                                    <p:animClr clrSpc="rgb" dir="cw">
                                      <p:cBhvr override="childStyle">
                                        <p:cTn id="689" dur="500" autoRev="1" fill="remove"/>
                                        <p:tgtEl>
                                          <p:spTgt spid="8"/>
                                        </p:tgtEl>
                                        <p:attrNameLst>
                                          <p:attrName>style.color</p:attrName>
                                        </p:attrNameLst>
                                      </p:cBhvr>
                                      <p:to>
                                        <a:schemeClr val="bg1"/>
                                      </p:to>
                                    </p:animClr>
                                    <p:animClr clrSpc="rgb" dir="cw">
                                      <p:cBhvr>
                                        <p:cTn id="690" dur="500" autoRev="1" fill="remove"/>
                                        <p:tgtEl>
                                          <p:spTgt spid="8"/>
                                        </p:tgtEl>
                                        <p:attrNameLst>
                                          <p:attrName>fillcolor</p:attrName>
                                        </p:attrNameLst>
                                      </p:cBhvr>
                                      <p:to>
                                        <a:schemeClr val="bg1"/>
                                      </p:to>
                                    </p:animClr>
                                    <p:set>
                                      <p:cBhvr>
                                        <p:cTn id="691" dur="500" autoRev="1" fill="remove"/>
                                        <p:tgtEl>
                                          <p:spTgt spid="8"/>
                                        </p:tgtEl>
                                        <p:attrNameLst>
                                          <p:attrName>fill.type</p:attrName>
                                        </p:attrNameLst>
                                      </p:cBhvr>
                                      <p:to>
                                        <p:strVal val="solid"/>
                                      </p:to>
                                    </p:set>
                                    <p:set>
                                      <p:cBhvr>
                                        <p:cTn id="692" dur="500" autoRev="1" fill="remove"/>
                                        <p:tgtEl>
                                          <p:spTgt spid="8"/>
                                        </p:tgtEl>
                                        <p:attrNameLst>
                                          <p:attrName>fill.on</p:attrName>
                                        </p:attrNameLst>
                                      </p:cBhvr>
                                      <p:to>
                                        <p:strVal val="true"/>
                                      </p:to>
                                    </p:set>
                                  </p:childTnLst>
                                </p:cTn>
                              </p:par>
                              <p:par>
                                <p:cTn id="693" presetID="16" presetClass="entr" presetSubtype="21" fill="hold" grpId="4" nodeType="withEffect">
                                  <p:stCondLst>
                                    <p:cond delay="500"/>
                                  </p:stCondLst>
                                  <p:childTnLst>
                                    <p:set>
                                      <p:cBhvr>
                                        <p:cTn id="694" dur="1" fill="hold">
                                          <p:stCondLst>
                                            <p:cond delay="0"/>
                                          </p:stCondLst>
                                        </p:cTn>
                                        <p:tgtEl>
                                          <p:spTgt spid="21"/>
                                        </p:tgtEl>
                                        <p:attrNameLst>
                                          <p:attrName>style.visibility</p:attrName>
                                        </p:attrNameLst>
                                      </p:cBhvr>
                                      <p:to>
                                        <p:strVal val="visible"/>
                                      </p:to>
                                    </p:set>
                                    <p:animEffect transition="in" filter="barn(inVertical)">
                                      <p:cBhvr>
                                        <p:cTn id="695" dur="1000"/>
                                        <p:tgtEl>
                                          <p:spTgt spid="21"/>
                                        </p:tgtEl>
                                      </p:cBhvr>
                                    </p:animEffect>
                                  </p:childTnLst>
                                </p:cTn>
                              </p:par>
                            </p:childTnLst>
                          </p:cTn>
                        </p:par>
                        <p:par>
                          <p:cTn id="696" fill="hold">
                            <p:stCondLst>
                              <p:cond delay="1500"/>
                            </p:stCondLst>
                            <p:childTnLst>
                              <p:par>
                                <p:cTn id="697" presetID="10" presetClass="exit" presetSubtype="0" fill="hold" grpId="5" nodeType="afterEffect">
                                  <p:stCondLst>
                                    <p:cond delay="0"/>
                                  </p:stCondLst>
                                  <p:childTnLst>
                                    <p:animEffect transition="out" filter="fade">
                                      <p:cBhvr>
                                        <p:cTn id="698" dur="500"/>
                                        <p:tgtEl>
                                          <p:spTgt spid="21"/>
                                        </p:tgtEl>
                                      </p:cBhvr>
                                    </p:animEffect>
                                    <p:set>
                                      <p:cBhvr>
                                        <p:cTn id="699" dur="1" fill="hold">
                                          <p:stCondLst>
                                            <p:cond delay="499"/>
                                          </p:stCondLst>
                                        </p:cTn>
                                        <p:tgtEl>
                                          <p:spTgt spid="21"/>
                                        </p:tgtEl>
                                        <p:attrNameLst>
                                          <p:attrName>style.visibility</p:attrName>
                                        </p:attrNameLst>
                                      </p:cBhvr>
                                      <p:to>
                                        <p:strVal val="hidden"/>
                                      </p:to>
                                    </p:set>
                                  </p:childTnLst>
                                </p:cTn>
                              </p:par>
                            </p:childTnLst>
                          </p:cTn>
                        </p:par>
                      </p:childTnLst>
                    </p:cTn>
                  </p:par>
                  <p:par>
                    <p:cTn id="700" fill="hold">
                      <p:stCondLst>
                        <p:cond delay="indefinite"/>
                      </p:stCondLst>
                      <p:childTnLst>
                        <p:par>
                          <p:cTn id="701" fill="hold">
                            <p:stCondLst>
                              <p:cond delay="0"/>
                            </p:stCondLst>
                            <p:childTnLst>
                              <p:par>
                                <p:cTn id="702" presetID="3" presetClass="emph" presetSubtype="2" fill="hold" grpId="15" nodeType="clickEffect">
                                  <p:stCondLst>
                                    <p:cond delay="0"/>
                                  </p:stCondLst>
                                  <p:childTnLst>
                                    <p:animClr clrSpc="rgb" dir="cw">
                                      <p:cBhvr override="childStyle">
                                        <p:cTn id="703" dur="500" fill="hold"/>
                                        <p:tgtEl>
                                          <p:spTgt spid="6"/>
                                        </p:tgtEl>
                                        <p:attrNameLst>
                                          <p:attrName>style.color</p:attrName>
                                        </p:attrNameLst>
                                      </p:cBhvr>
                                      <p:to>
                                        <a:srgbClr val="C00000"/>
                                      </p:to>
                                    </p:animClr>
                                  </p:childTnLst>
                                </p:cTn>
                              </p:par>
                            </p:childTnLst>
                          </p:cTn>
                        </p:par>
                        <p:par>
                          <p:cTn id="704" fill="hold">
                            <p:stCondLst>
                              <p:cond delay="500"/>
                            </p:stCondLst>
                            <p:childTnLst>
                              <p:par>
                                <p:cTn id="705" presetID="47" presetClass="entr" presetSubtype="0" fill="hold" grpId="0" nodeType="afterEffect">
                                  <p:stCondLst>
                                    <p:cond delay="0"/>
                                  </p:stCondLst>
                                  <p:childTnLst>
                                    <p:set>
                                      <p:cBhvr>
                                        <p:cTn id="706" dur="1" fill="hold">
                                          <p:stCondLst>
                                            <p:cond delay="0"/>
                                          </p:stCondLst>
                                        </p:cTn>
                                        <p:tgtEl>
                                          <p:spTgt spid="31"/>
                                        </p:tgtEl>
                                        <p:attrNameLst>
                                          <p:attrName>style.visibility</p:attrName>
                                        </p:attrNameLst>
                                      </p:cBhvr>
                                      <p:to>
                                        <p:strVal val="visible"/>
                                      </p:to>
                                    </p:set>
                                    <p:animEffect transition="in" filter="fade">
                                      <p:cBhvr>
                                        <p:cTn id="707" dur="1000"/>
                                        <p:tgtEl>
                                          <p:spTgt spid="31"/>
                                        </p:tgtEl>
                                      </p:cBhvr>
                                    </p:animEffect>
                                    <p:anim calcmode="lin" valueType="num">
                                      <p:cBhvr>
                                        <p:cTn id="708" dur="1000" fill="hold"/>
                                        <p:tgtEl>
                                          <p:spTgt spid="31"/>
                                        </p:tgtEl>
                                        <p:attrNameLst>
                                          <p:attrName>ppt_x</p:attrName>
                                        </p:attrNameLst>
                                      </p:cBhvr>
                                      <p:tavLst>
                                        <p:tav tm="0">
                                          <p:val>
                                            <p:strVal val="#ppt_x"/>
                                          </p:val>
                                        </p:tav>
                                        <p:tav tm="100000">
                                          <p:val>
                                            <p:strVal val="#ppt_x"/>
                                          </p:val>
                                        </p:tav>
                                      </p:tavLst>
                                    </p:anim>
                                    <p:anim calcmode="lin" valueType="num">
                                      <p:cBhvr>
                                        <p:cTn id="709" dur="1000" fill="hold"/>
                                        <p:tgtEl>
                                          <p:spTgt spid="31"/>
                                        </p:tgtEl>
                                        <p:attrNameLst>
                                          <p:attrName>ppt_y</p:attrName>
                                        </p:attrNameLst>
                                      </p:cBhvr>
                                      <p:tavLst>
                                        <p:tav tm="0">
                                          <p:val>
                                            <p:strVal val="#ppt_y-.1"/>
                                          </p:val>
                                        </p:tav>
                                        <p:tav tm="100000">
                                          <p:val>
                                            <p:strVal val="#ppt_y"/>
                                          </p:val>
                                        </p:tav>
                                      </p:tavLst>
                                    </p:anim>
                                  </p:childTnLst>
                                </p:cTn>
                              </p:par>
                              <p:par>
                                <p:cTn id="710" presetID="34" presetClass="emph" presetSubtype="0" fill="hold" grpId="4" nodeType="withEffect">
                                  <p:stCondLst>
                                    <p:cond delay="500"/>
                                  </p:stCondLst>
                                  <p:iterate type="lt">
                                    <p:tmPct val="10000"/>
                                  </p:iterate>
                                  <p:childTnLst>
                                    <p:animMotion origin="layout" path="M -4.16667E-6 -1.48148E-6 L -4.16667E-6 0.00023 " pathEditMode="relative" rAng="0" ptsTypes="AA">
                                      <p:cBhvr>
                                        <p:cTn id="711" dur="250" accel="50000" decel="50000" autoRev="1" fill="hold">
                                          <p:stCondLst>
                                            <p:cond delay="0"/>
                                          </p:stCondLst>
                                        </p:cTn>
                                        <p:tgtEl>
                                          <p:spTgt spid="16"/>
                                        </p:tgtEl>
                                        <p:attrNameLst>
                                          <p:attrName>ppt_x</p:attrName>
                                          <p:attrName>ppt_y</p:attrName>
                                        </p:attrNameLst>
                                      </p:cBhvr>
                                      <p:rCtr x="0" y="0"/>
                                    </p:animMotion>
                                    <p:animRot by="1500000">
                                      <p:cBhvr>
                                        <p:cTn id="712" dur="125" fill="hold">
                                          <p:stCondLst>
                                            <p:cond delay="0"/>
                                          </p:stCondLst>
                                        </p:cTn>
                                        <p:tgtEl>
                                          <p:spTgt spid="16"/>
                                        </p:tgtEl>
                                        <p:attrNameLst>
                                          <p:attrName>r</p:attrName>
                                        </p:attrNameLst>
                                      </p:cBhvr>
                                    </p:animRot>
                                    <p:animRot by="-1500000">
                                      <p:cBhvr>
                                        <p:cTn id="713" dur="125" fill="hold">
                                          <p:stCondLst>
                                            <p:cond delay="125"/>
                                          </p:stCondLst>
                                        </p:cTn>
                                        <p:tgtEl>
                                          <p:spTgt spid="16"/>
                                        </p:tgtEl>
                                        <p:attrNameLst>
                                          <p:attrName>r</p:attrName>
                                        </p:attrNameLst>
                                      </p:cBhvr>
                                    </p:animRot>
                                    <p:animRot by="-1500000">
                                      <p:cBhvr>
                                        <p:cTn id="714" dur="125" fill="hold">
                                          <p:stCondLst>
                                            <p:cond delay="250"/>
                                          </p:stCondLst>
                                        </p:cTn>
                                        <p:tgtEl>
                                          <p:spTgt spid="16"/>
                                        </p:tgtEl>
                                        <p:attrNameLst>
                                          <p:attrName>r</p:attrName>
                                        </p:attrNameLst>
                                      </p:cBhvr>
                                    </p:animRot>
                                    <p:animRot by="1500000">
                                      <p:cBhvr>
                                        <p:cTn id="715" dur="125" fill="hold">
                                          <p:stCondLst>
                                            <p:cond delay="375"/>
                                          </p:stCondLst>
                                        </p:cTn>
                                        <p:tgtEl>
                                          <p:spTgt spid="16"/>
                                        </p:tgtEl>
                                        <p:attrNameLst>
                                          <p:attrName>r</p:attrName>
                                        </p:attrNameLst>
                                      </p:cBhvr>
                                    </p:animRot>
                                  </p:childTnLst>
                                </p:cTn>
                              </p:par>
                              <p:par>
                                <p:cTn id="716" presetID="10" presetClass="exit" presetSubtype="0" fill="hold" grpId="1" nodeType="withEffect">
                                  <p:stCondLst>
                                    <p:cond delay="500"/>
                                  </p:stCondLst>
                                  <p:childTnLst>
                                    <p:animEffect transition="out" filter="fade">
                                      <p:cBhvr>
                                        <p:cTn id="717" dur="500"/>
                                        <p:tgtEl>
                                          <p:spTgt spid="30"/>
                                        </p:tgtEl>
                                      </p:cBhvr>
                                    </p:animEffect>
                                    <p:set>
                                      <p:cBhvr>
                                        <p:cTn id="718" dur="1" fill="hold">
                                          <p:stCondLst>
                                            <p:cond delay="499"/>
                                          </p:stCondLst>
                                        </p:cTn>
                                        <p:tgtEl>
                                          <p:spTgt spid="30"/>
                                        </p:tgtEl>
                                        <p:attrNameLst>
                                          <p:attrName>style.visibility</p:attrName>
                                        </p:attrNameLst>
                                      </p:cBhvr>
                                      <p:to>
                                        <p:strVal val="hidden"/>
                                      </p:to>
                                    </p:set>
                                  </p:childTnLst>
                                </p:cTn>
                              </p:par>
                            </p:childTnLst>
                          </p:cTn>
                        </p:par>
                      </p:childTnLst>
                    </p:cTn>
                  </p:par>
                  <p:par>
                    <p:cTn id="719" fill="hold">
                      <p:stCondLst>
                        <p:cond delay="indefinite"/>
                      </p:stCondLst>
                      <p:childTnLst>
                        <p:par>
                          <p:cTn id="720" fill="hold">
                            <p:stCondLst>
                              <p:cond delay="0"/>
                            </p:stCondLst>
                            <p:childTnLst>
                              <p:par>
                                <p:cTn id="721" presetID="27" presetClass="emph" presetSubtype="0" fill="remove" grpId="11" nodeType="clickEffect">
                                  <p:stCondLst>
                                    <p:cond delay="0"/>
                                  </p:stCondLst>
                                  <p:childTnLst>
                                    <p:animClr clrSpc="rgb" dir="cw">
                                      <p:cBhvr override="childStyle">
                                        <p:cTn id="722" dur="500" autoRev="1" fill="remove"/>
                                        <p:tgtEl>
                                          <p:spTgt spid="5"/>
                                        </p:tgtEl>
                                        <p:attrNameLst>
                                          <p:attrName>style.color</p:attrName>
                                        </p:attrNameLst>
                                      </p:cBhvr>
                                      <p:to>
                                        <a:schemeClr val="bg1"/>
                                      </p:to>
                                    </p:animClr>
                                    <p:animClr clrSpc="rgb" dir="cw">
                                      <p:cBhvr>
                                        <p:cTn id="723" dur="500" autoRev="1" fill="remove"/>
                                        <p:tgtEl>
                                          <p:spTgt spid="5"/>
                                        </p:tgtEl>
                                        <p:attrNameLst>
                                          <p:attrName>fillcolor</p:attrName>
                                        </p:attrNameLst>
                                      </p:cBhvr>
                                      <p:to>
                                        <a:schemeClr val="bg1"/>
                                      </p:to>
                                    </p:animClr>
                                    <p:set>
                                      <p:cBhvr>
                                        <p:cTn id="724" dur="500" autoRev="1" fill="remove"/>
                                        <p:tgtEl>
                                          <p:spTgt spid="5"/>
                                        </p:tgtEl>
                                        <p:attrNameLst>
                                          <p:attrName>fill.type</p:attrName>
                                        </p:attrNameLst>
                                      </p:cBhvr>
                                      <p:to>
                                        <p:strVal val="solid"/>
                                      </p:to>
                                    </p:set>
                                    <p:set>
                                      <p:cBhvr>
                                        <p:cTn id="725" dur="500" autoRev="1" fill="remove"/>
                                        <p:tgtEl>
                                          <p:spTgt spid="5"/>
                                        </p:tgtEl>
                                        <p:attrNameLst>
                                          <p:attrName>fill.on</p:attrName>
                                        </p:attrNameLst>
                                      </p:cBhvr>
                                      <p:to>
                                        <p:strVal val="true"/>
                                      </p:to>
                                    </p:set>
                                  </p:childTnLst>
                                </p:cTn>
                              </p:par>
                              <p:par>
                                <p:cTn id="726" presetID="27" presetClass="emph" presetSubtype="0" fill="remove" grpId="11" nodeType="withEffect">
                                  <p:stCondLst>
                                    <p:cond delay="0"/>
                                  </p:stCondLst>
                                  <p:childTnLst>
                                    <p:animClr clrSpc="rgb" dir="cw">
                                      <p:cBhvr override="childStyle">
                                        <p:cTn id="727" dur="500" autoRev="1" fill="remove"/>
                                        <p:tgtEl>
                                          <p:spTgt spid="17"/>
                                        </p:tgtEl>
                                        <p:attrNameLst>
                                          <p:attrName>style.color</p:attrName>
                                        </p:attrNameLst>
                                      </p:cBhvr>
                                      <p:to>
                                        <a:schemeClr val="bg1"/>
                                      </p:to>
                                    </p:animClr>
                                    <p:animClr clrSpc="rgb" dir="cw">
                                      <p:cBhvr>
                                        <p:cTn id="728" dur="500" autoRev="1" fill="remove"/>
                                        <p:tgtEl>
                                          <p:spTgt spid="17"/>
                                        </p:tgtEl>
                                        <p:attrNameLst>
                                          <p:attrName>fillcolor</p:attrName>
                                        </p:attrNameLst>
                                      </p:cBhvr>
                                      <p:to>
                                        <a:schemeClr val="bg1"/>
                                      </p:to>
                                    </p:animClr>
                                    <p:set>
                                      <p:cBhvr>
                                        <p:cTn id="729" dur="500" autoRev="1" fill="remove"/>
                                        <p:tgtEl>
                                          <p:spTgt spid="17"/>
                                        </p:tgtEl>
                                        <p:attrNameLst>
                                          <p:attrName>fill.type</p:attrName>
                                        </p:attrNameLst>
                                      </p:cBhvr>
                                      <p:to>
                                        <p:strVal val="solid"/>
                                      </p:to>
                                    </p:set>
                                    <p:set>
                                      <p:cBhvr>
                                        <p:cTn id="730" dur="500" autoRev="1" fill="remove"/>
                                        <p:tgtEl>
                                          <p:spTgt spid="17"/>
                                        </p:tgtEl>
                                        <p:attrNameLst>
                                          <p:attrName>fill.on</p:attrName>
                                        </p:attrNameLst>
                                      </p:cBhvr>
                                      <p:to>
                                        <p:strVal val="true"/>
                                      </p:to>
                                    </p:set>
                                  </p:childTnLst>
                                </p:cTn>
                              </p:par>
                              <p:par>
                                <p:cTn id="731" presetID="16" presetClass="entr" presetSubtype="21" fill="hold" grpId="6" nodeType="withEffect">
                                  <p:stCondLst>
                                    <p:cond delay="500"/>
                                  </p:stCondLst>
                                  <p:childTnLst>
                                    <p:set>
                                      <p:cBhvr>
                                        <p:cTn id="732" dur="1" fill="hold">
                                          <p:stCondLst>
                                            <p:cond delay="0"/>
                                          </p:stCondLst>
                                        </p:cTn>
                                        <p:tgtEl>
                                          <p:spTgt spid="23"/>
                                        </p:tgtEl>
                                        <p:attrNameLst>
                                          <p:attrName>style.visibility</p:attrName>
                                        </p:attrNameLst>
                                      </p:cBhvr>
                                      <p:to>
                                        <p:strVal val="visible"/>
                                      </p:to>
                                    </p:set>
                                    <p:animEffect transition="in" filter="barn(inVertical)">
                                      <p:cBhvr>
                                        <p:cTn id="733" dur="1000"/>
                                        <p:tgtEl>
                                          <p:spTgt spid="23"/>
                                        </p:tgtEl>
                                      </p:cBhvr>
                                    </p:animEffect>
                                  </p:childTnLst>
                                </p:cTn>
                              </p:par>
                            </p:childTnLst>
                          </p:cTn>
                        </p:par>
                        <p:par>
                          <p:cTn id="734" fill="hold">
                            <p:stCondLst>
                              <p:cond delay="1500"/>
                            </p:stCondLst>
                            <p:childTnLst>
                              <p:par>
                                <p:cTn id="735" presetID="10" presetClass="exit" presetSubtype="0" fill="hold" grpId="7" nodeType="afterEffect">
                                  <p:stCondLst>
                                    <p:cond delay="0"/>
                                  </p:stCondLst>
                                  <p:childTnLst>
                                    <p:animEffect transition="out" filter="fade">
                                      <p:cBhvr>
                                        <p:cTn id="736" dur="500"/>
                                        <p:tgtEl>
                                          <p:spTgt spid="23"/>
                                        </p:tgtEl>
                                      </p:cBhvr>
                                    </p:animEffect>
                                    <p:set>
                                      <p:cBhvr>
                                        <p:cTn id="737" dur="1" fill="hold">
                                          <p:stCondLst>
                                            <p:cond delay="499"/>
                                          </p:stCondLst>
                                        </p:cTn>
                                        <p:tgtEl>
                                          <p:spTgt spid="23"/>
                                        </p:tgtEl>
                                        <p:attrNameLst>
                                          <p:attrName>style.visibility</p:attrName>
                                        </p:attrNameLst>
                                      </p:cBhvr>
                                      <p:to>
                                        <p:strVal val="hidden"/>
                                      </p:to>
                                    </p:set>
                                  </p:childTnLst>
                                </p:cTn>
                              </p:par>
                            </p:childTnLst>
                          </p:cTn>
                        </p:par>
                      </p:childTnLst>
                    </p:cTn>
                  </p:par>
                  <p:par>
                    <p:cTn id="738" fill="hold">
                      <p:stCondLst>
                        <p:cond delay="indefinite"/>
                      </p:stCondLst>
                      <p:childTnLst>
                        <p:par>
                          <p:cTn id="739" fill="hold">
                            <p:stCondLst>
                              <p:cond delay="0"/>
                            </p:stCondLst>
                            <p:childTnLst>
                              <p:par>
                                <p:cTn id="740" presetID="27" presetClass="emph" presetSubtype="0" fill="remove" grpId="11" nodeType="clickEffect">
                                  <p:stCondLst>
                                    <p:cond delay="0"/>
                                  </p:stCondLst>
                                  <p:childTnLst>
                                    <p:animClr clrSpc="rgb" dir="cw">
                                      <p:cBhvr override="childStyle">
                                        <p:cTn id="741" dur="500" autoRev="1" fill="remove"/>
                                        <p:tgtEl>
                                          <p:spTgt spid="8"/>
                                        </p:tgtEl>
                                        <p:attrNameLst>
                                          <p:attrName>style.color</p:attrName>
                                        </p:attrNameLst>
                                      </p:cBhvr>
                                      <p:to>
                                        <a:schemeClr val="bg1"/>
                                      </p:to>
                                    </p:animClr>
                                    <p:animClr clrSpc="rgb" dir="cw">
                                      <p:cBhvr>
                                        <p:cTn id="742" dur="500" autoRev="1" fill="remove"/>
                                        <p:tgtEl>
                                          <p:spTgt spid="8"/>
                                        </p:tgtEl>
                                        <p:attrNameLst>
                                          <p:attrName>fillcolor</p:attrName>
                                        </p:attrNameLst>
                                      </p:cBhvr>
                                      <p:to>
                                        <a:schemeClr val="bg1"/>
                                      </p:to>
                                    </p:animClr>
                                    <p:set>
                                      <p:cBhvr>
                                        <p:cTn id="743" dur="500" autoRev="1" fill="remove"/>
                                        <p:tgtEl>
                                          <p:spTgt spid="8"/>
                                        </p:tgtEl>
                                        <p:attrNameLst>
                                          <p:attrName>fill.type</p:attrName>
                                        </p:attrNameLst>
                                      </p:cBhvr>
                                      <p:to>
                                        <p:strVal val="solid"/>
                                      </p:to>
                                    </p:set>
                                    <p:set>
                                      <p:cBhvr>
                                        <p:cTn id="744" dur="500" autoRev="1" fill="remove"/>
                                        <p:tgtEl>
                                          <p:spTgt spid="8"/>
                                        </p:tgtEl>
                                        <p:attrNameLst>
                                          <p:attrName>fill.on</p:attrName>
                                        </p:attrNameLst>
                                      </p:cBhvr>
                                      <p:to>
                                        <p:strVal val="true"/>
                                      </p:to>
                                    </p:set>
                                  </p:childTnLst>
                                </p:cTn>
                              </p:par>
                              <p:par>
                                <p:cTn id="745" presetID="27" presetClass="emph" presetSubtype="0" fill="remove" grpId="12" nodeType="withEffect">
                                  <p:stCondLst>
                                    <p:cond delay="0"/>
                                  </p:stCondLst>
                                  <p:childTnLst>
                                    <p:animClr clrSpc="rgb" dir="cw">
                                      <p:cBhvr override="childStyle">
                                        <p:cTn id="746" dur="500" autoRev="1" fill="remove"/>
                                        <p:tgtEl>
                                          <p:spTgt spid="17"/>
                                        </p:tgtEl>
                                        <p:attrNameLst>
                                          <p:attrName>style.color</p:attrName>
                                        </p:attrNameLst>
                                      </p:cBhvr>
                                      <p:to>
                                        <a:schemeClr val="bg1"/>
                                      </p:to>
                                    </p:animClr>
                                    <p:animClr clrSpc="rgb" dir="cw">
                                      <p:cBhvr>
                                        <p:cTn id="747" dur="500" autoRev="1" fill="remove"/>
                                        <p:tgtEl>
                                          <p:spTgt spid="17"/>
                                        </p:tgtEl>
                                        <p:attrNameLst>
                                          <p:attrName>fillcolor</p:attrName>
                                        </p:attrNameLst>
                                      </p:cBhvr>
                                      <p:to>
                                        <a:schemeClr val="bg1"/>
                                      </p:to>
                                    </p:animClr>
                                    <p:set>
                                      <p:cBhvr>
                                        <p:cTn id="748" dur="500" autoRev="1" fill="remove"/>
                                        <p:tgtEl>
                                          <p:spTgt spid="17"/>
                                        </p:tgtEl>
                                        <p:attrNameLst>
                                          <p:attrName>fill.type</p:attrName>
                                        </p:attrNameLst>
                                      </p:cBhvr>
                                      <p:to>
                                        <p:strVal val="solid"/>
                                      </p:to>
                                    </p:set>
                                    <p:set>
                                      <p:cBhvr>
                                        <p:cTn id="749" dur="500" autoRev="1" fill="remove"/>
                                        <p:tgtEl>
                                          <p:spTgt spid="17"/>
                                        </p:tgtEl>
                                        <p:attrNameLst>
                                          <p:attrName>fill.on</p:attrName>
                                        </p:attrNameLst>
                                      </p:cBhvr>
                                      <p:to>
                                        <p:strVal val="true"/>
                                      </p:to>
                                    </p:set>
                                  </p:childTnLst>
                                </p:cTn>
                              </p:par>
                              <p:par>
                                <p:cTn id="750" presetID="16" presetClass="entr" presetSubtype="21" fill="hold" grpId="6" nodeType="withEffect">
                                  <p:stCondLst>
                                    <p:cond delay="500"/>
                                  </p:stCondLst>
                                  <p:iterate type="lt">
                                    <p:tmPct val="0"/>
                                  </p:iterate>
                                  <p:childTnLst>
                                    <p:set>
                                      <p:cBhvr>
                                        <p:cTn id="751" dur="1" fill="hold">
                                          <p:stCondLst>
                                            <p:cond delay="0"/>
                                          </p:stCondLst>
                                        </p:cTn>
                                        <p:tgtEl>
                                          <p:spTgt spid="9"/>
                                        </p:tgtEl>
                                        <p:attrNameLst>
                                          <p:attrName>style.visibility</p:attrName>
                                        </p:attrNameLst>
                                      </p:cBhvr>
                                      <p:to>
                                        <p:strVal val="visible"/>
                                      </p:to>
                                    </p:set>
                                    <p:animEffect transition="in" filter="barn(inVertical)">
                                      <p:cBhvr>
                                        <p:cTn id="752" dur="1000"/>
                                        <p:tgtEl>
                                          <p:spTgt spid="9"/>
                                        </p:tgtEl>
                                      </p:cBhvr>
                                    </p:animEffect>
                                  </p:childTnLst>
                                </p:cTn>
                              </p:par>
                            </p:childTnLst>
                          </p:cTn>
                        </p:par>
                        <p:par>
                          <p:cTn id="753" fill="hold">
                            <p:stCondLst>
                              <p:cond delay="1500"/>
                            </p:stCondLst>
                            <p:childTnLst>
                              <p:par>
                                <p:cTn id="754" presetID="10" presetClass="exit" presetSubtype="0" fill="hold" grpId="7" nodeType="afterEffect">
                                  <p:stCondLst>
                                    <p:cond delay="0"/>
                                  </p:stCondLst>
                                  <p:iterate type="lt">
                                    <p:tmPct val="0"/>
                                  </p:iterate>
                                  <p:childTnLst>
                                    <p:animEffect transition="out" filter="fade">
                                      <p:cBhvr>
                                        <p:cTn id="755" dur="500"/>
                                        <p:tgtEl>
                                          <p:spTgt spid="9"/>
                                        </p:tgtEl>
                                      </p:cBhvr>
                                    </p:animEffect>
                                    <p:set>
                                      <p:cBhvr>
                                        <p:cTn id="756" dur="1" fill="hold">
                                          <p:stCondLst>
                                            <p:cond delay="499"/>
                                          </p:stCondLst>
                                        </p:cTn>
                                        <p:tgtEl>
                                          <p:spTgt spid="9"/>
                                        </p:tgtEl>
                                        <p:attrNameLst>
                                          <p:attrName>style.visibility</p:attrName>
                                        </p:attrNameLst>
                                      </p:cBhvr>
                                      <p:to>
                                        <p:strVal val="hidden"/>
                                      </p:to>
                                    </p:set>
                                  </p:childTnLst>
                                </p:cTn>
                              </p:par>
                              <p:par>
                                <p:cTn id="757" presetID="3" presetClass="emph" presetSubtype="2" fill="hold" grpId="12" nodeType="withEffect">
                                  <p:stCondLst>
                                    <p:cond delay="0"/>
                                  </p:stCondLst>
                                  <p:childTnLst>
                                    <p:animClr clrSpc="rgb" dir="cw">
                                      <p:cBhvr override="childStyle">
                                        <p:cTn id="758" dur="500" fill="hold"/>
                                        <p:tgtEl>
                                          <p:spTgt spid="8"/>
                                        </p:tgtEl>
                                        <p:attrNameLst>
                                          <p:attrName>style.color</p:attrName>
                                        </p:attrNameLst>
                                      </p:cBhvr>
                                      <p:to>
                                        <a:srgbClr val="C00000"/>
                                      </p:to>
                                    </p:animClr>
                                  </p:childTnLst>
                                </p:cTn>
                              </p:par>
                            </p:childTnLst>
                          </p:cTn>
                        </p:par>
                        <p:par>
                          <p:cTn id="759" fill="hold">
                            <p:stCondLst>
                              <p:cond delay="2000"/>
                            </p:stCondLst>
                            <p:childTnLst>
                              <p:par>
                                <p:cTn id="760" presetID="47" presetClass="entr" presetSubtype="0" fill="hold" grpId="0" nodeType="afterEffect">
                                  <p:stCondLst>
                                    <p:cond delay="0"/>
                                  </p:stCondLst>
                                  <p:childTnLst>
                                    <p:set>
                                      <p:cBhvr>
                                        <p:cTn id="761" dur="1" fill="hold">
                                          <p:stCondLst>
                                            <p:cond delay="0"/>
                                          </p:stCondLst>
                                        </p:cTn>
                                        <p:tgtEl>
                                          <p:spTgt spid="32"/>
                                        </p:tgtEl>
                                        <p:attrNameLst>
                                          <p:attrName>style.visibility</p:attrName>
                                        </p:attrNameLst>
                                      </p:cBhvr>
                                      <p:to>
                                        <p:strVal val="visible"/>
                                      </p:to>
                                    </p:set>
                                    <p:animEffect transition="in" filter="fade">
                                      <p:cBhvr>
                                        <p:cTn id="762" dur="1000"/>
                                        <p:tgtEl>
                                          <p:spTgt spid="32"/>
                                        </p:tgtEl>
                                      </p:cBhvr>
                                    </p:animEffect>
                                    <p:anim calcmode="lin" valueType="num">
                                      <p:cBhvr>
                                        <p:cTn id="763" dur="1000" fill="hold"/>
                                        <p:tgtEl>
                                          <p:spTgt spid="32"/>
                                        </p:tgtEl>
                                        <p:attrNameLst>
                                          <p:attrName>ppt_x</p:attrName>
                                        </p:attrNameLst>
                                      </p:cBhvr>
                                      <p:tavLst>
                                        <p:tav tm="0">
                                          <p:val>
                                            <p:strVal val="#ppt_x"/>
                                          </p:val>
                                        </p:tav>
                                        <p:tav tm="100000">
                                          <p:val>
                                            <p:strVal val="#ppt_x"/>
                                          </p:val>
                                        </p:tav>
                                      </p:tavLst>
                                    </p:anim>
                                    <p:anim calcmode="lin" valueType="num">
                                      <p:cBhvr>
                                        <p:cTn id="764" dur="1000" fill="hold"/>
                                        <p:tgtEl>
                                          <p:spTgt spid="32"/>
                                        </p:tgtEl>
                                        <p:attrNameLst>
                                          <p:attrName>ppt_y</p:attrName>
                                        </p:attrNameLst>
                                      </p:cBhvr>
                                      <p:tavLst>
                                        <p:tav tm="0">
                                          <p:val>
                                            <p:strVal val="#ppt_y-.1"/>
                                          </p:val>
                                        </p:tav>
                                        <p:tav tm="100000">
                                          <p:val>
                                            <p:strVal val="#ppt_y"/>
                                          </p:val>
                                        </p:tav>
                                      </p:tavLst>
                                    </p:anim>
                                  </p:childTnLst>
                                </p:cTn>
                              </p:par>
                              <p:par>
                                <p:cTn id="765" presetID="34" presetClass="emph" presetSubtype="0" fill="hold" grpId="5" nodeType="withEffect">
                                  <p:stCondLst>
                                    <p:cond delay="500"/>
                                  </p:stCondLst>
                                  <p:iterate type="lt">
                                    <p:tmPct val="10000"/>
                                  </p:iterate>
                                  <p:childTnLst>
                                    <p:animMotion origin="layout" path="M -4.16667E-6 -1.48148E-6 L -4.16667E-6 0.00023 " pathEditMode="relative" rAng="0" ptsTypes="AA">
                                      <p:cBhvr>
                                        <p:cTn id="766" dur="250" accel="50000" decel="50000" autoRev="1" fill="hold">
                                          <p:stCondLst>
                                            <p:cond delay="0"/>
                                          </p:stCondLst>
                                        </p:cTn>
                                        <p:tgtEl>
                                          <p:spTgt spid="16"/>
                                        </p:tgtEl>
                                        <p:attrNameLst>
                                          <p:attrName>ppt_x</p:attrName>
                                          <p:attrName>ppt_y</p:attrName>
                                        </p:attrNameLst>
                                      </p:cBhvr>
                                      <p:rCtr x="0" y="0"/>
                                    </p:animMotion>
                                    <p:animRot by="1500000">
                                      <p:cBhvr>
                                        <p:cTn id="767" dur="125" fill="hold">
                                          <p:stCondLst>
                                            <p:cond delay="0"/>
                                          </p:stCondLst>
                                        </p:cTn>
                                        <p:tgtEl>
                                          <p:spTgt spid="16"/>
                                        </p:tgtEl>
                                        <p:attrNameLst>
                                          <p:attrName>r</p:attrName>
                                        </p:attrNameLst>
                                      </p:cBhvr>
                                    </p:animRot>
                                    <p:animRot by="-1500000">
                                      <p:cBhvr>
                                        <p:cTn id="768" dur="125" fill="hold">
                                          <p:stCondLst>
                                            <p:cond delay="125"/>
                                          </p:stCondLst>
                                        </p:cTn>
                                        <p:tgtEl>
                                          <p:spTgt spid="16"/>
                                        </p:tgtEl>
                                        <p:attrNameLst>
                                          <p:attrName>r</p:attrName>
                                        </p:attrNameLst>
                                      </p:cBhvr>
                                    </p:animRot>
                                    <p:animRot by="-1500000">
                                      <p:cBhvr>
                                        <p:cTn id="769" dur="125" fill="hold">
                                          <p:stCondLst>
                                            <p:cond delay="250"/>
                                          </p:stCondLst>
                                        </p:cTn>
                                        <p:tgtEl>
                                          <p:spTgt spid="16"/>
                                        </p:tgtEl>
                                        <p:attrNameLst>
                                          <p:attrName>r</p:attrName>
                                        </p:attrNameLst>
                                      </p:cBhvr>
                                    </p:animRot>
                                    <p:animRot by="1500000">
                                      <p:cBhvr>
                                        <p:cTn id="770" dur="125" fill="hold">
                                          <p:stCondLst>
                                            <p:cond delay="375"/>
                                          </p:stCondLst>
                                        </p:cTn>
                                        <p:tgtEl>
                                          <p:spTgt spid="16"/>
                                        </p:tgtEl>
                                        <p:attrNameLst>
                                          <p:attrName>r</p:attrName>
                                        </p:attrNameLst>
                                      </p:cBhvr>
                                    </p:animRot>
                                  </p:childTnLst>
                                </p:cTn>
                              </p:par>
                              <p:par>
                                <p:cTn id="771" presetID="10" presetClass="exit" presetSubtype="0" fill="hold" grpId="1" nodeType="withEffect">
                                  <p:stCondLst>
                                    <p:cond delay="500"/>
                                  </p:stCondLst>
                                  <p:childTnLst>
                                    <p:animEffect transition="out" filter="fade">
                                      <p:cBhvr>
                                        <p:cTn id="772" dur="500"/>
                                        <p:tgtEl>
                                          <p:spTgt spid="31"/>
                                        </p:tgtEl>
                                      </p:cBhvr>
                                    </p:animEffect>
                                    <p:set>
                                      <p:cBhvr>
                                        <p:cTn id="773" dur="1" fill="hold">
                                          <p:stCondLst>
                                            <p:cond delay="499"/>
                                          </p:stCondLst>
                                        </p:cTn>
                                        <p:tgtEl>
                                          <p:spTgt spid="31"/>
                                        </p:tgtEl>
                                        <p:attrNameLst>
                                          <p:attrName>style.visibility</p:attrName>
                                        </p:attrNameLst>
                                      </p:cBhvr>
                                      <p:to>
                                        <p:strVal val="hidden"/>
                                      </p:to>
                                    </p:set>
                                  </p:childTnLst>
                                </p:cTn>
                              </p:par>
                            </p:childTnLst>
                          </p:cTn>
                        </p:par>
                      </p:childTnLst>
                    </p:cTn>
                  </p:par>
                  <p:par>
                    <p:cTn id="774" fill="hold">
                      <p:stCondLst>
                        <p:cond delay="indefinite"/>
                      </p:stCondLst>
                      <p:childTnLst>
                        <p:par>
                          <p:cTn id="775" fill="hold">
                            <p:stCondLst>
                              <p:cond delay="0"/>
                            </p:stCondLst>
                            <p:childTnLst>
                              <p:par>
                                <p:cTn id="776" presetID="22" presetClass="entr" presetSubtype="1" fill="hold" grpId="0" nodeType="clickEffect">
                                  <p:stCondLst>
                                    <p:cond delay="0"/>
                                  </p:stCondLst>
                                  <p:childTnLst>
                                    <p:set>
                                      <p:cBhvr>
                                        <p:cTn id="777" dur="1" fill="hold">
                                          <p:stCondLst>
                                            <p:cond delay="0"/>
                                          </p:stCondLst>
                                        </p:cTn>
                                        <p:tgtEl>
                                          <p:spTgt spid="60"/>
                                        </p:tgtEl>
                                        <p:attrNameLst>
                                          <p:attrName>style.visibility</p:attrName>
                                        </p:attrNameLst>
                                      </p:cBhvr>
                                      <p:to>
                                        <p:strVal val="visible"/>
                                      </p:to>
                                    </p:set>
                                    <p:animEffect transition="in" filter="wipe(up)">
                                      <p:cBhvr>
                                        <p:cTn id="778" dur="500"/>
                                        <p:tgtEl>
                                          <p:spTgt spid="60"/>
                                        </p:tgtEl>
                                      </p:cBhvr>
                                    </p:animEffect>
                                  </p:childTnLst>
                                </p:cTn>
                              </p:par>
                            </p:childTnLst>
                          </p:cTn>
                        </p:par>
                      </p:childTnLst>
                    </p:cTn>
                  </p:par>
                  <p:par>
                    <p:cTn id="779" fill="hold">
                      <p:stCondLst>
                        <p:cond delay="indefinite"/>
                      </p:stCondLst>
                      <p:childTnLst>
                        <p:par>
                          <p:cTn id="780" fill="hold">
                            <p:stCondLst>
                              <p:cond delay="0"/>
                            </p:stCondLst>
                            <p:childTnLst>
                              <p:par>
                                <p:cTn id="781" presetID="47" presetClass="entr" presetSubtype="0" fill="hold" grpId="0" nodeType="clickEffect">
                                  <p:stCondLst>
                                    <p:cond delay="0"/>
                                  </p:stCondLst>
                                  <p:childTnLst>
                                    <p:set>
                                      <p:cBhvr>
                                        <p:cTn id="782" dur="1" fill="hold">
                                          <p:stCondLst>
                                            <p:cond delay="0"/>
                                          </p:stCondLst>
                                        </p:cTn>
                                        <p:tgtEl>
                                          <p:spTgt spid="3"/>
                                        </p:tgtEl>
                                        <p:attrNameLst>
                                          <p:attrName>style.visibility</p:attrName>
                                        </p:attrNameLst>
                                      </p:cBhvr>
                                      <p:to>
                                        <p:strVal val="visible"/>
                                      </p:to>
                                    </p:set>
                                    <p:animEffect transition="in" filter="fade">
                                      <p:cBhvr>
                                        <p:cTn id="783" dur="1000"/>
                                        <p:tgtEl>
                                          <p:spTgt spid="3"/>
                                        </p:tgtEl>
                                      </p:cBhvr>
                                    </p:animEffect>
                                    <p:anim calcmode="lin" valueType="num">
                                      <p:cBhvr>
                                        <p:cTn id="784" dur="1000" fill="hold"/>
                                        <p:tgtEl>
                                          <p:spTgt spid="3"/>
                                        </p:tgtEl>
                                        <p:attrNameLst>
                                          <p:attrName>ppt_x</p:attrName>
                                        </p:attrNameLst>
                                      </p:cBhvr>
                                      <p:tavLst>
                                        <p:tav tm="0">
                                          <p:val>
                                            <p:strVal val="#ppt_x"/>
                                          </p:val>
                                        </p:tav>
                                        <p:tav tm="100000">
                                          <p:val>
                                            <p:strVal val="#ppt_x"/>
                                          </p:val>
                                        </p:tav>
                                      </p:tavLst>
                                    </p:anim>
                                    <p:anim calcmode="lin" valueType="num">
                                      <p:cBhvr>
                                        <p:cTn id="785"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786" fill="hold">
                      <p:stCondLst>
                        <p:cond delay="indefinite"/>
                      </p:stCondLst>
                      <p:childTnLst>
                        <p:par>
                          <p:cTn id="787" fill="hold">
                            <p:stCondLst>
                              <p:cond delay="0"/>
                            </p:stCondLst>
                            <p:childTnLst>
                              <p:par>
                                <p:cTn id="788" presetID="1" presetClass="entr" presetSubtype="0" fill="hold" grpId="0" nodeType="clickEffect">
                                  <p:stCondLst>
                                    <p:cond delay="0"/>
                                  </p:stCondLst>
                                  <p:childTnLst>
                                    <p:set>
                                      <p:cBhvr>
                                        <p:cTn id="789" dur="1" fill="hold">
                                          <p:stCondLst>
                                            <p:cond delay="0"/>
                                          </p:stCondLst>
                                        </p:cTn>
                                        <p:tgtEl>
                                          <p:spTgt spid="44"/>
                                        </p:tgtEl>
                                        <p:attrNameLst>
                                          <p:attrName>style.visibility</p:attrName>
                                        </p:attrNameLst>
                                      </p:cBhvr>
                                      <p:to>
                                        <p:strVal val="visible"/>
                                      </p:to>
                                    </p:set>
                                  </p:childTnLst>
                                </p:cTn>
                              </p:par>
                              <p:par>
                                <p:cTn id="790" presetID="1" presetClass="entr" presetSubtype="0" fill="hold" grpId="0" nodeType="withEffect">
                                  <p:stCondLst>
                                    <p:cond delay="0"/>
                                  </p:stCondLst>
                                  <p:childTnLst>
                                    <p:set>
                                      <p:cBhvr>
                                        <p:cTn id="791" dur="1" fill="hold">
                                          <p:stCondLst>
                                            <p:cond delay="0"/>
                                          </p:stCondLst>
                                        </p:cTn>
                                        <p:tgtEl>
                                          <p:spTgt spid="34"/>
                                        </p:tgtEl>
                                        <p:attrNameLst>
                                          <p:attrName>style.visibility</p:attrName>
                                        </p:attrNameLst>
                                      </p:cBhvr>
                                      <p:to>
                                        <p:strVal val="visible"/>
                                      </p:to>
                                    </p:set>
                                  </p:childTnLst>
                                </p:cTn>
                              </p:par>
                              <p:par>
                                <p:cTn id="792" presetID="1" presetClass="entr" presetSubtype="0" fill="hold" grpId="0" nodeType="withEffect">
                                  <p:stCondLst>
                                    <p:cond delay="0"/>
                                  </p:stCondLst>
                                  <p:childTnLst>
                                    <p:set>
                                      <p:cBhvr>
                                        <p:cTn id="793" dur="1" fill="hold">
                                          <p:stCondLst>
                                            <p:cond delay="0"/>
                                          </p:stCondLst>
                                        </p:cTn>
                                        <p:tgtEl>
                                          <p:spTgt spid="35"/>
                                        </p:tgtEl>
                                        <p:attrNameLst>
                                          <p:attrName>style.visibility</p:attrName>
                                        </p:attrNameLst>
                                      </p:cBhvr>
                                      <p:to>
                                        <p:strVal val="visible"/>
                                      </p:to>
                                    </p:set>
                                  </p:childTnLst>
                                </p:cTn>
                              </p:par>
                              <p:par>
                                <p:cTn id="794" presetID="1" presetClass="entr" presetSubtype="0" fill="hold" grpId="0" nodeType="withEffect">
                                  <p:stCondLst>
                                    <p:cond delay="0"/>
                                  </p:stCondLst>
                                  <p:childTnLst>
                                    <p:set>
                                      <p:cBhvr>
                                        <p:cTn id="795" dur="1" fill="hold">
                                          <p:stCondLst>
                                            <p:cond delay="0"/>
                                          </p:stCondLst>
                                        </p:cTn>
                                        <p:tgtEl>
                                          <p:spTgt spid="37"/>
                                        </p:tgtEl>
                                        <p:attrNameLst>
                                          <p:attrName>style.visibility</p:attrName>
                                        </p:attrNameLst>
                                      </p:cBhvr>
                                      <p:to>
                                        <p:strVal val="visible"/>
                                      </p:to>
                                    </p:set>
                                  </p:childTnLst>
                                </p:cTn>
                              </p:par>
                              <p:par>
                                <p:cTn id="796" presetID="1" presetClass="entr" presetSubtype="0" fill="hold" grpId="0" nodeType="withEffect">
                                  <p:stCondLst>
                                    <p:cond delay="0"/>
                                  </p:stCondLst>
                                  <p:childTnLst>
                                    <p:set>
                                      <p:cBhvr>
                                        <p:cTn id="797" dur="1" fill="hold">
                                          <p:stCondLst>
                                            <p:cond delay="0"/>
                                          </p:stCondLst>
                                        </p:cTn>
                                        <p:tgtEl>
                                          <p:spTgt spid="38"/>
                                        </p:tgtEl>
                                        <p:attrNameLst>
                                          <p:attrName>style.visibility</p:attrName>
                                        </p:attrNameLst>
                                      </p:cBhvr>
                                      <p:to>
                                        <p:strVal val="visible"/>
                                      </p:to>
                                    </p:set>
                                  </p:childTnLst>
                                </p:cTn>
                              </p:par>
                              <p:par>
                                <p:cTn id="798" presetID="1" presetClass="entr" presetSubtype="0" fill="hold" grpId="0" nodeType="withEffect">
                                  <p:stCondLst>
                                    <p:cond delay="0"/>
                                  </p:stCondLst>
                                  <p:childTnLst>
                                    <p:set>
                                      <p:cBhvr>
                                        <p:cTn id="799" dur="1" fill="hold">
                                          <p:stCondLst>
                                            <p:cond delay="0"/>
                                          </p:stCondLst>
                                        </p:cTn>
                                        <p:tgtEl>
                                          <p:spTgt spid="39"/>
                                        </p:tgtEl>
                                        <p:attrNameLst>
                                          <p:attrName>style.visibility</p:attrName>
                                        </p:attrNameLst>
                                      </p:cBhvr>
                                      <p:to>
                                        <p:strVal val="visible"/>
                                      </p:to>
                                    </p:set>
                                  </p:childTnLst>
                                </p:cTn>
                              </p:par>
                              <p:par>
                                <p:cTn id="800" presetID="1" presetClass="entr" presetSubtype="0" fill="hold" grpId="0" nodeType="withEffect">
                                  <p:stCondLst>
                                    <p:cond delay="0"/>
                                  </p:stCondLst>
                                  <p:childTnLst>
                                    <p:set>
                                      <p:cBhvr>
                                        <p:cTn id="801" dur="1" fill="hold">
                                          <p:stCondLst>
                                            <p:cond delay="0"/>
                                          </p:stCondLst>
                                        </p:cTn>
                                        <p:tgtEl>
                                          <p:spTgt spid="40"/>
                                        </p:tgtEl>
                                        <p:attrNameLst>
                                          <p:attrName>style.visibility</p:attrName>
                                        </p:attrNameLst>
                                      </p:cBhvr>
                                      <p:to>
                                        <p:strVal val="visible"/>
                                      </p:to>
                                    </p:set>
                                  </p:childTnLst>
                                </p:cTn>
                              </p:par>
                              <p:par>
                                <p:cTn id="802" presetID="1" presetClass="entr" presetSubtype="0" fill="hold" grpId="0" nodeType="withEffect">
                                  <p:stCondLst>
                                    <p:cond delay="0"/>
                                  </p:stCondLst>
                                  <p:childTnLst>
                                    <p:set>
                                      <p:cBhvr>
                                        <p:cTn id="803" dur="1" fill="hold">
                                          <p:stCondLst>
                                            <p:cond delay="0"/>
                                          </p:stCondLst>
                                        </p:cTn>
                                        <p:tgtEl>
                                          <p:spTgt spid="41"/>
                                        </p:tgtEl>
                                        <p:attrNameLst>
                                          <p:attrName>style.visibility</p:attrName>
                                        </p:attrNameLst>
                                      </p:cBhvr>
                                      <p:to>
                                        <p:strVal val="visible"/>
                                      </p:to>
                                    </p:set>
                                  </p:childTnLst>
                                </p:cTn>
                              </p:par>
                              <p:par>
                                <p:cTn id="804" presetID="1" presetClass="entr" presetSubtype="0" fill="hold" grpId="0" nodeType="withEffect">
                                  <p:stCondLst>
                                    <p:cond delay="0"/>
                                  </p:stCondLst>
                                  <p:childTnLst>
                                    <p:set>
                                      <p:cBhvr>
                                        <p:cTn id="805" dur="1" fill="hold">
                                          <p:stCondLst>
                                            <p:cond delay="0"/>
                                          </p:stCondLst>
                                        </p:cTn>
                                        <p:tgtEl>
                                          <p:spTgt spid="36"/>
                                        </p:tgtEl>
                                        <p:attrNameLst>
                                          <p:attrName>style.visibility</p:attrName>
                                        </p:attrNameLst>
                                      </p:cBhvr>
                                      <p:to>
                                        <p:strVal val="visible"/>
                                      </p:to>
                                    </p:set>
                                  </p:childTnLst>
                                </p:cTn>
                              </p:par>
                              <p:par>
                                <p:cTn id="806" presetID="1" presetClass="entr" presetSubtype="0" fill="hold" grpId="0" nodeType="withEffect">
                                  <p:stCondLst>
                                    <p:cond delay="0"/>
                                  </p:stCondLst>
                                  <p:childTnLst>
                                    <p:set>
                                      <p:cBhvr>
                                        <p:cTn id="807" dur="1" fill="hold">
                                          <p:stCondLst>
                                            <p:cond delay="0"/>
                                          </p:stCondLst>
                                        </p:cTn>
                                        <p:tgtEl>
                                          <p:spTgt spid="42"/>
                                        </p:tgtEl>
                                        <p:attrNameLst>
                                          <p:attrName>style.visibility</p:attrName>
                                        </p:attrNameLst>
                                      </p:cBhvr>
                                      <p:to>
                                        <p:strVal val="visible"/>
                                      </p:to>
                                    </p:set>
                                  </p:childTnLst>
                                </p:cTn>
                              </p:par>
                              <p:par>
                                <p:cTn id="808" presetID="1" presetClass="entr" presetSubtype="0" fill="hold" grpId="0" nodeType="withEffect">
                                  <p:stCondLst>
                                    <p:cond delay="0"/>
                                  </p:stCondLst>
                                  <p:childTnLst>
                                    <p:set>
                                      <p:cBhvr>
                                        <p:cTn id="809" dur="1" fill="hold">
                                          <p:stCondLst>
                                            <p:cond delay="0"/>
                                          </p:stCondLst>
                                        </p:cTn>
                                        <p:tgtEl>
                                          <p:spTgt spid="43"/>
                                        </p:tgtEl>
                                        <p:attrNameLst>
                                          <p:attrName>style.visibility</p:attrName>
                                        </p:attrNameLst>
                                      </p:cBhvr>
                                      <p:to>
                                        <p:strVal val="visible"/>
                                      </p:to>
                                    </p:set>
                                  </p:childTnLst>
                                </p:cTn>
                              </p:par>
                            </p:childTnLst>
                          </p:cTn>
                        </p:par>
                      </p:childTnLst>
                    </p:cTn>
                  </p:par>
                  <p:par>
                    <p:cTn id="810" fill="hold">
                      <p:stCondLst>
                        <p:cond delay="indefinite"/>
                      </p:stCondLst>
                      <p:childTnLst>
                        <p:par>
                          <p:cTn id="811" fill="hold">
                            <p:stCondLst>
                              <p:cond delay="0"/>
                            </p:stCondLst>
                            <p:childTnLst>
                              <p:par>
                                <p:cTn id="812" presetID="58" presetClass="path" presetSubtype="0" accel="50000" decel="50000" fill="hold" grpId="2" nodeType="clickEffect">
                                  <p:stCondLst>
                                    <p:cond delay="0"/>
                                  </p:stCondLst>
                                  <p:childTnLst>
                                    <p:animMotion origin="layout" path="M -0.00052 -0.00024 L 0.03946 -0.02269 C 0.04844 -0.02732 0.05352 -0.03426 0.05352 -0.04144 C 0.05352 -0.05 0.04844 -0.05672 0.03946 -0.06135 L -0.00052 -0.0838 " pathEditMode="relative" rAng="0" ptsTypes="AAAAA">
                                      <p:cBhvr>
                                        <p:cTn id="813" dur="2000" fill="hold"/>
                                        <p:tgtEl>
                                          <p:spTgt spid="37"/>
                                        </p:tgtEl>
                                        <p:attrNameLst>
                                          <p:attrName>ppt_x</p:attrName>
                                          <p:attrName>ppt_y</p:attrName>
                                        </p:attrNameLst>
                                      </p:cBhvr>
                                      <p:rCtr x="2695" y="-4190"/>
                                    </p:animMotion>
                                  </p:childTnLst>
                                </p:cTn>
                              </p:par>
                            </p:childTnLst>
                          </p:cTn>
                        </p:par>
                      </p:childTnLst>
                    </p:cTn>
                  </p:par>
                  <p:par>
                    <p:cTn id="814" fill="hold">
                      <p:stCondLst>
                        <p:cond delay="indefinite"/>
                      </p:stCondLst>
                      <p:childTnLst>
                        <p:par>
                          <p:cTn id="815" fill="hold">
                            <p:stCondLst>
                              <p:cond delay="0"/>
                            </p:stCondLst>
                            <p:childTnLst>
                              <p:par>
                                <p:cTn id="816" presetID="22" presetClass="entr" presetSubtype="8" fill="hold" nodeType="clickEffect">
                                  <p:stCondLst>
                                    <p:cond delay="0"/>
                                  </p:stCondLst>
                                  <p:childTnLst>
                                    <p:set>
                                      <p:cBhvr>
                                        <p:cTn id="817" dur="1" fill="hold">
                                          <p:stCondLst>
                                            <p:cond delay="0"/>
                                          </p:stCondLst>
                                        </p:cTn>
                                        <p:tgtEl>
                                          <p:spTgt spid="48"/>
                                        </p:tgtEl>
                                        <p:attrNameLst>
                                          <p:attrName>style.visibility</p:attrName>
                                        </p:attrNameLst>
                                      </p:cBhvr>
                                      <p:to>
                                        <p:strVal val="visible"/>
                                      </p:to>
                                    </p:set>
                                    <p:animEffect transition="in" filter="wipe(left)">
                                      <p:cBhvr>
                                        <p:cTn id="818" dur="500"/>
                                        <p:tgtEl>
                                          <p:spTgt spid="48"/>
                                        </p:tgtEl>
                                      </p:cBhvr>
                                    </p:animEffect>
                                  </p:childTnLst>
                                </p:cTn>
                              </p:par>
                            </p:childTnLst>
                          </p:cTn>
                        </p:par>
                      </p:childTnLst>
                    </p:cTn>
                  </p:par>
                  <p:par>
                    <p:cTn id="819" fill="hold">
                      <p:stCondLst>
                        <p:cond delay="indefinite"/>
                      </p:stCondLst>
                      <p:childTnLst>
                        <p:par>
                          <p:cTn id="820" fill="hold">
                            <p:stCondLst>
                              <p:cond delay="0"/>
                            </p:stCondLst>
                            <p:childTnLst>
                              <p:par>
                                <p:cTn id="821" presetID="22" presetClass="entr" presetSubtype="8" fill="hold" nodeType="clickEffect">
                                  <p:stCondLst>
                                    <p:cond delay="0"/>
                                  </p:stCondLst>
                                  <p:childTnLst>
                                    <p:set>
                                      <p:cBhvr>
                                        <p:cTn id="822" dur="1" fill="hold">
                                          <p:stCondLst>
                                            <p:cond delay="0"/>
                                          </p:stCondLst>
                                        </p:cTn>
                                        <p:tgtEl>
                                          <p:spTgt spid="45"/>
                                        </p:tgtEl>
                                        <p:attrNameLst>
                                          <p:attrName>style.visibility</p:attrName>
                                        </p:attrNameLst>
                                      </p:cBhvr>
                                      <p:to>
                                        <p:strVal val="visible"/>
                                      </p:to>
                                    </p:set>
                                    <p:animEffect transition="in" filter="wipe(left)">
                                      <p:cBhvr>
                                        <p:cTn id="823" dur="500"/>
                                        <p:tgtEl>
                                          <p:spTgt spid="45"/>
                                        </p:tgtEl>
                                      </p:cBhvr>
                                    </p:animEffect>
                                  </p:childTnLst>
                                </p:cTn>
                              </p:par>
                            </p:childTnLst>
                          </p:cTn>
                        </p:par>
                        <p:par>
                          <p:cTn id="824" fill="hold">
                            <p:stCondLst>
                              <p:cond delay="500"/>
                            </p:stCondLst>
                            <p:childTnLst>
                              <p:par>
                                <p:cTn id="825" presetID="27" presetClass="emph" presetSubtype="0" fill="remove" grpId="8" nodeType="afterEffect">
                                  <p:stCondLst>
                                    <p:cond delay="0"/>
                                  </p:stCondLst>
                                  <p:childTnLst>
                                    <p:animClr clrSpc="rgb" dir="cw">
                                      <p:cBhvr override="childStyle">
                                        <p:cTn id="826" dur="500" autoRev="1" fill="remove"/>
                                        <p:tgtEl>
                                          <p:spTgt spid="37"/>
                                        </p:tgtEl>
                                        <p:attrNameLst>
                                          <p:attrName>style.color</p:attrName>
                                        </p:attrNameLst>
                                      </p:cBhvr>
                                      <p:to>
                                        <a:schemeClr val="bg1"/>
                                      </p:to>
                                    </p:animClr>
                                    <p:animClr clrSpc="rgb" dir="cw">
                                      <p:cBhvr>
                                        <p:cTn id="827" dur="500" autoRev="1" fill="remove"/>
                                        <p:tgtEl>
                                          <p:spTgt spid="37"/>
                                        </p:tgtEl>
                                        <p:attrNameLst>
                                          <p:attrName>fillcolor</p:attrName>
                                        </p:attrNameLst>
                                      </p:cBhvr>
                                      <p:to>
                                        <a:schemeClr val="bg1"/>
                                      </p:to>
                                    </p:animClr>
                                    <p:set>
                                      <p:cBhvr>
                                        <p:cTn id="828" dur="500" autoRev="1" fill="remove"/>
                                        <p:tgtEl>
                                          <p:spTgt spid="37"/>
                                        </p:tgtEl>
                                        <p:attrNameLst>
                                          <p:attrName>fill.type</p:attrName>
                                        </p:attrNameLst>
                                      </p:cBhvr>
                                      <p:to>
                                        <p:strVal val="solid"/>
                                      </p:to>
                                    </p:set>
                                    <p:set>
                                      <p:cBhvr>
                                        <p:cTn id="829" dur="500" autoRev="1" fill="remove"/>
                                        <p:tgtEl>
                                          <p:spTgt spid="37"/>
                                        </p:tgtEl>
                                        <p:attrNameLst>
                                          <p:attrName>fill.on</p:attrName>
                                        </p:attrNameLst>
                                      </p:cBhvr>
                                      <p:to>
                                        <p:strVal val="true"/>
                                      </p:to>
                                    </p:set>
                                  </p:childTnLst>
                                </p:cTn>
                              </p:par>
                              <p:par>
                                <p:cTn id="830" presetID="27" presetClass="emph" presetSubtype="0" fill="remove" grpId="1" nodeType="withEffect">
                                  <p:stCondLst>
                                    <p:cond delay="0"/>
                                  </p:stCondLst>
                                  <p:childTnLst>
                                    <p:animClr clrSpc="rgb" dir="cw">
                                      <p:cBhvr override="childStyle">
                                        <p:cTn id="831" dur="500" autoRev="1" fill="remove"/>
                                        <p:tgtEl>
                                          <p:spTgt spid="43"/>
                                        </p:tgtEl>
                                        <p:attrNameLst>
                                          <p:attrName>style.color</p:attrName>
                                        </p:attrNameLst>
                                      </p:cBhvr>
                                      <p:to>
                                        <a:srgbClr val="FFF2CC"/>
                                      </p:to>
                                    </p:animClr>
                                    <p:animClr clrSpc="rgb" dir="cw">
                                      <p:cBhvr>
                                        <p:cTn id="832" dur="500" autoRev="1" fill="remove"/>
                                        <p:tgtEl>
                                          <p:spTgt spid="43"/>
                                        </p:tgtEl>
                                        <p:attrNameLst>
                                          <p:attrName>fillcolor</p:attrName>
                                        </p:attrNameLst>
                                      </p:cBhvr>
                                      <p:to>
                                        <a:srgbClr val="FFF2CC"/>
                                      </p:to>
                                    </p:animClr>
                                    <p:set>
                                      <p:cBhvr>
                                        <p:cTn id="833" dur="500" autoRev="1" fill="remove"/>
                                        <p:tgtEl>
                                          <p:spTgt spid="43"/>
                                        </p:tgtEl>
                                        <p:attrNameLst>
                                          <p:attrName>fill.type</p:attrName>
                                        </p:attrNameLst>
                                      </p:cBhvr>
                                      <p:to>
                                        <p:strVal val="solid"/>
                                      </p:to>
                                    </p:set>
                                    <p:set>
                                      <p:cBhvr>
                                        <p:cTn id="834" dur="500" autoRev="1" fill="remove"/>
                                        <p:tgtEl>
                                          <p:spTgt spid="43"/>
                                        </p:tgtEl>
                                        <p:attrNameLst>
                                          <p:attrName>fill.on</p:attrName>
                                        </p:attrNameLst>
                                      </p:cBhvr>
                                      <p:to>
                                        <p:strVal val="true"/>
                                      </p:to>
                                    </p:set>
                                  </p:childTnLst>
                                </p:cTn>
                              </p:par>
                            </p:childTnLst>
                          </p:cTn>
                        </p:par>
                      </p:childTnLst>
                    </p:cTn>
                  </p:par>
                  <p:par>
                    <p:cTn id="835" fill="hold">
                      <p:stCondLst>
                        <p:cond delay="indefinite"/>
                      </p:stCondLst>
                      <p:childTnLst>
                        <p:par>
                          <p:cTn id="836" fill="hold">
                            <p:stCondLst>
                              <p:cond delay="0"/>
                            </p:stCondLst>
                            <p:childTnLst>
                              <p:par>
                                <p:cTn id="837" presetID="64" presetClass="path" presetSubtype="0" accel="50000" decel="50000" fill="hold" nodeType="clickEffect">
                                  <p:stCondLst>
                                    <p:cond delay="0"/>
                                  </p:stCondLst>
                                  <p:childTnLst>
                                    <p:animMotion origin="layout" path="M -1.45833E-6 -3.7037E-7 L 0.00026 -0.08403 " pathEditMode="relative" rAng="0" ptsTypes="AA">
                                      <p:cBhvr>
                                        <p:cTn id="838" dur="2000" fill="hold"/>
                                        <p:tgtEl>
                                          <p:spTgt spid="45"/>
                                        </p:tgtEl>
                                        <p:attrNameLst>
                                          <p:attrName>ppt_x</p:attrName>
                                          <p:attrName>ppt_y</p:attrName>
                                        </p:attrNameLst>
                                      </p:cBhvr>
                                      <p:rCtr x="13" y="-4213"/>
                                    </p:animMotion>
                                  </p:childTnLst>
                                </p:cTn>
                              </p:par>
                            </p:childTnLst>
                          </p:cTn>
                        </p:par>
                        <p:par>
                          <p:cTn id="839" fill="hold">
                            <p:stCondLst>
                              <p:cond delay="2000"/>
                            </p:stCondLst>
                            <p:childTnLst>
                              <p:par>
                                <p:cTn id="840" presetID="27" presetClass="emph" presetSubtype="0" fill="remove" grpId="1" nodeType="afterEffect">
                                  <p:stCondLst>
                                    <p:cond delay="0"/>
                                  </p:stCondLst>
                                  <p:childTnLst>
                                    <p:animClr clrSpc="rgb" dir="cw">
                                      <p:cBhvr override="childStyle">
                                        <p:cTn id="841" dur="500" autoRev="1" fill="remove"/>
                                        <p:tgtEl>
                                          <p:spTgt spid="37"/>
                                        </p:tgtEl>
                                        <p:attrNameLst>
                                          <p:attrName>style.color</p:attrName>
                                        </p:attrNameLst>
                                      </p:cBhvr>
                                      <p:to>
                                        <a:schemeClr val="bg1"/>
                                      </p:to>
                                    </p:animClr>
                                    <p:animClr clrSpc="rgb" dir="cw">
                                      <p:cBhvr>
                                        <p:cTn id="842" dur="500" autoRev="1" fill="remove"/>
                                        <p:tgtEl>
                                          <p:spTgt spid="37"/>
                                        </p:tgtEl>
                                        <p:attrNameLst>
                                          <p:attrName>fillcolor</p:attrName>
                                        </p:attrNameLst>
                                      </p:cBhvr>
                                      <p:to>
                                        <a:schemeClr val="bg1"/>
                                      </p:to>
                                    </p:animClr>
                                    <p:set>
                                      <p:cBhvr>
                                        <p:cTn id="843" dur="500" autoRev="1" fill="remove"/>
                                        <p:tgtEl>
                                          <p:spTgt spid="37"/>
                                        </p:tgtEl>
                                        <p:attrNameLst>
                                          <p:attrName>fill.type</p:attrName>
                                        </p:attrNameLst>
                                      </p:cBhvr>
                                      <p:to>
                                        <p:strVal val="solid"/>
                                      </p:to>
                                    </p:set>
                                    <p:set>
                                      <p:cBhvr>
                                        <p:cTn id="844" dur="500" autoRev="1" fill="remove"/>
                                        <p:tgtEl>
                                          <p:spTgt spid="37"/>
                                        </p:tgtEl>
                                        <p:attrNameLst>
                                          <p:attrName>fill.on</p:attrName>
                                        </p:attrNameLst>
                                      </p:cBhvr>
                                      <p:to>
                                        <p:strVal val="true"/>
                                      </p:to>
                                    </p:set>
                                  </p:childTnLst>
                                </p:cTn>
                              </p:par>
                              <p:par>
                                <p:cTn id="845" presetID="27" presetClass="emph" presetSubtype="0" fill="remove" grpId="1" nodeType="withEffect">
                                  <p:stCondLst>
                                    <p:cond delay="0"/>
                                  </p:stCondLst>
                                  <p:childTnLst>
                                    <p:animClr clrSpc="rgb" dir="cw">
                                      <p:cBhvr override="childStyle">
                                        <p:cTn id="846" dur="500" autoRev="1" fill="remove"/>
                                        <p:tgtEl>
                                          <p:spTgt spid="42"/>
                                        </p:tgtEl>
                                        <p:attrNameLst>
                                          <p:attrName>style.color</p:attrName>
                                        </p:attrNameLst>
                                      </p:cBhvr>
                                      <p:to>
                                        <a:srgbClr val="CBF09A"/>
                                      </p:to>
                                    </p:animClr>
                                    <p:animClr clrSpc="rgb" dir="cw">
                                      <p:cBhvr>
                                        <p:cTn id="847" dur="500" autoRev="1" fill="remove"/>
                                        <p:tgtEl>
                                          <p:spTgt spid="42"/>
                                        </p:tgtEl>
                                        <p:attrNameLst>
                                          <p:attrName>fillcolor</p:attrName>
                                        </p:attrNameLst>
                                      </p:cBhvr>
                                      <p:to>
                                        <a:srgbClr val="CBF09A"/>
                                      </p:to>
                                    </p:animClr>
                                    <p:set>
                                      <p:cBhvr>
                                        <p:cTn id="848" dur="500" autoRev="1" fill="remove"/>
                                        <p:tgtEl>
                                          <p:spTgt spid="42"/>
                                        </p:tgtEl>
                                        <p:attrNameLst>
                                          <p:attrName>fill.type</p:attrName>
                                        </p:attrNameLst>
                                      </p:cBhvr>
                                      <p:to>
                                        <p:strVal val="solid"/>
                                      </p:to>
                                    </p:set>
                                    <p:set>
                                      <p:cBhvr>
                                        <p:cTn id="849" dur="500" autoRev="1" fill="remove"/>
                                        <p:tgtEl>
                                          <p:spTgt spid="42"/>
                                        </p:tgtEl>
                                        <p:attrNameLst>
                                          <p:attrName>fill.on</p:attrName>
                                        </p:attrNameLst>
                                      </p:cBhvr>
                                      <p:to>
                                        <p:strVal val="true"/>
                                      </p:to>
                                    </p:set>
                                  </p:childTnLst>
                                </p:cTn>
                              </p:par>
                            </p:childTnLst>
                          </p:cTn>
                        </p:par>
                        <p:par>
                          <p:cTn id="850" fill="hold">
                            <p:stCondLst>
                              <p:cond delay="3000"/>
                            </p:stCondLst>
                            <p:childTnLst>
                              <p:par>
                                <p:cTn id="851" presetID="58" presetClass="path" presetSubtype="0" accel="50000" decel="50000" fill="hold" grpId="2" nodeType="afterEffect">
                                  <p:stCondLst>
                                    <p:cond delay="0"/>
                                  </p:stCondLst>
                                  <p:childTnLst>
                                    <p:animMotion origin="layout" path="M -4.16667E-6 -4.81481E-6 L 0.03998 -0.1331 C 0.04896 -0.16064 0.05404 -0.20254 0.05404 -0.24606 C 0.05404 -0.29537 0.04896 -0.33472 0.03998 -0.36226 L -4.16667E-6 -0.49398 " pathEditMode="relative" rAng="0" ptsTypes="AAAAA">
                                      <p:cBhvr>
                                        <p:cTn id="852" dur="2000" fill="hold"/>
                                        <p:tgtEl>
                                          <p:spTgt spid="42"/>
                                        </p:tgtEl>
                                        <p:attrNameLst>
                                          <p:attrName>ppt_x</p:attrName>
                                          <p:attrName>ppt_y</p:attrName>
                                        </p:attrNameLst>
                                      </p:cBhvr>
                                      <p:rCtr x="2695" y="-24699"/>
                                    </p:animMotion>
                                  </p:childTnLst>
                                </p:cTn>
                              </p:par>
                            </p:childTnLst>
                          </p:cTn>
                        </p:par>
                      </p:childTnLst>
                    </p:cTn>
                  </p:par>
                  <p:par>
                    <p:cTn id="853" fill="hold">
                      <p:stCondLst>
                        <p:cond delay="indefinite"/>
                      </p:stCondLst>
                      <p:childTnLst>
                        <p:par>
                          <p:cTn id="854" fill="hold">
                            <p:stCondLst>
                              <p:cond delay="0"/>
                            </p:stCondLst>
                            <p:childTnLst>
                              <p:par>
                                <p:cTn id="855" presetID="42" presetClass="path" presetSubtype="0" accel="50000" decel="50000" fill="hold" nodeType="clickEffect">
                                  <p:stCondLst>
                                    <p:cond delay="0"/>
                                  </p:stCondLst>
                                  <p:childTnLst>
                                    <p:animMotion origin="layout" path="M -1.45833E-6 -7.40741E-7 L 0.00039 0.07778 " pathEditMode="relative" rAng="0" ptsTypes="AA">
                                      <p:cBhvr>
                                        <p:cTn id="856" dur="2000" fill="hold"/>
                                        <p:tgtEl>
                                          <p:spTgt spid="48"/>
                                        </p:tgtEl>
                                        <p:attrNameLst>
                                          <p:attrName>ppt_x</p:attrName>
                                          <p:attrName>ppt_y</p:attrName>
                                        </p:attrNameLst>
                                      </p:cBhvr>
                                      <p:rCtr x="13" y="3889"/>
                                    </p:animMotion>
                                  </p:childTnLst>
                                </p:cTn>
                              </p:par>
                            </p:childTnLst>
                          </p:cTn>
                        </p:par>
                        <p:par>
                          <p:cTn id="857" fill="hold">
                            <p:stCondLst>
                              <p:cond delay="2000"/>
                            </p:stCondLst>
                            <p:childTnLst>
                              <p:par>
                                <p:cTn id="858" presetID="27" presetClass="emph" presetSubtype="0" fill="remove" grpId="4" nodeType="afterEffect">
                                  <p:stCondLst>
                                    <p:cond delay="0"/>
                                  </p:stCondLst>
                                  <p:childTnLst>
                                    <p:animClr clrSpc="rgb" dir="cw">
                                      <p:cBhvr override="childStyle">
                                        <p:cTn id="859" dur="500" autoRev="1" fill="remove"/>
                                        <p:tgtEl>
                                          <p:spTgt spid="37"/>
                                        </p:tgtEl>
                                        <p:attrNameLst>
                                          <p:attrName>style.color</p:attrName>
                                        </p:attrNameLst>
                                      </p:cBhvr>
                                      <p:to>
                                        <a:schemeClr val="bg1"/>
                                      </p:to>
                                    </p:animClr>
                                    <p:animClr clrSpc="rgb" dir="cw">
                                      <p:cBhvr>
                                        <p:cTn id="860" dur="500" autoRev="1" fill="remove"/>
                                        <p:tgtEl>
                                          <p:spTgt spid="37"/>
                                        </p:tgtEl>
                                        <p:attrNameLst>
                                          <p:attrName>fillcolor</p:attrName>
                                        </p:attrNameLst>
                                      </p:cBhvr>
                                      <p:to>
                                        <a:schemeClr val="bg1"/>
                                      </p:to>
                                    </p:animClr>
                                    <p:set>
                                      <p:cBhvr>
                                        <p:cTn id="861" dur="500" autoRev="1" fill="remove"/>
                                        <p:tgtEl>
                                          <p:spTgt spid="37"/>
                                        </p:tgtEl>
                                        <p:attrNameLst>
                                          <p:attrName>fill.type</p:attrName>
                                        </p:attrNameLst>
                                      </p:cBhvr>
                                      <p:to>
                                        <p:strVal val="solid"/>
                                      </p:to>
                                    </p:set>
                                    <p:set>
                                      <p:cBhvr>
                                        <p:cTn id="862" dur="500" autoRev="1" fill="remove"/>
                                        <p:tgtEl>
                                          <p:spTgt spid="37"/>
                                        </p:tgtEl>
                                        <p:attrNameLst>
                                          <p:attrName>fill.on</p:attrName>
                                        </p:attrNameLst>
                                      </p:cBhvr>
                                      <p:to>
                                        <p:strVal val="true"/>
                                      </p:to>
                                    </p:set>
                                  </p:childTnLst>
                                </p:cTn>
                              </p:par>
                              <p:par>
                                <p:cTn id="863" presetID="27" presetClass="emph" presetSubtype="0" fill="remove" grpId="1" nodeType="withEffect">
                                  <p:stCondLst>
                                    <p:cond delay="0"/>
                                  </p:stCondLst>
                                  <p:childTnLst>
                                    <p:animClr clrSpc="rgb" dir="cw">
                                      <p:cBhvr override="childStyle">
                                        <p:cTn id="864" dur="500" autoRev="1" fill="remove"/>
                                        <p:tgtEl>
                                          <p:spTgt spid="38"/>
                                        </p:tgtEl>
                                        <p:attrNameLst>
                                          <p:attrName>style.color</p:attrName>
                                        </p:attrNameLst>
                                      </p:cBhvr>
                                      <p:to>
                                        <a:srgbClr val="FFF2CC"/>
                                      </p:to>
                                    </p:animClr>
                                    <p:animClr clrSpc="rgb" dir="cw">
                                      <p:cBhvr>
                                        <p:cTn id="865" dur="500" autoRev="1" fill="remove"/>
                                        <p:tgtEl>
                                          <p:spTgt spid="38"/>
                                        </p:tgtEl>
                                        <p:attrNameLst>
                                          <p:attrName>fillcolor</p:attrName>
                                        </p:attrNameLst>
                                      </p:cBhvr>
                                      <p:to>
                                        <a:srgbClr val="FFF2CC"/>
                                      </p:to>
                                    </p:animClr>
                                    <p:set>
                                      <p:cBhvr>
                                        <p:cTn id="866" dur="500" autoRev="1" fill="remove"/>
                                        <p:tgtEl>
                                          <p:spTgt spid="38"/>
                                        </p:tgtEl>
                                        <p:attrNameLst>
                                          <p:attrName>fill.type</p:attrName>
                                        </p:attrNameLst>
                                      </p:cBhvr>
                                      <p:to>
                                        <p:strVal val="solid"/>
                                      </p:to>
                                    </p:set>
                                    <p:set>
                                      <p:cBhvr>
                                        <p:cTn id="867" dur="500" autoRev="1" fill="remove"/>
                                        <p:tgtEl>
                                          <p:spTgt spid="38"/>
                                        </p:tgtEl>
                                        <p:attrNameLst>
                                          <p:attrName>fill.on</p:attrName>
                                        </p:attrNameLst>
                                      </p:cBhvr>
                                      <p:to>
                                        <p:strVal val="true"/>
                                      </p:to>
                                    </p:set>
                                  </p:childTnLst>
                                </p:cTn>
                              </p:par>
                            </p:childTnLst>
                          </p:cTn>
                        </p:par>
                      </p:childTnLst>
                    </p:cTn>
                  </p:par>
                  <p:par>
                    <p:cTn id="868" fill="hold">
                      <p:stCondLst>
                        <p:cond delay="indefinite"/>
                      </p:stCondLst>
                      <p:childTnLst>
                        <p:par>
                          <p:cTn id="869" fill="hold">
                            <p:stCondLst>
                              <p:cond delay="0"/>
                            </p:stCondLst>
                            <p:childTnLst>
                              <p:par>
                                <p:cTn id="870" presetID="42" presetClass="path" presetSubtype="0" accel="50000" decel="50000" fill="hold" nodeType="clickEffect">
                                  <p:stCondLst>
                                    <p:cond delay="0"/>
                                  </p:stCondLst>
                                  <p:childTnLst>
                                    <p:animMotion origin="layout" path="M 0.00039 0.07778 L 0.00039 0.15787 " pathEditMode="relative" rAng="0" ptsTypes="AA">
                                      <p:cBhvr>
                                        <p:cTn id="871" dur="2000" fill="hold"/>
                                        <p:tgtEl>
                                          <p:spTgt spid="48"/>
                                        </p:tgtEl>
                                        <p:attrNameLst>
                                          <p:attrName>ppt_x</p:attrName>
                                          <p:attrName>ppt_y</p:attrName>
                                        </p:attrNameLst>
                                      </p:cBhvr>
                                      <p:rCtr x="0" y="4005"/>
                                    </p:animMotion>
                                  </p:childTnLst>
                                </p:cTn>
                              </p:par>
                            </p:childTnLst>
                          </p:cTn>
                        </p:par>
                        <p:par>
                          <p:cTn id="872" fill="hold">
                            <p:stCondLst>
                              <p:cond delay="2000"/>
                            </p:stCondLst>
                            <p:childTnLst>
                              <p:par>
                                <p:cTn id="873" presetID="27" presetClass="emph" presetSubtype="0" fill="remove" grpId="3" nodeType="afterEffect">
                                  <p:stCondLst>
                                    <p:cond delay="0"/>
                                  </p:stCondLst>
                                  <p:childTnLst>
                                    <p:animClr clrSpc="rgb" dir="cw">
                                      <p:cBhvr override="childStyle">
                                        <p:cTn id="874" dur="500" autoRev="1" fill="remove"/>
                                        <p:tgtEl>
                                          <p:spTgt spid="37"/>
                                        </p:tgtEl>
                                        <p:attrNameLst>
                                          <p:attrName>style.color</p:attrName>
                                        </p:attrNameLst>
                                      </p:cBhvr>
                                      <p:to>
                                        <a:schemeClr val="bg1"/>
                                      </p:to>
                                    </p:animClr>
                                    <p:animClr clrSpc="rgb" dir="cw">
                                      <p:cBhvr>
                                        <p:cTn id="875" dur="500" autoRev="1" fill="remove"/>
                                        <p:tgtEl>
                                          <p:spTgt spid="37"/>
                                        </p:tgtEl>
                                        <p:attrNameLst>
                                          <p:attrName>fillcolor</p:attrName>
                                        </p:attrNameLst>
                                      </p:cBhvr>
                                      <p:to>
                                        <a:schemeClr val="bg1"/>
                                      </p:to>
                                    </p:animClr>
                                    <p:set>
                                      <p:cBhvr>
                                        <p:cTn id="876" dur="500" autoRev="1" fill="remove"/>
                                        <p:tgtEl>
                                          <p:spTgt spid="37"/>
                                        </p:tgtEl>
                                        <p:attrNameLst>
                                          <p:attrName>fill.type</p:attrName>
                                        </p:attrNameLst>
                                      </p:cBhvr>
                                      <p:to>
                                        <p:strVal val="solid"/>
                                      </p:to>
                                    </p:set>
                                    <p:set>
                                      <p:cBhvr>
                                        <p:cTn id="877" dur="500" autoRev="1" fill="remove"/>
                                        <p:tgtEl>
                                          <p:spTgt spid="37"/>
                                        </p:tgtEl>
                                        <p:attrNameLst>
                                          <p:attrName>fill.on</p:attrName>
                                        </p:attrNameLst>
                                      </p:cBhvr>
                                      <p:to>
                                        <p:strVal val="true"/>
                                      </p:to>
                                    </p:set>
                                  </p:childTnLst>
                                </p:cTn>
                              </p:par>
                              <p:par>
                                <p:cTn id="878" presetID="27" presetClass="emph" presetSubtype="0" fill="remove" grpId="1" nodeType="withEffect">
                                  <p:stCondLst>
                                    <p:cond delay="0"/>
                                  </p:stCondLst>
                                  <p:childTnLst>
                                    <p:animClr clrSpc="rgb" dir="cw">
                                      <p:cBhvr override="childStyle">
                                        <p:cTn id="879" dur="500" autoRev="1" fill="remove"/>
                                        <p:tgtEl>
                                          <p:spTgt spid="39"/>
                                        </p:tgtEl>
                                        <p:attrNameLst>
                                          <p:attrName>style.color</p:attrName>
                                        </p:attrNameLst>
                                      </p:cBhvr>
                                      <p:to>
                                        <a:srgbClr val="CBF09A"/>
                                      </p:to>
                                    </p:animClr>
                                    <p:animClr clrSpc="rgb" dir="cw">
                                      <p:cBhvr>
                                        <p:cTn id="880" dur="500" autoRev="1" fill="remove"/>
                                        <p:tgtEl>
                                          <p:spTgt spid="39"/>
                                        </p:tgtEl>
                                        <p:attrNameLst>
                                          <p:attrName>fillcolor</p:attrName>
                                        </p:attrNameLst>
                                      </p:cBhvr>
                                      <p:to>
                                        <a:srgbClr val="CBF09A"/>
                                      </p:to>
                                    </p:animClr>
                                    <p:set>
                                      <p:cBhvr>
                                        <p:cTn id="881" dur="500" autoRev="1" fill="remove"/>
                                        <p:tgtEl>
                                          <p:spTgt spid="39"/>
                                        </p:tgtEl>
                                        <p:attrNameLst>
                                          <p:attrName>fill.type</p:attrName>
                                        </p:attrNameLst>
                                      </p:cBhvr>
                                      <p:to>
                                        <p:strVal val="solid"/>
                                      </p:to>
                                    </p:set>
                                    <p:set>
                                      <p:cBhvr>
                                        <p:cTn id="882" dur="500" autoRev="1" fill="remove"/>
                                        <p:tgtEl>
                                          <p:spTgt spid="39"/>
                                        </p:tgtEl>
                                        <p:attrNameLst>
                                          <p:attrName>fill.on</p:attrName>
                                        </p:attrNameLst>
                                      </p:cBhvr>
                                      <p:to>
                                        <p:strVal val="true"/>
                                      </p:to>
                                    </p:set>
                                  </p:childTnLst>
                                </p:cTn>
                              </p:par>
                            </p:childTnLst>
                          </p:cTn>
                        </p:par>
                        <p:par>
                          <p:cTn id="883" fill="hold">
                            <p:stCondLst>
                              <p:cond delay="3000"/>
                            </p:stCondLst>
                            <p:childTnLst>
                              <p:par>
                                <p:cTn id="884" presetID="58" presetClass="path" presetSubtype="0" accel="50000" decel="50000" fill="hold" grpId="2" nodeType="afterEffect">
                                  <p:stCondLst>
                                    <p:cond delay="0"/>
                                  </p:stCondLst>
                                  <p:childTnLst>
                                    <p:animMotion origin="layout" path="M -4.58333E-6 1.11111E-6 L 0.03998 0.0875 C 0.04896 0.10648 0.05404 0.13426 0.05404 0.16273 C 0.05404 0.19606 0.04896 0.22176 0.03998 0.24097 L -4.58333E-6 0.32963 " pathEditMode="relative" rAng="0" ptsTypes="AAAAA">
                                      <p:cBhvr>
                                        <p:cTn id="885" dur="2000" fill="hold"/>
                                        <p:tgtEl>
                                          <p:spTgt spid="39"/>
                                        </p:tgtEl>
                                        <p:attrNameLst>
                                          <p:attrName>ppt_x</p:attrName>
                                          <p:attrName>ppt_y</p:attrName>
                                        </p:attrNameLst>
                                      </p:cBhvr>
                                      <p:rCtr x="2695" y="16481"/>
                                    </p:animMotion>
                                  </p:childTnLst>
                                </p:cTn>
                              </p:par>
                            </p:childTnLst>
                          </p:cTn>
                        </p:par>
                      </p:childTnLst>
                    </p:cTn>
                  </p:par>
                  <p:par>
                    <p:cTn id="886" fill="hold">
                      <p:stCondLst>
                        <p:cond delay="indefinite"/>
                      </p:stCondLst>
                      <p:childTnLst>
                        <p:par>
                          <p:cTn id="887" fill="hold">
                            <p:stCondLst>
                              <p:cond delay="0"/>
                            </p:stCondLst>
                            <p:childTnLst>
                              <p:par>
                                <p:cTn id="888" presetID="64" presetClass="path" presetSubtype="0" accel="50000" decel="50000" fill="hold" nodeType="clickEffect">
                                  <p:stCondLst>
                                    <p:cond delay="0"/>
                                  </p:stCondLst>
                                  <p:childTnLst>
                                    <p:animMotion origin="layout" path="M 0.00026 -0.08403 L 0.00026 -0.16597 " pathEditMode="relative" rAng="0" ptsTypes="AA">
                                      <p:cBhvr>
                                        <p:cTn id="889" dur="2000" fill="hold"/>
                                        <p:tgtEl>
                                          <p:spTgt spid="45"/>
                                        </p:tgtEl>
                                        <p:attrNameLst>
                                          <p:attrName>ppt_x</p:attrName>
                                          <p:attrName>ppt_y</p:attrName>
                                        </p:attrNameLst>
                                      </p:cBhvr>
                                      <p:rCtr x="0" y="-4097"/>
                                    </p:animMotion>
                                  </p:childTnLst>
                                </p:cTn>
                              </p:par>
                            </p:childTnLst>
                          </p:cTn>
                        </p:par>
                        <p:par>
                          <p:cTn id="890" fill="hold">
                            <p:stCondLst>
                              <p:cond delay="2000"/>
                            </p:stCondLst>
                            <p:childTnLst>
                              <p:par>
                                <p:cTn id="891" presetID="27" presetClass="emph" presetSubtype="0" fill="remove" grpId="5" nodeType="afterEffect">
                                  <p:stCondLst>
                                    <p:cond delay="0"/>
                                  </p:stCondLst>
                                  <p:childTnLst>
                                    <p:animClr clrSpc="rgb" dir="cw">
                                      <p:cBhvr override="childStyle">
                                        <p:cTn id="892" dur="500" autoRev="1" fill="remove"/>
                                        <p:tgtEl>
                                          <p:spTgt spid="37"/>
                                        </p:tgtEl>
                                        <p:attrNameLst>
                                          <p:attrName>style.color</p:attrName>
                                        </p:attrNameLst>
                                      </p:cBhvr>
                                      <p:to>
                                        <a:schemeClr val="bg1"/>
                                      </p:to>
                                    </p:animClr>
                                    <p:animClr clrSpc="rgb" dir="cw">
                                      <p:cBhvr>
                                        <p:cTn id="893" dur="500" autoRev="1" fill="remove"/>
                                        <p:tgtEl>
                                          <p:spTgt spid="37"/>
                                        </p:tgtEl>
                                        <p:attrNameLst>
                                          <p:attrName>fillcolor</p:attrName>
                                        </p:attrNameLst>
                                      </p:cBhvr>
                                      <p:to>
                                        <a:schemeClr val="bg1"/>
                                      </p:to>
                                    </p:animClr>
                                    <p:set>
                                      <p:cBhvr>
                                        <p:cTn id="894" dur="500" autoRev="1" fill="remove"/>
                                        <p:tgtEl>
                                          <p:spTgt spid="37"/>
                                        </p:tgtEl>
                                        <p:attrNameLst>
                                          <p:attrName>fill.type</p:attrName>
                                        </p:attrNameLst>
                                      </p:cBhvr>
                                      <p:to>
                                        <p:strVal val="solid"/>
                                      </p:to>
                                    </p:set>
                                    <p:set>
                                      <p:cBhvr>
                                        <p:cTn id="895" dur="500" autoRev="1" fill="remove"/>
                                        <p:tgtEl>
                                          <p:spTgt spid="37"/>
                                        </p:tgtEl>
                                        <p:attrNameLst>
                                          <p:attrName>fill.on</p:attrName>
                                        </p:attrNameLst>
                                      </p:cBhvr>
                                      <p:to>
                                        <p:strVal val="true"/>
                                      </p:to>
                                    </p:set>
                                  </p:childTnLst>
                                </p:cTn>
                              </p:par>
                              <p:par>
                                <p:cTn id="896" presetID="27" presetClass="emph" presetSubtype="0" fill="remove" grpId="1" nodeType="withEffect">
                                  <p:stCondLst>
                                    <p:cond delay="0"/>
                                  </p:stCondLst>
                                  <p:childTnLst>
                                    <p:animClr clrSpc="rgb" dir="cw">
                                      <p:cBhvr override="childStyle">
                                        <p:cTn id="897" dur="500" autoRev="1" fill="remove"/>
                                        <p:tgtEl>
                                          <p:spTgt spid="36"/>
                                        </p:tgtEl>
                                        <p:attrNameLst>
                                          <p:attrName>style.color</p:attrName>
                                        </p:attrNameLst>
                                      </p:cBhvr>
                                      <p:to>
                                        <a:srgbClr val="CBF09A"/>
                                      </p:to>
                                    </p:animClr>
                                    <p:animClr clrSpc="rgb" dir="cw">
                                      <p:cBhvr>
                                        <p:cTn id="898" dur="500" autoRev="1" fill="remove"/>
                                        <p:tgtEl>
                                          <p:spTgt spid="36"/>
                                        </p:tgtEl>
                                        <p:attrNameLst>
                                          <p:attrName>fillcolor</p:attrName>
                                        </p:attrNameLst>
                                      </p:cBhvr>
                                      <p:to>
                                        <a:srgbClr val="CBF09A"/>
                                      </p:to>
                                    </p:animClr>
                                    <p:set>
                                      <p:cBhvr>
                                        <p:cTn id="899" dur="500" autoRev="1" fill="remove"/>
                                        <p:tgtEl>
                                          <p:spTgt spid="36"/>
                                        </p:tgtEl>
                                        <p:attrNameLst>
                                          <p:attrName>fill.type</p:attrName>
                                        </p:attrNameLst>
                                      </p:cBhvr>
                                      <p:to>
                                        <p:strVal val="solid"/>
                                      </p:to>
                                    </p:set>
                                    <p:set>
                                      <p:cBhvr>
                                        <p:cTn id="900" dur="500" autoRev="1" fill="remove"/>
                                        <p:tgtEl>
                                          <p:spTgt spid="36"/>
                                        </p:tgtEl>
                                        <p:attrNameLst>
                                          <p:attrName>fill.on</p:attrName>
                                        </p:attrNameLst>
                                      </p:cBhvr>
                                      <p:to>
                                        <p:strVal val="true"/>
                                      </p:to>
                                    </p:set>
                                  </p:childTnLst>
                                </p:cTn>
                              </p:par>
                            </p:childTnLst>
                          </p:cTn>
                        </p:par>
                        <p:par>
                          <p:cTn id="901" fill="hold">
                            <p:stCondLst>
                              <p:cond delay="3000"/>
                            </p:stCondLst>
                            <p:childTnLst>
                              <p:par>
                                <p:cTn id="902" presetID="58" presetClass="path" presetSubtype="0" accel="50000" decel="50000" fill="hold" grpId="2" nodeType="afterEffect">
                                  <p:stCondLst>
                                    <p:cond delay="0"/>
                                  </p:stCondLst>
                                  <p:childTnLst>
                                    <p:animMotion origin="layout" path="M -4.58333E-6 -0.00278 L 0.03998 -0.06921 C 0.04896 -0.0831 0.05404 -0.10393 0.05404 -0.12569 C 0.05404 -0.15046 0.04896 -0.17014 0.03998 -0.18403 L -4.58333E-6 -0.25023 " pathEditMode="relative" rAng="0" ptsTypes="AAAAA">
                                      <p:cBhvr>
                                        <p:cTn id="903" dur="2000" fill="hold"/>
                                        <p:tgtEl>
                                          <p:spTgt spid="36"/>
                                        </p:tgtEl>
                                        <p:attrNameLst>
                                          <p:attrName>ppt_x</p:attrName>
                                          <p:attrName>ppt_y</p:attrName>
                                        </p:attrNameLst>
                                      </p:cBhvr>
                                      <p:rCtr x="2695" y="-12384"/>
                                    </p:animMotion>
                                  </p:childTnLst>
                                </p:cTn>
                              </p:par>
                            </p:childTnLst>
                          </p:cTn>
                        </p:par>
                      </p:childTnLst>
                    </p:cTn>
                  </p:par>
                  <p:par>
                    <p:cTn id="904" fill="hold">
                      <p:stCondLst>
                        <p:cond delay="indefinite"/>
                      </p:stCondLst>
                      <p:childTnLst>
                        <p:par>
                          <p:cTn id="905" fill="hold">
                            <p:stCondLst>
                              <p:cond delay="0"/>
                            </p:stCondLst>
                            <p:childTnLst>
                              <p:par>
                                <p:cTn id="906" presetID="42" presetClass="path" presetSubtype="0" accel="50000" decel="50000" fill="hold" nodeType="clickEffect">
                                  <p:stCondLst>
                                    <p:cond delay="0"/>
                                  </p:stCondLst>
                                  <p:childTnLst>
                                    <p:animMotion origin="layout" path="M 0.00039 0.15787 L -0.00026 0.22986 " pathEditMode="relative" rAng="0" ptsTypes="AA">
                                      <p:cBhvr>
                                        <p:cTn id="907" dur="2000" fill="hold"/>
                                        <p:tgtEl>
                                          <p:spTgt spid="48"/>
                                        </p:tgtEl>
                                        <p:attrNameLst>
                                          <p:attrName>ppt_x</p:attrName>
                                          <p:attrName>ppt_y</p:attrName>
                                        </p:attrNameLst>
                                      </p:cBhvr>
                                      <p:rCtr x="-39" y="3588"/>
                                    </p:animMotion>
                                  </p:childTnLst>
                                </p:cTn>
                              </p:par>
                            </p:childTnLst>
                          </p:cTn>
                        </p:par>
                        <p:par>
                          <p:cTn id="908" fill="hold">
                            <p:stCondLst>
                              <p:cond delay="2000"/>
                            </p:stCondLst>
                            <p:childTnLst>
                              <p:par>
                                <p:cTn id="909" presetID="27" presetClass="emph" presetSubtype="0" fill="remove" grpId="9" nodeType="afterEffect">
                                  <p:stCondLst>
                                    <p:cond delay="0"/>
                                  </p:stCondLst>
                                  <p:childTnLst>
                                    <p:animClr clrSpc="rgb" dir="cw">
                                      <p:cBhvr override="childStyle">
                                        <p:cTn id="910" dur="500" autoRev="1" fill="remove"/>
                                        <p:tgtEl>
                                          <p:spTgt spid="37"/>
                                        </p:tgtEl>
                                        <p:attrNameLst>
                                          <p:attrName>style.color</p:attrName>
                                        </p:attrNameLst>
                                      </p:cBhvr>
                                      <p:to>
                                        <a:schemeClr val="bg1"/>
                                      </p:to>
                                    </p:animClr>
                                    <p:animClr clrSpc="rgb" dir="cw">
                                      <p:cBhvr>
                                        <p:cTn id="911" dur="500" autoRev="1" fill="remove"/>
                                        <p:tgtEl>
                                          <p:spTgt spid="37"/>
                                        </p:tgtEl>
                                        <p:attrNameLst>
                                          <p:attrName>fillcolor</p:attrName>
                                        </p:attrNameLst>
                                      </p:cBhvr>
                                      <p:to>
                                        <a:schemeClr val="bg1"/>
                                      </p:to>
                                    </p:animClr>
                                    <p:set>
                                      <p:cBhvr>
                                        <p:cTn id="912" dur="500" autoRev="1" fill="remove"/>
                                        <p:tgtEl>
                                          <p:spTgt spid="37"/>
                                        </p:tgtEl>
                                        <p:attrNameLst>
                                          <p:attrName>fill.type</p:attrName>
                                        </p:attrNameLst>
                                      </p:cBhvr>
                                      <p:to>
                                        <p:strVal val="solid"/>
                                      </p:to>
                                    </p:set>
                                    <p:set>
                                      <p:cBhvr>
                                        <p:cTn id="913" dur="500" autoRev="1" fill="remove"/>
                                        <p:tgtEl>
                                          <p:spTgt spid="37"/>
                                        </p:tgtEl>
                                        <p:attrNameLst>
                                          <p:attrName>fill.on</p:attrName>
                                        </p:attrNameLst>
                                      </p:cBhvr>
                                      <p:to>
                                        <p:strVal val="true"/>
                                      </p:to>
                                    </p:set>
                                  </p:childTnLst>
                                </p:cTn>
                              </p:par>
                              <p:par>
                                <p:cTn id="914" presetID="27" presetClass="emph" presetSubtype="0" fill="remove" grpId="1" nodeType="withEffect">
                                  <p:stCondLst>
                                    <p:cond delay="0"/>
                                  </p:stCondLst>
                                  <p:childTnLst>
                                    <p:animClr clrSpc="rgb" dir="cw">
                                      <p:cBhvr override="childStyle">
                                        <p:cTn id="915" dur="500" autoRev="1" fill="remove"/>
                                        <p:tgtEl>
                                          <p:spTgt spid="40"/>
                                        </p:tgtEl>
                                        <p:attrNameLst>
                                          <p:attrName>style.color</p:attrName>
                                        </p:attrNameLst>
                                      </p:cBhvr>
                                      <p:to>
                                        <a:srgbClr val="CBF09A"/>
                                      </p:to>
                                    </p:animClr>
                                    <p:animClr clrSpc="rgb" dir="cw">
                                      <p:cBhvr>
                                        <p:cTn id="916" dur="500" autoRev="1" fill="remove"/>
                                        <p:tgtEl>
                                          <p:spTgt spid="40"/>
                                        </p:tgtEl>
                                        <p:attrNameLst>
                                          <p:attrName>fillcolor</p:attrName>
                                        </p:attrNameLst>
                                      </p:cBhvr>
                                      <p:to>
                                        <a:srgbClr val="CBF09A"/>
                                      </p:to>
                                    </p:animClr>
                                    <p:set>
                                      <p:cBhvr>
                                        <p:cTn id="917" dur="500" autoRev="1" fill="remove"/>
                                        <p:tgtEl>
                                          <p:spTgt spid="40"/>
                                        </p:tgtEl>
                                        <p:attrNameLst>
                                          <p:attrName>fill.type</p:attrName>
                                        </p:attrNameLst>
                                      </p:cBhvr>
                                      <p:to>
                                        <p:strVal val="solid"/>
                                      </p:to>
                                    </p:set>
                                    <p:set>
                                      <p:cBhvr>
                                        <p:cTn id="918" dur="500" autoRev="1" fill="remove"/>
                                        <p:tgtEl>
                                          <p:spTgt spid="40"/>
                                        </p:tgtEl>
                                        <p:attrNameLst>
                                          <p:attrName>fill.on</p:attrName>
                                        </p:attrNameLst>
                                      </p:cBhvr>
                                      <p:to>
                                        <p:strVal val="true"/>
                                      </p:to>
                                    </p:set>
                                  </p:childTnLst>
                                </p:cTn>
                              </p:par>
                            </p:childTnLst>
                          </p:cTn>
                        </p:par>
                        <p:par>
                          <p:cTn id="919" fill="hold">
                            <p:stCondLst>
                              <p:cond delay="3000"/>
                            </p:stCondLst>
                            <p:childTnLst>
                              <p:par>
                                <p:cTn id="920" presetID="58" presetClass="path" presetSubtype="0" accel="50000" decel="50000" fill="hold" grpId="2" nodeType="afterEffect">
                                  <p:stCondLst>
                                    <p:cond delay="0"/>
                                  </p:stCondLst>
                                  <p:childTnLst>
                                    <p:animMotion origin="layout" path="M -4.58333E-6 0.00046 L 0.03998 0.04421 C 0.04896 0.05347 0.05404 0.06759 0.05404 0.08194 C 0.05404 0.09838 0.04896 0.11157 0.03998 0.12083 L -4.58333E-6 0.16528 " pathEditMode="relative" rAng="0" ptsTypes="AAAAA">
                                      <p:cBhvr>
                                        <p:cTn id="921" dur="2000" fill="hold"/>
                                        <p:tgtEl>
                                          <p:spTgt spid="40"/>
                                        </p:tgtEl>
                                        <p:attrNameLst>
                                          <p:attrName>ppt_x</p:attrName>
                                          <p:attrName>ppt_y</p:attrName>
                                        </p:attrNameLst>
                                      </p:cBhvr>
                                      <p:rCtr x="2695" y="8241"/>
                                    </p:animMotion>
                                  </p:childTnLst>
                                </p:cTn>
                              </p:par>
                            </p:childTnLst>
                          </p:cTn>
                        </p:par>
                      </p:childTnLst>
                    </p:cTn>
                  </p:par>
                  <p:par>
                    <p:cTn id="922" fill="hold">
                      <p:stCondLst>
                        <p:cond delay="indefinite"/>
                      </p:stCondLst>
                      <p:childTnLst>
                        <p:par>
                          <p:cTn id="923" fill="hold">
                            <p:stCondLst>
                              <p:cond delay="0"/>
                            </p:stCondLst>
                            <p:childTnLst>
                              <p:par>
                                <p:cTn id="924" presetID="64" presetClass="path" presetSubtype="0" accel="50000" decel="50000" fill="hold" nodeType="clickEffect">
                                  <p:stCondLst>
                                    <p:cond delay="0"/>
                                  </p:stCondLst>
                                  <p:childTnLst>
                                    <p:animMotion origin="layout" path="M 0.00026 -0.16597 L -1.45833E-6 -0.25 " pathEditMode="relative" rAng="0" ptsTypes="AA">
                                      <p:cBhvr>
                                        <p:cTn id="925" dur="2000" fill="hold"/>
                                        <p:tgtEl>
                                          <p:spTgt spid="45"/>
                                        </p:tgtEl>
                                        <p:attrNameLst>
                                          <p:attrName>ppt_x</p:attrName>
                                          <p:attrName>ppt_y</p:attrName>
                                        </p:attrNameLst>
                                      </p:cBhvr>
                                      <p:rCtr x="-13" y="-4213"/>
                                    </p:animMotion>
                                  </p:childTnLst>
                                </p:cTn>
                              </p:par>
                            </p:childTnLst>
                          </p:cTn>
                        </p:par>
                        <p:par>
                          <p:cTn id="926" fill="hold">
                            <p:stCondLst>
                              <p:cond delay="2000"/>
                            </p:stCondLst>
                            <p:childTnLst>
                              <p:par>
                                <p:cTn id="927" presetID="27" presetClass="emph" presetSubtype="0" fill="remove" grpId="7" nodeType="afterEffect">
                                  <p:stCondLst>
                                    <p:cond delay="0"/>
                                  </p:stCondLst>
                                  <p:childTnLst>
                                    <p:animClr clrSpc="rgb" dir="cw">
                                      <p:cBhvr override="childStyle">
                                        <p:cTn id="928" dur="500" autoRev="1" fill="remove"/>
                                        <p:tgtEl>
                                          <p:spTgt spid="37"/>
                                        </p:tgtEl>
                                        <p:attrNameLst>
                                          <p:attrName>style.color</p:attrName>
                                        </p:attrNameLst>
                                      </p:cBhvr>
                                      <p:to>
                                        <a:schemeClr val="bg1"/>
                                      </p:to>
                                    </p:animClr>
                                    <p:animClr clrSpc="rgb" dir="cw">
                                      <p:cBhvr>
                                        <p:cTn id="929" dur="500" autoRev="1" fill="remove"/>
                                        <p:tgtEl>
                                          <p:spTgt spid="37"/>
                                        </p:tgtEl>
                                        <p:attrNameLst>
                                          <p:attrName>fillcolor</p:attrName>
                                        </p:attrNameLst>
                                      </p:cBhvr>
                                      <p:to>
                                        <a:schemeClr val="bg1"/>
                                      </p:to>
                                    </p:animClr>
                                    <p:set>
                                      <p:cBhvr>
                                        <p:cTn id="930" dur="500" autoRev="1" fill="remove"/>
                                        <p:tgtEl>
                                          <p:spTgt spid="37"/>
                                        </p:tgtEl>
                                        <p:attrNameLst>
                                          <p:attrName>fill.type</p:attrName>
                                        </p:attrNameLst>
                                      </p:cBhvr>
                                      <p:to>
                                        <p:strVal val="solid"/>
                                      </p:to>
                                    </p:set>
                                    <p:set>
                                      <p:cBhvr>
                                        <p:cTn id="931" dur="500" autoRev="1" fill="remove"/>
                                        <p:tgtEl>
                                          <p:spTgt spid="37"/>
                                        </p:tgtEl>
                                        <p:attrNameLst>
                                          <p:attrName>fill.on</p:attrName>
                                        </p:attrNameLst>
                                      </p:cBhvr>
                                      <p:to>
                                        <p:strVal val="true"/>
                                      </p:to>
                                    </p:set>
                                  </p:childTnLst>
                                </p:cTn>
                              </p:par>
                              <p:par>
                                <p:cTn id="932" presetID="27" presetClass="emph" presetSubtype="0" fill="remove" grpId="1" nodeType="withEffect">
                                  <p:stCondLst>
                                    <p:cond delay="0"/>
                                  </p:stCondLst>
                                  <p:childTnLst>
                                    <p:animClr clrSpc="rgb" dir="cw">
                                      <p:cBhvr override="childStyle">
                                        <p:cTn id="933" dur="500" autoRev="1" fill="remove"/>
                                        <p:tgtEl>
                                          <p:spTgt spid="41"/>
                                        </p:tgtEl>
                                        <p:attrNameLst>
                                          <p:attrName>style.color</p:attrName>
                                        </p:attrNameLst>
                                      </p:cBhvr>
                                      <p:to>
                                        <a:schemeClr val="bg1"/>
                                      </p:to>
                                    </p:animClr>
                                    <p:animClr clrSpc="rgb" dir="cw">
                                      <p:cBhvr>
                                        <p:cTn id="934" dur="500" autoRev="1" fill="remove"/>
                                        <p:tgtEl>
                                          <p:spTgt spid="41"/>
                                        </p:tgtEl>
                                        <p:attrNameLst>
                                          <p:attrName>fillcolor</p:attrName>
                                        </p:attrNameLst>
                                      </p:cBhvr>
                                      <p:to>
                                        <a:schemeClr val="bg1"/>
                                      </p:to>
                                    </p:animClr>
                                    <p:set>
                                      <p:cBhvr>
                                        <p:cTn id="935" dur="500" autoRev="1" fill="remove"/>
                                        <p:tgtEl>
                                          <p:spTgt spid="41"/>
                                        </p:tgtEl>
                                        <p:attrNameLst>
                                          <p:attrName>fill.type</p:attrName>
                                        </p:attrNameLst>
                                      </p:cBhvr>
                                      <p:to>
                                        <p:strVal val="solid"/>
                                      </p:to>
                                    </p:set>
                                    <p:set>
                                      <p:cBhvr>
                                        <p:cTn id="936" dur="500" autoRev="1" fill="remove"/>
                                        <p:tgtEl>
                                          <p:spTgt spid="41"/>
                                        </p:tgtEl>
                                        <p:attrNameLst>
                                          <p:attrName>fill.on</p:attrName>
                                        </p:attrNameLst>
                                      </p:cBhvr>
                                      <p:to>
                                        <p:strVal val="true"/>
                                      </p:to>
                                    </p:set>
                                  </p:childTnLst>
                                </p:cTn>
                              </p:par>
                            </p:childTnLst>
                          </p:cTn>
                        </p:par>
                      </p:childTnLst>
                    </p:cTn>
                  </p:par>
                  <p:par>
                    <p:cTn id="937" fill="hold">
                      <p:stCondLst>
                        <p:cond delay="indefinite"/>
                      </p:stCondLst>
                      <p:childTnLst>
                        <p:par>
                          <p:cTn id="938" fill="hold">
                            <p:stCondLst>
                              <p:cond delay="0"/>
                            </p:stCondLst>
                            <p:childTnLst>
                              <p:par>
                                <p:cTn id="939" presetID="64" presetClass="path" presetSubtype="0" accel="50000" decel="50000" fill="hold" nodeType="clickEffect">
                                  <p:stCondLst>
                                    <p:cond delay="0"/>
                                  </p:stCondLst>
                                  <p:childTnLst>
                                    <p:animMotion origin="layout" path="M -1.45833E-6 -0.25 L -0.00026 -0.31944 " pathEditMode="relative" rAng="0" ptsTypes="AA">
                                      <p:cBhvr>
                                        <p:cTn id="940" dur="2000" fill="hold"/>
                                        <p:tgtEl>
                                          <p:spTgt spid="45"/>
                                        </p:tgtEl>
                                        <p:attrNameLst>
                                          <p:attrName>ppt_x</p:attrName>
                                          <p:attrName>ppt_y</p:attrName>
                                        </p:attrNameLst>
                                      </p:cBhvr>
                                      <p:rCtr x="-13" y="-3472"/>
                                    </p:animMotion>
                                  </p:childTnLst>
                                </p:cTn>
                              </p:par>
                            </p:childTnLst>
                          </p:cTn>
                        </p:par>
                        <p:par>
                          <p:cTn id="941" fill="hold">
                            <p:stCondLst>
                              <p:cond delay="2000"/>
                            </p:stCondLst>
                            <p:childTnLst>
                              <p:par>
                                <p:cTn id="942" presetID="8" presetClass="emph" presetSubtype="0" fill="hold" nodeType="afterEffect">
                                  <p:stCondLst>
                                    <p:cond delay="0"/>
                                  </p:stCondLst>
                                  <p:childTnLst>
                                    <p:animRot by="21600000">
                                      <p:cBhvr>
                                        <p:cTn id="943" dur="500" fill="hold"/>
                                        <p:tgtEl>
                                          <p:spTgt spid="48"/>
                                        </p:tgtEl>
                                        <p:attrNameLst>
                                          <p:attrName>r</p:attrName>
                                        </p:attrNameLst>
                                      </p:cBhvr>
                                    </p:animRot>
                                  </p:childTnLst>
                                </p:cTn>
                              </p:par>
                              <p:par>
                                <p:cTn id="944" presetID="8" presetClass="emph" presetSubtype="0" fill="hold" nodeType="withEffect">
                                  <p:stCondLst>
                                    <p:cond delay="0"/>
                                  </p:stCondLst>
                                  <p:childTnLst>
                                    <p:animRot by="21600000">
                                      <p:cBhvr>
                                        <p:cTn id="945" dur="500" fill="hold"/>
                                        <p:tgtEl>
                                          <p:spTgt spid="45"/>
                                        </p:tgtEl>
                                        <p:attrNameLst>
                                          <p:attrName>r</p:attrName>
                                        </p:attrNameLst>
                                      </p:cBhvr>
                                    </p:animRot>
                                  </p:childTnLst>
                                </p:cTn>
                              </p:par>
                            </p:childTnLst>
                          </p:cTn>
                        </p:par>
                        <p:par>
                          <p:cTn id="946" fill="hold">
                            <p:stCondLst>
                              <p:cond delay="2500"/>
                            </p:stCondLst>
                            <p:childTnLst>
                              <p:par>
                                <p:cTn id="947" presetID="58" presetClass="path" presetSubtype="0" accel="50000" decel="50000" fill="hold" grpId="6" nodeType="afterEffect">
                                  <p:stCondLst>
                                    <p:cond delay="0"/>
                                  </p:stCondLst>
                                  <p:childTnLst>
                                    <p:animMotion origin="layout" path="M -0.00052 -0.0838 L 0.03946 0.0037 C 0.04844 0.02291 0.05352 0.05115 0.05352 0.08032 C 0.05352 0.11319 0.04844 0.13958 0.03946 0.15787 L -0.00052 0.24768 " pathEditMode="relative" rAng="0" ptsTypes="AAAAA">
                                      <p:cBhvr>
                                        <p:cTn id="948" dur="2000" fill="hold"/>
                                        <p:tgtEl>
                                          <p:spTgt spid="37"/>
                                        </p:tgtEl>
                                        <p:attrNameLst>
                                          <p:attrName>ppt_x</p:attrName>
                                          <p:attrName>ppt_y</p:attrName>
                                        </p:attrNameLst>
                                      </p:cBhvr>
                                      <p:rCtr x="2695" y="16574"/>
                                    </p:animMotion>
                                  </p:childTnLst>
                                </p:cTn>
                              </p:par>
                            </p:childTnLst>
                          </p:cTn>
                        </p:par>
                        <p:par>
                          <p:cTn id="949" fill="hold">
                            <p:stCondLst>
                              <p:cond delay="4500"/>
                            </p:stCondLst>
                            <p:childTnLst>
                              <p:par>
                                <p:cTn id="950" presetID="3" presetClass="emph" presetSubtype="2" fill="hold" grpId="10" nodeType="afterEffect">
                                  <p:stCondLst>
                                    <p:cond delay="0"/>
                                  </p:stCondLst>
                                  <p:childTnLst>
                                    <p:animClr clrSpc="rgb" dir="cw">
                                      <p:cBhvr override="childStyle">
                                        <p:cTn id="951" dur="500" fill="hold"/>
                                        <p:tgtEl>
                                          <p:spTgt spid="37"/>
                                        </p:tgtEl>
                                        <p:attrNameLst>
                                          <p:attrName>style.color</p:attrName>
                                        </p:attrNameLst>
                                      </p:cBhvr>
                                      <p:to>
                                        <a:srgbClr val="C00000"/>
                                      </p:to>
                                    </p:animClr>
                                  </p:childTnLst>
                                </p:cTn>
                              </p:par>
                            </p:childTnLst>
                          </p:cTn>
                        </p:par>
                      </p:childTnLst>
                    </p:cTn>
                  </p:par>
                  <p:par>
                    <p:cTn id="952" fill="hold">
                      <p:stCondLst>
                        <p:cond delay="indefinite"/>
                      </p:stCondLst>
                      <p:childTnLst>
                        <p:par>
                          <p:cTn id="953" fill="hold">
                            <p:stCondLst>
                              <p:cond delay="0"/>
                            </p:stCondLst>
                            <p:childTnLst>
                              <p:par>
                                <p:cTn id="954" presetID="22" presetClass="entr" presetSubtype="8" fill="hold" nodeType="clickEffect">
                                  <p:stCondLst>
                                    <p:cond delay="0"/>
                                  </p:stCondLst>
                                  <p:childTnLst>
                                    <p:set>
                                      <p:cBhvr>
                                        <p:cTn id="955" dur="1" fill="hold">
                                          <p:stCondLst>
                                            <p:cond delay="0"/>
                                          </p:stCondLst>
                                        </p:cTn>
                                        <p:tgtEl>
                                          <p:spTgt spid="54"/>
                                        </p:tgtEl>
                                        <p:attrNameLst>
                                          <p:attrName>style.visibility</p:attrName>
                                        </p:attrNameLst>
                                      </p:cBhvr>
                                      <p:to>
                                        <p:strVal val="visible"/>
                                      </p:to>
                                    </p:set>
                                    <p:animEffect transition="in" filter="wipe(left)">
                                      <p:cBhvr>
                                        <p:cTn id="956" dur="500"/>
                                        <p:tgtEl>
                                          <p:spTgt spid="54"/>
                                        </p:tgtEl>
                                      </p:cBhvr>
                                    </p:animEffect>
                                  </p:childTnLst>
                                </p:cTn>
                              </p:par>
                            </p:childTnLst>
                          </p:cTn>
                        </p:par>
                      </p:childTnLst>
                    </p:cTn>
                  </p:par>
                  <p:par>
                    <p:cTn id="957" fill="hold">
                      <p:stCondLst>
                        <p:cond delay="indefinite"/>
                      </p:stCondLst>
                      <p:childTnLst>
                        <p:par>
                          <p:cTn id="958" fill="hold">
                            <p:stCondLst>
                              <p:cond delay="0"/>
                            </p:stCondLst>
                            <p:childTnLst>
                              <p:par>
                                <p:cTn id="959" presetID="22" presetClass="entr" presetSubtype="8" fill="hold" nodeType="clickEffect">
                                  <p:stCondLst>
                                    <p:cond delay="0"/>
                                  </p:stCondLst>
                                  <p:childTnLst>
                                    <p:set>
                                      <p:cBhvr>
                                        <p:cTn id="960" dur="1" fill="hold">
                                          <p:stCondLst>
                                            <p:cond delay="0"/>
                                          </p:stCondLst>
                                        </p:cTn>
                                        <p:tgtEl>
                                          <p:spTgt spid="51"/>
                                        </p:tgtEl>
                                        <p:attrNameLst>
                                          <p:attrName>style.visibility</p:attrName>
                                        </p:attrNameLst>
                                      </p:cBhvr>
                                      <p:to>
                                        <p:strVal val="visible"/>
                                      </p:to>
                                    </p:set>
                                    <p:animEffect transition="in" filter="wipe(left)">
                                      <p:cBhvr>
                                        <p:cTn id="961" dur="500"/>
                                        <p:tgtEl>
                                          <p:spTgt spid="51"/>
                                        </p:tgtEl>
                                      </p:cBhvr>
                                    </p:animEffect>
                                  </p:childTnLst>
                                </p:cTn>
                              </p:par>
                            </p:childTnLst>
                          </p:cTn>
                        </p:par>
                      </p:childTnLst>
                    </p:cTn>
                  </p:par>
                  <p:par>
                    <p:cTn id="962" fill="hold">
                      <p:stCondLst>
                        <p:cond delay="indefinite"/>
                      </p:stCondLst>
                      <p:childTnLst>
                        <p:par>
                          <p:cTn id="963" fill="hold">
                            <p:stCondLst>
                              <p:cond delay="0"/>
                            </p:stCondLst>
                            <p:childTnLst>
                              <p:par>
                                <p:cTn id="964" presetID="22" presetClass="entr" presetSubtype="8" fill="hold" nodeType="clickEffect">
                                  <p:stCondLst>
                                    <p:cond delay="0"/>
                                  </p:stCondLst>
                                  <p:childTnLst>
                                    <p:set>
                                      <p:cBhvr>
                                        <p:cTn id="965" dur="1" fill="hold">
                                          <p:stCondLst>
                                            <p:cond delay="0"/>
                                          </p:stCondLst>
                                        </p:cTn>
                                        <p:tgtEl>
                                          <p:spTgt spid="57"/>
                                        </p:tgtEl>
                                        <p:attrNameLst>
                                          <p:attrName>style.visibility</p:attrName>
                                        </p:attrNameLst>
                                      </p:cBhvr>
                                      <p:to>
                                        <p:strVal val="visible"/>
                                      </p:to>
                                    </p:set>
                                    <p:animEffect transition="in" filter="wipe(left)">
                                      <p:cBhvr>
                                        <p:cTn id="966" dur="500"/>
                                        <p:tgtEl>
                                          <p:spTgt spid="57"/>
                                        </p:tgtEl>
                                      </p:cBhvr>
                                    </p:animEffect>
                                  </p:childTnLst>
                                </p:cTn>
                              </p:par>
                            </p:childTnLst>
                          </p:cTn>
                        </p:par>
                      </p:childTnLst>
                    </p:cTn>
                  </p:par>
                  <p:par>
                    <p:cTn id="967" fill="hold">
                      <p:stCondLst>
                        <p:cond delay="indefinite"/>
                      </p:stCondLst>
                      <p:childTnLst>
                        <p:par>
                          <p:cTn id="968" fill="hold">
                            <p:stCondLst>
                              <p:cond delay="0"/>
                            </p:stCondLst>
                            <p:childTnLst>
                              <p:par>
                                <p:cTn id="969" presetID="47" presetClass="entr" presetSubtype="0" fill="hold" grpId="0" nodeType="clickEffect">
                                  <p:stCondLst>
                                    <p:cond delay="0"/>
                                  </p:stCondLst>
                                  <p:childTnLst>
                                    <p:set>
                                      <p:cBhvr>
                                        <p:cTn id="970" dur="1" fill="hold">
                                          <p:stCondLst>
                                            <p:cond delay="0"/>
                                          </p:stCondLst>
                                        </p:cTn>
                                        <p:tgtEl>
                                          <p:spTgt spid="62"/>
                                        </p:tgtEl>
                                        <p:attrNameLst>
                                          <p:attrName>style.visibility</p:attrName>
                                        </p:attrNameLst>
                                      </p:cBhvr>
                                      <p:to>
                                        <p:strVal val="visible"/>
                                      </p:to>
                                    </p:set>
                                    <p:animEffect transition="in" filter="fade">
                                      <p:cBhvr>
                                        <p:cTn id="971" dur="1000"/>
                                        <p:tgtEl>
                                          <p:spTgt spid="62"/>
                                        </p:tgtEl>
                                      </p:cBhvr>
                                    </p:animEffect>
                                    <p:anim calcmode="lin" valueType="num">
                                      <p:cBhvr>
                                        <p:cTn id="972" dur="1000" fill="hold"/>
                                        <p:tgtEl>
                                          <p:spTgt spid="62"/>
                                        </p:tgtEl>
                                        <p:attrNameLst>
                                          <p:attrName>ppt_x</p:attrName>
                                        </p:attrNameLst>
                                      </p:cBhvr>
                                      <p:tavLst>
                                        <p:tav tm="0">
                                          <p:val>
                                            <p:strVal val="#ppt_x"/>
                                          </p:val>
                                        </p:tav>
                                        <p:tav tm="100000">
                                          <p:val>
                                            <p:strVal val="#ppt_x"/>
                                          </p:val>
                                        </p:tav>
                                      </p:tavLst>
                                    </p:anim>
                                    <p:anim calcmode="lin" valueType="num">
                                      <p:cBhvr>
                                        <p:cTn id="973" dur="1000" fill="hold"/>
                                        <p:tgtEl>
                                          <p:spTgt spid="62"/>
                                        </p:tgtEl>
                                        <p:attrNameLst>
                                          <p:attrName>ppt_y</p:attrName>
                                        </p:attrNameLst>
                                      </p:cBhvr>
                                      <p:tavLst>
                                        <p:tav tm="0">
                                          <p:val>
                                            <p:strVal val="#ppt_y-.1"/>
                                          </p:val>
                                        </p:tav>
                                        <p:tav tm="100000">
                                          <p:val>
                                            <p:strVal val="#ppt_y"/>
                                          </p:val>
                                        </p:tav>
                                      </p:tavLst>
                                    </p:anim>
                                  </p:childTnLst>
                                </p:cTn>
                              </p:par>
                            </p:childTnLst>
                          </p:cTn>
                        </p:par>
                      </p:childTnLst>
                    </p:cTn>
                  </p:par>
                  <p:par>
                    <p:cTn id="974" fill="hold">
                      <p:stCondLst>
                        <p:cond delay="indefinite"/>
                      </p:stCondLst>
                      <p:childTnLst>
                        <p:par>
                          <p:cTn id="975" fill="hold">
                            <p:stCondLst>
                              <p:cond delay="0"/>
                            </p:stCondLst>
                            <p:childTnLst>
                              <p:par>
                                <p:cTn id="976" presetID="47" presetClass="entr" presetSubtype="0" fill="hold" grpId="0" nodeType="clickEffect">
                                  <p:stCondLst>
                                    <p:cond delay="0"/>
                                  </p:stCondLst>
                                  <p:childTnLst>
                                    <p:set>
                                      <p:cBhvr>
                                        <p:cTn id="977" dur="1" fill="hold">
                                          <p:stCondLst>
                                            <p:cond delay="0"/>
                                          </p:stCondLst>
                                        </p:cTn>
                                        <p:tgtEl>
                                          <p:spTgt spid="61"/>
                                        </p:tgtEl>
                                        <p:attrNameLst>
                                          <p:attrName>style.visibility</p:attrName>
                                        </p:attrNameLst>
                                      </p:cBhvr>
                                      <p:to>
                                        <p:strVal val="visible"/>
                                      </p:to>
                                    </p:set>
                                    <p:animEffect transition="in" filter="fade">
                                      <p:cBhvr>
                                        <p:cTn id="978" dur="1000"/>
                                        <p:tgtEl>
                                          <p:spTgt spid="61"/>
                                        </p:tgtEl>
                                      </p:cBhvr>
                                    </p:animEffect>
                                    <p:anim calcmode="lin" valueType="num">
                                      <p:cBhvr>
                                        <p:cTn id="979" dur="1000" fill="hold"/>
                                        <p:tgtEl>
                                          <p:spTgt spid="61"/>
                                        </p:tgtEl>
                                        <p:attrNameLst>
                                          <p:attrName>ppt_x</p:attrName>
                                        </p:attrNameLst>
                                      </p:cBhvr>
                                      <p:tavLst>
                                        <p:tav tm="0">
                                          <p:val>
                                            <p:strVal val="#ppt_x"/>
                                          </p:val>
                                        </p:tav>
                                        <p:tav tm="100000">
                                          <p:val>
                                            <p:strVal val="#ppt_x"/>
                                          </p:val>
                                        </p:tav>
                                      </p:tavLst>
                                    </p:anim>
                                    <p:anim calcmode="lin" valueType="num">
                                      <p:cBhvr>
                                        <p:cTn id="980" dur="1000" fill="hold"/>
                                        <p:tgtEl>
                                          <p:spTgt spid="6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5" grpId="1" animBg="1"/>
      <p:bldP spid="5" grpId="2" animBg="1"/>
      <p:bldP spid="5" grpId="3" animBg="1"/>
      <p:bldP spid="5" grpId="4" animBg="1"/>
      <p:bldP spid="5" grpId="5" animBg="1"/>
      <p:bldP spid="5" grpId="6" animBg="1"/>
      <p:bldP spid="5" grpId="7" animBg="1"/>
      <p:bldP spid="5" grpId="8" animBg="1"/>
      <p:bldP spid="5" grpId="9" animBg="1"/>
      <p:bldP spid="5" grpId="10" animBg="1"/>
      <p:bldP spid="5" grpId="11" animBg="1"/>
      <p:bldP spid="6" grpId="0" animBg="1"/>
      <p:bldP spid="6" grpId="1" animBg="1"/>
      <p:bldP spid="6" grpId="2" animBg="1"/>
      <p:bldP spid="6" grpId="3" animBg="1"/>
      <p:bldP spid="6" grpId="4" animBg="1"/>
      <p:bldP spid="6" grpId="5" animBg="1"/>
      <p:bldP spid="6" grpId="6" animBg="1"/>
      <p:bldP spid="6" grpId="7" animBg="1"/>
      <p:bldP spid="6" grpId="8" animBg="1"/>
      <p:bldP spid="6" grpId="9" animBg="1"/>
      <p:bldP spid="6" grpId="10" animBg="1"/>
      <p:bldP spid="6" grpId="11" animBg="1"/>
      <p:bldP spid="6" grpId="12" animBg="1"/>
      <p:bldP spid="6" grpId="13" animBg="1"/>
      <p:bldP spid="6" grpId="14" animBg="1"/>
      <p:bldP spid="6" grpId="15" animBg="1"/>
      <p:bldP spid="7" grpId="0"/>
      <p:bldP spid="7" grpId="1"/>
      <p:bldP spid="7" grpId="2"/>
      <p:bldP spid="7" grpId="3"/>
      <p:bldP spid="8" grpId="0" animBg="1"/>
      <p:bldP spid="8" grpId="1" animBg="1"/>
      <p:bldP spid="8" grpId="2" animBg="1"/>
      <p:bldP spid="8" grpId="3" animBg="1"/>
      <p:bldP spid="8" grpId="4" animBg="1"/>
      <p:bldP spid="8" grpId="5" animBg="1"/>
      <p:bldP spid="8" grpId="6" animBg="1"/>
      <p:bldP spid="8" grpId="7" animBg="1"/>
      <p:bldP spid="8" grpId="8" animBg="1"/>
      <p:bldP spid="8" grpId="9" animBg="1"/>
      <p:bldP spid="8" grpId="10" animBg="1"/>
      <p:bldP spid="8" grpId="11" animBg="1"/>
      <p:bldP spid="8" grpId="12" animBg="1"/>
      <p:bldP spid="9" grpId="0"/>
      <p:bldP spid="9" grpId="1"/>
      <p:bldP spid="9" grpId="2"/>
      <p:bldP spid="9" grpId="3"/>
      <p:bldP spid="9" grpId="4"/>
      <p:bldP spid="9" grpId="5"/>
      <p:bldP spid="9" grpId="6"/>
      <p:bldP spid="9" grpId="7"/>
      <p:bldP spid="10" grpId="0" animBg="1"/>
      <p:bldP spid="10" grpId="1" animBg="1"/>
      <p:bldP spid="10" grpId="2" animBg="1"/>
      <p:bldP spid="10" grpId="3" animBg="1"/>
      <p:bldP spid="10" grpId="4" animBg="1"/>
      <p:bldP spid="10" grpId="5" animBg="1"/>
      <p:bldP spid="10" grpId="6" animBg="1"/>
      <p:bldP spid="10" grpId="7" animBg="1"/>
      <p:bldP spid="10" grpId="8" animBg="1"/>
      <p:bldP spid="10" grpId="9" animBg="1"/>
      <p:bldP spid="10" grpId="10" animBg="1"/>
      <p:bldP spid="10" grpId="11" animBg="1"/>
      <p:bldP spid="10" grpId="12" animBg="1"/>
      <p:bldP spid="11" grpId="0" animBg="1"/>
      <p:bldP spid="11" grpId="1" animBg="1"/>
      <p:bldP spid="11" grpId="2" animBg="1"/>
      <p:bldP spid="11" grpId="3" animBg="1"/>
      <p:bldP spid="11" grpId="4" animBg="1"/>
      <p:bldP spid="11" grpId="5" animBg="1"/>
      <p:bldP spid="11" grpId="6" animBg="1"/>
      <p:bldP spid="11" grpId="7" animBg="1"/>
      <p:bldP spid="11" grpId="8" animBg="1"/>
      <p:bldP spid="11" grpId="9" animBg="1"/>
      <p:bldP spid="11" grpId="10" animBg="1"/>
      <p:bldP spid="12" grpId="0"/>
      <p:bldP spid="12" grpId="1"/>
      <p:bldP spid="12" grpId="2"/>
      <p:bldP spid="12" grpId="3"/>
      <p:bldP spid="12" grpId="4"/>
      <p:bldP spid="12" grpId="5"/>
      <p:bldP spid="13" grpId="0" animBg="1"/>
      <p:bldP spid="13" grpId="1" animBg="1"/>
      <p:bldP spid="13" grpId="2" animBg="1"/>
      <p:bldP spid="13" grpId="3" animBg="1"/>
      <p:bldP spid="13" grpId="4" animBg="1"/>
      <p:bldP spid="13" grpId="5" animBg="1"/>
      <p:bldP spid="13" grpId="6" animBg="1"/>
      <p:bldP spid="13" grpId="7" animBg="1"/>
      <p:bldP spid="13" grpId="8" animBg="1"/>
      <p:bldP spid="13" grpId="9" animBg="1"/>
      <p:bldP spid="13" grpId="10" animBg="1"/>
      <p:bldP spid="14" grpId="0"/>
      <p:bldP spid="14" grpId="1"/>
      <p:bldP spid="14" grpId="2"/>
      <p:bldP spid="14" grpId="3"/>
      <p:bldP spid="14" grpId="4"/>
      <p:bldP spid="14" grpId="5"/>
      <p:bldP spid="15" grpId="0"/>
      <p:bldP spid="15" grpId="1"/>
      <p:bldP spid="15" grpId="2"/>
      <p:bldP spid="15" grpId="3"/>
      <p:bldP spid="16" grpId="0"/>
      <p:bldP spid="16" grpId="1"/>
      <p:bldP spid="16" grpId="2"/>
      <p:bldP spid="16" grpId="3"/>
      <p:bldP spid="16" grpId="4"/>
      <p:bldP spid="16" grpId="5"/>
      <p:bldP spid="17" grpId="0" animBg="1"/>
      <p:bldP spid="17" grpId="1" animBg="1"/>
      <p:bldP spid="17" grpId="2" animBg="1"/>
      <p:bldP spid="17" grpId="3" animBg="1"/>
      <p:bldP spid="17" grpId="4" animBg="1"/>
      <p:bldP spid="17" grpId="5" animBg="1"/>
      <p:bldP spid="17" grpId="6" animBg="1"/>
      <p:bldP spid="17" grpId="7" animBg="1"/>
      <p:bldP spid="17" grpId="8" animBg="1"/>
      <p:bldP spid="17" grpId="9" animBg="1"/>
      <p:bldP spid="17" grpId="10" animBg="1"/>
      <p:bldP spid="17" grpId="11" animBg="1"/>
      <p:bldP spid="17" grpId="12" animBg="1"/>
      <p:bldP spid="18" grpId="0" animBg="1"/>
      <p:bldP spid="18" grpId="1" animBg="1"/>
      <p:bldP spid="18" grpId="2" animBg="1"/>
      <p:bldP spid="18" grpId="3" animBg="1"/>
      <p:bldP spid="18" grpId="4" animBg="1"/>
      <p:bldP spid="18" grpId="5" animBg="1"/>
      <p:bldP spid="18" grpId="6" animBg="1"/>
      <p:bldP spid="18" grpId="7" animBg="1"/>
      <p:bldP spid="18" grpId="8" animBg="1"/>
      <p:bldP spid="20" grpId="0" animBg="1"/>
      <p:bldP spid="21" grpId="0"/>
      <p:bldP spid="21" grpId="1"/>
      <p:bldP spid="21" grpId="2"/>
      <p:bldP spid="21" grpId="3"/>
      <p:bldP spid="21" grpId="4"/>
      <p:bldP spid="21" grpId="5"/>
      <p:bldP spid="22" grpId="0"/>
      <p:bldP spid="22" grpId="1"/>
      <p:bldP spid="23" grpId="0"/>
      <p:bldP spid="23" grpId="1"/>
      <p:bldP spid="23" grpId="2"/>
      <p:bldP spid="23" grpId="3"/>
      <p:bldP spid="23" grpId="4"/>
      <p:bldP spid="23" grpId="5"/>
      <p:bldP spid="23" grpId="6"/>
      <p:bldP spid="23" grpId="7"/>
      <p:bldP spid="24" grpId="0"/>
      <p:bldP spid="24" grpId="1"/>
      <p:bldP spid="24" grpId="2"/>
      <p:bldP spid="24" grpId="3"/>
      <p:bldP spid="25" grpId="0"/>
      <p:bldP spid="25" grpId="1"/>
      <p:bldP spid="25" grpId="2"/>
      <p:bldP spid="25" grpId="3"/>
      <p:bldP spid="26" grpId="0"/>
      <p:bldP spid="26" grpId="1"/>
      <p:bldP spid="27" grpId="0"/>
      <p:bldP spid="27" grpId="1"/>
      <p:bldP spid="28" grpId="0"/>
      <p:bldP spid="28" grpId="1"/>
      <p:bldP spid="29" grpId="0"/>
      <p:bldP spid="29" grpId="1"/>
      <p:bldP spid="30" grpId="0"/>
      <p:bldP spid="30" grpId="1"/>
      <p:bldP spid="31" grpId="0"/>
      <p:bldP spid="31" grpId="1"/>
      <p:bldP spid="32" grpId="0"/>
      <p:bldP spid="2" grpId="0" animBg="1"/>
      <p:bldP spid="3" grpId="0"/>
      <p:bldP spid="34" grpId="0" animBg="1"/>
      <p:bldP spid="35" grpId="0" animBg="1"/>
      <p:bldP spid="36" grpId="0" animBg="1"/>
      <p:bldP spid="36" grpId="1" animBg="1"/>
      <p:bldP spid="36" grpId="2" animBg="1"/>
      <p:bldP spid="37" grpId="0" animBg="1"/>
      <p:bldP spid="37" grpId="1" animBg="1"/>
      <p:bldP spid="37" grpId="2" animBg="1"/>
      <p:bldP spid="37" grpId="3" animBg="1"/>
      <p:bldP spid="37" grpId="4" animBg="1"/>
      <p:bldP spid="37" grpId="5" animBg="1"/>
      <p:bldP spid="37" grpId="6" animBg="1"/>
      <p:bldP spid="37" grpId="7" animBg="1"/>
      <p:bldP spid="37" grpId="8" animBg="1"/>
      <p:bldP spid="37" grpId="9" animBg="1"/>
      <p:bldP spid="37" grpId="10" animBg="1"/>
      <p:bldP spid="38" grpId="0" animBg="1"/>
      <p:bldP spid="38" grpId="1" animBg="1"/>
      <p:bldP spid="39" grpId="0" animBg="1"/>
      <p:bldP spid="39" grpId="1" animBg="1"/>
      <p:bldP spid="39" grpId="2" animBg="1"/>
      <p:bldP spid="40" grpId="0" animBg="1"/>
      <p:bldP spid="40" grpId="1" animBg="1"/>
      <p:bldP spid="40" grpId="2" animBg="1"/>
      <p:bldP spid="41" grpId="0" animBg="1"/>
      <p:bldP spid="41" grpId="1" animBg="1"/>
      <p:bldP spid="42" grpId="0" animBg="1"/>
      <p:bldP spid="42" grpId="1" animBg="1"/>
      <p:bldP spid="42" grpId="2" animBg="1"/>
      <p:bldP spid="43" grpId="0" animBg="1"/>
      <p:bldP spid="43" grpId="1" animBg="1"/>
      <p:bldP spid="44" grpId="0"/>
      <p:bldP spid="61" grpId="0" animBg="1"/>
      <p:bldP spid="62" grpId="0"/>
      <p:bldP spid="6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 name="组合 41">
            <a:extLst>
              <a:ext uri="{FF2B5EF4-FFF2-40B4-BE49-F238E27FC236}">
                <a16:creationId xmlns:a16="http://schemas.microsoft.com/office/drawing/2014/main" id="{0B198D32-AFB1-45CF-B56E-7C9464D3E9D9}"/>
              </a:ext>
            </a:extLst>
          </p:cNvPr>
          <p:cNvGrpSpPr/>
          <p:nvPr/>
        </p:nvGrpSpPr>
        <p:grpSpPr>
          <a:xfrm>
            <a:off x="6630590" y="773929"/>
            <a:ext cx="4733497" cy="775439"/>
            <a:chOff x="3173375" y="741922"/>
            <a:chExt cx="4700486" cy="775439"/>
          </a:xfrm>
        </p:grpSpPr>
        <p:sp>
          <p:nvSpPr>
            <p:cNvPr id="31" name="矩形 30">
              <a:extLst>
                <a:ext uri="{FF2B5EF4-FFF2-40B4-BE49-F238E27FC236}">
                  <a16:creationId xmlns:a16="http://schemas.microsoft.com/office/drawing/2014/main" id="{7505BA16-D103-406A-BA89-0F13862B8ADC}"/>
                </a:ext>
              </a:extLst>
            </p:cNvPr>
            <p:cNvSpPr/>
            <p:nvPr/>
          </p:nvSpPr>
          <p:spPr bwMode="auto">
            <a:xfrm>
              <a:off x="3173375" y="1032506"/>
              <a:ext cx="4700486" cy="484855"/>
            </a:xfrm>
            <a:prstGeom prst="rect">
              <a:avLst/>
            </a:prstGeom>
            <a:solidFill>
              <a:srgbClr val="CCFFFF"/>
            </a:solidFill>
            <a:ln w="9525" cap="flat" cmpd="sng" algn="ctr">
              <a:solidFill>
                <a:sysClr val="windowText" lastClr="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endParaRPr>
            </a:p>
          </p:txBody>
        </p:sp>
        <p:sp>
          <p:nvSpPr>
            <p:cNvPr id="41" name="文本框 40">
              <a:extLst>
                <a:ext uri="{FF2B5EF4-FFF2-40B4-BE49-F238E27FC236}">
                  <a16:creationId xmlns:a16="http://schemas.microsoft.com/office/drawing/2014/main" id="{CC5C7252-EA0E-45F5-9DF9-16D4C87294A2}"/>
                </a:ext>
              </a:extLst>
            </p:cNvPr>
            <p:cNvSpPr txBox="1"/>
            <p:nvPr/>
          </p:nvSpPr>
          <p:spPr>
            <a:xfrm>
              <a:off x="3348446" y="741922"/>
              <a:ext cx="4447279" cy="284693"/>
            </a:xfrm>
            <a:prstGeom prst="rect">
              <a:avLst/>
            </a:prstGeom>
            <a:noFill/>
          </p:spPr>
          <p:txBody>
            <a:bodyPr wrap="square" tIns="0" bIns="0" rtlCol="0">
              <a:spAutoFit/>
            </a:bodyPr>
            <a:lstStyle/>
            <a:p>
              <a:r>
                <a:rPr lang="en-US" altLang="zh-CN" sz="1850" dirty="0"/>
                <a:t>0      1       2       3       4       5      6       7       8</a:t>
              </a:r>
              <a:endParaRPr lang="zh-CN" altLang="en-US" sz="1850" dirty="0"/>
            </a:p>
          </p:txBody>
        </p:sp>
      </p:grpSp>
      <p:sp>
        <p:nvSpPr>
          <p:cNvPr id="32" name="文本框 31">
            <a:extLst>
              <a:ext uri="{FF2B5EF4-FFF2-40B4-BE49-F238E27FC236}">
                <a16:creationId xmlns:a16="http://schemas.microsoft.com/office/drawing/2014/main" id="{525E70B9-C02C-40AC-945A-C49246DD9175}"/>
              </a:ext>
            </a:extLst>
          </p:cNvPr>
          <p:cNvSpPr txBox="1"/>
          <p:nvPr/>
        </p:nvSpPr>
        <p:spPr>
          <a:xfrm>
            <a:off x="6721123" y="1083253"/>
            <a:ext cx="432048" cy="461665"/>
          </a:xfrm>
          <a:prstGeom prst="rect">
            <a:avLst/>
          </a:prstGeom>
          <a:solidFill>
            <a:srgbClr val="83E5DE"/>
          </a:solidFill>
        </p:spPr>
        <p:txBody>
          <a:bodyPr wrap="square" lIns="0" rIns="0" rtlCol="0" anchor="ctr" anchorCtr="1">
            <a:spAutoFit/>
          </a:bodyPr>
          <a:lstStyle/>
          <a:p>
            <a:pPr algn="ctr" defTabSz="457200"/>
            <a:endParaRPr lang="zh-CN" altLang="en-US" sz="2400" b="1" dirty="0">
              <a:solidFill>
                <a:srgbClr val="333399"/>
              </a:solidFill>
              <a:effectLst>
                <a:outerShdw blurRad="38100" dist="38100" dir="2700000" algn="tl">
                  <a:srgbClr val="000000">
                    <a:alpha val="43137"/>
                  </a:srgbClr>
                </a:outerShdw>
              </a:effectLst>
              <a:latin typeface="Calibri" panose="020F0502020204030204"/>
            </a:endParaRPr>
          </a:p>
        </p:txBody>
      </p:sp>
      <p:sp>
        <p:nvSpPr>
          <p:cNvPr id="35" name="文本框 34">
            <a:extLst>
              <a:ext uri="{FF2B5EF4-FFF2-40B4-BE49-F238E27FC236}">
                <a16:creationId xmlns:a16="http://schemas.microsoft.com/office/drawing/2014/main" id="{A84AAC79-CFBD-4079-BF8E-9DE98B32E4CD}"/>
              </a:ext>
            </a:extLst>
          </p:cNvPr>
          <p:cNvSpPr txBox="1"/>
          <p:nvPr/>
        </p:nvSpPr>
        <p:spPr>
          <a:xfrm>
            <a:off x="7762771" y="1077543"/>
            <a:ext cx="432048" cy="461665"/>
          </a:xfrm>
          <a:prstGeom prst="rect">
            <a:avLst/>
          </a:prstGeom>
          <a:solidFill>
            <a:srgbClr val="83E5DE"/>
          </a:solidFill>
        </p:spPr>
        <p:txBody>
          <a:bodyPr wrap="square" lIns="0" rIns="0" rtlCol="0" anchor="ctr" anchorCtr="1">
            <a:spAutoFit/>
          </a:bodyPr>
          <a:lstStyle>
            <a:defPPr>
              <a:defRPr lang="zh-CN"/>
            </a:defPPr>
            <a:lvl1pPr algn="ctr" defTabSz="457200">
              <a:defRPr sz="2400" b="1">
                <a:solidFill>
                  <a:srgbClr val="333399"/>
                </a:solidFill>
                <a:effectLst>
                  <a:outerShdw blurRad="38100" dist="38100" dir="2700000" algn="tl">
                    <a:srgbClr val="000000">
                      <a:alpha val="43137"/>
                    </a:srgbClr>
                  </a:outerShdw>
                </a:effectLst>
                <a:latin typeface="Calibri" panose="020F0502020204030204"/>
              </a:defRPr>
            </a:lvl1pPr>
          </a:lstStyle>
          <a:p>
            <a:r>
              <a:rPr lang="en-US" altLang="zh-CN" dirty="0"/>
              <a:t>38</a:t>
            </a:r>
            <a:endParaRPr lang="zh-CN" altLang="en-US" dirty="0"/>
          </a:p>
        </p:txBody>
      </p:sp>
      <p:sp>
        <p:nvSpPr>
          <p:cNvPr id="38" name="文本框 37">
            <a:extLst>
              <a:ext uri="{FF2B5EF4-FFF2-40B4-BE49-F238E27FC236}">
                <a16:creationId xmlns:a16="http://schemas.microsoft.com/office/drawing/2014/main" id="{9368340D-3488-484E-B157-04E624123DE0}"/>
              </a:ext>
            </a:extLst>
          </p:cNvPr>
          <p:cNvSpPr txBox="1"/>
          <p:nvPr/>
        </p:nvSpPr>
        <p:spPr>
          <a:xfrm>
            <a:off x="9311340" y="1076109"/>
            <a:ext cx="432048" cy="461665"/>
          </a:xfrm>
          <a:prstGeom prst="rect">
            <a:avLst/>
          </a:prstGeom>
          <a:solidFill>
            <a:srgbClr val="83E5DE"/>
          </a:solidFill>
        </p:spPr>
        <p:txBody>
          <a:bodyPr wrap="square" lIns="0" rIns="0" rtlCol="0" anchor="ctr" anchorCtr="1">
            <a:spAutoFit/>
          </a:bodyPr>
          <a:lstStyle>
            <a:defPPr>
              <a:defRPr lang="zh-CN"/>
            </a:defPPr>
            <a:lvl1pPr algn="ctr" defTabSz="457200">
              <a:defRPr sz="2400" b="1">
                <a:solidFill>
                  <a:srgbClr val="333399"/>
                </a:solidFill>
                <a:effectLst>
                  <a:outerShdw blurRad="38100" dist="38100" dir="2700000" algn="tl">
                    <a:srgbClr val="000000">
                      <a:alpha val="43137"/>
                    </a:srgbClr>
                  </a:outerShdw>
                </a:effectLst>
                <a:latin typeface="Calibri" panose="020F0502020204030204"/>
              </a:defRPr>
            </a:lvl1pPr>
          </a:lstStyle>
          <a:p>
            <a:r>
              <a:rPr lang="en-US" altLang="zh-CN" dirty="0"/>
              <a:t>76</a:t>
            </a:r>
            <a:endParaRPr lang="zh-CN" altLang="en-US" dirty="0"/>
          </a:p>
        </p:txBody>
      </p:sp>
      <p:sp>
        <p:nvSpPr>
          <p:cNvPr id="40" name="文本框 39">
            <a:extLst>
              <a:ext uri="{FF2B5EF4-FFF2-40B4-BE49-F238E27FC236}">
                <a16:creationId xmlns:a16="http://schemas.microsoft.com/office/drawing/2014/main" id="{B61CCDC5-8C99-4FCC-B258-6E0166F312A3}"/>
              </a:ext>
            </a:extLst>
          </p:cNvPr>
          <p:cNvSpPr txBox="1"/>
          <p:nvPr/>
        </p:nvSpPr>
        <p:spPr>
          <a:xfrm>
            <a:off x="10853384" y="1077431"/>
            <a:ext cx="432048" cy="461665"/>
          </a:xfrm>
          <a:prstGeom prst="rect">
            <a:avLst/>
          </a:prstGeom>
          <a:solidFill>
            <a:srgbClr val="83E5DE"/>
          </a:solidFill>
        </p:spPr>
        <p:txBody>
          <a:bodyPr wrap="square" lIns="0" rIns="0" rtlCol="0" anchor="ctr" anchorCtr="1">
            <a:spAutoFit/>
          </a:bodyPr>
          <a:lstStyle>
            <a:defPPr>
              <a:defRPr lang="zh-CN"/>
            </a:defPPr>
            <a:lvl1pPr algn="ctr" defTabSz="457200">
              <a:defRPr sz="2400" b="1">
                <a:solidFill>
                  <a:srgbClr val="333399"/>
                </a:solidFill>
                <a:effectLst>
                  <a:outerShdw blurRad="38100" dist="38100" dir="2700000" algn="tl">
                    <a:srgbClr val="000000">
                      <a:alpha val="43137"/>
                    </a:srgbClr>
                  </a:outerShdw>
                </a:effectLst>
                <a:latin typeface="Calibri" panose="020F0502020204030204"/>
              </a:defRPr>
            </a:lvl1pPr>
          </a:lstStyle>
          <a:p>
            <a:r>
              <a:rPr lang="en-US" altLang="zh-CN" u="sng" dirty="0"/>
              <a:t>49</a:t>
            </a:r>
            <a:endParaRPr lang="zh-CN" altLang="en-US" u="sng" dirty="0"/>
          </a:p>
        </p:txBody>
      </p:sp>
      <p:sp>
        <p:nvSpPr>
          <p:cNvPr id="14" name="矩形: 圆角 13">
            <a:extLst>
              <a:ext uri="{FF2B5EF4-FFF2-40B4-BE49-F238E27FC236}">
                <a16:creationId xmlns:a16="http://schemas.microsoft.com/office/drawing/2014/main" id="{165CD8B4-D7C0-4C62-80C8-64EDA93C7E8A}"/>
              </a:ext>
            </a:extLst>
          </p:cNvPr>
          <p:cNvSpPr/>
          <p:nvPr/>
        </p:nvSpPr>
        <p:spPr>
          <a:xfrm>
            <a:off x="1356741" y="281530"/>
            <a:ext cx="3640558" cy="461830"/>
          </a:xfrm>
          <a:prstGeom prst="roundRect">
            <a:avLst/>
          </a:prstGeom>
          <a:solidFill>
            <a:schemeClr val="tx2">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C00000"/>
                </a:solidFill>
              </a:rPr>
              <a:t>算法</a:t>
            </a:r>
            <a:r>
              <a:rPr lang="en-US" altLang="zh-CN" sz="2400" b="1" dirty="0">
                <a:solidFill>
                  <a:srgbClr val="C00000"/>
                </a:solidFill>
              </a:rPr>
              <a:t>10.6</a:t>
            </a:r>
            <a:r>
              <a:rPr lang="zh-CN" altLang="en-US" sz="2400" b="1" dirty="0">
                <a:solidFill>
                  <a:srgbClr val="002060"/>
                </a:solidFill>
              </a:rPr>
              <a:t>和</a:t>
            </a:r>
            <a:r>
              <a:rPr lang="en-US" altLang="zh-CN" sz="2400" b="1" dirty="0">
                <a:solidFill>
                  <a:srgbClr val="C00000"/>
                </a:solidFill>
              </a:rPr>
              <a:t>10.7</a:t>
            </a:r>
            <a:r>
              <a:rPr lang="en-US" altLang="zh-CN" sz="2400" b="1" dirty="0">
                <a:solidFill>
                  <a:srgbClr val="002060"/>
                </a:solidFill>
              </a:rPr>
              <a:t> </a:t>
            </a:r>
            <a:r>
              <a:rPr lang="zh-CN" altLang="en-US" sz="2400" b="1" dirty="0">
                <a:solidFill>
                  <a:srgbClr val="002060"/>
                </a:solidFill>
              </a:rPr>
              <a:t> 快速排序</a:t>
            </a:r>
          </a:p>
        </p:txBody>
      </p:sp>
      <p:sp>
        <p:nvSpPr>
          <p:cNvPr id="16" name="文本框 15">
            <a:extLst>
              <a:ext uri="{FF2B5EF4-FFF2-40B4-BE49-F238E27FC236}">
                <a16:creationId xmlns:a16="http://schemas.microsoft.com/office/drawing/2014/main" id="{099595C0-E65B-4EAB-A48F-1B8CE1597AC2}"/>
              </a:ext>
            </a:extLst>
          </p:cNvPr>
          <p:cNvSpPr txBox="1"/>
          <p:nvPr/>
        </p:nvSpPr>
        <p:spPr>
          <a:xfrm>
            <a:off x="149712" y="3635472"/>
            <a:ext cx="6636182" cy="2308324"/>
          </a:xfrm>
          <a:prstGeom prst="rect">
            <a:avLst/>
          </a:prstGeom>
          <a:solidFill>
            <a:srgbClr val="FEF0D2"/>
          </a:solidFill>
          <a:ln w="12700">
            <a:solidFill>
              <a:srgbClr val="0070C0"/>
            </a:solidFill>
          </a:ln>
        </p:spPr>
        <p:txBody>
          <a:bodyPr wrap="square">
            <a:spAutoFit/>
          </a:bodyPr>
          <a:lstStyle/>
          <a:p>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void</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QSort(SqList L,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int</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low,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int</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high)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a:t>
            </a:r>
            <a:r>
              <a:rPr lang="zh-CN" altLang="en-US"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算法10.7</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对顺序表</a:t>
            </a:r>
            <a:r>
              <a:rPr lang="zh-CN" altLang="en-US"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L</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中的子序列</a:t>
            </a:r>
            <a:r>
              <a:rPr lang="zh-CN" altLang="en-US"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L</a:t>
            </a:r>
            <a:r>
              <a:rPr lang="en-US" altLang="zh-CN"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-&gt;</a:t>
            </a:r>
            <a:r>
              <a:rPr lang="zh-CN" altLang="en-US"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r[low..high]</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进行快速排序</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if</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(low &lt; high)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区间长度大于1</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pivotloc = Partition(L, low, high);  </a:t>
            </a:r>
            <a:endParaRPr lang="en-US" altLang="zh-CN" sz="1600" b="1" dirty="0">
              <a:latin typeface="Courier New" panose="02070309020205020404" pitchFamily="49" charset="0"/>
              <a:ea typeface="仿宋" panose="02010609060101010101" pitchFamily="49" charset="-122"/>
              <a:cs typeface="Courier New" panose="02070309020205020404" pitchFamily="49" charset="0"/>
            </a:endParaRPr>
          </a:p>
          <a:p>
            <a:r>
              <a:rPr lang="en-US" altLang="zh-CN"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将</a:t>
            </a:r>
            <a:r>
              <a:rPr lang="zh-CN" altLang="en-US"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L</a:t>
            </a:r>
            <a:r>
              <a:rPr lang="en-US" altLang="zh-CN"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-&gt;</a:t>
            </a:r>
            <a:r>
              <a:rPr lang="zh-CN" altLang="en-US"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r[low..high]</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一分为二，</a:t>
            </a:r>
            <a:r>
              <a:rPr lang="zh-CN" altLang="en-US"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pivotloc</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是枢轴位置</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QSort(L, low, pivotloc-1);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对低子表递归排序</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QSort(L, pivotloc+1, high);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对高子表递归排序</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p>
          <a:p>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endPar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p:txBody>
      </p:sp>
      <p:sp>
        <p:nvSpPr>
          <p:cNvPr id="4" name="文本框 3">
            <a:extLst>
              <a:ext uri="{FF2B5EF4-FFF2-40B4-BE49-F238E27FC236}">
                <a16:creationId xmlns:a16="http://schemas.microsoft.com/office/drawing/2014/main" id="{ED3F95A7-1C5A-4332-9A15-64CA9AACD89A}"/>
              </a:ext>
            </a:extLst>
          </p:cNvPr>
          <p:cNvSpPr txBox="1"/>
          <p:nvPr/>
        </p:nvSpPr>
        <p:spPr>
          <a:xfrm>
            <a:off x="7246874" y="496990"/>
            <a:ext cx="461665" cy="307777"/>
          </a:xfrm>
          <a:prstGeom prst="rect">
            <a:avLst/>
          </a:prstGeom>
          <a:noFill/>
        </p:spPr>
        <p:txBody>
          <a:bodyPr wrap="none" lIns="0" tIns="0" rIns="0" bIns="0" rtlCol="0" anchor="ctr" anchorCtr="1">
            <a:spAutoFit/>
          </a:bodyPr>
          <a:lstStyle/>
          <a:p>
            <a:r>
              <a:rPr lang="en-US" altLang="zh-CN" sz="2000" b="1" dirty="0">
                <a:solidFill>
                  <a:srgbClr val="C00000"/>
                </a:solidFill>
                <a:latin typeface="Courier New" panose="02070309020205020404" pitchFamily="49" charset="0"/>
                <a:cs typeface="Courier New" panose="02070309020205020404" pitchFamily="49" charset="0"/>
              </a:rPr>
              <a:t>low</a:t>
            </a:r>
            <a:endParaRPr lang="zh-CN" altLang="en-US" sz="2000" b="1" dirty="0">
              <a:solidFill>
                <a:srgbClr val="C00000"/>
              </a:solidFill>
              <a:latin typeface="Courier New" panose="02070309020205020404" pitchFamily="49" charset="0"/>
              <a:cs typeface="Courier New" panose="02070309020205020404" pitchFamily="49" charset="0"/>
            </a:endParaRPr>
          </a:p>
        </p:txBody>
      </p:sp>
      <p:sp>
        <p:nvSpPr>
          <p:cNvPr id="19" name="文本框 18">
            <a:extLst>
              <a:ext uri="{FF2B5EF4-FFF2-40B4-BE49-F238E27FC236}">
                <a16:creationId xmlns:a16="http://schemas.microsoft.com/office/drawing/2014/main" id="{8FFC238A-1E60-4855-B2F8-7C1711CF0C4D}"/>
              </a:ext>
            </a:extLst>
          </p:cNvPr>
          <p:cNvSpPr txBox="1"/>
          <p:nvPr/>
        </p:nvSpPr>
        <p:spPr>
          <a:xfrm>
            <a:off x="10769937" y="512445"/>
            <a:ext cx="615553" cy="307777"/>
          </a:xfrm>
          <a:prstGeom prst="rect">
            <a:avLst/>
          </a:prstGeom>
          <a:noFill/>
        </p:spPr>
        <p:txBody>
          <a:bodyPr wrap="none" lIns="0" tIns="0" rIns="0" bIns="0" rtlCol="0" anchor="ctr" anchorCtr="1">
            <a:spAutoFit/>
          </a:bodyPr>
          <a:lstStyle/>
          <a:p>
            <a:r>
              <a:rPr lang="en-US" altLang="zh-CN" sz="2000" b="1" dirty="0">
                <a:solidFill>
                  <a:srgbClr val="C00000"/>
                </a:solidFill>
                <a:latin typeface="Courier New" panose="02070309020205020404" pitchFamily="49" charset="0"/>
                <a:cs typeface="Courier New" panose="02070309020205020404" pitchFamily="49" charset="0"/>
              </a:rPr>
              <a:t>high</a:t>
            </a:r>
            <a:endParaRPr lang="zh-CN" altLang="en-US" sz="2000" b="1" dirty="0">
              <a:solidFill>
                <a:srgbClr val="C00000"/>
              </a:solidFill>
              <a:latin typeface="Courier New" panose="02070309020205020404" pitchFamily="49" charset="0"/>
              <a:cs typeface="Courier New" panose="02070309020205020404" pitchFamily="49" charset="0"/>
            </a:endParaRPr>
          </a:p>
        </p:txBody>
      </p:sp>
      <p:cxnSp>
        <p:nvCxnSpPr>
          <p:cNvPr id="6" name="直接连接符 5">
            <a:extLst>
              <a:ext uri="{FF2B5EF4-FFF2-40B4-BE49-F238E27FC236}">
                <a16:creationId xmlns:a16="http://schemas.microsoft.com/office/drawing/2014/main" id="{8954C589-831F-495E-A7EF-ACDF8A8F990E}"/>
              </a:ext>
            </a:extLst>
          </p:cNvPr>
          <p:cNvCxnSpPr/>
          <p:nvPr/>
        </p:nvCxnSpPr>
        <p:spPr>
          <a:xfrm>
            <a:off x="7241947" y="2197936"/>
            <a:ext cx="4043456"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E1331EC0-5ACE-42F0-94C8-37FAE20519C8}"/>
              </a:ext>
            </a:extLst>
          </p:cNvPr>
          <p:cNvSpPr txBox="1"/>
          <p:nvPr/>
        </p:nvSpPr>
        <p:spPr>
          <a:xfrm>
            <a:off x="5780533" y="1998015"/>
            <a:ext cx="1460656" cy="369332"/>
          </a:xfrm>
          <a:prstGeom prst="rect">
            <a:avLst/>
          </a:prstGeom>
          <a:noFill/>
        </p:spPr>
        <p:txBody>
          <a:bodyPr wrap="none" rtlCol="0">
            <a:spAutoFit/>
          </a:bodyPr>
          <a:lstStyle/>
          <a:p>
            <a:r>
              <a:rPr lang="zh-CN" altLang="en-US" b="1" dirty="0">
                <a:solidFill>
                  <a:srgbClr val="0070C0"/>
                </a:solidFill>
              </a:rPr>
              <a:t>第</a:t>
            </a:r>
            <a:r>
              <a:rPr lang="en-US" altLang="zh-CN" b="1" dirty="0">
                <a:solidFill>
                  <a:srgbClr val="0070C0"/>
                </a:solidFill>
              </a:rPr>
              <a:t>1</a:t>
            </a:r>
            <a:r>
              <a:rPr lang="zh-CN" altLang="en-US" b="1" dirty="0">
                <a:solidFill>
                  <a:srgbClr val="0070C0"/>
                </a:solidFill>
              </a:rPr>
              <a:t>趟区间：</a:t>
            </a:r>
          </a:p>
        </p:txBody>
      </p:sp>
      <p:grpSp>
        <p:nvGrpSpPr>
          <p:cNvPr id="10" name="组合 9">
            <a:extLst>
              <a:ext uri="{FF2B5EF4-FFF2-40B4-BE49-F238E27FC236}">
                <a16:creationId xmlns:a16="http://schemas.microsoft.com/office/drawing/2014/main" id="{3C71F311-CE0C-4CB3-9114-8127098DA278}"/>
              </a:ext>
            </a:extLst>
          </p:cNvPr>
          <p:cNvGrpSpPr/>
          <p:nvPr/>
        </p:nvGrpSpPr>
        <p:grpSpPr>
          <a:xfrm>
            <a:off x="6878065" y="1603107"/>
            <a:ext cx="1159811" cy="574080"/>
            <a:chOff x="8925682" y="2410935"/>
            <a:chExt cx="1159811" cy="574080"/>
          </a:xfrm>
        </p:grpSpPr>
        <p:sp>
          <p:nvSpPr>
            <p:cNvPr id="24" name="文本框 23">
              <a:extLst>
                <a:ext uri="{FF2B5EF4-FFF2-40B4-BE49-F238E27FC236}">
                  <a16:creationId xmlns:a16="http://schemas.microsoft.com/office/drawing/2014/main" id="{3223168A-1ED9-4248-8729-48D3A3DC9A6A}"/>
                </a:ext>
              </a:extLst>
            </p:cNvPr>
            <p:cNvSpPr txBox="1"/>
            <p:nvPr/>
          </p:nvSpPr>
          <p:spPr>
            <a:xfrm>
              <a:off x="8925682" y="2708016"/>
              <a:ext cx="1159811" cy="276999"/>
            </a:xfrm>
            <a:prstGeom prst="rect">
              <a:avLst/>
            </a:prstGeom>
            <a:noFill/>
          </p:spPr>
          <p:txBody>
            <a:bodyPr wrap="square" lIns="0" tIns="0" rIns="0" bIns="0">
              <a:spAutoFit/>
            </a:bodyPr>
            <a:lstStyle/>
            <a:p>
              <a:r>
                <a:rPr lang="zh-CN" altLang="en-US" sz="1800" b="1" dirty="0">
                  <a:solidFill>
                    <a:srgbClr val="00B050"/>
                  </a:solidFill>
                  <a:latin typeface="Courier New" panose="02070309020205020404" pitchFamily="49" charset="0"/>
                  <a:cs typeface="Courier New" panose="02070309020205020404" pitchFamily="49" charset="0"/>
                </a:rPr>
                <a:t>pivotkey</a:t>
              </a:r>
              <a:endParaRPr lang="zh-CN" altLang="en-US" dirty="0">
                <a:solidFill>
                  <a:srgbClr val="00B050"/>
                </a:solidFill>
              </a:endParaRPr>
            </a:p>
          </p:txBody>
        </p:sp>
        <p:sp>
          <p:nvSpPr>
            <p:cNvPr id="9" name="矩形 8">
              <a:extLst>
                <a:ext uri="{FF2B5EF4-FFF2-40B4-BE49-F238E27FC236}">
                  <a16:creationId xmlns:a16="http://schemas.microsoft.com/office/drawing/2014/main" id="{5949573B-D9EC-482D-9C6F-63A2404A56BE}"/>
                </a:ext>
              </a:extLst>
            </p:cNvPr>
            <p:cNvSpPr/>
            <p:nvPr/>
          </p:nvSpPr>
          <p:spPr>
            <a:xfrm>
              <a:off x="9288806" y="2410935"/>
              <a:ext cx="447707" cy="331879"/>
            </a:xfrm>
            <a:prstGeom prst="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3" name="直接连接符 12">
            <a:extLst>
              <a:ext uri="{FF2B5EF4-FFF2-40B4-BE49-F238E27FC236}">
                <a16:creationId xmlns:a16="http://schemas.microsoft.com/office/drawing/2014/main" id="{0DE720C6-4633-402F-8E63-29EF6B21303F}"/>
              </a:ext>
            </a:extLst>
          </p:cNvPr>
          <p:cNvCxnSpPr/>
          <p:nvPr/>
        </p:nvCxnSpPr>
        <p:spPr>
          <a:xfrm>
            <a:off x="730551" y="4646513"/>
            <a:ext cx="4249658"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7" name="文本框 36">
            <a:extLst>
              <a:ext uri="{FF2B5EF4-FFF2-40B4-BE49-F238E27FC236}">
                <a16:creationId xmlns:a16="http://schemas.microsoft.com/office/drawing/2014/main" id="{0CEB74D0-7905-4050-8551-355C6FDA4F14}"/>
              </a:ext>
            </a:extLst>
          </p:cNvPr>
          <p:cNvSpPr txBox="1"/>
          <p:nvPr/>
        </p:nvSpPr>
        <p:spPr>
          <a:xfrm>
            <a:off x="8792667" y="1076110"/>
            <a:ext cx="432048" cy="461665"/>
          </a:xfrm>
          <a:prstGeom prst="rect">
            <a:avLst/>
          </a:prstGeom>
          <a:solidFill>
            <a:srgbClr val="83E5DE"/>
          </a:solidFill>
        </p:spPr>
        <p:txBody>
          <a:bodyPr wrap="square" lIns="0" rIns="0" rtlCol="0" anchor="ctr" anchorCtr="1">
            <a:spAutoFit/>
          </a:bodyPr>
          <a:lstStyle>
            <a:defPPr>
              <a:defRPr lang="zh-CN"/>
            </a:defPPr>
            <a:lvl1pPr algn="ctr" defTabSz="457200">
              <a:defRPr sz="2400" b="1">
                <a:solidFill>
                  <a:srgbClr val="333399"/>
                </a:solidFill>
                <a:effectLst>
                  <a:outerShdw blurRad="38100" dist="38100" dir="2700000" algn="tl">
                    <a:srgbClr val="000000">
                      <a:alpha val="43137"/>
                    </a:srgbClr>
                  </a:outerShdw>
                </a:effectLst>
                <a:latin typeface="Calibri" panose="020F0502020204030204"/>
              </a:defRPr>
            </a:lvl1pPr>
          </a:lstStyle>
          <a:p>
            <a:r>
              <a:rPr lang="en-US" altLang="zh-CN" dirty="0"/>
              <a:t>97</a:t>
            </a:r>
            <a:endParaRPr lang="zh-CN" altLang="en-US" dirty="0"/>
          </a:p>
        </p:txBody>
      </p:sp>
      <p:sp>
        <p:nvSpPr>
          <p:cNvPr id="33" name="文本框 32">
            <a:extLst>
              <a:ext uri="{FF2B5EF4-FFF2-40B4-BE49-F238E27FC236}">
                <a16:creationId xmlns:a16="http://schemas.microsoft.com/office/drawing/2014/main" id="{F938B023-5A97-4B3D-96F8-5799CAC9A125}"/>
              </a:ext>
            </a:extLst>
          </p:cNvPr>
          <p:cNvSpPr txBox="1"/>
          <p:nvPr/>
        </p:nvSpPr>
        <p:spPr>
          <a:xfrm>
            <a:off x="9824143" y="1077431"/>
            <a:ext cx="432048" cy="461665"/>
          </a:xfrm>
          <a:prstGeom prst="rect">
            <a:avLst/>
          </a:prstGeom>
          <a:solidFill>
            <a:srgbClr val="83E5DE"/>
          </a:solidFill>
        </p:spPr>
        <p:txBody>
          <a:bodyPr wrap="square" lIns="0" rIns="0" rtlCol="0" anchor="ctr" anchorCtr="1">
            <a:spAutoFit/>
          </a:bodyPr>
          <a:lstStyle>
            <a:defPPr>
              <a:defRPr lang="zh-CN"/>
            </a:defPPr>
            <a:lvl1pPr algn="ctr" defTabSz="457200">
              <a:defRPr sz="2400" b="1">
                <a:solidFill>
                  <a:srgbClr val="333399"/>
                </a:solidFill>
                <a:effectLst>
                  <a:outerShdw blurRad="38100" dist="38100" dir="2700000" algn="tl">
                    <a:srgbClr val="000000">
                      <a:alpha val="43137"/>
                    </a:srgbClr>
                  </a:outerShdw>
                </a:effectLst>
                <a:latin typeface="Calibri" panose="020F0502020204030204"/>
              </a:defRPr>
            </a:lvl1pPr>
          </a:lstStyle>
          <a:p>
            <a:r>
              <a:rPr lang="en-US" altLang="zh-CN" dirty="0"/>
              <a:t>13</a:t>
            </a:r>
            <a:endParaRPr lang="zh-CN" altLang="en-US" dirty="0"/>
          </a:p>
        </p:txBody>
      </p:sp>
      <p:sp>
        <p:nvSpPr>
          <p:cNvPr id="36" name="文本框 35">
            <a:extLst>
              <a:ext uri="{FF2B5EF4-FFF2-40B4-BE49-F238E27FC236}">
                <a16:creationId xmlns:a16="http://schemas.microsoft.com/office/drawing/2014/main" id="{B5A9FFD7-C988-44BE-B0EC-DE7D63B65AEB}"/>
              </a:ext>
            </a:extLst>
          </p:cNvPr>
          <p:cNvSpPr txBox="1"/>
          <p:nvPr/>
        </p:nvSpPr>
        <p:spPr>
          <a:xfrm>
            <a:off x="8277289" y="1076111"/>
            <a:ext cx="432048" cy="461665"/>
          </a:xfrm>
          <a:prstGeom prst="rect">
            <a:avLst/>
          </a:prstGeom>
          <a:solidFill>
            <a:srgbClr val="83E5DE"/>
          </a:solidFill>
        </p:spPr>
        <p:txBody>
          <a:bodyPr wrap="square" lIns="0" rIns="0" rtlCol="0" anchor="ctr" anchorCtr="1">
            <a:spAutoFit/>
          </a:bodyPr>
          <a:lstStyle>
            <a:defPPr>
              <a:defRPr lang="zh-CN"/>
            </a:defPPr>
            <a:lvl1pPr algn="ctr" defTabSz="457200">
              <a:defRPr sz="2400" b="1">
                <a:solidFill>
                  <a:srgbClr val="333399"/>
                </a:solidFill>
                <a:effectLst>
                  <a:outerShdw blurRad="38100" dist="38100" dir="2700000" algn="tl">
                    <a:srgbClr val="000000">
                      <a:alpha val="43137"/>
                    </a:srgbClr>
                  </a:outerShdw>
                </a:effectLst>
                <a:latin typeface="Calibri" panose="020F0502020204030204"/>
              </a:defRPr>
            </a:lvl1pPr>
          </a:lstStyle>
          <a:p>
            <a:r>
              <a:rPr lang="en-US" altLang="zh-CN" dirty="0"/>
              <a:t>65</a:t>
            </a:r>
            <a:endParaRPr lang="zh-CN" altLang="en-US" dirty="0"/>
          </a:p>
        </p:txBody>
      </p:sp>
      <p:sp>
        <p:nvSpPr>
          <p:cNvPr id="39" name="文本框 38">
            <a:extLst>
              <a:ext uri="{FF2B5EF4-FFF2-40B4-BE49-F238E27FC236}">
                <a16:creationId xmlns:a16="http://schemas.microsoft.com/office/drawing/2014/main" id="{C99EF059-F5F3-4CF7-BF63-A6DF442DD3CF}"/>
              </a:ext>
            </a:extLst>
          </p:cNvPr>
          <p:cNvSpPr txBox="1"/>
          <p:nvPr/>
        </p:nvSpPr>
        <p:spPr>
          <a:xfrm>
            <a:off x="10338221" y="1077278"/>
            <a:ext cx="432048" cy="461665"/>
          </a:xfrm>
          <a:prstGeom prst="rect">
            <a:avLst/>
          </a:prstGeom>
          <a:solidFill>
            <a:srgbClr val="83E5DE"/>
          </a:solidFill>
        </p:spPr>
        <p:txBody>
          <a:bodyPr wrap="square" lIns="0" rIns="0" rtlCol="0" anchor="ctr" anchorCtr="1">
            <a:spAutoFit/>
          </a:bodyPr>
          <a:lstStyle>
            <a:defPPr>
              <a:defRPr lang="zh-CN"/>
            </a:defPPr>
            <a:lvl1pPr algn="ctr" defTabSz="457200">
              <a:defRPr sz="2400" b="1">
                <a:solidFill>
                  <a:srgbClr val="333399"/>
                </a:solidFill>
                <a:effectLst>
                  <a:outerShdw blurRad="38100" dist="38100" dir="2700000" algn="tl">
                    <a:srgbClr val="000000">
                      <a:alpha val="43137"/>
                    </a:srgbClr>
                  </a:outerShdw>
                </a:effectLst>
                <a:latin typeface="Calibri" panose="020F0502020204030204"/>
              </a:defRPr>
            </a:lvl1pPr>
          </a:lstStyle>
          <a:p>
            <a:r>
              <a:rPr lang="en-US" altLang="zh-CN" dirty="0"/>
              <a:t>27</a:t>
            </a:r>
            <a:endParaRPr lang="zh-CN" altLang="en-US" dirty="0"/>
          </a:p>
        </p:txBody>
      </p:sp>
      <p:sp>
        <p:nvSpPr>
          <p:cNvPr id="34" name="文本框 33">
            <a:extLst>
              <a:ext uri="{FF2B5EF4-FFF2-40B4-BE49-F238E27FC236}">
                <a16:creationId xmlns:a16="http://schemas.microsoft.com/office/drawing/2014/main" id="{F74FFB63-2145-41A5-8343-2596BFCFA08E}"/>
              </a:ext>
            </a:extLst>
          </p:cNvPr>
          <p:cNvSpPr txBox="1"/>
          <p:nvPr/>
        </p:nvSpPr>
        <p:spPr>
          <a:xfrm>
            <a:off x="7241947" y="1082835"/>
            <a:ext cx="432048" cy="461665"/>
          </a:xfrm>
          <a:prstGeom prst="rect">
            <a:avLst/>
          </a:prstGeom>
          <a:solidFill>
            <a:srgbClr val="83E5DE"/>
          </a:solidFill>
        </p:spPr>
        <p:txBody>
          <a:bodyPr wrap="square" lIns="0" rIns="0" rtlCol="0" anchor="ctr" anchorCtr="1">
            <a:spAutoFit/>
          </a:bodyPr>
          <a:lstStyle/>
          <a:p>
            <a:pPr algn="ctr" defTabSz="457200"/>
            <a:r>
              <a:rPr lang="en-US" altLang="zh-CN" sz="2400" b="1" dirty="0">
                <a:solidFill>
                  <a:srgbClr val="333399"/>
                </a:solidFill>
                <a:effectLst>
                  <a:outerShdw blurRad="38100" dist="38100" dir="2700000" algn="tl">
                    <a:srgbClr val="000000">
                      <a:alpha val="43137"/>
                    </a:srgbClr>
                  </a:outerShdw>
                </a:effectLst>
                <a:latin typeface="Calibri" panose="020F0502020204030204"/>
              </a:rPr>
              <a:t>49</a:t>
            </a:r>
            <a:endParaRPr lang="zh-CN" altLang="en-US" sz="2400" b="1" dirty="0">
              <a:solidFill>
                <a:srgbClr val="333399"/>
              </a:solidFill>
              <a:effectLst>
                <a:outerShdw blurRad="38100" dist="38100" dir="2700000" algn="tl">
                  <a:srgbClr val="000000">
                    <a:alpha val="43137"/>
                  </a:srgbClr>
                </a:outerShdw>
              </a:effectLst>
              <a:latin typeface="Calibri" panose="020F0502020204030204"/>
            </a:endParaRPr>
          </a:p>
        </p:txBody>
      </p:sp>
      <p:sp>
        <p:nvSpPr>
          <p:cNvPr id="11" name="文本框 10">
            <a:extLst>
              <a:ext uri="{FF2B5EF4-FFF2-40B4-BE49-F238E27FC236}">
                <a16:creationId xmlns:a16="http://schemas.microsoft.com/office/drawing/2014/main" id="{602CC54E-E720-4422-BED7-01E617ED9A37}"/>
              </a:ext>
            </a:extLst>
          </p:cNvPr>
          <p:cNvSpPr txBox="1"/>
          <p:nvPr/>
        </p:nvSpPr>
        <p:spPr>
          <a:xfrm>
            <a:off x="7286448" y="1182659"/>
            <a:ext cx="343043" cy="313034"/>
          </a:xfrm>
          <a:prstGeom prst="rect">
            <a:avLst/>
          </a:prstGeom>
          <a:noFill/>
        </p:spPr>
        <p:txBody>
          <a:bodyPr wrap="none" lIns="0" tIns="0" rIns="0" bIns="0" rtlCol="0" anchor="ctr" anchorCtr="1">
            <a:spAutoFit/>
          </a:bodyPr>
          <a:lstStyle/>
          <a:p>
            <a:pPr algn="ctr">
              <a:lnSpc>
                <a:spcPts val="2400"/>
              </a:lnSpc>
            </a:pPr>
            <a:r>
              <a:rPr lang="en-US" altLang="zh-CN" sz="2400" b="1" dirty="0"/>
              <a:t>49</a:t>
            </a:r>
            <a:endParaRPr lang="zh-CN" altLang="en-US" sz="2400" b="1" dirty="0"/>
          </a:p>
        </p:txBody>
      </p:sp>
      <p:cxnSp>
        <p:nvCxnSpPr>
          <p:cNvPr id="25" name="直接连接符 24">
            <a:extLst>
              <a:ext uri="{FF2B5EF4-FFF2-40B4-BE49-F238E27FC236}">
                <a16:creationId xmlns:a16="http://schemas.microsoft.com/office/drawing/2014/main" id="{20E4FB83-0C4B-40CD-A39D-C5BACCD98139}"/>
              </a:ext>
            </a:extLst>
          </p:cNvPr>
          <p:cNvCxnSpPr>
            <a:cxnSpLocks/>
          </p:cNvCxnSpPr>
          <p:nvPr/>
        </p:nvCxnSpPr>
        <p:spPr>
          <a:xfrm>
            <a:off x="730551" y="5152061"/>
            <a:ext cx="3192574"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文本框 2">
            <a:extLst>
              <a:ext uri="{FF2B5EF4-FFF2-40B4-BE49-F238E27FC236}">
                <a16:creationId xmlns:a16="http://schemas.microsoft.com/office/drawing/2014/main" id="{B1590061-3B0C-4226-8B41-8E2AB3D93E74}"/>
              </a:ext>
            </a:extLst>
          </p:cNvPr>
          <p:cNvSpPr txBox="1"/>
          <p:nvPr/>
        </p:nvSpPr>
        <p:spPr>
          <a:xfrm>
            <a:off x="3529338" y="3448775"/>
            <a:ext cx="142668" cy="307777"/>
          </a:xfrm>
          <a:prstGeom prst="rect">
            <a:avLst/>
          </a:prstGeom>
          <a:noFill/>
        </p:spPr>
        <p:txBody>
          <a:bodyPr wrap="none" lIns="0" tIns="0" rIns="0" bIns="0" rtlCol="0">
            <a:spAutoFit/>
          </a:bodyPr>
          <a:lstStyle/>
          <a:p>
            <a:r>
              <a:rPr lang="en-US" altLang="zh-CN" sz="2000" b="1" dirty="0">
                <a:solidFill>
                  <a:srgbClr val="C00000"/>
                </a:solidFill>
              </a:rPr>
              <a:t>1</a:t>
            </a:r>
            <a:endParaRPr lang="zh-CN" altLang="en-US" sz="2000" b="1" dirty="0">
              <a:solidFill>
                <a:srgbClr val="C00000"/>
              </a:solidFill>
            </a:endParaRPr>
          </a:p>
        </p:txBody>
      </p:sp>
      <p:sp>
        <p:nvSpPr>
          <p:cNvPr id="43" name="文本框 42">
            <a:extLst>
              <a:ext uri="{FF2B5EF4-FFF2-40B4-BE49-F238E27FC236}">
                <a16:creationId xmlns:a16="http://schemas.microsoft.com/office/drawing/2014/main" id="{B425BEDB-856D-4B95-8458-E155EEEF0DC0}"/>
              </a:ext>
            </a:extLst>
          </p:cNvPr>
          <p:cNvSpPr txBox="1"/>
          <p:nvPr/>
        </p:nvSpPr>
        <p:spPr>
          <a:xfrm>
            <a:off x="4677418" y="3458241"/>
            <a:ext cx="142668" cy="307777"/>
          </a:xfrm>
          <a:prstGeom prst="rect">
            <a:avLst/>
          </a:prstGeom>
          <a:noFill/>
        </p:spPr>
        <p:txBody>
          <a:bodyPr wrap="none" lIns="0" tIns="0" rIns="0" bIns="0" rtlCol="0">
            <a:spAutoFit/>
          </a:bodyPr>
          <a:lstStyle/>
          <a:p>
            <a:r>
              <a:rPr lang="en-US" altLang="zh-CN" sz="2000" b="1" dirty="0">
                <a:solidFill>
                  <a:srgbClr val="C00000"/>
                </a:solidFill>
              </a:rPr>
              <a:t>8</a:t>
            </a:r>
            <a:endParaRPr lang="zh-CN" altLang="en-US" sz="2000" b="1" dirty="0">
              <a:solidFill>
                <a:srgbClr val="C00000"/>
              </a:solidFill>
            </a:endParaRPr>
          </a:p>
        </p:txBody>
      </p:sp>
      <p:sp>
        <p:nvSpPr>
          <p:cNvPr id="44" name="文本框 43">
            <a:extLst>
              <a:ext uri="{FF2B5EF4-FFF2-40B4-BE49-F238E27FC236}">
                <a16:creationId xmlns:a16="http://schemas.microsoft.com/office/drawing/2014/main" id="{205D9A75-FAAF-455A-B675-EE2F3544E347}"/>
              </a:ext>
            </a:extLst>
          </p:cNvPr>
          <p:cNvSpPr txBox="1"/>
          <p:nvPr/>
        </p:nvSpPr>
        <p:spPr>
          <a:xfrm>
            <a:off x="8937357" y="762386"/>
            <a:ext cx="142668" cy="307777"/>
          </a:xfrm>
          <a:prstGeom prst="rect">
            <a:avLst/>
          </a:prstGeom>
          <a:noFill/>
        </p:spPr>
        <p:txBody>
          <a:bodyPr wrap="none" lIns="0" tIns="0" rIns="0" bIns="0" rtlCol="0">
            <a:spAutoFit/>
          </a:bodyPr>
          <a:lstStyle/>
          <a:p>
            <a:r>
              <a:rPr lang="en-US" altLang="zh-CN" sz="2000" b="1" dirty="0">
                <a:solidFill>
                  <a:srgbClr val="C00000"/>
                </a:solidFill>
              </a:rPr>
              <a:t>4</a:t>
            </a:r>
            <a:endParaRPr lang="zh-CN" altLang="en-US" sz="2000" b="1" dirty="0">
              <a:solidFill>
                <a:srgbClr val="C00000"/>
              </a:solidFill>
            </a:endParaRPr>
          </a:p>
        </p:txBody>
      </p:sp>
      <p:sp>
        <p:nvSpPr>
          <p:cNvPr id="27" name="文本框 26">
            <a:extLst>
              <a:ext uri="{FF2B5EF4-FFF2-40B4-BE49-F238E27FC236}">
                <a16:creationId xmlns:a16="http://schemas.microsoft.com/office/drawing/2014/main" id="{DCE406DF-20DD-44C6-B5DE-BEF38E945161}"/>
              </a:ext>
            </a:extLst>
          </p:cNvPr>
          <p:cNvSpPr txBox="1"/>
          <p:nvPr/>
        </p:nvSpPr>
        <p:spPr>
          <a:xfrm>
            <a:off x="3766464" y="3289370"/>
            <a:ext cx="6636182" cy="2308324"/>
          </a:xfrm>
          <a:prstGeom prst="rect">
            <a:avLst/>
          </a:prstGeom>
          <a:solidFill>
            <a:schemeClr val="accent6">
              <a:lumMod val="20000"/>
              <a:lumOff val="80000"/>
            </a:schemeClr>
          </a:solidFill>
          <a:ln w="12700">
            <a:solidFill>
              <a:srgbClr val="0070C0"/>
            </a:solidFill>
          </a:ln>
        </p:spPr>
        <p:txBody>
          <a:bodyPr wrap="square">
            <a:spAutoFit/>
          </a:bodyPr>
          <a:lstStyle/>
          <a:p>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void</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QSort(SqList L,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int</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low,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int</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high)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a:t>
            </a:r>
            <a:r>
              <a:rPr lang="zh-CN" altLang="en-US"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算法10.7</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对顺序表</a:t>
            </a:r>
            <a:r>
              <a:rPr lang="zh-CN" altLang="en-US"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L</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中的子序列</a:t>
            </a:r>
            <a:r>
              <a:rPr lang="zh-CN" altLang="en-US"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L</a:t>
            </a:r>
            <a:r>
              <a:rPr lang="en-US" altLang="zh-CN"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-&gt;</a:t>
            </a:r>
            <a:r>
              <a:rPr lang="zh-CN" altLang="en-US"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r[low..high]</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进行快速排序</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if</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(low &lt; high)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区间长度大于1</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pivotloc = Partition(L, low, high);  </a:t>
            </a:r>
            <a:endParaRPr lang="en-US" altLang="zh-CN" sz="1600" b="1" dirty="0">
              <a:latin typeface="Courier New" panose="02070309020205020404" pitchFamily="49" charset="0"/>
              <a:ea typeface="仿宋" panose="02010609060101010101" pitchFamily="49" charset="-122"/>
              <a:cs typeface="Courier New" panose="02070309020205020404" pitchFamily="49" charset="0"/>
            </a:endParaRPr>
          </a:p>
          <a:p>
            <a:r>
              <a:rPr lang="en-US" altLang="zh-CN"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将</a:t>
            </a:r>
            <a:r>
              <a:rPr lang="zh-CN" altLang="en-US"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L</a:t>
            </a:r>
            <a:r>
              <a:rPr lang="en-US" altLang="zh-CN"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-&gt;</a:t>
            </a:r>
            <a:r>
              <a:rPr lang="zh-CN" altLang="en-US"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r[low..high]</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一分为二，</a:t>
            </a:r>
            <a:r>
              <a:rPr lang="zh-CN" altLang="en-US"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pivotloc</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是枢轴位置</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QSort(L, low, pivotloc-1);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对低子表递归排序</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QSort(L, pivotloc+1, high);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对高子表递归排序</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p>
          <a:p>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QSort</a:t>
            </a:r>
          </a:p>
        </p:txBody>
      </p:sp>
      <p:cxnSp>
        <p:nvCxnSpPr>
          <p:cNvPr id="28" name="直接连接符 27">
            <a:extLst>
              <a:ext uri="{FF2B5EF4-FFF2-40B4-BE49-F238E27FC236}">
                <a16:creationId xmlns:a16="http://schemas.microsoft.com/office/drawing/2014/main" id="{40635ACB-7758-48ED-9B4C-BD965480326F}"/>
              </a:ext>
            </a:extLst>
          </p:cNvPr>
          <p:cNvCxnSpPr/>
          <p:nvPr/>
        </p:nvCxnSpPr>
        <p:spPr>
          <a:xfrm>
            <a:off x="4352684" y="4307928"/>
            <a:ext cx="4249658"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BEC247B6-0B32-4F6A-80F5-4258C9499AAC}"/>
              </a:ext>
            </a:extLst>
          </p:cNvPr>
          <p:cNvCxnSpPr>
            <a:cxnSpLocks/>
          </p:cNvCxnSpPr>
          <p:nvPr/>
        </p:nvCxnSpPr>
        <p:spPr>
          <a:xfrm>
            <a:off x="4352684" y="4813476"/>
            <a:ext cx="3192574"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46" name="文本框 45">
            <a:extLst>
              <a:ext uri="{FF2B5EF4-FFF2-40B4-BE49-F238E27FC236}">
                <a16:creationId xmlns:a16="http://schemas.microsoft.com/office/drawing/2014/main" id="{D2CD673F-C5FE-4B69-938B-6FCF57905A21}"/>
              </a:ext>
            </a:extLst>
          </p:cNvPr>
          <p:cNvSpPr txBox="1"/>
          <p:nvPr/>
        </p:nvSpPr>
        <p:spPr>
          <a:xfrm>
            <a:off x="2158940" y="4789634"/>
            <a:ext cx="142668" cy="307777"/>
          </a:xfrm>
          <a:prstGeom prst="rect">
            <a:avLst/>
          </a:prstGeom>
          <a:noFill/>
        </p:spPr>
        <p:txBody>
          <a:bodyPr wrap="none" lIns="0" tIns="0" rIns="0" bIns="0" rtlCol="0">
            <a:spAutoFit/>
          </a:bodyPr>
          <a:lstStyle/>
          <a:p>
            <a:r>
              <a:rPr lang="en-US" altLang="zh-CN" sz="2000" b="1" dirty="0">
                <a:solidFill>
                  <a:srgbClr val="C00000"/>
                </a:solidFill>
              </a:rPr>
              <a:t>1</a:t>
            </a:r>
            <a:endParaRPr lang="zh-CN" altLang="en-US" sz="2000" b="1" dirty="0">
              <a:solidFill>
                <a:srgbClr val="C00000"/>
              </a:solidFill>
            </a:endParaRPr>
          </a:p>
        </p:txBody>
      </p:sp>
      <p:sp>
        <p:nvSpPr>
          <p:cNvPr id="47" name="文本框 46">
            <a:extLst>
              <a:ext uri="{FF2B5EF4-FFF2-40B4-BE49-F238E27FC236}">
                <a16:creationId xmlns:a16="http://schemas.microsoft.com/office/drawing/2014/main" id="{26FE7B5D-72B1-4DE4-8B9C-38B3479A9523}"/>
              </a:ext>
            </a:extLst>
          </p:cNvPr>
          <p:cNvSpPr txBox="1"/>
          <p:nvPr/>
        </p:nvSpPr>
        <p:spPr>
          <a:xfrm>
            <a:off x="7254010" y="670018"/>
            <a:ext cx="461665" cy="307777"/>
          </a:xfrm>
          <a:prstGeom prst="rect">
            <a:avLst/>
          </a:prstGeom>
          <a:noFill/>
        </p:spPr>
        <p:txBody>
          <a:bodyPr wrap="none" lIns="0" tIns="0" rIns="0" bIns="0" rtlCol="0" anchor="ctr" anchorCtr="1">
            <a:spAutoFit/>
          </a:bodyPr>
          <a:lstStyle/>
          <a:p>
            <a:r>
              <a:rPr lang="en-US" altLang="zh-CN" sz="2000" b="1" dirty="0">
                <a:solidFill>
                  <a:srgbClr val="00B050"/>
                </a:solidFill>
                <a:latin typeface="Courier New" panose="02070309020205020404" pitchFamily="49" charset="0"/>
                <a:cs typeface="Courier New" panose="02070309020205020404" pitchFamily="49" charset="0"/>
              </a:rPr>
              <a:t>low</a:t>
            </a:r>
            <a:endParaRPr lang="zh-CN" altLang="en-US" sz="2000" b="1" dirty="0">
              <a:solidFill>
                <a:srgbClr val="00B050"/>
              </a:solidFill>
              <a:latin typeface="Courier New" panose="02070309020205020404" pitchFamily="49" charset="0"/>
              <a:cs typeface="Courier New" panose="02070309020205020404" pitchFamily="49" charset="0"/>
            </a:endParaRPr>
          </a:p>
        </p:txBody>
      </p:sp>
      <p:sp>
        <p:nvSpPr>
          <p:cNvPr id="48" name="文本框 47">
            <a:extLst>
              <a:ext uri="{FF2B5EF4-FFF2-40B4-BE49-F238E27FC236}">
                <a16:creationId xmlns:a16="http://schemas.microsoft.com/office/drawing/2014/main" id="{43882C23-1066-4B9E-AB57-DEE5400F1C01}"/>
              </a:ext>
            </a:extLst>
          </p:cNvPr>
          <p:cNvSpPr txBox="1"/>
          <p:nvPr/>
        </p:nvSpPr>
        <p:spPr>
          <a:xfrm>
            <a:off x="8221717" y="496989"/>
            <a:ext cx="615553" cy="307777"/>
          </a:xfrm>
          <a:prstGeom prst="rect">
            <a:avLst/>
          </a:prstGeom>
          <a:noFill/>
        </p:spPr>
        <p:txBody>
          <a:bodyPr wrap="none" lIns="0" tIns="0" rIns="0" bIns="0" rtlCol="0" anchor="ctr" anchorCtr="1">
            <a:spAutoFit/>
          </a:bodyPr>
          <a:lstStyle/>
          <a:p>
            <a:r>
              <a:rPr lang="en-US" altLang="zh-CN" sz="2000" b="1" dirty="0">
                <a:solidFill>
                  <a:srgbClr val="00B050"/>
                </a:solidFill>
                <a:latin typeface="Courier New" panose="02070309020205020404" pitchFamily="49" charset="0"/>
                <a:cs typeface="Courier New" panose="02070309020205020404" pitchFamily="49" charset="0"/>
              </a:rPr>
              <a:t>high</a:t>
            </a:r>
            <a:endParaRPr lang="zh-CN" altLang="en-US" sz="2000" b="1" dirty="0">
              <a:solidFill>
                <a:srgbClr val="00B050"/>
              </a:solidFill>
              <a:latin typeface="Courier New" panose="02070309020205020404" pitchFamily="49" charset="0"/>
              <a:cs typeface="Courier New" panose="02070309020205020404" pitchFamily="49" charset="0"/>
            </a:endParaRPr>
          </a:p>
        </p:txBody>
      </p:sp>
      <p:sp>
        <p:nvSpPr>
          <p:cNvPr id="49" name="文本框 48">
            <a:extLst>
              <a:ext uri="{FF2B5EF4-FFF2-40B4-BE49-F238E27FC236}">
                <a16:creationId xmlns:a16="http://schemas.microsoft.com/office/drawing/2014/main" id="{7EA31E9E-2140-4CC4-A9EA-F038B4C34908}"/>
              </a:ext>
            </a:extLst>
          </p:cNvPr>
          <p:cNvSpPr txBox="1"/>
          <p:nvPr/>
        </p:nvSpPr>
        <p:spPr>
          <a:xfrm>
            <a:off x="7907461" y="771228"/>
            <a:ext cx="142668" cy="307777"/>
          </a:xfrm>
          <a:prstGeom prst="rect">
            <a:avLst/>
          </a:prstGeom>
          <a:noFill/>
        </p:spPr>
        <p:txBody>
          <a:bodyPr wrap="none" lIns="0" tIns="0" rIns="0" bIns="0" rtlCol="0">
            <a:spAutoFit/>
          </a:bodyPr>
          <a:lstStyle/>
          <a:p>
            <a:r>
              <a:rPr lang="en-US" altLang="zh-CN" sz="2000" b="1" dirty="0">
                <a:solidFill>
                  <a:srgbClr val="C00000"/>
                </a:solidFill>
              </a:rPr>
              <a:t>2</a:t>
            </a:r>
            <a:endParaRPr lang="zh-CN" altLang="en-US" sz="2000" b="1" dirty="0">
              <a:solidFill>
                <a:srgbClr val="C00000"/>
              </a:solidFill>
            </a:endParaRPr>
          </a:p>
        </p:txBody>
      </p:sp>
      <p:sp>
        <p:nvSpPr>
          <p:cNvPr id="50" name="文本框 49">
            <a:extLst>
              <a:ext uri="{FF2B5EF4-FFF2-40B4-BE49-F238E27FC236}">
                <a16:creationId xmlns:a16="http://schemas.microsoft.com/office/drawing/2014/main" id="{4C2C687A-7BF0-460C-A487-356BA7477B1E}"/>
              </a:ext>
            </a:extLst>
          </p:cNvPr>
          <p:cNvSpPr txBox="1"/>
          <p:nvPr/>
        </p:nvSpPr>
        <p:spPr>
          <a:xfrm>
            <a:off x="5278870" y="2930811"/>
            <a:ext cx="6636182" cy="2308324"/>
          </a:xfrm>
          <a:prstGeom prst="rect">
            <a:avLst/>
          </a:prstGeom>
          <a:solidFill>
            <a:schemeClr val="accent2">
              <a:lumMod val="20000"/>
              <a:lumOff val="80000"/>
            </a:schemeClr>
          </a:solidFill>
          <a:ln w="12700">
            <a:solidFill>
              <a:srgbClr val="0070C0"/>
            </a:solidFill>
          </a:ln>
        </p:spPr>
        <p:txBody>
          <a:bodyPr wrap="square">
            <a:spAutoFit/>
          </a:bodyPr>
          <a:lstStyle/>
          <a:p>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void</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QSort(SqList L,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int</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low,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int</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high)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a:t>
            </a:r>
            <a:r>
              <a:rPr lang="zh-CN" altLang="en-US"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算法10.7</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对顺序表</a:t>
            </a:r>
            <a:r>
              <a:rPr lang="zh-CN" altLang="en-US"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L</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中的子序列</a:t>
            </a:r>
            <a:r>
              <a:rPr lang="zh-CN" altLang="en-US"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L</a:t>
            </a:r>
            <a:r>
              <a:rPr lang="en-US" altLang="zh-CN"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-&gt;</a:t>
            </a:r>
            <a:r>
              <a:rPr lang="zh-CN" altLang="en-US"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r[low..high]</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进行快速排序</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if</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(low &lt; high)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区间长度大于1</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pivotloc = Partition(L, low, high);  </a:t>
            </a:r>
            <a:endParaRPr lang="en-US" altLang="zh-CN" sz="1600" b="1" dirty="0">
              <a:latin typeface="Courier New" panose="02070309020205020404" pitchFamily="49" charset="0"/>
              <a:ea typeface="仿宋" panose="02010609060101010101" pitchFamily="49" charset="-122"/>
              <a:cs typeface="Courier New" panose="02070309020205020404" pitchFamily="49" charset="0"/>
            </a:endParaRPr>
          </a:p>
          <a:p>
            <a:r>
              <a:rPr lang="en-US" altLang="zh-CN"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将</a:t>
            </a:r>
            <a:r>
              <a:rPr lang="zh-CN" altLang="en-US"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L</a:t>
            </a:r>
            <a:r>
              <a:rPr lang="en-US" altLang="zh-CN"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-&gt;</a:t>
            </a:r>
            <a:r>
              <a:rPr lang="zh-CN" altLang="en-US"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r[low..high]</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一分为二，</a:t>
            </a:r>
            <a:r>
              <a:rPr lang="zh-CN" altLang="en-US"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pivotloc</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是枢轴位置</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QSort(L, low, pivotloc-1);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对低子表递归排序</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QSort(L, pivotloc+1, high);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对高子表递归排序</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p>
          <a:p>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QSort</a:t>
            </a:r>
          </a:p>
        </p:txBody>
      </p:sp>
      <p:sp>
        <p:nvSpPr>
          <p:cNvPr id="51" name="文本框 50">
            <a:extLst>
              <a:ext uri="{FF2B5EF4-FFF2-40B4-BE49-F238E27FC236}">
                <a16:creationId xmlns:a16="http://schemas.microsoft.com/office/drawing/2014/main" id="{CD318C3B-4799-4C5F-8F6E-D8D7A1ECB8CD}"/>
              </a:ext>
            </a:extLst>
          </p:cNvPr>
          <p:cNvSpPr txBox="1"/>
          <p:nvPr/>
        </p:nvSpPr>
        <p:spPr>
          <a:xfrm>
            <a:off x="8743079" y="2716791"/>
            <a:ext cx="142668" cy="307777"/>
          </a:xfrm>
          <a:prstGeom prst="rect">
            <a:avLst/>
          </a:prstGeom>
          <a:noFill/>
        </p:spPr>
        <p:txBody>
          <a:bodyPr wrap="none" lIns="0" tIns="0" rIns="0" bIns="0" rtlCol="0">
            <a:spAutoFit/>
          </a:bodyPr>
          <a:lstStyle/>
          <a:p>
            <a:r>
              <a:rPr lang="en-US" altLang="zh-CN" sz="2000" b="1" dirty="0">
                <a:solidFill>
                  <a:srgbClr val="C00000"/>
                </a:solidFill>
              </a:rPr>
              <a:t>1</a:t>
            </a:r>
            <a:endParaRPr lang="zh-CN" altLang="en-US" sz="2000" b="1" dirty="0">
              <a:solidFill>
                <a:srgbClr val="C00000"/>
              </a:solidFill>
            </a:endParaRPr>
          </a:p>
        </p:txBody>
      </p:sp>
      <p:sp>
        <p:nvSpPr>
          <p:cNvPr id="52" name="文本框 51">
            <a:extLst>
              <a:ext uri="{FF2B5EF4-FFF2-40B4-BE49-F238E27FC236}">
                <a16:creationId xmlns:a16="http://schemas.microsoft.com/office/drawing/2014/main" id="{145F9A00-442B-4E77-9CB2-47B504D0DABD}"/>
              </a:ext>
            </a:extLst>
          </p:cNvPr>
          <p:cNvSpPr txBox="1"/>
          <p:nvPr/>
        </p:nvSpPr>
        <p:spPr>
          <a:xfrm>
            <a:off x="9811933" y="2705460"/>
            <a:ext cx="142668" cy="307777"/>
          </a:xfrm>
          <a:prstGeom prst="rect">
            <a:avLst/>
          </a:prstGeom>
          <a:noFill/>
        </p:spPr>
        <p:txBody>
          <a:bodyPr wrap="none" lIns="0" tIns="0" rIns="0" bIns="0" rtlCol="0">
            <a:spAutoFit/>
          </a:bodyPr>
          <a:lstStyle/>
          <a:p>
            <a:r>
              <a:rPr lang="en-US" altLang="zh-CN" sz="2000" b="1" dirty="0">
                <a:solidFill>
                  <a:srgbClr val="C00000"/>
                </a:solidFill>
              </a:rPr>
              <a:t>1</a:t>
            </a:r>
            <a:endParaRPr lang="zh-CN" altLang="en-US" sz="2000" b="1" dirty="0">
              <a:solidFill>
                <a:srgbClr val="C00000"/>
              </a:solidFill>
            </a:endParaRPr>
          </a:p>
        </p:txBody>
      </p:sp>
      <p:cxnSp>
        <p:nvCxnSpPr>
          <p:cNvPr id="53" name="直接连接符 52">
            <a:extLst>
              <a:ext uri="{FF2B5EF4-FFF2-40B4-BE49-F238E27FC236}">
                <a16:creationId xmlns:a16="http://schemas.microsoft.com/office/drawing/2014/main" id="{B4BDAF6A-9EC8-4DF2-A04F-9C6B0C06F850}"/>
              </a:ext>
            </a:extLst>
          </p:cNvPr>
          <p:cNvCxnSpPr>
            <a:cxnSpLocks/>
          </p:cNvCxnSpPr>
          <p:nvPr/>
        </p:nvCxnSpPr>
        <p:spPr>
          <a:xfrm>
            <a:off x="5665281" y="3689631"/>
            <a:ext cx="1857461"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7C4BC5F8-D69E-47B1-B193-AA9B24764484}"/>
              </a:ext>
            </a:extLst>
          </p:cNvPr>
          <p:cNvCxnSpPr>
            <a:cxnSpLocks/>
          </p:cNvCxnSpPr>
          <p:nvPr/>
        </p:nvCxnSpPr>
        <p:spPr>
          <a:xfrm>
            <a:off x="4330168" y="5061301"/>
            <a:ext cx="3192574"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55" name="文本框 54">
            <a:extLst>
              <a:ext uri="{FF2B5EF4-FFF2-40B4-BE49-F238E27FC236}">
                <a16:creationId xmlns:a16="http://schemas.microsoft.com/office/drawing/2014/main" id="{9E8EE84B-F540-49EC-A3C6-BBF58410FCA0}"/>
              </a:ext>
            </a:extLst>
          </p:cNvPr>
          <p:cNvSpPr txBox="1"/>
          <p:nvPr/>
        </p:nvSpPr>
        <p:spPr>
          <a:xfrm>
            <a:off x="5274429" y="3633144"/>
            <a:ext cx="6636182" cy="2308324"/>
          </a:xfrm>
          <a:prstGeom prst="rect">
            <a:avLst/>
          </a:prstGeom>
          <a:solidFill>
            <a:schemeClr val="accent2">
              <a:lumMod val="20000"/>
              <a:lumOff val="80000"/>
            </a:schemeClr>
          </a:solidFill>
          <a:ln w="12700">
            <a:solidFill>
              <a:srgbClr val="0070C0"/>
            </a:solidFill>
          </a:ln>
        </p:spPr>
        <p:txBody>
          <a:bodyPr wrap="square">
            <a:spAutoFit/>
          </a:bodyPr>
          <a:lstStyle/>
          <a:p>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void</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QSort(SqList L,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int</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low,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int</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high)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a:t>
            </a:r>
            <a:r>
              <a:rPr lang="zh-CN" altLang="en-US"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算法10.7</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对顺序表</a:t>
            </a:r>
            <a:r>
              <a:rPr lang="zh-CN" altLang="en-US"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L</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中的子序列</a:t>
            </a:r>
            <a:r>
              <a:rPr lang="zh-CN" altLang="en-US"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L</a:t>
            </a:r>
            <a:r>
              <a:rPr lang="en-US" altLang="zh-CN"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-&gt;</a:t>
            </a:r>
            <a:r>
              <a:rPr lang="zh-CN" altLang="en-US"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r[low..high]</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进行快速排序</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if</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(low &lt; high)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区间长度大于1</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pivotloc = Partition(L, low, high);  </a:t>
            </a:r>
            <a:endParaRPr lang="en-US" altLang="zh-CN" sz="1600" b="1" dirty="0">
              <a:latin typeface="Courier New" panose="02070309020205020404" pitchFamily="49" charset="0"/>
              <a:ea typeface="仿宋" panose="02010609060101010101" pitchFamily="49" charset="-122"/>
              <a:cs typeface="Courier New" panose="02070309020205020404" pitchFamily="49" charset="0"/>
            </a:endParaRPr>
          </a:p>
          <a:p>
            <a:r>
              <a:rPr lang="en-US" altLang="zh-CN"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将</a:t>
            </a:r>
            <a:r>
              <a:rPr lang="zh-CN" altLang="en-US"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L</a:t>
            </a:r>
            <a:r>
              <a:rPr lang="en-US" altLang="zh-CN"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-&gt;</a:t>
            </a:r>
            <a:r>
              <a:rPr lang="zh-CN" altLang="en-US"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r[low..high]</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一分为二，</a:t>
            </a:r>
            <a:r>
              <a:rPr lang="zh-CN" altLang="en-US"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pivotloc</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是枢轴位置</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QSort(L, low, pivotloc-1);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对低子表递归排序</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QSort(L, pivotloc+1, high);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对高子表递归排序</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p>
          <a:p>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QSort</a:t>
            </a:r>
          </a:p>
        </p:txBody>
      </p:sp>
      <p:sp>
        <p:nvSpPr>
          <p:cNvPr id="56" name="文本框 55">
            <a:extLst>
              <a:ext uri="{FF2B5EF4-FFF2-40B4-BE49-F238E27FC236}">
                <a16:creationId xmlns:a16="http://schemas.microsoft.com/office/drawing/2014/main" id="{C4768643-7F01-4E29-883B-FBDE0A6237DC}"/>
              </a:ext>
            </a:extLst>
          </p:cNvPr>
          <p:cNvSpPr txBox="1"/>
          <p:nvPr/>
        </p:nvSpPr>
        <p:spPr>
          <a:xfrm>
            <a:off x="8703417" y="3471744"/>
            <a:ext cx="142668" cy="307777"/>
          </a:xfrm>
          <a:prstGeom prst="rect">
            <a:avLst/>
          </a:prstGeom>
          <a:noFill/>
        </p:spPr>
        <p:txBody>
          <a:bodyPr wrap="none" lIns="0" tIns="0" rIns="0" bIns="0" rtlCol="0">
            <a:spAutoFit/>
          </a:bodyPr>
          <a:lstStyle/>
          <a:p>
            <a:r>
              <a:rPr lang="en-US" altLang="zh-CN" sz="2000" b="1" dirty="0">
                <a:solidFill>
                  <a:srgbClr val="C00000"/>
                </a:solidFill>
              </a:rPr>
              <a:t>3</a:t>
            </a:r>
            <a:endParaRPr lang="zh-CN" altLang="en-US" sz="2000" b="1" dirty="0">
              <a:solidFill>
                <a:srgbClr val="C00000"/>
              </a:solidFill>
            </a:endParaRPr>
          </a:p>
        </p:txBody>
      </p:sp>
      <p:cxnSp>
        <p:nvCxnSpPr>
          <p:cNvPr id="57" name="直接连接符 56">
            <a:extLst>
              <a:ext uri="{FF2B5EF4-FFF2-40B4-BE49-F238E27FC236}">
                <a16:creationId xmlns:a16="http://schemas.microsoft.com/office/drawing/2014/main" id="{7610E411-FA64-4299-8E31-BE1510138D5B}"/>
              </a:ext>
            </a:extLst>
          </p:cNvPr>
          <p:cNvCxnSpPr>
            <a:cxnSpLocks/>
          </p:cNvCxnSpPr>
          <p:nvPr/>
        </p:nvCxnSpPr>
        <p:spPr>
          <a:xfrm>
            <a:off x="5665281" y="4426571"/>
            <a:ext cx="1857461"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58" name="文本框 57">
            <a:extLst>
              <a:ext uri="{FF2B5EF4-FFF2-40B4-BE49-F238E27FC236}">
                <a16:creationId xmlns:a16="http://schemas.microsoft.com/office/drawing/2014/main" id="{10CAC999-7F6F-4E61-AF85-6A218D7511B2}"/>
              </a:ext>
            </a:extLst>
          </p:cNvPr>
          <p:cNvSpPr txBox="1"/>
          <p:nvPr/>
        </p:nvSpPr>
        <p:spPr>
          <a:xfrm>
            <a:off x="9811933" y="3460413"/>
            <a:ext cx="142668" cy="307777"/>
          </a:xfrm>
          <a:prstGeom prst="rect">
            <a:avLst/>
          </a:prstGeom>
          <a:noFill/>
        </p:spPr>
        <p:txBody>
          <a:bodyPr wrap="none" lIns="0" tIns="0" rIns="0" bIns="0" rtlCol="0">
            <a:spAutoFit/>
          </a:bodyPr>
          <a:lstStyle/>
          <a:p>
            <a:r>
              <a:rPr lang="en-US" altLang="zh-CN" sz="2000" b="1" dirty="0">
                <a:solidFill>
                  <a:srgbClr val="C00000"/>
                </a:solidFill>
              </a:rPr>
              <a:t>3</a:t>
            </a:r>
            <a:endParaRPr lang="zh-CN" altLang="en-US" sz="2000" b="1" dirty="0">
              <a:solidFill>
                <a:srgbClr val="C00000"/>
              </a:solidFill>
            </a:endParaRPr>
          </a:p>
        </p:txBody>
      </p:sp>
      <p:sp>
        <p:nvSpPr>
          <p:cNvPr id="59" name="文本框 58">
            <a:extLst>
              <a:ext uri="{FF2B5EF4-FFF2-40B4-BE49-F238E27FC236}">
                <a16:creationId xmlns:a16="http://schemas.microsoft.com/office/drawing/2014/main" id="{0724F1FA-5800-465E-8C7F-E5FF8CD5B21E}"/>
              </a:ext>
            </a:extLst>
          </p:cNvPr>
          <p:cNvSpPr txBox="1"/>
          <p:nvPr/>
        </p:nvSpPr>
        <p:spPr>
          <a:xfrm>
            <a:off x="7287900" y="1186321"/>
            <a:ext cx="343044" cy="313034"/>
          </a:xfrm>
          <a:prstGeom prst="rect">
            <a:avLst/>
          </a:prstGeom>
          <a:noFill/>
        </p:spPr>
        <p:txBody>
          <a:bodyPr wrap="none" lIns="0" tIns="0" rIns="0" bIns="0" rtlCol="0" anchor="ctr" anchorCtr="1">
            <a:spAutoFit/>
          </a:bodyPr>
          <a:lstStyle/>
          <a:p>
            <a:pPr algn="ctr">
              <a:lnSpc>
                <a:spcPts val="2400"/>
              </a:lnSpc>
            </a:pPr>
            <a:r>
              <a:rPr lang="en-US" altLang="zh-CN" sz="2400" b="1" dirty="0"/>
              <a:t>27</a:t>
            </a:r>
            <a:endParaRPr lang="zh-CN" altLang="en-US" sz="2400" b="1" dirty="0"/>
          </a:p>
        </p:txBody>
      </p:sp>
      <p:sp>
        <p:nvSpPr>
          <p:cNvPr id="45" name="文本框 44">
            <a:extLst>
              <a:ext uri="{FF2B5EF4-FFF2-40B4-BE49-F238E27FC236}">
                <a16:creationId xmlns:a16="http://schemas.microsoft.com/office/drawing/2014/main" id="{983A9369-F5C5-4286-A94E-73EDCBBADE2C}"/>
              </a:ext>
            </a:extLst>
          </p:cNvPr>
          <p:cNvSpPr txBox="1"/>
          <p:nvPr/>
        </p:nvSpPr>
        <p:spPr>
          <a:xfrm>
            <a:off x="3412761" y="4753524"/>
            <a:ext cx="142668" cy="307777"/>
          </a:xfrm>
          <a:prstGeom prst="rect">
            <a:avLst/>
          </a:prstGeom>
          <a:noFill/>
        </p:spPr>
        <p:txBody>
          <a:bodyPr wrap="none" lIns="0" tIns="0" rIns="0" bIns="0" rtlCol="0">
            <a:spAutoFit/>
          </a:bodyPr>
          <a:lstStyle/>
          <a:p>
            <a:r>
              <a:rPr lang="en-US" altLang="zh-CN" sz="2000" b="1" dirty="0">
                <a:solidFill>
                  <a:srgbClr val="C00000"/>
                </a:solidFill>
              </a:rPr>
              <a:t>3</a:t>
            </a:r>
            <a:endParaRPr lang="zh-CN" altLang="en-US" sz="2000" b="1" dirty="0">
              <a:solidFill>
                <a:srgbClr val="C00000"/>
              </a:solidFill>
            </a:endParaRPr>
          </a:p>
        </p:txBody>
      </p:sp>
      <p:cxnSp>
        <p:nvCxnSpPr>
          <p:cNvPr id="60" name="直接连接符 59">
            <a:extLst>
              <a:ext uri="{FF2B5EF4-FFF2-40B4-BE49-F238E27FC236}">
                <a16:creationId xmlns:a16="http://schemas.microsoft.com/office/drawing/2014/main" id="{803D26BA-BDB1-4D2D-82C4-DA0499EE52B1}"/>
              </a:ext>
            </a:extLst>
          </p:cNvPr>
          <p:cNvCxnSpPr>
            <a:cxnSpLocks/>
          </p:cNvCxnSpPr>
          <p:nvPr/>
        </p:nvCxnSpPr>
        <p:spPr>
          <a:xfrm>
            <a:off x="730551" y="5400714"/>
            <a:ext cx="3192574"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61" name="文本框 60">
            <a:extLst>
              <a:ext uri="{FF2B5EF4-FFF2-40B4-BE49-F238E27FC236}">
                <a16:creationId xmlns:a16="http://schemas.microsoft.com/office/drawing/2014/main" id="{47728F45-2897-46E6-A9C1-A2CFB38408B9}"/>
              </a:ext>
            </a:extLst>
          </p:cNvPr>
          <p:cNvSpPr txBox="1"/>
          <p:nvPr/>
        </p:nvSpPr>
        <p:spPr>
          <a:xfrm>
            <a:off x="3762023" y="3935683"/>
            <a:ext cx="6636182" cy="2308324"/>
          </a:xfrm>
          <a:prstGeom prst="rect">
            <a:avLst/>
          </a:prstGeom>
          <a:solidFill>
            <a:schemeClr val="accent6">
              <a:lumMod val="20000"/>
              <a:lumOff val="80000"/>
            </a:schemeClr>
          </a:solidFill>
          <a:ln w="12700">
            <a:solidFill>
              <a:srgbClr val="0070C0"/>
            </a:solidFill>
          </a:ln>
        </p:spPr>
        <p:txBody>
          <a:bodyPr wrap="square">
            <a:spAutoFit/>
          </a:bodyPr>
          <a:lstStyle/>
          <a:p>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void</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QSort(SqList L,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int</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low,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int</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high)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a:t>
            </a:r>
            <a:r>
              <a:rPr lang="zh-CN" altLang="en-US"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算法10.7</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对顺序表</a:t>
            </a:r>
            <a:r>
              <a:rPr lang="zh-CN" altLang="en-US"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L</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中的子序列</a:t>
            </a:r>
            <a:r>
              <a:rPr lang="zh-CN" altLang="en-US"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L</a:t>
            </a:r>
            <a:r>
              <a:rPr lang="en-US" altLang="zh-CN"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-&gt;</a:t>
            </a:r>
            <a:r>
              <a:rPr lang="zh-CN" altLang="en-US"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r[low..high]</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进行快速排序</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if</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(low &lt; high)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区间长度大于1</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pivotloc = Partition(L, low, high);  </a:t>
            </a:r>
            <a:endParaRPr lang="en-US" altLang="zh-CN" sz="1600" b="1" dirty="0">
              <a:latin typeface="Courier New" panose="02070309020205020404" pitchFamily="49" charset="0"/>
              <a:ea typeface="仿宋" panose="02010609060101010101" pitchFamily="49" charset="-122"/>
              <a:cs typeface="Courier New" panose="02070309020205020404" pitchFamily="49" charset="0"/>
            </a:endParaRPr>
          </a:p>
          <a:p>
            <a:r>
              <a:rPr lang="en-US" altLang="zh-CN"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将</a:t>
            </a:r>
            <a:r>
              <a:rPr lang="zh-CN" altLang="en-US"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L</a:t>
            </a:r>
            <a:r>
              <a:rPr lang="en-US" altLang="zh-CN"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-&gt;</a:t>
            </a:r>
            <a:r>
              <a:rPr lang="zh-CN" altLang="en-US"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r[low..high]</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一分为二，</a:t>
            </a:r>
            <a:r>
              <a:rPr lang="zh-CN" altLang="en-US"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pivotloc</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是枢轴位置</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QSort(L, low, pivotloc-1);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对低子表递归排序</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QSort(L, pivotloc+1, high);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对高子表递归排序</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p>
          <a:p>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endPar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p:txBody>
      </p:sp>
      <p:cxnSp>
        <p:nvCxnSpPr>
          <p:cNvPr id="62" name="直接连接符 61">
            <a:extLst>
              <a:ext uri="{FF2B5EF4-FFF2-40B4-BE49-F238E27FC236}">
                <a16:creationId xmlns:a16="http://schemas.microsoft.com/office/drawing/2014/main" id="{2451CF7D-BD5C-4AAB-9FCC-9294266F1D1A}"/>
              </a:ext>
            </a:extLst>
          </p:cNvPr>
          <p:cNvCxnSpPr/>
          <p:nvPr/>
        </p:nvCxnSpPr>
        <p:spPr>
          <a:xfrm>
            <a:off x="4349176" y="4946469"/>
            <a:ext cx="4249658"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71538271-B190-4ECA-8721-05A8AA5FA2BD}"/>
              </a:ext>
            </a:extLst>
          </p:cNvPr>
          <p:cNvCxnSpPr>
            <a:cxnSpLocks/>
          </p:cNvCxnSpPr>
          <p:nvPr/>
        </p:nvCxnSpPr>
        <p:spPr>
          <a:xfrm>
            <a:off x="4354619" y="5452017"/>
            <a:ext cx="3192574"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4F21599B-4354-4D91-BB98-5BE1590D2A46}"/>
              </a:ext>
            </a:extLst>
          </p:cNvPr>
          <p:cNvCxnSpPr>
            <a:cxnSpLocks/>
          </p:cNvCxnSpPr>
          <p:nvPr/>
        </p:nvCxnSpPr>
        <p:spPr>
          <a:xfrm>
            <a:off x="4342989" y="5699842"/>
            <a:ext cx="3192574"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65" name="文本框 64">
            <a:extLst>
              <a:ext uri="{FF2B5EF4-FFF2-40B4-BE49-F238E27FC236}">
                <a16:creationId xmlns:a16="http://schemas.microsoft.com/office/drawing/2014/main" id="{412371B5-8AA7-4890-9B05-18FF09E78E58}"/>
              </a:ext>
            </a:extLst>
          </p:cNvPr>
          <p:cNvSpPr txBox="1"/>
          <p:nvPr/>
        </p:nvSpPr>
        <p:spPr>
          <a:xfrm>
            <a:off x="9296531" y="499197"/>
            <a:ext cx="461665" cy="307777"/>
          </a:xfrm>
          <a:prstGeom prst="rect">
            <a:avLst/>
          </a:prstGeom>
          <a:noFill/>
        </p:spPr>
        <p:txBody>
          <a:bodyPr wrap="none" lIns="0" tIns="0" rIns="0" bIns="0" rtlCol="0" anchor="ctr" anchorCtr="1">
            <a:spAutoFit/>
          </a:bodyPr>
          <a:lstStyle/>
          <a:p>
            <a:r>
              <a:rPr lang="en-US" altLang="zh-CN" sz="2000" b="1" dirty="0">
                <a:solidFill>
                  <a:srgbClr val="00B050"/>
                </a:solidFill>
                <a:latin typeface="Courier New" panose="02070309020205020404" pitchFamily="49" charset="0"/>
                <a:cs typeface="Courier New" panose="02070309020205020404" pitchFamily="49" charset="0"/>
              </a:rPr>
              <a:t>low</a:t>
            </a:r>
            <a:endParaRPr lang="zh-CN" altLang="en-US" sz="2000" b="1" dirty="0">
              <a:solidFill>
                <a:srgbClr val="00B050"/>
              </a:solidFill>
              <a:latin typeface="Courier New" panose="02070309020205020404" pitchFamily="49" charset="0"/>
              <a:cs typeface="Courier New" panose="02070309020205020404" pitchFamily="49" charset="0"/>
            </a:endParaRPr>
          </a:p>
        </p:txBody>
      </p:sp>
      <p:sp>
        <p:nvSpPr>
          <p:cNvPr id="66" name="文本框 65">
            <a:extLst>
              <a:ext uri="{FF2B5EF4-FFF2-40B4-BE49-F238E27FC236}">
                <a16:creationId xmlns:a16="http://schemas.microsoft.com/office/drawing/2014/main" id="{B9E13C1A-F074-49C1-9362-E210F9529EC2}"/>
              </a:ext>
            </a:extLst>
          </p:cNvPr>
          <p:cNvSpPr txBox="1"/>
          <p:nvPr/>
        </p:nvSpPr>
        <p:spPr>
          <a:xfrm>
            <a:off x="10761455" y="348094"/>
            <a:ext cx="615553" cy="307777"/>
          </a:xfrm>
          <a:prstGeom prst="rect">
            <a:avLst/>
          </a:prstGeom>
          <a:noFill/>
        </p:spPr>
        <p:txBody>
          <a:bodyPr wrap="none" lIns="0" tIns="0" rIns="0" bIns="0" rtlCol="0" anchor="ctr" anchorCtr="1">
            <a:spAutoFit/>
          </a:bodyPr>
          <a:lstStyle/>
          <a:p>
            <a:r>
              <a:rPr lang="en-US" altLang="zh-CN" sz="2000" b="1" dirty="0">
                <a:solidFill>
                  <a:srgbClr val="00B050"/>
                </a:solidFill>
                <a:latin typeface="Courier New" panose="02070309020205020404" pitchFamily="49" charset="0"/>
                <a:cs typeface="Courier New" panose="02070309020205020404" pitchFamily="49" charset="0"/>
              </a:rPr>
              <a:t>high</a:t>
            </a:r>
            <a:endParaRPr lang="zh-CN" altLang="en-US" sz="2000" b="1" dirty="0">
              <a:solidFill>
                <a:srgbClr val="00B050"/>
              </a:solidFill>
              <a:latin typeface="Courier New" panose="02070309020205020404" pitchFamily="49" charset="0"/>
              <a:cs typeface="Courier New" panose="02070309020205020404" pitchFamily="49" charset="0"/>
            </a:endParaRPr>
          </a:p>
        </p:txBody>
      </p:sp>
      <p:cxnSp>
        <p:nvCxnSpPr>
          <p:cNvPr id="67" name="直接连接符 66">
            <a:extLst>
              <a:ext uri="{FF2B5EF4-FFF2-40B4-BE49-F238E27FC236}">
                <a16:creationId xmlns:a16="http://schemas.microsoft.com/office/drawing/2014/main" id="{3C91B9AA-73CE-4DB2-8F06-A320FCA7FDB3}"/>
              </a:ext>
            </a:extLst>
          </p:cNvPr>
          <p:cNvCxnSpPr>
            <a:cxnSpLocks/>
          </p:cNvCxnSpPr>
          <p:nvPr/>
        </p:nvCxnSpPr>
        <p:spPr>
          <a:xfrm>
            <a:off x="7254010" y="2468735"/>
            <a:ext cx="1455327" cy="0"/>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sp>
        <p:nvSpPr>
          <p:cNvPr id="68" name="文本框 67">
            <a:extLst>
              <a:ext uri="{FF2B5EF4-FFF2-40B4-BE49-F238E27FC236}">
                <a16:creationId xmlns:a16="http://schemas.microsoft.com/office/drawing/2014/main" id="{745217AD-D0FC-46D6-805D-F767F46E0B9A}"/>
              </a:ext>
            </a:extLst>
          </p:cNvPr>
          <p:cNvSpPr txBox="1"/>
          <p:nvPr/>
        </p:nvSpPr>
        <p:spPr>
          <a:xfrm>
            <a:off x="5792596" y="2268814"/>
            <a:ext cx="1467068" cy="369332"/>
          </a:xfrm>
          <a:prstGeom prst="rect">
            <a:avLst/>
          </a:prstGeom>
          <a:noFill/>
        </p:spPr>
        <p:txBody>
          <a:bodyPr wrap="none" rtlCol="0">
            <a:spAutoFit/>
          </a:bodyPr>
          <a:lstStyle/>
          <a:p>
            <a:r>
              <a:rPr lang="zh-CN" altLang="en-US" b="1" dirty="0">
                <a:solidFill>
                  <a:srgbClr val="00B050"/>
                </a:solidFill>
              </a:rPr>
              <a:t>第</a:t>
            </a:r>
            <a:r>
              <a:rPr lang="en-US" altLang="zh-CN" b="1" dirty="0">
                <a:solidFill>
                  <a:srgbClr val="00B050"/>
                </a:solidFill>
              </a:rPr>
              <a:t>2</a:t>
            </a:r>
            <a:r>
              <a:rPr lang="zh-CN" altLang="en-US" b="1" dirty="0">
                <a:solidFill>
                  <a:srgbClr val="00B050"/>
                </a:solidFill>
              </a:rPr>
              <a:t>趟区间：</a:t>
            </a:r>
          </a:p>
        </p:txBody>
      </p:sp>
      <p:cxnSp>
        <p:nvCxnSpPr>
          <p:cNvPr id="69" name="直接连接符 68">
            <a:extLst>
              <a:ext uri="{FF2B5EF4-FFF2-40B4-BE49-F238E27FC236}">
                <a16:creationId xmlns:a16="http://schemas.microsoft.com/office/drawing/2014/main" id="{7A8138D7-B09D-4281-B903-D8036E0DF0EB}"/>
              </a:ext>
            </a:extLst>
          </p:cNvPr>
          <p:cNvCxnSpPr>
            <a:cxnSpLocks/>
          </p:cNvCxnSpPr>
          <p:nvPr/>
        </p:nvCxnSpPr>
        <p:spPr>
          <a:xfrm>
            <a:off x="9288067" y="2468735"/>
            <a:ext cx="1988872" cy="0"/>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70" name="直接连接符 69">
            <a:extLst>
              <a:ext uri="{FF2B5EF4-FFF2-40B4-BE49-F238E27FC236}">
                <a16:creationId xmlns:a16="http://schemas.microsoft.com/office/drawing/2014/main" id="{58D1F489-853C-4D37-BD48-A1CA386A354F}"/>
              </a:ext>
            </a:extLst>
          </p:cNvPr>
          <p:cNvCxnSpPr>
            <a:cxnSpLocks/>
          </p:cNvCxnSpPr>
          <p:nvPr/>
        </p:nvCxnSpPr>
        <p:spPr>
          <a:xfrm>
            <a:off x="7255590" y="2744869"/>
            <a:ext cx="433306" cy="0"/>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sp>
        <p:nvSpPr>
          <p:cNvPr id="71" name="文本框 70">
            <a:extLst>
              <a:ext uri="{FF2B5EF4-FFF2-40B4-BE49-F238E27FC236}">
                <a16:creationId xmlns:a16="http://schemas.microsoft.com/office/drawing/2014/main" id="{D1269401-1306-4A41-9D99-3E76A4A62B60}"/>
              </a:ext>
            </a:extLst>
          </p:cNvPr>
          <p:cNvSpPr txBox="1"/>
          <p:nvPr/>
        </p:nvSpPr>
        <p:spPr>
          <a:xfrm>
            <a:off x="5794176" y="2544948"/>
            <a:ext cx="1467068" cy="369332"/>
          </a:xfrm>
          <a:prstGeom prst="rect">
            <a:avLst/>
          </a:prstGeom>
          <a:noFill/>
        </p:spPr>
        <p:txBody>
          <a:bodyPr wrap="none" rtlCol="0">
            <a:spAutoFit/>
          </a:bodyPr>
          <a:lstStyle/>
          <a:p>
            <a:r>
              <a:rPr lang="zh-CN" altLang="en-US" b="1" dirty="0">
                <a:solidFill>
                  <a:schemeClr val="accent2"/>
                </a:solidFill>
              </a:rPr>
              <a:t>第</a:t>
            </a:r>
            <a:r>
              <a:rPr lang="en-US" altLang="zh-CN" b="1" dirty="0">
                <a:solidFill>
                  <a:schemeClr val="accent2"/>
                </a:solidFill>
              </a:rPr>
              <a:t>3</a:t>
            </a:r>
            <a:r>
              <a:rPr lang="zh-CN" altLang="en-US" b="1" dirty="0">
                <a:solidFill>
                  <a:schemeClr val="accent2"/>
                </a:solidFill>
              </a:rPr>
              <a:t>趟区间：</a:t>
            </a:r>
          </a:p>
        </p:txBody>
      </p:sp>
      <p:cxnSp>
        <p:nvCxnSpPr>
          <p:cNvPr id="72" name="直接连接符 71">
            <a:extLst>
              <a:ext uri="{FF2B5EF4-FFF2-40B4-BE49-F238E27FC236}">
                <a16:creationId xmlns:a16="http://schemas.microsoft.com/office/drawing/2014/main" id="{60F70CD3-71FC-46BC-A31B-C3D4361967B8}"/>
              </a:ext>
            </a:extLst>
          </p:cNvPr>
          <p:cNvCxnSpPr>
            <a:cxnSpLocks/>
          </p:cNvCxnSpPr>
          <p:nvPr/>
        </p:nvCxnSpPr>
        <p:spPr>
          <a:xfrm>
            <a:off x="9289647" y="2744869"/>
            <a:ext cx="966544" cy="0"/>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3" name="直接连接符 72">
            <a:extLst>
              <a:ext uri="{FF2B5EF4-FFF2-40B4-BE49-F238E27FC236}">
                <a16:creationId xmlns:a16="http://schemas.microsoft.com/office/drawing/2014/main" id="{7C642F0B-726F-4B10-8E6D-B23376023D17}"/>
              </a:ext>
            </a:extLst>
          </p:cNvPr>
          <p:cNvCxnSpPr>
            <a:cxnSpLocks/>
          </p:cNvCxnSpPr>
          <p:nvPr/>
        </p:nvCxnSpPr>
        <p:spPr>
          <a:xfrm>
            <a:off x="8270111" y="2740231"/>
            <a:ext cx="433306" cy="0"/>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5C1B9649-C676-468C-9777-A9588D0D2394}"/>
              </a:ext>
            </a:extLst>
          </p:cNvPr>
          <p:cNvCxnSpPr>
            <a:cxnSpLocks/>
          </p:cNvCxnSpPr>
          <p:nvPr/>
        </p:nvCxnSpPr>
        <p:spPr>
          <a:xfrm>
            <a:off x="10843633" y="2743046"/>
            <a:ext cx="433306" cy="0"/>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sp>
        <p:nvSpPr>
          <p:cNvPr id="75" name="文本框 74">
            <a:extLst>
              <a:ext uri="{FF2B5EF4-FFF2-40B4-BE49-F238E27FC236}">
                <a16:creationId xmlns:a16="http://schemas.microsoft.com/office/drawing/2014/main" id="{A96922F3-82D9-4C3D-A0E9-289438584EF3}"/>
              </a:ext>
            </a:extLst>
          </p:cNvPr>
          <p:cNvSpPr txBox="1"/>
          <p:nvPr/>
        </p:nvSpPr>
        <p:spPr>
          <a:xfrm>
            <a:off x="9362147" y="1175882"/>
            <a:ext cx="343044" cy="313034"/>
          </a:xfrm>
          <a:prstGeom prst="rect">
            <a:avLst/>
          </a:prstGeom>
          <a:noFill/>
        </p:spPr>
        <p:txBody>
          <a:bodyPr wrap="none" lIns="0" tIns="0" rIns="0" bIns="0" rtlCol="0" anchor="ctr" anchorCtr="1">
            <a:spAutoFit/>
          </a:bodyPr>
          <a:lstStyle/>
          <a:p>
            <a:pPr algn="ctr">
              <a:lnSpc>
                <a:spcPts val="2400"/>
              </a:lnSpc>
            </a:pPr>
            <a:r>
              <a:rPr lang="en-US" altLang="zh-CN" sz="2400" b="1" dirty="0"/>
              <a:t>76</a:t>
            </a:r>
            <a:endParaRPr lang="zh-CN" altLang="en-US" sz="2400" b="1" dirty="0"/>
          </a:p>
        </p:txBody>
      </p:sp>
      <p:sp>
        <p:nvSpPr>
          <p:cNvPr id="76" name="文本框 75">
            <a:extLst>
              <a:ext uri="{FF2B5EF4-FFF2-40B4-BE49-F238E27FC236}">
                <a16:creationId xmlns:a16="http://schemas.microsoft.com/office/drawing/2014/main" id="{8E2CF001-AD51-4D39-A71C-51B489115605}"/>
              </a:ext>
            </a:extLst>
          </p:cNvPr>
          <p:cNvSpPr txBox="1"/>
          <p:nvPr/>
        </p:nvSpPr>
        <p:spPr>
          <a:xfrm>
            <a:off x="10482911" y="746311"/>
            <a:ext cx="142668" cy="307777"/>
          </a:xfrm>
          <a:prstGeom prst="rect">
            <a:avLst/>
          </a:prstGeom>
          <a:noFill/>
        </p:spPr>
        <p:txBody>
          <a:bodyPr wrap="none" lIns="0" tIns="0" rIns="0" bIns="0" rtlCol="0">
            <a:spAutoFit/>
          </a:bodyPr>
          <a:lstStyle/>
          <a:p>
            <a:r>
              <a:rPr lang="en-US" altLang="zh-CN" sz="2000" b="1" dirty="0">
                <a:solidFill>
                  <a:srgbClr val="C00000"/>
                </a:solidFill>
              </a:rPr>
              <a:t>7</a:t>
            </a:r>
            <a:endParaRPr lang="zh-CN" altLang="en-US" sz="2000" b="1" dirty="0">
              <a:solidFill>
                <a:srgbClr val="C00000"/>
              </a:solidFill>
            </a:endParaRPr>
          </a:p>
        </p:txBody>
      </p:sp>
      <p:sp>
        <p:nvSpPr>
          <p:cNvPr id="77" name="文本框 76">
            <a:extLst>
              <a:ext uri="{FF2B5EF4-FFF2-40B4-BE49-F238E27FC236}">
                <a16:creationId xmlns:a16="http://schemas.microsoft.com/office/drawing/2014/main" id="{2115F381-A625-4E3A-B751-589FFFED2715}"/>
              </a:ext>
            </a:extLst>
          </p:cNvPr>
          <p:cNvSpPr txBox="1"/>
          <p:nvPr/>
        </p:nvSpPr>
        <p:spPr>
          <a:xfrm>
            <a:off x="5278128" y="3643808"/>
            <a:ext cx="6636182" cy="2308324"/>
          </a:xfrm>
          <a:prstGeom prst="rect">
            <a:avLst/>
          </a:prstGeom>
          <a:solidFill>
            <a:schemeClr val="accent2">
              <a:lumMod val="20000"/>
              <a:lumOff val="80000"/>
            </a:schemeClr>
          </a:solidFill>
          <a:ln w="12700">
            <a:solidFill>
              <a:srgbClr val="0070C0"/>
            </a:solidFill>
          </a:ln>
        </p:spPr>
        <p:txBody>
          <a:bodyPr wrap="square">
            <a:spAutoFit/>
          </a:bodyPr>
          <a:lstStyle/>
          <a:p>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void</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QSort(SqList L,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int</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low,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int</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high)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a:t>
            </a:r>
            <a:r>
              <a:rPr lang="zh-CN" altLang="en-US"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算法10.7</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对顺序表</a:t>
            </a:r>
            <a:r>
              <a:rPr lang="zh-CN" altLang="en-US"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L</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中的子序列</a:t>
            </a:r>
            <a:r>
              <a:rPr lang="zh-CN" altLang="en-US"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L</a:t>
            </a:r>
            <a:r>
              <a:rPr lang="en-US" altLang="zh-CN"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-&gt;</a:t>
            </a:r>
            <a:r>
              <a:rPr lang="zh-CN" altLang="en-US"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r[low..high]</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进行快速排序</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if</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(low &lt; high)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区间长度大于1</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pivotloc = Partition(L, low, high);  </a:t>
            </a:r>
            <a:endParaRPr lang="en-US" altLang="zh-CN" sz="1600" b="1" dirty="0">
              <a:latin typeface="Courier New" panose="02070309020205020404" pitchFamily="49" charset="0"/>
              <a:ea typeface="仿宋" panose="02010609060101010101" pitchFamily="49" charset="-122"/>
              <a:cs typeface="Courier New" panose="02070309020205020404" pitchFamily="49" charset="0"/>
            </a:endParaRPr>
          </a:p>
          <a:p>
            <a:r>
              <a:rPr lang="en-US" altLang="zh-CN"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将</a:t>
            </a:r>
            <a:r>
              <a:rPr lang="zh-CN" altLang="en-US"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L</a:t>
            </a:r>
            <a:r>
              <a:rPr lang="en-US" altLang="zh-CN"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-&gt;</a:t>
            </a:r>
            <a:r>
              <a:rPr lang="zh-CN" altLang="en-US"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r[low..high]</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一分为二，</a:t>
            </a:r>
            <a:r>
              <a:rPr lang="zh-CN" altLang="en-US"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pivotloc</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是枢轴位置</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QSort(L, low, pivotloc-1);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对低子表递归排序</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QSort(L, pivotloc+1, high);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对高子表递归排序</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p>
          <a:p>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QSort</a:t>
            </a:r>
          </a:p>
        </p:txBody>
      </p:sp>
      <p:sp>
        <p:nvSpPr>
          <p:cNvPr id="78" name="文本框 77">
            <a:extLst>
              <a:ext uri="{FF2B5EF4-FFF2-40B4-BE49-F238E27FC236}">
                <a16:creationId xmlns:a16="http://schemas.microsoft.com/office/drawing/2014/main" id="{3A1AF1D4-135E-4060-9828-DD6FD6DAC9D6}"/>
              </a:ext>
            </a:extLst>
          </p:cNvPr>
          <p:cNvSpPr txBox="1"/>
          <p:nvPr/>
        </p:nvSpPr>
        <p:spPr>
          <a:xfrm>
            <a:off x="8609677" y="3500099"/>
            <a:ext cx="142668" cy="307777"/>
          </a:xfrm>
          <a:prstGeom prst="rect">
            <a:avLst/>
          </a:prstGeom>
          <a:noFill/>
        </p:spPr>
        <p:txBody>
          <a:bodyPr wrap="square" lIns="0" tIns="0" rIns="0" bIns="0" rtlCol="0">
            <a:spAutoFit/>
          </a:bodyPr>
          <a:lstStyle/>
          <a:p>
            <a:r>
              <a:rPr lang="en-US" altLang="zh-CN" sz="2000" b="1" dirty="0">
                <a:solidFill>
                  <a:srgbClr val="C00000"/>
                </a:solidFill>
              </a:rPr>
              <a:t>5</a:t>
            </a:r>
            <a:endParaRPr lang="zh-CN" altLang="en-US" sz="2000" b="1" dirty="0">
              <a:solidFill>
                <a:srgbClr val="C00000"/>
              </a:solidFill>
            </a:endParaRPr>
          </a:p>
        </p:txBody>
      </p:sp>
      <p:sp>
        <p:nvSpPr>
          <p:cNvPr id="79" name="文本框 78">
            <a:extLst>
              <a:ext uri="{FF2B5EF4-FFF2-40B4-BE49-F238E27FC236}">
                <a16:creationId xmlns:a16="http://schemas.microsoft.com/office/drawing/2014/main" id="{F8A85364-3EB9-4A25-8132-9F490D1B32E1}"/>
              </a:ext>
            </a:extLst>
          </p:cNvPr>
          <p:cNvSpPr txBox="1"/>
          <p:nvPr/>
        </p:nvSpPr>
        <p:spPr>
          <a:xfrm>
            <a:off x="9752809" y="3488768"/>
            <a:ext cx="142668" cy="307777"/>
          </a:xfrm>
          <a:prstGeom prst="rect">
            <a:avLst/>
          </a:prstGeom>
          <a:noFill/>
        </p:spPr>
        <p:txBody>
          <a:bodyPr wrap="none" lIns="0" tIns="0" rIns="0" bIns="0" rtlCol="0">
            <a:spAutoFit/>
          </a:bodyPr>
          <a:lstStyle/>
          <a:p>
            <a:r>
              <a:rPr lang="en-US" altLang="zh-CN" sz="2000" b="1" dirty="0">
                <a:solidFill>
                  <a:srgbClr val="C00000"/>
                </a:solidFill>
              </a:rPr>
              <a:t>6</a:t>
            </a:r>
            <a:endParaRPr lang="zh-CN" altLang="en-US" sz="2000" b="1" dirty="0">
              <a:solidFill>
                <a:srgbClr val="C00000"/>
              </a:solidFill>
            </a:endParaRPr>
          </a:p>
        </p:txBody>
      </p:sp>
      <p:cxnSp>
        <p:nvCxnSpPr>
          <p:cNvPr id="80" name="直接连接符 79">
            <a:extLst>
              <a:ext uri="{FF2B5EF4-FFF2-40B4-BE49-F238E27FC236}">
                <a16:creationId xmlns:a16="http://schemas.microsoft.com/office/drawing/2014/main" id="{6D63BD47-8653-4928-B194-7C5CC30658D2}"/>
              </a:ext>
            </a:extLst>
          </p:cNvPr>
          <p:cNvCxnSpPr>
            <a:cxnSpLocks/>
          </p:cNvCxnSpPr>
          <p:nvPr/>
        </p:nvCxnSpPr>
        <p:spPr>
          <a:xfrm>
            <a:off x="5637942" y="4402008"/>
            <a:ext cx="1830821"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82" name="文本框 81">
            <a:extLst>
              <a:ext uri="{FF2B5EF4-FFF2-40B4-BE49-F238E27FC236}">
                <a16:creationId xmlns:a16="http://schemas.microsoft.com/office/drawing/2014/main" id="{C2940B85-0206-46C9-BAC0-1C0304361E5A}"/>
              </a:ext>
            </a:extLst>
          </p:cNvPr>
          <p:cNvSpPr txBox="1"/>
          <p:nvPr/>
        </p:nvSpPr>
        <p:spPr>
          <a:xfrm>
            <a:off x="7224065" y="3818760"/>
            <a:ext cx="142668" cy="307777"/>
          </a:xfrm>
          <a:prstGeom prst="rect">
            <a:avLst/>
          </a:prstGeom>
          <a:noFill/>
        </p:spPr>
        <p:txBody>
          <a:bodyPr wrap="none" lIns="0" tIns="0" rIns="0" bIns="0" rtlCol="0">
            <a:spAutoFit/>
          </a:bodyPr>
          <a:lstStyle/>
          <a:p>
            <a:r>
              <a:rPr lang="en-US" altLang="zh-CN" sz="2000" b="1" dirty="0">
                <a:solidFill>
                  <a:srgbClr val="C00000"/>
                </a:solidFill>
              </a:rPr>
              <a:t>5</a:t>
            </a:r>
            <a:endParaRPr lang="zh-CN" altLang="en-US" sz="2000" b="1" dirty="0">
              <a:solidFill>
                <a:srgbClr val="C00000"/>
              </a:solidFill>
            </a:endParaRPr>
          </a:p>
        </p:txBody>
      </p:sp>
      <p:sp>
        <p:nvSpPr>
          <p:cNvPr id="83" name="文本框 82">
            <a:extLst>
              <a:ext uri="{FF2B5EF4-FFF2-40B4-BE49-F238E27FC236}">
                <a16:creationId xmlns:a16="http://schemas.microsoft.com/office/drawing/2014/main" id="{B521F6A7-7AC5-4426-B101-9562AD5ED88F}"/>
              </a:ext>
            </a:extLst>
          </p:cNvPr>
          <p:cNvSpPr txBox="1"/>
          <p:nvPr/>
        </p:nvSpPr>
        <p:spPr>
          <a:xfrm>
            <a:off x="8292919" y="3807429"/>
            <a:ext cx="142668" cy="307777"/>
          </a:xfrm>
          <a:prstGeom prst="rect">
            <a:avLst/>
          </a:prstGeom>
          <a:noFill/>
        </p:spPr>
        <p:txBody>
          <a:bodyPr wrap="none" lIns="0" tIns="0" rIns="0" bIns="0" rtlCol="0">
            <a:spAutoFit/>
          </a:bodyPr>
          <a:lstStyle/>
          <a:p>
            <a:r>
              <a:rPr lang="en-US" altLang="zh-CN" sz="2000" b="1" dirty="0">
                <a:solidFill>
                  <a:srgbClr val="C00000"/>
                </a:solidFill>
              </a:rPr>
              <a:t>8</a:t>
            </a:r>
            <a:endParaRPr lang="zh-CN" altLang="en-US" sz="2000" b="1" dirty="0">
              <a:solidFill>
                <a:srgbClr val="C00000"/>
              </a:solidFill>
            </a:endParaRPr>
          </a:p>
        </p:txBody>
      </p:sp>
      <p:cxnSp>
        <p:nvCxnSpPr>
          <p:cNvPr id="84" name="直接连接符 83">
            <a:extLst>
              <a:ext uri="{FF2B5EF4-FFF2-40B4-BE49-F238E27FC236}">
                <a16:creationId xmlns:a16="http://schemas.microsoft.com/office/drawing/2014/main" id="{90C43101-00CE-4027-AAAF-5CD450F34782}"/>
              </a:ext>
            </a:extLst>
          </p:cNvPr>
          <p:cNvCxnSpPr/>
          <p:nvPr/>
        </p:nvCxnSpPr>
        <p:spPr>
          <a:xfrm>
            <a:off x="5871167" y="4635911"/>
            <a:ext cx="4249658"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85" name="文本框 84">
            <a:extLst>
              <a:ext uri="{FF2B5EF4-FFF2-40B4-BE49-F238E27FC236}">
                <a16:creationId xmlns:a16="http://schemas.microsoft.com/office/drawing/2014/main" id="{17AA75F0-6C18-49EA-979F-304A08E1AA59}"/>
              </a:ext>
            </a:extLst>
          </p:cNvPr>
          <p:cNvSpPr txBox="1"/>
          <p:nvPr/>
        </p:nvSpPr>
        <p:spPr>
          <a:xfrm>
            <a:off x="9302351" y="658577"/>
            <a:ext cx="461665" cy="307777"/>
          </a:xfrm>
          <a:prstGeom prst="rect">
            <a:avLst/>
          </a:prstGeom>
          <a:noFill/>
        </p:spPr>
        <p:txBody>
          <a:bodyPr wrap="none" lIns="0" tIns="0" rIns="0" bIns="0" rtlCol="0" anchor="ctr" anchorCtr="1">
            <a:spAutoFit/>
          </a:bodyPr>
          <a:lstStyle/>
          <a:p>
            <a:r>
              <a:rPr lang="en-US" altLang="zh-CN" sz="2000" b="1" dirty="0">
                <a:solidFill>
                  <a:srgbClr val="EB701D"/>
                </a:solidFill>
                <a:latin typeface="Courier New" panose="02070309020205020404" pitchFamily="49" charset="0"/>
                <a:cs typeface="Courier New" panose="02070309020205020404" pitchFamily="49" charset="0"/>
              </a:rPr>
              <a:t>low</a:t>
            </a:r>
            <a:endParaRPr lang="zh-CN" altLang="en-US" sz="2000" b="1" dirty="0">
              <a:solidFill>
                <a:srgbClr val="EB701D"/>
              </a:solidFill>
              <a:latin typeface="Courier New" panose="02070309020205020404" pitchFamily="49" charset="0"/>
              <a:cs typeface="Courier New" panose="02070309020205020404" pitchFamily="49" charset="0"/>
            </a:endParaRPr>
          </a:p>
        </p:txBody>
      </p:sp>
      <p:sp>
        <p:nvSpPr>
          <p:cNvPr id="86" name="文本框 85">
            <a:extLst>
              <a:ext uri="{FF2B5EF4-FFF2-40B4-BE49-F238E27FC236}">
                <a16:creationId xmlns:a16="http://schemas.microsoft.com/office/drawing/2014/main" id="{955251AE-0DCB-4364-B3D2-914FC5035DA4}"/>
              </a:ext>
            </a:extLst>
          </p:cNvPr>
          <p:cNvSpPr txBox="1"/>
          <p:nvPr/>
        </p:nvSpPr>
        <p:spPr>
          <a:xfrm>
            <a:off x="9788674" y="487133"/>
            <a:ext cx="615553" cy="307777"/>
          </a:xfrm>
          <a:prstGeom prst="rect">
            <a:avLst/>
          </a:prstGeom>
          <a:noFill/>
        </p:spPr>
        <p:txBody>
          <a:bodyPr wrap="none" lIns="0" tIns="0" rIns="0" bIns="0" rtlCol="0" anchor="ctr" anchorCtr="1">
            <a:spAutoFit/>
          </a:bodyPr>
          <a:lstStyle/>
          <a:p>
            <a:r>
              <a:rPr lang="en-US" altLang="zh-CN" sz="2000" b="1" dirty="0">
                <a:solidFill>
                  <a:srgbClr val="EB701D"/>
                </a:solidFill>
                <a:latin typeface="Courier New" panose="02070309020205020404" pitchFamily="49" charset="0"/>
                <a:cs typeface="Courier New" panose="02070309020205020404" pitchFamily="49" charset="0"/>
              </a:rPr>
              <a:t>high</a:t>
            </a:r>
            <a:endParaRPr lang="zh-CN" altLang="en-US" sz="2000" b="1" dirty="0">
              <a:solidFill>
                <a:srgbClr val="EB701D"/>
              </a:solidFill>
              <a:latin typeface="Courier New" panose="02070309020205020404" pitchFamily="49" charset="0"/>
              <a:cs typeface="Courier New" panose="02070309020205020404" pitchFamily="49" charset="0"/>
            </a:endParaRPr>
          </a:p>
        </p:txBody>
      </p:sp>
      <p:sp>
        <p:nvSpPr>
          <p:cNvPr id="87" name="文本框 86">
            <a:extLst>
              <a:ext uri="{FF2B5EF4-FFF2-40B4-BE49-F238E27FC236}">
                <a16:creationId xmlns:a16="http://schemas.microsoft.com/office/drawing/2014/main" id="{ABD02F65-A07D-4A95-9559-EC6BDA088CB2}"/>
              </a:ext>
            </a:extLst>
          </p:cNvPr>
          <p:cNvSpPr txBox="1"/>
          <p:nvPr/>
        </p:nvSpPr>
        <p:spPr>
          <a:xfrm>
            <a:off x="9354025" y="1160417"/>
            <a:ext cx="343044" cy="313034"/>
          </a:xfrm>
          <a:prstGeom prst="rect">
            <a:avLst/>
          </a:prstGeom>
          <a:noFill/>
        </p:spPr>
        <p:txBody>
          <a:bodyPr wrap="none" lIns="0" tIns="0" rIns="0" bIns="0" rtlCol="0" anchor="ctr" anchorCtr="1">
            <a:spAutoFit/>
          </a:bodyPr>
          <a:lstStyle/>
          <a:p>
            <a:pPr algn="ctr">
              <a:lnSpc>
                <a:spcPts val="2400"/>
              </a:lnSpc>
            </a:pPr>
            <a:r>
              <a:rPr lang="en-US" altLang="zh-CN" sz="2400" b="1" u="sng" dirty="0"/>
              <a:t>49</a:t>
            </a:r>
            <a:endParaRPr lang="zh-CN" altLang="en-US" sz="2400" b="1" u="sng" dirty="0"/>
          </a:p>
        </p:txBody>
      </p:sp>
      <p:sp>
        <p:nvSpPr>
          <p:cNvPr id="88" name="文本框 87">
            <a:extLst>
              <a:ext uri="{FF2B5EF4-FFF2-40B4-BE49-F238E27FC236}">
                <a16:creationId xmlns:a16="http://schemas.microsoft.com/office/drawing/2014/main" id="{F8653931-37B9-41D3-865C-9EA00F6B26C4}"/>
              </a:ext>
            </a:extLst>
          </p:cNvPr>
          <p:cNvSpPr txBox="1"/>
          <p:nvPr/>
        </p:nvSpPr>
        <p:spPr>
          <a:xfrm>
            <a:off x="9467379" y="744713"/>
            <a:ext cx="142668" cy="307777"/>
          </a:xfrm>
          <a:prstGeom prst="rect">
            <a:avLst/>
          </a:prstGeom>
          <a:noFill/>
        </p:spPr>
        <p:txBody>
          <a:bodyPr wrap="none" lIns="0" tIns="0" rIns="0" bIns="0" rtlCol="0">
            <a:spAutoFit/>
          </a:bodyPr>
          <a:lstStyle/>
          <a:p>
            <a:r>
              <a:rPr lang="en-US" altLang="zh-CN" sz="2000" b="1" dirty="0">
                <a:solidFill>
                  <a:srgbClr val="C00000"/>
                </a:solidFill>
              </a:rPr>
              <a:t>5</a:t>
            </a:r>
            <a:endParaRPr lang="zh-CN" altLang="en-US" sz="2000" b="1" dirty="0">
              <a:solidFill>
                <a:srgbClr val="C00000"/>
              </a:solidFill>
            </a:endParaRPr>
          </a:p>
        </p:txBody>
      </p:sp>
      <p:cxnSp>
        <p:nvCxnSpPr>
          <p:cNvPr id="89" name="直接连接符 88">
            <a:extLst>
              <a:ext uri="{FF2B5EF4-FFF2-40B4-BE49-F238E27FC236}">
                <a16:creationId xmlns:a16="http://schemas.microsoft.com/office/drawing/2014/main" id="{13DEA2BA-52D0-4D2E-A3B3-244F2E2ED804}"/>
              </a:ext>
            </a:extLst>
          </p:cNvPr>
          <p:cNvCxnSpPr>
            <a:cxnSpLocks/>
          </p:cNvCxnSpPr>
          <p:nvPr/>
        </p:nvCxnSpPr>
        <p:spPr>
          <a:xfrm>
            <a:off x="5817725" y="5138101"/>
            <a:ext cx="3262300"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90" name="文本框 89">
            <a:extLst>
              <a:ext uri="{FF2B5EF4-FFF2-40B4-BE49-F238E27FC236}">
                <a16:creationId xmlns:a16="http://schemas.microsoft.com/office/drawing/2014/main" id="{A0F01A3E-988A-432E-8624-67457542F81B}"/>
              </a:ext>
            </a:extLst>
          </p:cNvPr>
          <p:cNvSpPr txBox="1"/>
          <p:nvPr/>
        </p:nvSpPr>
        <p:spPr>
          <a:xfrm>
            <a:off x="6435181" y="3397757"/>
            <a:ext cx="6636182" cy="2308324"/>
          </a:xfrm>
          <a:prstGeom prst="rect">
            <a:avLst/>
          </a:prstGeom>
          <a:solidFill>
            <a:schemeClr val="bg2"/>
          </a:solidFill>
          <a:ln w="12700">
            <a:solidFill>
              <a:srgbClr val="0070C0"/>
            </a:solidFill>
          </a:ln>
        </p:spPr>
        <p:txBody>
          <a:bodyPr wrap="square">
            <a:spAutoFit/>
          </a:bodyPr>
          <a:lstStyle/>
          <a:p>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void</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QSort(SqList L,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int</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low,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int</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high)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a:t>
            </a:r>
            <a:r>
              <a:rPr lang="zh-CN" altLang="en-US"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算法10.7</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对顺序表</a:t>
            </a:r>
            <a:r>
              <a:rPr lang="zh-CN" altLang="en-US"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L</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中的子序列</a:t>
            </a:r>
            <a:r>
              <a:rPr lang="zh-CN" altLang="en-US"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L</a:t>
            </a:r>
            <a:r>
              <a:rPr lang="en-US" altLang="zh-CN"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-&gt;</a:t>
            </a:r>
            <a:r>
              <a:rPr lang="zh-CN" altLang="en-US"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r[low..high]</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进行快速排序</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if</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(low &lt; high)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区间长度大于1</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pivotloc = Partition(L, low, high);  </a:t>
            </a:r>
            <a:endParaRPr lang="en-US" altLang="zh-CN" sz="1600" b="1" dirty="0">
              <a:latin typeface="Courier New" panose="02070309020205020404" pitchFamily="49" charset="0"/>
              <a:ea typeface="仿宋" panose="02010609060101010101" pitchFamily="49" charset="-122"/>
              <a:cs typeface="Courier New" panose="02070309020205020404" pitchFamily="49" charset="0"/>
            </a:endParaRPr>
          </a:p>
          <a:p>
            <a:r>
              <a:rPr lang="en-US" altLang="zh-CN"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将</a:t>
            </a:r>
            <a:r>
              <a:rPr lang="zh-CN" altLang="en-US"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L</a:t>
            </a:r>
            <a:r>
              <a:rPr lang="en-US" altLang="zh-CN"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-&gt;</a:t>
            </a:r>
            <a:r>
              <a:rPr lang="zh-CN" altLang="en-US"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r[low..high]</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一分为二，</a:t>
            </a:r>
            <a:r>
              <a:rPr lang="zh-CN" altLang="en-US"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pivotloc</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是枢轴位置</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QSort(L, low, pivotloc-1);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对低子表递归排序</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QSort(L, pivotloc+1, high);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对高子表递归排序</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p>
          <a:p>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QSort</a:t>
            </a:r>
          </a:p>
        </p:txBody>
      </p:sp>
      <p:sp>
        <p:nvSpPr>
          <p:cNvPr id="91" name="文本框 90">
            <a:extLst>
              <a:ext uri="{FF2B5EF4-FFF2-40B4-BE49-F238E27FC236}">
                <a16:creationId xmlns:a16="http://schemas.microsoft.com/office/drawing/2014/main" id="{D39A1A9A-DF4F-4738-8031-25FEA82A8EAF}"/>
              </a:ext>
            </a:extLst>
          </p:cNvPr>
          <p:cNvSpPr txBox="1"/>
          <p:nvPr/>
        </p:nvSpPr>
        <p:spPr>
          <a:xfrm>
            <a:off x="9830382" y="3270918"/>
            <a:ext cx="142668" cy="307777"/>
          </a:xfrm>
          <a:prstGeom prst="rect">
            <a:avLst/>
          </a:prstGeom>
          <a:noFill/>
        </p:spPr>
        <p:txBody>
          <a:bodyPr wrap="none" lIns="0" tIns="0" rIns="0" bIns="0" rtlCol="0">
            <a:spAutoFit/>
          </a:bodyPr>
          <a:lstStyle/>
          <a:p>
            <a:r>
              <a:rPr lang="en-US" altLang="zh-CN" sz="2000" b="1" dirty="0">
                <a:solidFill>
                  <a:srgbClr val="C00000"/>
                </a:solidFill>
              </a:rPr>
              <a:t>5</a:t>
            </a:r>
            <a:endParaRPr lang="zh-CN" altLang="en-US" sz="2000" b="1" dirty="0">
              <a:solidFill>
                <a:srgbClr val="C00000"/>
              </a:solidFill>
            </a:endParaRPr>
          </a:p>
        </p:txBody>
      </p:sp>
      <p:sp>
        <p:nvSpPr>
          <p:cNvPr id="92" name="文本框 91">
            <a:extLst>
              <a:ext uri="{FF2B5EF4-FFF2-40B4-BE49-F238E27FC236}">
                <a16:creationId xmlns:a16="http://schemas.microsoft.com/office/drawing/2014/main" id="{06EA5380-9192-4AC9-959D-8BAED4CE7A3A}"/>
              </a:ext>
            </a:extLst>
          </p:cNvPr>
          <p:cNvSpPr txBox="1"/>
          <p:nvPr/>
        </p:nvSpPr>
        <p:spPr>
          <a:xfrm>
            <a:off x="10899236" y="3259587"/>
            <a:ext cx="142668" cy="307777"/>
          </a:xfrm>
          <a:prstGeom prst="rect">
            <a:avLst/>
          </a:prstGeom>
          <a:noFill/>
        </p:spPr>
        <p:txBody>
          <a:bodyPr wrap="none" lIns="0" tIns="0" rIns="0" bIns="0" rtlCol="0">
            <a:spAutoFit/>
          </a:bodyPr>
          <a:lstStyle/>
          <a:p>
            <a:r>
              <a:rPr lang="en-US" altLang="zh-CN" sz="2000" b="1" dirty="0">
                <a:solidFill>
                  <a:srgbClr val="C00000"/>
                </a:solidFill>
              </a:rPr>
              <a:t>4</a:t>
            </a:r>
            <a:endParaRPr lang="zh-CN" altLang="en-US" sz="2000" b="1" dirty="0">
              <a:solidFill>
                <a:srgbClr val="C00000"/>
              </a:solidFill>
            </a:endParaRPr>
          </a:p>
        </p:txBody>
      </p:sp>
      <p:cxnSp>
        <p:nvCxnSpPr>
          <p:cNvPr id="93" name="直接连接符 92">
            <a:extLst>
              <a:ext uri="{FF2B5EF4-FFF2-40B4-BE49-F238E27FC236}">
                <a16:creationId xmlns:a16="http://schemas.microsoft.com/office/drawing/2014/main" id="{7F9B3F40-E219-4DAA-83EF-91053F2AA6CA}"/>
              </a:ext>
            </a:extLst>
          </p:cNvPr>
          <p:cNvCxnSpPr>
            <a:cxnSpLocks/>
          </p:cNvCxnSpPr>
          <p:nvPr/>
        </p:nvCxnSpPr>
        <p:spPr>
          <a:xfrm>
            <a:off x="6758584" y="4154457"/>
            <a:ext cx="1830821"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4" name="直接连接符 93">
            <a:extLst>
              <a:ext uri="{FF2B5EF4-FFF2-40B4-BE49-F238E27FC236}">
                <a16:creationId xmlns:a16="http://schemas.microsoft.com/office/drawing/2014/main" id="{E600585B-0EFC-4189-9617-32632942E19F}"/>
              </a:ext>
            </a:extLst>
          </p:cNvPr>
          <p:cNvCxnSpPr>
            <a:cxnSpLocks/>
          </p:cNvCxnSpPr>
          <p:nvPr/>
        </p:nvCxnSpPr>
        <p:spPr>
          <a:xfrm>
            <a:off x="5837613" y="5379319"/>
            <a:ext cx="3262300"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95" name="文本框 94">
            <a:extLst>
              <a:ext uri="{FF2B5EF4-FFF2-40B4-BE49-F238E27FC236}">
                <a16:creationId xmlns:a16="http://schemas.microsoft.com/office/drawing/2014/main" id="{839C0F83-9802-42F4-A502-D2367FE1E41F}"/>
              </a:ext>
            </a:extLst>
          </p:cNvPr>
          <p:cNvSpPr txBox="1"/>
          <p:nvPr/>
        </p:nvSpPr>
        <p:spPr>
          <a:xfrm>
            <a:off x="6440624" y="3871672"/>
            <a:ext cx="6636182" cy="2308324"/>
          </a:xfrm>
          <a:prstGeom prst="rect">
            <a:avLst/>
          </a:prstGeom>
          <a:solidFill>
            <a:schemeClr val="bg2"/>
          </a:solidFill>
          <a:ln w="12700">
            <a:solidFill>
              <a:srgbClr val="0070C0"/>
            </a:solidFill>
          </a:ln>
        </p:spPr>
        <p:txBody>
          <a:bodyPr wrap="square">
            <a:spAutoFit/>
          </a:bodyPr>
          <a:lstStyle/>
          <a:p>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void</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QSort(SqList L,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int</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low,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int</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high)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a:t>
            </a:r>
            <a:r>
              <a:rPr lang="zh-CN" altLang="en-US"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算法10.7</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对顺序表</a:t>
            </a:r>
            <a:r>
              <a:rPr lang="zh-CN" altLang="en-US"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L</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中的子序列</a:t>
            </a:r>
            <a:r>
              <a:rPr lang="zh-CN" altLang="en-US"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L</a:t>
            </a:r>
            <a:r>
              <a:rPr lang="en-US" altLang="zh-CN"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-&gt;</a:t>
            </a:r>
            <a:r>
              <a:rPr lang="zh-CN" altLang="en-US"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r[low..high]</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进行快速排序</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if</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(low &lt; high)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区间长度大于1</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pivotloc = Partition(L, low, high);  </a:t>
            </a:r>
            <a:endParaRPr lang="en-US" altLang="zh-CN" sz="1600" b="1" dirty="0">
              <a:latin typeface="Courier New" panose="02070309020205020404" pitchFamily="49" charset="0"/>
              <a:ea typeface="仿宋" panose="02010609060101010101" pitchFamily="49" charset="-122"/>
              <a:cs typeface="Courier New" panose="02070309020205020404" pitchFamily="49" charset="0"/>
            </a:endParaRPr>
          </a:p>
          <a:p>
            <a:r>
              <a:rPr lang="en-US" altLang="zh-CN"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将</a:t>
            </a:r>
            <a:r>
              <a:rPr lang="zh-CN" altLang="en-US"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L</a:t>
            </a:r>
            <a:r>
              <a:rPr lang="en-US" altLang="zh-CN"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-&gt;</a:t>
            </a:r>
            <a:r>
              <a:rPr lang="zh-CN" altLang="en-US"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r[low..high]</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一分为二，</a:t>
            </a:r>
            <a:r>
              <a:rPr lang="zh-CN" altLang="en-US"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pivotloc</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是枢轴位置</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QSort(L, low, pivotloc-1);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对低子表递归排序</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QSort(L, pivotloc+1, high);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对高子表递归排序</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p>
          <a:p>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QSort</a:t>
            </a:r>
          </a:p>
        </p:txBody>
      </p:sp>
      <p:sp>
        <p:nvSpPr>
          <p:cNvPr id="96" name="文本框 95">
            <a:extLst>
              <a:ext uri="{FF2B5EF4-FFF2-40B4-BE49-F238E27FC236}">
                <a16:creationId xmlns:a16="http://schemas.microsoft.com/office/drawing/2014/main" id="{33F41B2A-F4A3-4B23-8062-6E6B3BF3628F}"/>
              </a:ext>
            </a:extLst>
          </p:cNvPr>
          <p:cNvSpPr txBox="1"/>
          <p:nvPr/>
        </p:nvSpPr>
        <p:spPr>
          <a:xfrm>
            <a:off x="9839137" y="3754722"/>
            <a:ext cx="142668" cy="307777"/>
          </a:xfrm>
          <a:prstGeom prst="rect">
            <a:avLst/>
          </a:prstGeom>
          <a:noFill/>
        </p:spPr>
        <p:txBody>
          <a:bodyPr wrap="none" lIns="0" tIns="0" rIns="0" bIns="0" rtlCol="0">
            <a:spAutoFit/>
          </a:bodyPr>
          <a:lstStyle/>
          <a:p>
            <a:r>
              <a:rPr lang="en-US" altLang="zh-CN" sz="2000" b="1" dirty="0">
                <a:solidFill>
                  <a:srgbClr val="C00000"/>
                </a:solidFill>
              </a:rPr>
              <a:t>6</a:t>
            </a:r>
            <a:endParaRPr lang="zh-CN" altLang="en-US" sz="2000" b="1" dirty="0">
              <a:solidFill>
                <a:srgbClr val="C00000"/>
              </a:solidFill>
            </a:endParaRPr>
          </a:p>
        </p:txBody>
      </p:sp>
      <p:sp>
        <p:nvSpPr>
          <p:cNvPr id="97" name="文本框 96">
            <a:extLst>
              <a:ext uri="{FF2B5EF4-FFF2-40B4-BE49-F238E27FC236}">
                <a16:creationId xmlns:a16="http://schemas.microsoft.com/office/drawing/2014/main" id="{F2B66084-BD23-4194-B16D-C47E704A1DA3}"/>
              </a:ext>
            </a:extLst>
          </p:cNvPr>
          <p:cNvSpPr txBox="1"/>
          <p:nvPr/>
        </p:nvSpPr>
        <p:spPr>
          <a:xfrm>
            <a:off x="10907991" y="3743391"/>
            <a:ext cx="142668" cy="307777"/>
          </a:xfrm>
          <a:prstGeom prst="rect">
            <a:avLst/>
          </a:prstGeom>
          <a:noFill/>
        </p:spPr>
        <p:txBody>
          <a:bodyPr wrap="none" lIns="0" tIns="0" rIns="0" bIns="0" rtlCol="0">
            <a:spAutoFit/>
          </a:bodyPr>
          <a:lstStyle/>
          <a:p>
            <a:r>
              <a:rPr lang="en-US" altLang="zh-CN" sz="2000" b="1" dirty="0">
                <a:solidFill>
                  <a:srgbClr val="C00000"/>
                </a:solidFill>
              </a:rPr>
              <a:t>6</a:t>
            </a:r>
            <a:endParaRPr lang="zh-CN" altLang="en-US" sz="2000" b="1" dirty="0">
              <a:solidFill>
                <a:srgbClr val="C00000"/>
              </a:solidFill>
            </a:endParaRPr>
          </a:p>
        </p:txBody>
      </p:sp>
      <p:cxnSp>
        <p:nvCxnSpPr>
          <p:cNvPr id="98" name="直接连接符 97">
            <a:extLst>
              <a:ext uri="{FF2B5EF4-FFF2-40B4-BE49-F238E27FC236}">
                <a16:creationId xmlns:a16="http://schemas.microsoft.com/office/drawing/2014/main" id="{82B6FDAB-83A7-46A7-80F6-6AC887B0BAFA}"/>
              </a:ext>
            </a:extLst>
          </p:cNvPr>
          <p:cNvCxnSpPr>
            <a:cxnSpLocks/>
          </p:cNvCxnSpPr>
          <p:nvPr/>
        </p:nvCxnSpPr>
        <p:spPr>
          <a:xfrm>
            <a:off x="6763965" y="4656002"/>
            <a:ext cx="1830821"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99" name="文本框 98">
            <a:extLst>
              <a:ext uri="{FF2B5EF4-FFF2-40B4-BE49-F238E27FC236}">
                <a16:creationId xmlns:a16="http://schemas.microsoft.com/office/drawing/2014/main" id="{A6DE1638-AD44-467E-9494-82969A7686D0}"/>
              </a:ext>
            </a:extLst>
          </p:cNvPr>
          <p:cNvSpPr txBox="1"/>
          <p:nvPr/>
        </p:nvSpPr>
        <p:spPr>
          <a:xfrm>
            <a:off x="5291586" y="4176058"/>
            <a:ext cx="6636182" cy="2308324"/>
          </a:xfrm>
          <a:prstGeom prst="rect">
            <a:avLst/>
          </a:prstGeom>
          <a:solidFill>
            <a:schemeClr val="accent2">
              <a:lumMod val="20000"/>
              <a:lumOff val="80000"/>
            </a:schemeClr>
          </a:solidFill>
          <a:ln w="12700">
            <a:solidFill>
              <a:srgbClr val="0070C0"/>
            </a:solidFill>
          </a:ln>
        </p:spPr>
        <p:txBody>
          <a:bodyPr wrap="square">
            <a:spAutoFit/>
          </a:bodyPr>
          <a:lstStyle/>
          <a:p>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void</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QSort(SqList L,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int</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low,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int</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high)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a:t>
            </a:r>
            <a:r>
              <a:rPr lang="zh-CN" altLang="en-US"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算法10.7</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对顺序表</a:t>
            </a:r>
            <a:r>
              <a:rPr lang="zh-CN" altLang="en-US"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L</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中的子序列</a:t>
            </a:r>
            <a:r>
              <a:rPr lang="zh-CN" altLang="en-US"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L</a:t>
            </a:r>
            <a:r>
              <a:rPr lang="en-US" altLang="zh-CN"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-&gt;</a:t>
            </a:r>
            <a:r>
              <a:rPr lang="zh-CN" altLang="en-US"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r[low..high]</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进行快速排序</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if</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(low &lt; high)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区间长度大于1</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pivotloc = Partition(L, low, high);  </a:t>
            </a:r>
            <a:endParaRPr lang="en-US" altLang="zh-CN" sz="1600" b="1" dirty="0">
              <a:latin typeface="Courier New" panose="02070309020205020404" pitchFamily="49" charset="0"/>
              <a:ea typeface="仿宋" panose="02010609060101010101" pitchFamily="49" charset="-122"/>
              <a:cs typeface="Courier New" panose="02070309020205020404" pitchFamily="49" charset="0"/>
            </a:endParaRPr>
          </a:p>
          <a:p>
            <a:r>
              <a:rPr lang="en-US" altLang="zh-CN"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将</a:t>
            </a:r>
            <a:r>
              <a:rPr lang="zh-CN" altLang="en-US"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L</a:t>
            </a:r>
            <a:r>
              <a:rPr lang="en-US" altLang="zh-CN"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-&gt;</a:t>
            </a:r>
            <a:r>
              <a:rPr lang="zh-CN" altLang="en-US"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r[low..high]</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一分为二，</a:t>
            </a:r>
            <a:r>
              <a:rPr lang="zh-CN" altLang="en-US"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pivotloc</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是枢轴位置</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QSort(L, low, pivotloc-1);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对低子表递归排序</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QSort(L, pivotloc+1, high);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对高子表递归排序</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p>
          <a:p>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endPar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p:txBody>
      </p:sp>
      <p:cxnSp>
        <p:nvCxnSpPr>
          <p:cNvPr id="100" name="直接连接符 99">
            <a:extLst>
              <a:ext uri="{FF2B5EF4-FFF2-40B4-BE49-F238E27FC236}">
                <a16:creationId xmlns:a16="http://schemas.microsoft.com/office/drawing/2014/main" id="{44146D63-3D56-42B8-98E3-512326D490B1}"/>
              </a:ext>
            </a:extLst>
          </p:cNvPr>
          <p:cNvCxnSpPr>
            <a:cxnSpLocks/>
          </p:cNvCxnSpPr>
          <p:nvPr/>
        </p:nvCxnSpPr>
        <p:spPr>
          <a:xfrm>
            <a:off x="5637942" y="4967219"/>
            <a:ext cx="1830821"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01" name="文本框 100">
            <a:extLst>
              <a:ext uri="{FF2B5EF4-FFF2-40B4-BE49-F238E27FC236}">
                <a16:creationId xmlns:a16="http://schemas.microsoft.com/office/drawing/2014/main" id="{9F2F77C7-9724-4F47-B445-BB365E6A00A4}"/>
              </a:ext>
            </a:extLst>
          </p:cNvPr>
          <p:cNvSpPr txBox="1"/>
          <p:nvPr/>
        </p:nvSpPr>
        <p:spPr>
          <a:xfrm>
            <a:off x="8685584" y="4046539"/>
            <a:ext cx="142668" cy="307777"/>
          </a:xfrm>
          <a:prstGeom prst="rect">
            <a:avLst/>
          </a:prstGeom>
          <a:noFill/>
        </p:spPr>
        <p:txBody>
          <a:bodyPr wrap="none" lIns="0" tIns="0" rIns="0" bIns="0" rtlCol="0">
            <a:spAutoFit/>
          </a:bodyPr>
          <a:lstStyle/>
          <a:p>
            <a:r>
              <a:rPr lang="en-US" altLang="zh-CN" sz="2000" b="1" dirty="0">
                <a:solidFill>
                  <a:srgbClr val="C00000"/>
                </a:solidFill>
              </a:rPr>
              <a:t>8</a:t>
            </a:r>
            <a:endParaRPr lang="zh-CN" altLang="en-US" sz="2000" b="1" dirty="0">
              <a:solidFill>
                <a:srgbClr val="C00000"/>
              </a:solidFill>
            </a:endParaRPr>
          </a:p>
        </p:txBody>
      </p:sp>
      <p:sp>
        <p:nvSpPr>
          <p:cNvPr id="102" name="文本框 101">
            <a:extLst>
              <a:ext uri="{FF2B5EF4-FFF2-40B4-BE49-F238E27FC236}">
                <a16:creationId xmlns:a16="http://schemas.microsoft.com/office/drawing/2014/main" id="{11525C7D-B7DE-42AC-B1AF-65C5FFB44DE4}"/>
              </a:ext>
            </a:extLst>
          </p:cNvPr>
          <p:cNvSpPr txBox="1"/>
          <p:nvPr/>
        </p:nvSpPr>
        <p:spPr>
          <a:xfrm>
            <a:off x="9754438" y="4035208"/>
            <a:ext cx="142668" cy="307777"/>
          </a:xfrm>
          <a:prstGeom prst="rect">
            <a:avLst/>
          </a:prstGeom>
          <a:noFill/>
        </p:spPr>
        <p:txBody>
          <a:bodyPr wrap="none" lIns="0" tIns="0" rIns="0" bIns="0" rtlCol="0">
            <a:spAutoFit/>
          </a:bodyPr>
          <a:lstStyle/>
          <a:p>
            <a:r>
              <a:rPr lang="en-US" altLang="zh-CN" sz="2000" b="1" dirty="0">
                <a:solidFill>
                  <a:srgbClr val="C00000"/>
                </a:solidFill>
              </a:rPr>
              <a:t>8</a:t>
            </a:r>
            <a:endParaRPr lang="zh-CN" altLang="en-US" sz="2000" b="1" dirty="0">
              <a:solidFill>
                <a:srgbClr val="C00000"/>
              </a:solidFill>
            </a:endParaRPr>
          </a:p>
        </p:txBody>
      </p:sp>
      <p:sp>
        <p:nvSpPr>
          <p:cNvPr id="8" name="文本框 7">
            <a:extLst>
              <a:ext uri="{FF2B5EF4-FFF2-40B4-BE49-F238E27FC236}">
                <a16:creationId xmlns:a16="http://schemas.microsoft.com/office/drawing/2014/main" id="{6297E706-615C-43C8-A0A1-B30B19D5E24A}"/>
              </a:ext>
            </a:extLst>
          </p:cNvPr>
          <p:cNvSpPr txBox="1"/>
          <p:nvPr/>
        </p:nvSpPr>
        <p:spPr>
          <a:xfrm>
            <a:off x="190241" y="1126361"/>
            <a:ext cx="6141425" cy="369332"/>
          </a:xfrm>
          <a:prstGeom prst="rect">
            <a:avLst/>
          </a:prstGeom>
          <a:noFill/>
        </p:spPr>
        <p:txBody>
          <a:bodyPr wrap="none" rtlCol="0">
            <a:spAutoFit/>
          </a:bodyPr>
          <a:lstStyle/>
          <a:p>
            <a:r>
              <a:rPr lang="zh-CN" altLang="en-US" b="1" dirty="0">
                <a:solidFill>
                  <a:srgbClr val="C00000"/>
                </a:solidFill>
                <a:effectLst>
                  <a:outerShdw blurRad="38100" dist="38100" dir="2700000" algn="tl">
                    <a:srgbClr val="000000">
                      <a:alpha val="43137"/>
                    </a:srgbClr>
                  </a:outerShdw>
                </a:effectLst>
              </a:rPr>
              <a:t>算法</a:t>
            </a:r>
            <a:r>
              <a:rPr lang="en-US" altLang="zh-CN" b="1" dirty="0">
                <a:solidFill>
                  <a:srgbClr val="C00000"/>
                </a:solidFill>
                <a:effectLst>
                  <a:outerShdw blurRad="38100" dist="38100" dir="2700000" algn="tl">
                    <a:srgbClr val="000000">
                      <a:alpha val="43137"/>
                    </a:srgbClr>
                  </a:outerShdw>
                </a:effectLst>
              </a:rPr>
              <a:t>10.7</a:t>
            </a:r>
            <a:r>
              <a:rPr lang="zh-CN" altLang="en-US" b="1" dirty="0"/>
              <a:t>是如何表达上述基于划分递归分解分段排序的呢？</a:t>
            </a:r>
          </a:p>
        </p:txBody>
      </p:sp>
      <p:sp>
        <p:nvSpPr>
          <p:cNvPr id="103" name="文本框 102">
            <a:extLst>
              <a:ext uri="{FF2B5EF4-FFF2-40B4-BE49-F238E27FC236}">
                <a16:creationId xmlns:a16="http://schemas.microsoft.com/office/drawing/2014/main" id="{0430D6BA-650D-4016-927A-FEC7B71A68E9}"/>
              </a:ext>
            </a:extLst>
          </p:cNvPr>
          <p:cNvSpPr txBox="1"/>
          <p:nvPr/>
        </p:nvSpPr>
        <p:spPr>
          <a:xfrm>
            <a:off x="363662" y="1750320"/>
            <a:ext cx="3877985" cy="369332"/>
          </a:xfrm>
          <a:prstGeom prst="rect">
            <a:avLst/>
          </a:prstGeom>
          <a:noFill/>
        </p:spPr>
        <p:txBody>
          <a:bodyPr wrap="none" rtlCol="0">
            <a:spAutoFit/>
          </a:bodyPr>
          <a:lstStyle/>
          <a:p>
            <a:r>
              <a:rPr lang="zh-CN" altLang="en-US" b="1" dirty="0"/>
              <a:t>对示例调用算法，演示快速排序过程</a:t>
            </a:r>
          </a:p>
        </p:txBody>
      </p:sp>
      <p:sp>
        <p:nvSpPr>
          <p:cNvPr id="104" name="文本框 103">
            <a:extLst>
              <a:ext uri="{FF2B5EF4-FFF2-40B4-BE49-F238E27FC236}">
                <a16:creationId xmlns:a16="http://schemas.microsoft.com/office/drawing/2014/main" id="{17C32A65-D370-4F21-A82A-B4C7A5744600}"/>
              </a:ext>
            </a:extLst>
          </p:cNvPr>
          <p:cNvSpPr txBox="1"/>
          <p:nvPr/>
        </p:nvSpPr>
        <p:spPr>
          <a:xfrm>
            <a:off x="363662" y="2416628"/>
            <a:ext cx="5262979" cy="646331"/>
          </a:xfrm>
          <a:prstGeom prst="rect">
            <a:avLst/>
          </a:prstGeom>
          <a:noFill/>
        </p:spPr>
        <p:txBody>
          <a:bodyPr wrap="none" rtlCol="0">
            <a:spAutoFit/>
          </a:bodyPr>
          <a:lstStyle/>
          <a:p>
            <a:r>
              <a:rPr lang="zh-CN" altLang="en-US" b="1" dirty="0"/>
              <a:t>一般应用是对整个顺序表排序，不需要指定区间。</a:t>
            </a:r>
            <a:endParaRPr lang="en-US" altLang="zh-CN" b="1" dirty="0"/>
          </a:p>
          <a:p>
            <a:r>
              <a:rPr lang="zh-CN" altLang="en-US" b="1" dirty="0"/>
              <a:t>算法</a:t>
            </a:r>
            <a:r>
              <a:rPr lang="en-US" altLang="zh-CN" b="1" dirty="0"/>
              <a:t>10.8</a:t>
            </a:r>
            <a:r>
              <a:rPr lang="zh-CN" altLang="en-US" b="1" dirty="0"/>
              <a:t>给出了快速排序的规范接口。</a:t>
            </a:r>
          </a:p>
        </p:txBody>
      </p:sp>
      <p:sp>
        <p:nvSpPr>
          <p:cNvPr id="2" name="文本框 1">
            <a:extLst>
              <a:ext uri="{FF2B5EF4-FFF2-40B4-BE49-F238E27FC236}">
                <a16:creationId xmlns:a16="http://schemas.microsoft.com/office/drawing/2014/main" id="{FEF680E6-BAA3-4A7C-AB86-EA4B259D01D2}"/>
              </a:ext>
            </a:extLst>
          </p:cNvPr>
          <p:cNvSpPr txBox="1"/>
          <p:nvPr/>
        </p:nvSpPr>
        <p:spPr>
          <a:xfrm>
            <a:off x="7409764" y="4003577"/>
            <a:ext cx="4257897" cy="1200329"/>
          </a:xfrm>
          <a:prstGeom prst="rect">
            <a:avLst/>
          </a:prstGeom>
          <a:solidFill>
            <a:srgbClr val="FDF8D7"/>
          </a:solidFill>
          <a:ln w="12700">
            <a:solidFill>
              <a:schemeClr val="accent4">
                <a:lumMod val="50000"/>
              </a:schemeClr>
            </a:solidFill>
          </a:ln>
        </p:spPr>
        <p:txBody>
          <a:bodyPr wrap="none" rtlCol="0">
            <a:spAutoFit/>
          </a:bodyPr>
          <a:lstStyle/>
          <a:p>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void</a:t>
            </a:r>
            <a:r>
              <a:rPr lang="en-US" altLang="zh-CN" b="1" dirty="0">
                <a:latin typeface="Courier New" panose="02070309020205020404" pitchFamily="49" charset="0"/>
                <a:cs typeface="Courier New" panose="02070309020205020404" pitchFamily="49" charset="0"/>
              </a:rPr>
              <a:t> </a:t>
            </a:r>
            <a:r>
              <a:rPr lang="en-US" altLang="zh-CN" b="1" dirty="0" err="1">
                <a:latin typeface="Courier New" panose="02070309020205020404" pitchFamily="49" charset="0"/>
                <a:cs typeface="Courier New" panose="02070309020205020404" pitchFamily="49" charset="0"/>
              </a:rPr>
              <a:t>QuickSort</a:t>
            </a:r>
            <a:r>
              <a:rPr lang="en-US" altLang="zh-CN" b="1" dirty="0">
                <a:latin typeface="Courier New" panose="02070309020205020404" pitchFamily="49" charset="0"/>
                <a:cs typeface="Courier New" panose="02070309020205020404" pitchFamily="49" charset="0"/>
              </a:rPr>
              <a:t>(</a:t>
            </a:r>
            <a:r>
              <a:rPr lang="en-US" altLang="zh-CN" b="1" dirty="0" err="1">
                <a:latin typeface="Courier New" panose="02070309020205020404" pitchFamily="49" charset="0"/>
                <a:cs typeface="Courier New" panose="02070309020205020404" pitchFamily="49" charset="0"/>
              </a:rPr>
              <a:t>SqList</a:t>
            </a:r>
            <a:r>
              <a:rPr lang="en-US" altLang="zh-CN" b="1" dirty="0">
                <a:latin typeface="Courier New" panose="02070309020205020404" pitchFamily="49" charset="0"/>
                <a:cs typeface="Courier New" panose="02070309020205020404" pitchFamily="49" charset="0"/>
              </a:rPr>
              <a:t> L) {</a:t>
            </a:r>
          </a:p>
          <a:p>
            <a:r>
              <a:rPr lang="zh-CN" altLang="en-US" b="1" dirty="0">
                <a:latin typeface="Courier New" panose="02070309020205020404" pitchFamily="49" charset="0"/>
                <a:cs typeface="Courier New" panose="02070309020205020404" pitchFamily="49" charset="0"/>
              </a:rPr>
              <a:t>  </a:t>
            </a:r>
            <a:r>
              <a:rPr lang="en-US" altLang="zh-CN"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a:t>
            </a:r>
            <a:r>
              <a:rPr lang="zh-CN" altLang="en-US"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算法</a:t>
            </a:r>
            <a:r>
              <a:rPr lang="en-US" altLang="zh-CN"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10.7 </a:t>
            </a:r>
            <a:r>
              <a:rPr lang="zh-CN" altLang="en-US"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对顺序表</a:t>
            </a:r>
            <a:r>
              <a:rPr lang="en-US" altLang="zh-CN"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L</a:t>
            </a:r>
            <a:r>
              <a:rPr lang="zh-CN" altLang="en-US"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作快速排序</a:t>
            </a:r>
            <a:endParaRPr lang="en-US" altLang="zh-CN"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a:p>
            <a:r>
              <a:rPr lang="en-US" altLang="zh-CN" b="1" dirty="0">
                <a:latin typeface="Courier New" panose="02070309020205020404" pitchFamily="49" charset="0"/>
                <a:cs typeface="Courier New" panose="02070309020205020404" pitchFamily="49" charset="0"/>
              </a:rPr>
              <a:t>  </a:t>
            </a:r>
            <a:r>
              <a:rPr lang="en-US" altLang="zh-CN" b="1" dirty="0" err="1">
                <a:latin typeface="Courier New" panose="02070309020205020404" pitchFamily="49" charset="0"/>
                <a:cs typeface="Courier New" panose="02070309020205020404" pitchFamily="49" charset="0"/>
              </a:rPr>
              <a:t>QSOrt</a:t>
            </a:r>
            <a:r>
              <a:rPr lang="en-US" altLang="zh-CN" b="1" dirty="0">
                <a:latin typeface="Courier New" panose="02070309020205020404" pitchFamily="49" charset="0"/>
                <a:cs typeface="Courier New" panose="02070309020205020404" pitchFamily="49" charset="0"/>
              </a:rPr>
              <a:t>(L, 1, L-&gt;</a:t>
            </a:r>
            <a:r>
              <a:rPr lang="en-US" altLang="zh-CN" b="1" dirty="0" err="1">
                <a:latin typeface="Courier New" panose="02070309020205020404" pitchFamily="49" charset="0"/>
                <a:cs typeface="Courier New" panose="02070309020205020404" pitchFamily="49" charset="0"/>
              </a:rPr>
              <a:t>len</a:t>
            </a:r>
            <a:r>
              <a:rPr lang="en-US" altLang="zh-CN" b="1" dirty="0">
                <a:latin typeface="Courier New" panose="02070309020205020404" pitchFamily="49" charset="0"/>
                <a:cs typeface="Courier New" panose="02070309020205020404" pitchFamily="49" charset="0"/>
              </a:rPr>
              <a:t>);</a:t>
            </a:r>
          </a:p>
          <a:p>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zh-CN" altLang="en-US"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p:txBody>
      </p:sp>
      <p:sp>
        <p:nvSpPr>
          <p:cNvPr id="105" name="文本框 104">
            <a:extLst>
              <a:ext uri="{FF2B5EF4-FFF2-40B4-BE49-F238E27FC236}">
                <a16:creationId xmlns:a16="http://schemas.microsoft.com/office/drawing/2014/main" id="{06DEE03D-B4B0-4AC3-B2F9-486893B28671}"/>
              </a:ext>
            </a:extLst>
          </p:cNvPr>
          <p:cNvSpPr txBox="1"/>
          <p:nvPr/>
        </p:nvSpPr>
        <p:spPr>
          <a:xfrm>
            <a:off x="5796443" y="2903706"/>
            <a:ext cx="1467068" cy="369332"/>
          </a:xfrm>
          <a:prstGeom prst="rect">
            <a:avLst/>
          </a:prstGeom>
          <a:noFill/>
          <a:ln>
            <a:solidFill>
              <a:srgbClr val="7030A0"/>
            </a:solidFill>
          </a:ln>
        </p:spPr>
        <p:txBody>
          <a:bodyPr wrap="none" rtlCol="0">
            <a:spAutoFit/>
          </a:bodyPr>
          <a:lstStyle/>
          <a:p>
            <a:r>
              <a:rPr lang="zh-CN" altLang="en-US" b="1" dirty="0">
                <a:solidFill>
                  <a:srgbClr val="7030A0"/>
                </a:solidFill>
              </a:rPr>
              <a:t>第</a:t>
            </a:r>
            <a:r>
              <a:rPr lang="en-US" altLang="zh-CN" b="1" dirty="0">
                <a:solidFill>
                  <a:srgbClr val="7030A0"/>
                </a:solidFill>
              </a:rPr>
              <a:t>4</a:t>
            </a:r>
            <a:r>
              <a:rPr lang="zh-CN" altLang="en-US" b="1" dirty="0">
                <a:solidFill>
                  <a:srgbClr val="7030A0"/>
                </a:solidFill>
              </a:rPr>
              <a:t>趟区间：</a:t>
            </a:r>
          </a:p>
        </p:txBody>
      </p:sp>
      <p:cxnSp>
        <p:nvCxnSpPr>
          <p:cNvPr id="106" name="直接连接符 105">
            <a:extLst>
              <a:ext uri="{FF2B5EF4-FFF2-40B4-BE49-F238E27FC236}">
                <a16:creationId xmlns:a16="http://schemas.microsoft.com/office/drawing/2014/main" id="{4D208D17-2FEB-4478-8CDB-AFA861DB4F39}"/>
              </a:ext>
            </a:extLst>
          </p:cNvPr>
          <p:cNvCxnSpPr>
            <a:cxnSpLocks/>
          </p:cNvCxnSpPr>
          <p:nvPr/>
        </p:nvCxnSpPr>
        <p:spPr>
          <a:xfrm>
            <a:off x="9788674" y="3103627"/>
            <a:ext cx="467517" cy="0"/>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05949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34"/>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0" nodeType="after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0" nodeType="afterEffect">
                                  <p:stCondLst>
                                    <p:cond delay="0"/>
                                  </p:stCondLst>
                                  <p:childTnLst>
                                    <p:set>
                                      <p:cBhvr>
                                        <p:cTn id="15" dur="1" fill="hold">
                                          <p:stCondLst>
                                            <p:cond delay="0"/>
                                          </p:stCondLst>
                                        </p:cTn>
                                        <p:tgtEl>
                                          <p:spTgt spid="36"/>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grpId="0" nodeType="afterEffect">
                                  <p:stCondLst>
                                    <p:cond delay="0"/>
                                  </p:stCondLst>
                                  <p:childTnLst>
                                    <p:set>
                                      <p:cBhvr>
                                        <p:cTn id="18" dur="1" fill="hold">
                                          <p:stCondLst>
                                            <p:cond delay="0"/>
                                          </p:stCondLst>
                                        </p:cTn>
                                        <p:tgtEl>
                                          <p:spTgt spid="37"/>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grpId="0" nodeType="afterEffect">
                                  <p:stCondLst>
                                    <p:cond delay="0"/>
                                  </p:stCondLst>
                                  <p:childTnLst>
                                    <p:set>
                                      <p:cBhvr>
                                        <p:cTn id="21" dur="1" fill="hold">
                                          <p:stCondLst>
                                            <p:cond delay="0"/>
                                          </p:stCondLst>
                                        </p:cTn>
                                        <p:tgtEl>
                                          <p:spTgt spid="38"/>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grpId="0" nodeType="afterEffect">
                                  <p:stCondLst>
                                    <p:cond delay="0"/>
                                  </p:stCondLst>
                                  <p:childTnLst>
                                    <p:set>
                                      <p:cBhvr>
                                        <p:cTn id="24" dur="1" fill="hold">
                                          <p:stCondLst>
                                            <p:cond delay="0"/>
                                          </p:stCondLst>
                                        </p:cTn>
                                        <p:tgtEl>
                                          <p:spTgt spid="33"/>
                                        </p:tgtEl>
                                        <p:attrNameLst>
                                          <p:attrName>style.visibility</p:attrName>
                                        </p:attrNameLst>
                                      </p:cBhvr>
                                      <p:to>
                                        <p:strVal val="visible"/>
                                      </p:to>
                                    </p:set>
                                  </p:childTnLst>
                                </p:cTn>
                              </p:par>
                            </p:childTnLst>
                          </p:cTn>
                        </p:par>
                        <p:par>
                          <p:cTn id="25" fill="hold">
                            <p:stCondLst>
                              <p:cond delay="0"/>
                            </p:stCondLst>
                            <p:childTnLst>
                              <p:par>
                                <p:cTn id="26" presetID="1" presetClass="entr" presetSubtype="0" fill="hold" grpId="0" nodeType="afterEffect">
                                  <p:stCondLst>
                                    <p:cond delay="0"/>
                                  </p:stCondLst>
                                  <p:childTnLst>
                                    <p:set>
                                      <p:cBhvr>
                                        <p:cTn id="27" dur="1" fill="hold">
                                          <p:stCondLst>
                                            <p:cond delay="0"/>
                                          </p:stCondLst>
                                        </p:cTn>
                                        <p:tgtEl>
                                          <p:spTgt spid="39"/>
                                        </p:tgtEl>
                                        <p:attrNameLst>
                                          <p:attrName>style.visibility</p:attrName>
                                        </p:attrNameLst>
                                      </p:cBhvr>
                                      <p:to>
                                        <p:strVal val="visible"/>
                                      </p:to>
                                    </p:set>
                                  </p:childTnLst>
                                </p:cTn>
                              </p:par>
                            </p:childTnLst>
                          </p:cTn>
                        </p:par>
                        <p:par>
                          <p:cTn id="28" fill="hold">
                            <p:stCondLst>
                              <p:cond delay="0"/>
                            </p:stCondLst>
                            <p:childTnLst>
                              <p:par>
                                <p:cTn id="29" presetID="1" presetClass="entr" presetSubtype="0" fill="hold" grpId="0" nodeType="afterEffect">
                                  <p:stCondLst>
                                    <p:cond delay="0"/>
                                  </p:stCondLst>
                                  <p:childTnLst>
                                    <p:set>
                                      <p:cBhvr>
                                        <p:cTn id="30" dur="1" fill="hold">
                                          <p:stCondLst>
                                            <p:cond delay="0"/>
                                          </p:stCondLst>
                                        </p:cTn>
                                        <p:tgtEl>
                                          <p:spTgt spid="4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1000"/>
                                        <p:tgtEl>
                                          <p:spTgt spid="8"/>
                                        </p:tgtEl>
                                      </p:cBhvr>
                                    </p:animEffect>
                                    <p:anim calcmode="lin" valueType="num">
                                      <p:cBhvr>
                                        <p:cTn id="36" dur="1000" fill="hold"/>
                                        <p:tgtEl>
                                          <p:spTgt spid="8"/>
                                        </p:tgtEl>
                                        <p:attrNameLst>
                                          <p:attrName>ppt_x</p:attrName>
                                        </p:attrNameLst>
                                      </p:cBhvr>
                                      <p:tavLst>
                                        <p:tav tm="0">
                                          <p:val>
                                            <p:strVal val="#ppt_x"/>
                                          </p:val>
                                        </p:tav>
                                        <p:tav tm="100000">
                                          <p:val>
                                            <p:strVal val="#ppt_x"/>
                                          </p:val>
                                        </p:tav>
                                      </p:tavLst>
                                    </p:anim>
                                    <p:anim calcmode="lin" valueType="num">
                                      <p:cBhvr>
                                        <p:cTn id="37"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7" presetClass="entr" presetSubtype="0" fill="hold" grpId="0" nodeType="clickEffect">
                                  <p:stCondLst>
                                    <p:cond delay="0"/>
                                  </p:stCondLst>
                                  <p:childTnLst>
                                    <p:set>
                                      <p:cBhvr>
                                        <p:cTn id="41" dur="1" fill="hold">
                                          <p:stCondLst>
                                            <p:cond delay="0"/>
                                          </p:stCondLst>
                                        </p:cTn>
                                        <p:tgtEl>
                                          <p:spTgt spid="16">
                                            <p:bg/>
                                          </p:spTgt>
                                        </p:tgtEl>
                                        <p:attrNameLst>
                                          <p:attrName>style.visibility</p:attrName>
                                        </p:attrNameLst>
                                      </p:cBhvr>
                                      <p:to>
                                        <p:strVal val="visible"/>
                                      </p:to>
                                    </p:set>
                                    <p:animEffect transition="in" filter="fade">
                                      <p:cBhvr>
                                        <p:cTn id="42" dur="1000"/>
                                        <p:tgtEl>
                                          <p:spTgt spid="16">
                                            <p:bg/>
                                          </p:spTgt>
                                        </p:tgtEl>
                                      </p:cBhvr>
                                    </p:animEffect>
                                    <p:anim calcmode="lin" valueType="num">
                                      <p:cBhvr>
                                        <p:cTn id="43" dur="1000" fill="hold"/>
                                        <p:tgtEl>
                                          <p:spTgt spid="16">
                                            <p:bg/>
                                          </p:spTgt>
                                        </p:tgtEl>
                                        <p:attrNameLst>
                                          <p:attrName>ppt_x</p:attrName>
                                        </p:attrNameLst>
                                      </p:cBhvr>
                                      <p:tavLst>
                                        <p:tav tm="0">
                                          <p:val>
                                            <p:strVal val="#ppt_x"/>
                                          </p:val>
                                        </p:tav>
                                        <p:tav tm="100000">
                                          <p:val>
                                            <p:strVal val="#ppt_x"/>
                                          </p:val>
                                        </p:tav>
                                      </p:tavLst>
                                    </p:anim>
                                    <p:anim calcmode="lin" valueType="num">
                                      <p:cBhvr>
                                        <p:cTn id="44" dur="1000" fill="hold"/>
                                        <p:tgtEl>
                                          <p:spTgt spid="16">
                                            <p:bg/>
                                          </p:spTgt>
                                        </p:tgtEl>
                                        <p:attrNameLst>
                                          <p:attrName>ppt_y</p:attrName>
                                        </p:attrNameLst>
                                      </p:cBhvr>
                                      <p:tavLst>
                                        <p:tav tm="0">
                                          <p:val>
                                            <p:strVal val="#ppt_y-.1"/>
                                          </p:val>
                                        </p:tav>
                                        <p:tav tm="100000">
                                          <p:val>
                                            <p:strVal val="#ppt_y"/>
                                          </p:val>
                                        </p:tav>
                                      </p:tavLst>
                                    </p:anim>
                                  </p:childTnLst>
                                </p:cTn>
                              </p:par>
                              <p:par>
                                <p:cTn id="45" presetID="47" presetClass="entr" presetSubtype="0" fill="hold" grpId="0" nodeType="withEffect">
                                  <p:stCondLst>
                                    <p:cond delay="0"/>
                                  </p:stCondLst>
                                  <p:childTnLst>
                                    <p:set>
                                      <p:cBhvr>
                                        <p:cTn id="46" dur="1" fill="hold">
                                          <p:stCondLst>
                                            <p:cond delay="0"/>
                                          </p:stCondLst>
                                        </p:cTn>
                                        <p:tgtEl>
                                          <p:spTgt spid="16">
                                            <p:txEl>
                                              <p:pRg st="0" end="0"/>
                                            </p:txEl>
                                          </p:spTgt>
                                        </p:tgtEl>
                                        <p:attrNameLst>
                                          <p:attrName>style.visibility</p:attrName>
                                        </p:attrNameLst>
                                      </p:cBhvr>
                                      <p:to>
                                        <p:strVal val="visible"/>
                                      </p:to>
                                    </p:set>
                                    <p:animEffect transition="in" filter="fade">
                                      <p:cBhvr>
                                        <p:cTn id="47" dur="1000"/>
                                        <p:tgtEl>
                                          <p:spTgt spid="16">
                                            <p:txEl>
                                              <p:pRg st="0" end="0"/>
                                            </p:txEl>
                                          </p:spTgt>
                                        </p:tgtEl>
                                      </p:cBhvr>
                                    </p:animEffect>
                                    <p:anim calcmode="lin" valueType="num">
                                      <p:cBhvr>
                                        <p:cTn id="48" dur="1000" fill="hold"/>
                                        <p:tgtEl>
                                          <p:spTgt spid="16">
                                            <p:txEl>
                                              <p:pRg st="0" end="0"/>
                                            </p:txEl>
                                          </p:spTgt>
                                        </p:tgtEl>
                                        <p:attrNameLst>
                                          <p:attrName>ppt_x</p:attrName>
                                        </p:attrNameLst>
                                      </p:cBhvr>
                                      <p:tavLst>
                                        <p:tav tm="0">
                                          <p:val>
                                            <p:strVal val="#ppt_x"/>
                                          </p:val>
                                        </p:tav>
                                        <p:tav tm="100000">
                                          <p:val>
                                            <p:strVal val="#ppt_x"/>
                                          </p:val>
                                        </p:tav>
                                      </p:tavLst>
                                    </p:anim>
                                    <p:anim calcmode="lin" valueType="num">
                                      <p:cBhvr>
                                        <p:cTn id="49" dur="1000" fill="hold"/>
                                        <p:tgtEl>
                                          <p:spTgt spid="16">
                                            <p:txEl>
                                              <p:pRg st="0" end="0"/>
                                            </p:txEl>
                                          </p:spTgt>
                                        </p:tgtEl>
                                        <p:attrNameLst>
                                          <p:attrName>ppt_y</p:attrName>
                                        </p:attrNameLst>
                                      </p:cBhvr>
                                      <p:tavLst>
                                        <p:tav tm="0">
                                          <p:val>
                                            <p:strVal val="#ppt_y-.1"/>
                                          </p:val>
                                        </p:tav>
                                        <p:tav tm="100000">
                                          <p:val>
                                            <p:strVal val="#ppt_y"/>
                                          </p:val>
                                        </p:tav>
                                      </p:tavLst>
                                    </p:anim>
                                  </p:childTnLst>
                                </p:cTn>
                              </p:par>
                              <p:par>
                                <p:cTn id="50" presetID="47" presetClass="entr" presetSubtype="0" fill="hold" grpId="0" nodeType="withEffect">
                                  <p:stCondLst>
                                    <p:cond delay="0"/>
                                  </p:stCondLst>
                                  <p:childTnLst>
                                    <p:set>
                                      <p:cBhvr>
                                        <p:cTn id="51" dur="1" fill="hold">
                                          <p:stCondLst>
                                            <p:cond delay="0"/>
                                          </p:stCondLst>
                                        </p:cTn>
                                        <p:tgtEl>
                                          <p:spTgt spid="16">
                                            <p:txEl>
                                              <p:pRg st="1" end="1"/>
                                            </p:txEl>
                                          </p:spTgt>
                                        </p:tgtEl>
                                        <p:attrNameLst>
                                          <p:attrName>style.visibility</p:attrName>
                                        </p:attrNameLst>
                                      </p:cBhvr>
                                      <p:to>
                                        <p:strVal val="visible"/>
                                      </p:to>
                                    </p:set>
                                    <p:animEffect transition="in" filter="fade">
                                      <p:cBhvr>
                                        <p:cTn id="52" dur="1000"/>
                                        <p:tgtEl>
                                          <p:spTgt spid="16">
                                            <p:txEl>
                                              <p:pRg st="1" end="1"/>
                                            </p:txEl>
                                          </p:spTgt>
                                        </p:tgtEl>
                                      </p:cBhvr>
                                    </p:animEffect>
                                    <p:anim calcmode="lin" valueType="num">
                                      <p:cBhvr>
                                        <p:cTn id="53" dur="1000" fill="hold"/>
                                        <p:tgtEl>
                                          <p:spTgt spid="16">
                                            <p:txEl>
                                              <p:pRg st="1" end="1"/>
                                            </p:txEl>
                                          </p:spTgt>
                                        </p:tgtEl>
                                        <p:attrNameLst>
                                          <p:attrName>ppt_x</p:attrName>
                                        </p:attrNameLst>
                                      </p:cBhvr>
                                      <p:tavLst>
                                        <p:tav tm="0">
                                          <p:val>
                                            <p:strVal val="#ppt_x"/>
                                          </p:val>
                                        </p:tav>
                                        <p:tav tm="100000">
                                          <p:val>
                                            <p:strVal val="#ppt_x"/>
                                          </p:val>
                                        </p:tav>
                                      </p:tavLst>
                                    </p:anim>
                                    <p:anim calcmode="lin" valueType="num">
                                      <p:cBhvr>
                                        <p:cTn id="54" dur="1000" fill="hold"/>
                                        <p:tgtEl>
                                          <p:spTgt spid="1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47" presetClass="entr" presetSubtype="0" fill="hold" grpId="0" nodeType="clickEffect">
                                  <p:stCondLst>
                                    <p:cond delay="0"/>
                                  </p:stCondLst>
                                  <p:childTnLst>
                                    <p:set>
                                      <p:cBhvr>
                                        <p:cTn id="58" dur="1" fill="hold">
                                          <p:stCondLst>
                                            <p:cond delay="0"/>
                                          </p:stCondLst>
                                        </p:cTn>
                                        <p:tgtEl>
                                          <p:spTgt spid="16">
                                            <p:txEl>
                                              <p:pRg st="2" end="2"/>
                                            </p:txEl>
                                          </p:spTgt>
                                        </p:tgtEl>
                                        <p:attrNameLst>
                                          <p:attrName>style.visibility</p:attrName>
                                        </p:attrNameLst>
                                      </p:cBhvr>
                                      <p:to>
                                        <p:strVal val="visible"/>
                                      </p:to>
                                    </p:set>
                                    <p:animEffect transition="in" filter="fade">
                                      <p:cBhvr>
                                        <p:cTn id="59" dur="1000"/>
                                        <p:tgtEl>
                                          <p:spTgt spid="16">
                                            <p:txEl>
                                              <p:pRg st="2" end="2"/>
                                            </p:txEl>
                                          </p:spTgt>
                                        </p:tgtEl>
                                      </p:cBhvr>
                                    </p:animEffect>
                                    <p:anim calcmode="lin" valueType="num">
                                      <p:cBhvr>
                                        <p:cTn id="60" dur="1000" fill="hold"/>
                                        <p:tgtEl>
                                          <p:spTgt spid="16">
                                            <p:txEl>
                                              <p:pRg st="2" end="2"/>
                                            </p:txEl>
                                          </p:spTgt>
                                        </p:tgtEl>
                                        <p:attrNameLst>
                                          <p:attrName>ppt_x</p:attrName>
                                        </p:attrNameLst>
                                      </p:cBhvr>
                                      <p:tavLst>
                                        <p:tav tm="0">
                                          <p:val>
                                            <p:strVal val="#ppt_x"/>
                                          </p:val>
                                        </p:tav>
                                        <p:tav tm="100000">
                                          <p:val>
                                            <p:strVal val="#ppt_x"/>
                                          </p:val>
                                        </p:tav>
                                      </p:tavLst>
                                    </p:anim>
                                    <p:anim calcmode="lin" valueType="num">
                                      <p:cBhvr>
                                        <p:cTn id="61" dur="1000" fill="hold"/>
                                        <p:tgtEl>
                                          <p:spTgt spid="1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47" presetClass="entr" presetSubtype="0" fill="hold" grpId="0" nodeType="clickEffect">
                                  <p:stCondLst>
                                    <p:cond delay="0"/>
                                  </p:stCondLst>
                                  <p:childTnLst>
                                    <p:set>
                                      <p:cBhvr>
                                        <p:cTn id="65" dur="1" fill="hold">
                                          <p:stCondLst>
                                            <p:cond delay="0"/>
                                          </p:stCondLst>
                                        </p:cTn>
                                        <p:tgtEl>
                                          <p:spTgt spid="16">
                                            <p:txEl>
                                              <p:pRg st="3" end="3"/>
                                            </p:txEl>
                                          </p:spTgt>
                                        </p:tgtEl>
                                        <p:attrNameLst>
                                          <p:attrName>style.visibility</p:attrName>
                                        </p:attrNameLst>
                                      </p:cBhvr>
                                      <p:to>
                                        <p:strVal val="visible"/>
                                      </p:to>
                                    </p:set>
                                    <p:animEffect transition="in" filter="fade">
                                      <p:cBhvr>
                                        <p:cTn id="66" dur="1000"/>
                                        <p:tgtEl>
                                          <p:spTgt spid="16">
                                            <p:txEl>
                                              <p:pRg st="3" end="3"/>
                                            </p:txEl>
                                          </p:spTgt>
                                        </p:tgtEl>
                                      </p:cBhvr>
                                    </p:animEffect>
                                    <p:anim calcmode="lin" valueType="num">
                                      <p:cBhvr>
                                        <p:cTn id="67" dur="1000" fill="hold"/>
                                        <p:tgtEl>
                                          <p:spTgt spid="16">
                                            <p:txEl>
                                              <p:pRg st="3" end="3"/>
                                            </p:txEl>
                                          </p:spTgt>
                                        </p:tgtEl>
                                        <p:attrNameLst>
                                          <p:attrName>ppt_x</p:attrName>
                                        </p:attrNameLst>
                                      </p:cBhvr>
                                      <p:tavLst>
                                        <p:tav tm="0">
                                          <p:val>
                                            <p:strVal val="#ppt_x"/>
                                          </p:val>
                                        </p:tav>
                                        <p:tav tm="100000">
                                          <p:val>
                                            <p:strVal val="#ppt_x"/>
                                          </p:val>
                                        </p:tav>
                                      </p:tavLst>
                                    </p:anim>
                                    <p:anim calcmode="lin" valueType="num">
                                      <p:cBhvr>
                                        <p:cTn id="68" dur="1000" fill="hold"/>
                                        <p:tgtEl>
                                          <p:spTgt spid="16">
                                            <p:txEl>
                                              <p:pRg st="3" end="3"/>
                                            </p:txEl>
                                          </p:spTgt>
                                        </p:tgtEl>
                                        <p:attrNameLst>
                                          <p:attrName>ppt_y</p:attrName>
                                        </p:attrNameLst>
                                      </p:cBhvr>
                                      <p:tavLst>
                                        <p:tav tm="0">
                                          <p:val>
                                            <p:strVal val="#ppt_y-.1"/>
                                          </p:val>
                                        </p:tav>
                                        <p:tav tm="100000">
                                          <p:val>
                                            <p:strVal val="#ppt_y"/>
                                          </p:val>
                                        </p:tav>
                                      </p:tavLst>
                                    </p:anim>
                                  </p:childTnLst>
                                </p:cTn>
                              </p:par>
                              <p:par>
                                <p:cTn id="69" presetID="47" presetClass="entr" presetSubtype="0" fill="hold" grpId="0" nodeType="withEffect">
                                  <p:stCondLst>
                                    <p:cond delay="0"/>
                                  </p:stCondLst>
                                  <p:childTnLst>
                                    <p:set>
                                      <p:cBhvr>
                                        <p:cTn id="70" dur="1" fill="hold">
                                          <p:stCondLst>
                                            <p:cond delay="0"/>
                                          </p:stCondLst>
                                        </p:cTn>
                                        <p:tgtEl>
                                          <p:spTgt spid="16">
                                            <p:txEl>
                                              <p:pRg st="4" end="4"/>
                                            </p:txEl>
                                          </p:spTgt>
                                        </p:tgtEl>
                                        <p:attrNameLst>
                                          <p:attrName>style.visibility</p:attrName>
                                        </p:attrNameLst>
                                      </p:cBhvr>
                                      <p:to>
                                        <p:strVal val="visible"/>
                                      </p:to>
                                    </p:set>
                                    <p:animEffect transition="in" filter="fade">
                                      <p:cBhvr>
                                        <p:cTn id="71" dur="1000"/>
                                        <p:tgtEl>
                                          <p:spTgt spid="16">
                                            <p:txEl>
                                              <p:pRg st="4" end="4"/>
                                            </p:txEl>
                                          </p:spTgt>
                                        </p:tgtEl>
                                      </p:cBhvr>
                                    </p:animEffect>
                                    <p:anim calcmode="lin" valueType="num">
                                      <p:cBhvr>
                                        <p:cTn id="72" dur="1000" fill="hold"/>
                                        <p:tgtEl>
                                          <p:spTgt spid="16">
                                            <p:txEl>
                                              <p:pRg st="4" end="4"/>
                                            </p:txEl>
                                          </p:spTgt>
                                        </p:tgtEl>
                                        <p:attrNameLst>
                                          <p:attrName>ppt_x</p:attrName>
                                        </p:attrNameLst>
                                      </p:cBhvr>
                                      <p:tavLst>
                                        <p:tav tm="0">
                                          <p:val>
                                            <p:strVal val="#ppt_x"/>
                                          </p:val>
                                        </p:tav>
                                        <p:tav tm="100000">
                                          <p:val>
                                            <p:strVal val="#ppt_x"/>
                                          </p:val>
                                        </p:tav>
                                      </p:tavLst>
                                    </p:anim>
                                    <p:anim calcmode="lin" valueType="num">
                                      <p:cBhvr>
                                        <p:cTn id="73" dur="1000" fill="hold"/>
                                        <p:tgtEl>
                                          <p:spTgt spid="1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47" presetClass="entr" presetSubtype="0" fill="hold" grpId="0" nodeType="clickEffect">
                                  <p:stCondLst>
                                    <p:cond delay="0"/>
                                  </p:stCondLst>
                                  <p:childTnLst>
                                    <p:set>
                                      <p:cBhvr>
                                        <p:cTn id="77" dur="1" fill="hold">
                                          <p:stCondLst>
                                            <p:cond delay="0"/>
                                          </p:stCondLst>
                                        </p:cTn>
                                        <p:tgtEl>
                                          <p:spTgt spid="16">
                                            <p:txEl>
                                              <p:pRg st="5" end="5"/>
                                            </p:txEl>
                                          </p:spTgt>
                                        </p:tgtEl>
                                        <p:attrNameLst>
                                          <p:attrName>style.visibility</p:attrName>
                                        </p:attrNameLst>
                                      </p:cBhvr>
                                      <p:to>
                                        <p:strVal val="visible"/>
                                      </p:to>
                                    </p:set>
                                    <p:animEffect transition="in" filter="fade">
                                      <p:cBhvr>
                                        <p:cTn id="78" dur="1000"/>
                                        <p:tgtEl>
                                          <p:spTgt spid="16">
                                            <p:txEl>
                                              <p:pRg st="5" end="5"/>
                                            </p:txEl>
                                          </p:spTgt>
                                        </p:tgtEl>
                                      </p:cBhvr>
                                    </p:animEffect>
                                    <p:anim calcmode="lin" valueType="num">
                                      <p:cBhvr>
                                        <p:cTn id="79" dur="1000" fill="hold"/>
                                        <p:tgtEl>
                                          <p:spTgt spid="16">
                                            <p:txEl>
                                              <p:pRg st="5" end="5"/>
                                            </p:txEl>
                                          </p:spTgt>
                                        </p:tgtEl>
                                        <p:attrNameLst>
                                          <p:attrName>ppt_x</p:attrName>
                                        </p:attrNameLst>
                                      </p:cBhvr>
                                      <p:tavLst>
                                        <p:tav tm="0">
                                          <p:val>
                                            <p:strVal val="#ppt_x"/>
                                          </p:val>
                                        </p:tav>
                                        <p:tav tm="100000">
                                          <p:val>
                                            <p:strVal val="#ppt_x"/>
                                          </p:val>
                                        </p:tav>
                                      </p:tavLst>
                                    </p:anim>
                                    <p:anim calcmode="lin" valueType="num">
                                      <p:cBhvr>
                                        <p:cTn id="80" dur="1000" fill="hold"/>
                                        <p:tgtEl>
                                          <p:spTgt spid="16">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47" presetClass="entr" presetSubtype="0" fill="hold" grpId="0" nodeType="clickEffect">
                                  <p:stCondLst>
                                    <p:cond delay="0"/>
                                  </p:stCondLst>
                                  <p:childTnLst>
                                    <p:set>
                                      <p:cBhvr>
                                        <p:cTn id="84" dur="1" fill="hold">
                                          <p:stCondLst>
                                            <p:cond delay="0"/>
                                          </p:stCondLst>
                                        </p:cTn>
                                        <p:tgtEl>
                                          <p:spTgt spid="16">
                                            <p:txEl>
                                              <p:pRg st="6" end="6"/>
                                            </p:txEl>
                                          </p:spTgt>
                                        </p:tgtEl>
                                        <p:attrNameLst>
                                          <p:attrName>style.visibility</p:attrName>
                                        </p:attrNameLst>
                                      </p:cBhvr>
                                      <p:to>
                                        <p:strVal val="visible"/>
                                      </p:to>
                                    </p:set>
                                    <p:animEffect transition="in" filter="fade">
                                      <p:cBhvr>
                                        <p:cTn id="85" dur="1000"/>
                                        <p:tgtEl>
                                          <p:spTgt spid="16">
                                            <p:txEl>
                                              <p:pRg st="6" end="6"/>
                                            </p:txEl>
                                          </p:spTgt>
                                        </p:tgtEl>
                                      </p:cBhvr>
                                    </p:animEffect>
                                    <p:anim calcmode="lin" valueType="num">
                                      <p:cBhvr>
                                        <p:cTn id="86" dur="1000" fill="hold"/>
                                        <p:tgtEl>
                                          <p:spTgt spid="16">
                                            <p:txEl>
                                              <p:pRg st="6" end="6"/>
                                            </p:txEl>
                                          </p:spTgt>
                                        </p:tgtEl>
                                        <p:attrNameLst>
                                          <p:attrName>ppt_x</p:attrName>
                                        </p:attrNameLst>
                                      </p:cBhvr>
                                      <p:tavLst>
                                        <p:tav tm="0">
                                          <p:val>
                                            <p:strVal val="#ppt_x"/>
                                          </p:val>
                                        </p:tav>
                                        <p:tav tm="100000">
                                          <p:val>
                                            <p:strVal val="#ppt_x"/>
                                          </p:val>
                                        </p:tav>
                                      </p:tavLst>
                                    </p:anim>
                                    <p:anim calcmode="lin" valueType="num">
                                      <p:cBhvr>
                                        <p:cTn id="87" dur="1000" fill="hold"/>
                                        <p:tgtEl>
                                          <p:spTgt spid="16">
                                            <p:txEl>
                                              <p:pRg st="6" end="6"/>
                                            </p:txEl>
                                          </p:spTgt>
                                        </p:tgtEl>
                                        <p:attrNameLst>
                                          <p:attrName>ppt_y</p:attrName>
                                        </p:attrNameLst>
                                      </p:cBhvr>
                                      <p:tavLst>
                                        <p:tav tm="0">
                                          <p:val>
                                            <p:strVal val="#ppt_y-.1"/>
                                          </p:val>
                                        </p:tav>
                                        <p:tav tm="100000">
                                          <p:val>
                                            <p:strVal val="#ppt_y"/>
                                          </p:val>
                                        </p:tav>
                                      </p:tavLst>
                                    </p:anim>
                                  </p:childTnLst>
                                </p:cTn>
                              </p:par>
                              <p:par>
                                <p:cTn id="88" presetID="47" presetClass="entr" presetSubtype="0" fill="hold" grpId="0" nodeType="withEffect">
                                  <p:stCondLst>
                                    <p:cond delay="0"/>
                                  </p:stCondLst>
                                  <p:childTnLst>
                                    <p:set>
                                      <p:cBhvr>
                                        <p:cTn id="89" dur="1" fill="hold">
                                          <p:stCondLst>
                                            <p:cond delay="0"/>
                                          </p:stCondLst>
                                        </p:cTn>
                                        <p:tgtEl>
                                          <p:spTgt spid="16">
                                            <p:txEl>
                                              <p:pRg st="7" end="7"/>
                                            </p:txEl>
                                          </p:spTgt>
                                        </p:tgtEl>
                                        <p:attrNameLst>
                                          <p:attrName>style.visibility</p:attrName>
                                        </p:attrNameLst>
                                      </p:cBhvr>
                                      <p:to>
                                        <p:strVal val="visible"/>
                                      </p:to>
                                    </p:set>
                                    <p:animEffect transition="in" filter="fade">
                                      <p:cBhvr>
                                        <p:cTn id="90" dur="1000"/>
                                        <p:tgtEl>
                                          <p:spTgt spid="16">
                                            <p:txEl>
                                              <p:pRg st="7" end="7"/>
                                            </p:txEl>
                                          </p:spTgt>
                                        </p:tgtEl>
                                      </p:cBhvr>
                                    </p:animEffect>
                                    <p:anim calcmode="lin" valueType="num">
                                      <p:cBhvr>
                                        <p:cTn id="91" dur="1000" fill="hold"/>
                                        <p:tgtEl>
                                          <p:spTgt spid="16">
                                            <p:txEl>
                                              <p:pRg st="7" end="7"/>
                                            </p:txEl>
                                          </p:spTgt>
                                        </p:tgtEl>
                                        <p:attrNameLst>
                                          <p:attrName>ppt_x</p:attrName>
                                        </p:attrNameLst>
                                      </p:cBhvr>
                                      <p:tavLst>
                                        <p:tav tm="0">
                                          <p:val>
                                            <p:strVal val="#ppt_x"/>
                                          </p:val>
                                        </p:tav>
                                        <p:tav tm="100000">
                                          <p:val>
                                            <p:strVal val="#ppt_x"/>
                                          </p:val>
                                        </p:tav>
                                      </p:tavLst>
                                    </p:anim>
                                    <p:anim calcmode="lin" valueType="num">
                                      <p:cBhvr>
                                        <p:cTn id="92" dur="1000" fill="hold"/>
                                        <p:tgtEl>
                                          <p:spTgt spid="16">
                                            <p:txEl>
                                              <p:pRg st="7" end="7"/>
                                            </p:txEl>
                                          </p:spTgt>
                                        </p:tgtEl>
                                        <p:attrNameLst>
                                          <p:attrName>ppt_y</p:attrName>
                                        </p:attrNameLst>
                                      </p:cBhvr>
                                      <p:tavLst>
                                        <p:tav tm="0">
                                          <p:val>
                                            <p:strVal val="#ppt_y-.1"/>
                                          </p:val>
                                        </p:tav>
                                        <p:tav tm="100000">
                                          <p:val>
                                            <p:strVal val="#ppt_y"/>
                                          </p:val>
                                        </p:tav>
                                      </p:tavLst>
                                    </p:anim>
                                  </p:childTnLst>
                                </p:cTn>
                              </p:par>
                              <p:par>
                                <p:cTn id="93" presetID="47" presetClass="entr" presetSubtype="0" fill="hold" grpId="0" nodeType="withEffect">
                                  <p:stCondLst>
                                    <p:cond delay="0"/>
                                  </p:stCondLst>
                                  <p:childTnLst>
                                    <p:set>
                                      <p:cBhvr>
                                        <p:cTn id="94" dur="1" fill="hold">
                                          <p:stCondLst>
                                            <p:cond delay="0"/>
                                          </p:stCondLst>
                                        </p:cTn>
                                        <p:tgtEl>
                                          <p:spTgt spid="16">
                                            <p:txEl>
                                              <p:pRg st="8" end="8"/>
                                            </p:txEl>
                                          </p:spTgt>
                                        </p:tgtEl>
                                        <p:attrNameLst>
                                          <p:attrName>style.visibility</p:attrName>
                                        </p:attrNameLst>
                                      </p:cBhvr>
                                      <p:to>
                                        <p:strVal val="visible"/>
                                      </p:to>
                                    </p:set>
                                    <p:animEffect transition="in" filter="fade">
                                      <p:cBhvr>
                                        <p:cTn id="95" dur="1000"/>
                                        <p:tgtEl>
                                          <p:spTgt spid="16">
                                            <p:txEl>
                                              <p:pRg st="8" end="8"/>
                                            </p:txEl>
                                          </p:spTgt>
                                        </p:tgtEl>
                                      </p:cBhvr>
                                    </p:animEffect>
                                    <p:anim calcmode="lin" valueType="num">
                                      <p:cBhvr>
                                        <p:cTn id="96" dur="1000" fill="hold"/>
                                        <p:tgtEl>
                                          <p:spTgt spid="16">
                                            <p:txEl>
                                              <p:pRg st="8" end="8"/>
                                            </p:txEl>
                                          </p:spTgt>
                                        </p:tgtEl>
                                        <p:attrNameLst>
                                          <p:attrName>ppt_x</p:attrName>
                                        </p:attrNameLst>
                                      </p:cBhvr>
                                      <p:tavLst>
                                        <p:tav tm="0">
                                          <p:val>
                                            <p:strVal val="#ppt_x"/>
                                          </p:val>
                                        </p:tav>
                                        <p:tav tm="100000">
                                          <p:val>
                                            <p:strVal val="#ppt_x"/>
                                          </p:val>
                                        </p:tav>
                                      </p:tavLst>
                                    </p:anim>
                                    <p:anim calcmode="lin" valueType="num">
                                      <p:cBhvr>
                                        <p:cTn id="97" dur="1000" fill="hold"/>
                                        <p:tgtEl>
                                          <p:spTgt spid="16">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98" fill="hold">
                      <p:stCondLst>
                        <p:cond delay="indefinite"/>
                      </p:stCondLst>
                      <p:childTnLst>
                        <p:par>
                          <p:cTn id="99" fill="hold">
                            <p:stCondLst>
                              <p:cond delay="0"/>
                            </p:stCondLst>
                            <p:childTnLst>
                              <p:par>
                                <p:cTn id="100" presetID="42" presetClass="entr" presetSubtype="0" fill="hold" grpId="0" nodeType="clickEffect">
                                  <p:stCondLst>
                                    <p:cond delay="0"/>
                                  </p:stCondLst>
                                  <p:childTnLst>
                                    <p:set>
                                      <p:cBhvr>
                                        <p:cTn id="101" dur="1" fill="hold">
                                          <p:stCondLst>
                                            <p:cond delay="0"/>
                                          </p:stCondLst>
                                        </p:cTn>
                                        <p:tgtEl>
                                          <p:spTgt spid="103"/>
                                        </p:tgtEl>
                                        <p:attrNameLst>
                                          <p:attrName>style.visibility</p:attrName>
                                        </p:attrNameLst>
                                      </p:cBhvr>
                                      <p:to>
                                        <p:strVal val="visible"/>
                                      </p:to>
                                    </p:set>
                                    <p:animEffect transition="in" filter="fade">
                                      <p:cBhvr>
                                        <p:cTn id="102" dur="1000"/>
                                        <p:tgtEl>
                                          <p:spTgt spid="103"/>
                                        </p:tgtEl>
                                      </p:cBhvr>
                                    </p:animEffect>
                                    <p:anim calcmode="lin" valueType="num">
                                      <p:cBhvr>
                                        <p:cTn id="103" dur="1000" fill="hold"/>
                                        <p:tgtEl>
                                          <p:spTgt spid="103"/>
                                        </p:tgtEl>
                                        <p:attrNameLst>
                                          <p:attrName>ppt_x</p:attrName>
                                        </p:attrNameLst>
                                      </p:cBhvr>
                                      <p:tavLst>
                                        <p:tav tm="0">
                                          <p:val>
                                            <p:strVal val="#ppt_x"/>
                                          </p:val>
                                        </p:tav>
                                        <p:tav tm="100000">
                                          <p:val>
                                            <p:strVal val="#ppt_x"/>
                                          </p:val>
                                        </p:tav>
                                      </p:tavLst>
                                    </p:anim>
                                    <p:anim calcmode="lin" valueType="num">
                                      <p:cBhvr>
                                        <p:cTn id="104" dur="1000" fill="hold"/>
                                        <p:tgtEl>
                                          <p:spTgt spid="103"/>
                                        </p:tgtEl>
                                        <p:attrNameLst>
                                          <p:attrName>ppt_y</p:attrName>
                                        </p:attrNameLst>
                                      </p:cBhvr>
                                      <p:tavLst>
                                        <p:tav tm="0">
                                          <p:val>
                                            <p:strVal val="#ppt_y+.1"/>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47" presetClass="entr" presetSubtype="0" fill="hold" grpId="0" nodeType="clickEffect">
                                  <p:stCondLst>
                                    <p:cond delay="0"/>
                                  </p:stCondLst>
                                  <p:childTnLst>
                                    <p:set>
                                      <p:cBhvr>
                                        <p:cTn id="108" dur="1" fill="hold">
                                          <p:stCondLst>
                                            <p:cond delay="0"/>
                                          </p:stCondLst>
                                        </p:cTn>
                                        <p:tgtEl>
                                          <p:spTgt spid="3"/>
                                        </p:tgtEl>
                                        <p:attrNameLst>
                                          <p:attrName>style.visibility</p:attrName>
                                        </p:attrNameLst>
                                      </p:cBhvr>
                                      <p:to>
                                        <p:strVal val="visible"/>
                                      </p:to>
                                    </p:set>
                                    <p:animEffect transition="in" filter="fade">
                                      <p:cBhvr>
                                        <p:cTn id="109" dur="1000"/>
                                        <p:tgtEl>
                                          <p:spTgt spid="3"/>
                                        </p:tgtEl>
                                      </p:cBhvr>
                                    </p:animEffect>
                                    <p:anim calcmode="lin" valueType="num">
                                      <p:cBhvr>
                                        <p:cTn id="110" dur="1000" fill="hold"/>
                                        <p:tgtEl>
                                          <p:spTgt spid="3"/>
                                        </p:tgtEl>
                                        <p:attrNameLst>
                                          <p:attrName>ppt_x</p:attrName>
                                        </p:attrNameLst>
                                      </p:cBhvr>
                                      <p:tavLst>
                                        <p:tav tm="0">
                                          <p:val>
                                            <p:strVal val="#ppt_x"/>
                                          </p:val>
                                        </p:tav>
                                        <p:tav tm="100000">
                                          <p:val>
                                            <p:strVal val="#ppt_x"/>
                                          </p:val>
                                        </p:tav>
                                      </p:tavLst>
                                    </p:anim>
                                    <p:anim calcmode="lin" valueType="num">
                                      <p:cBhvr>
                                        <p:cTn id="111" dur="1000" fill="hold"/>
                                        <p:tgtEl>
                                          <p:spTgt spid="3"/>
                                        </p:tgtEl>
                                        <p:attrNameLst>
                                          <p:attrName>ppt_y</p:attrName>
                                        </p:attrNameLst>
                                      </p:cBhvr>
                                      <p:tavLst>
                                        <p:tav tm="0">
                                          <p:val>
                                            <p:strVal val="#ppt_y-.1"/>
                                          </p:val>
                                        </p:tav>
                                        <p:tav tm="100000">
                                          <p:val>
                                            <p:strVal val="#ppt_y"/>
                                          </p:val>
                                        </p:tav>
                                      </p:tavLst>
                                    </p:anim>
                                  </p:childTnLst>
                                </p:cTn>
                              </p:par>
                            </p:childTnLst>
                          </p:cTn>
                        </p:par>
                        <p:par>
                          <p:cTn id="112" fill="hold">
                            <p:stCondLst>
                              <p:cond delay="1000"/>
                            </p:stCondLst>
                            <p:childTnLst>
                              <p:par>
                                <p:cTn id="113" presetID="47" presetClass="entr" presetSubtype="0" fill="hold" grpId="0" nodeType="afterEffect">
                                  <p:stCondLst>
                                    <p:cond delay="0"/>
                                  </p:stCondLst>
                                  <p:childTnLst>
                                    <p:set>
                                      <p:cBhvr>
                                        <p:cTn id="114" dur="1" fill="hold">
                                          <p:stCondLst>
                                            <p:cond delay="0"/>
                                          </p:stCondLst>
                                        </p:cTn>
                                        <p:tgtEl>
                                          <p:spTgt spid="43"/>
                                        </p:tgtEl>
                                        <p:attrNameLst>
                                          <p:attrName>style.visibility</p:attrName>
                                        </p:attrNameLst>
                                      </p:cBhvr>
                                      <p:to>
                                        <p:strVal val="visible"/>
                                      </p:to>
                                    </p:set>
                                    <p:animEffect transition="in" filter="fade">
                                      <p:cBhvr>
                                        <p:cTn id="115" dur="1000"/>
                                        <p:tgtEl>
                                          <p:spTgt spid="43"/>
                                        </p:tgtEl>
                                      </p:cBhvr>
                                    </p:animEffect>
                                    <p:anim calcmode="lin" valueType="num">
                                      <p:cBhvr>
                                        <p:cTn id="116" dur="1000" fill="hold"/>
                                        <p:tgtEl>
                                          <p:spTgt spid="43"/>
                                        </p:tgtEl>
                                        <p:attrNameLst>
                                          <p:attrName>ppt_x</p:attrName>
                                        </p:attrNameLst>
                                      </p:cBhvr>
                                      <p:tavLst>
                                        <p:tav tm="0">
                                          <p:val>
                                            <p:strVal val="#ppt_x"/>
                                          </p:val>
                                        </p:tav>
                                        <p:tav tm="100000">
                                          <p:val>
                                            <p:strVal val="#ppt_x"/>
                                          </p:val>
                                        </p:tav>
                                      </p:tavLst>
                                    </p:anim>
                                    <p:anim calcmode="lin" valueType="num">
                                      <p:cBhvr>
                                        <p:cTn id="117" dur="1000" fill="hold"/>
                                        <p:tgtEl>
                                          <p:spTgt spid="43"/>
                                        </p:tgtEl>
                                        <p:attrNameLst>
                                          <p:attrName>ppt_y</p:attrName>
                                        </p:attrNameLst>
                                      </p:cBhvr>
                                      <p:tavLst>
                                        <p:tav tm="0">
                                          <p:val>
                                            <p:strVal val="#ppt_y-.1"/>
                                          </p:val>
                                        </p:tav>
                                        <p:tav tm="100000">
                                          <p:val>
                                            <p:strVal val="#ppt_y"/>
                                          </p:val>
                                        </p:tav>
                                      </p:tavLst>
                                    </p:anim>
                                  </p:childTnLst>
                                </p:cTn>
                              </p:par>
                            </p:childTnLst>
                          </p:cTn>
                        </p:par>
                        <p:par>
                          <p:cTn id="118" fill="hold">
                            <p:stCondLst>
                              <p:cond delay="2000"/>
                            </p:stCondLst>
                            <p:childTnLst>
                              <p:par>
                                <p:cTn id="119" presetID="47" presetClass="entr" presetSubtype="0" fill="hold" grpId="0" nodeType="afterEffect">
                                  <p:stCondLst>
                                    <p:cond delay="0"/>
                                  </p:stCondLst>
                                  <p:childTnLst>
                                    <p:set>
                                      <p:cBhvr>
                                        <p:cTn id="120" dur="1" fill="hold">
                                          <p:stCondLst>
                                            <p:cond delay="0"/>
                                          </p:stCondLst>
                                        </p:cTn>
                                        <p:tgtEl>
                                          <p:spTgt spid="4"/>
                                        </p:tgtEl>
                                        <p:attrNameLst>
                                          <p:attrName>style.visibility</p:attrName>
                                        </p:attrNameLst>
                                      </p:cBhvr>
                                      <p:to>
                                        <p:strVal val="visible"/>
                                      </p:to>
                                    </p:set>
                                    <p:animEffect transition="in" filter="fade">
                                      <p:cBhvr>
                                        <p:cTn id="121" dur="1000"/>
                                        <p:tgtEl>
                                          <p:spTgt spid="4"/>
                                        </p:tgtEl>
                                      </p:cBhvr>
                                    </p:animEffect>
                                    <p:anim calcmode="lin" valueType="num">
                                      <p:cBhvr>
                                        <p:cTn id="122" dur="1000" fill="hold"/>
                                        <p:tgtEl>
                                          <p:spTgt spid="4"/>
                                        </p:tgtEl>
                                        <p:attrNameLst>
                                          <p:attrName>ppt_x</p:attrName>
                                        </p:attrNameLst>
                                      </p:cBhvr>
                                      <p:tavLst>
                                        <p:tav tm="0">
                                          <p:val>
                                            <p:strVal val="#ppt_x"/>
                                          </p:val>
                                        </p:tav>
                                        <p:tav tm="100000">
                                          <p:val>
                                            <p:strVal val="#ppt_x"/>
                                          </p:val>
                                        </p:tav>
                                      </p:tavLst>
                                    </p:anim>
                                    <p:anim calcmode="lin" valueType="num">
                                      <p:cBhvr>
                                        <p:cTn id="123" dur="1000" fill="hold"/>
                                        <p:tgtEl>
                                          <p:spTgt spid="4"/>
                                        </p:tgtEl>
                                        <p:attrNameLst>
                                          <p:attrName>ppt_y</p:attrName>
                                        </p:attrNameLst>
                                      </p:cBhvr>
                                      <p:tavLst>
                                        <p:tav tm="0">
                                          <p:val>
                                            <p:strVal val="#ppt_y-.1"/>
                                          </p:val>
                                        </p:tav>
                                        <p:tav tm="100000">
                                          <p:val>
                                            <p:strVal val="#ppt_y"/>
                                          </p:val>
                                        </p:tav>
                                      </p:tavLst>
                                    </p:anim>
                                  </p:childTnLst>
                                </p:cTn>
                              </p:par>
                            </p:childTnLst>
                          </p:cTn>
                        </p:par>
                        <p:par>
                          <p:cTn id="124" fill="hold">
                            <p:stCondLst>
                              <p:cond delay="3000"/>
                            </p:stCondLst>
                            <p:childTnLst>
                              <p:par>
                                <p:cTn id="125" presetID="47" presetClass="entr" presetSubtype="0" fill="hold" grpId="0" nodeType="afterEffect">
                                  <p:stCondLst>
                                    <p:cond delay="0"/>
                                  </p:stCondLst>
                                  <p:childTnLst>
                                    <p:set>
                                      <p:cBhvr>
                                        <p:cTn id="126" dur="1" fill="hold">
                                          <p:stCondLst>
                                            <p:cond delay="0"/>
                                          </p:stCondLst>
                                        </p:cTn>
                                        <p:tgtEl>
                                          <p:spTgt spid="19"/>
                                        </p:tgtEl>
                                        <p:attrNameLst>
                                          <p:attrName>style.visibility</p:attrName>
                                        </p:attrNameLst>
                                      </p:cBhvr>
                                      <p:to>
                                        <p:strVal val="visible"/>
                                      </p:to>
                                    </p:set>
                                    <p:animEffect transition="in" filter="fade">
                                      <p:cBhvr>
                                        <p:cTn id="127" dur="1000"/>
                                        <p:tgtEl>
                                          <p:spTgt spid="19"/>
                                        </p:tgtEl>
                                      </p:cBhvr>
                                    </p:animEffect>
                                    <p:anim calcmode="lin" valueType="num">
                                      <p:cBhvr>
                                        <p:cTn id="128" dur="1000" fill="hold"/>
                                        <p:tgtEl>
                                          <p:spTgt spid="19"/>
                                        </p:tgtEl>
                                        <p:attrNameLst>
                                          <p:attrName>ppt_x</p:attrName>
                                        </p:attrNameLst>
                                      </p:cBhvr>
                                      <p:tavLst>
                                        <p:tav tm="0">
                                          <p:val>
                                            <p:strVal val="#ppt_x"/>
                                          </p:val>
                                        </p:tav>
                                        <p:tav tm="100000">
                                          <p:val>
                                            <p:strVal val="#ppt_x"/>
                                          </p:val>
                                        </p:tav>
                                      </p:tavLst>
                                    </p:anim>
                                    <p:anim calcmode="lin" valueType="num">
                                      <p:cBhvr>
                                        <p:cTn id="129" dur="1000" fill="hold"/>
                                        <p:tgtEl>
                                          <p:spTgt spid="19"/>
                                        </p:tgtEl>
                                        <p:attrNameLst>
                                          <p:attrName>ppt_y</p:attrName>
                                        </p:attrNameLst>
                                      </p:cBhvr>
                                      <p:tavLst>
                                        <p:tav tm="0">
                                          <p:val>
                                            <p:strVal val="#ppt_y-.1"/>
                                          </p:val>
                                        </p:tav>
                                        <p:tav tm="100000">
                                          <p:val>
                                            <p:strVal val="#ppt_y"/>
                                          </p:val>
                                        </p:tav>
                                      </p:tavLst>
                                    </p:anim>
                                  </p:childTnLst>
                                </p:cTn>
                              </p:par>
                            </p:childTnLst>
                          </p:cTn>
                        </p:par>
                        <p:par>
                          <p:cTn id="130" fill="hold">
                            <p:stCondLst>
                              <p:cond delay="4000"/>
                            </p:stCondLst>
                            <p:childTnLst>
                              <p:par>
                                <p:cTn id="131" presetID="22" presetClass="entr" presetSubtype="8" fill="hold" grpId="0" nodeType="afterEffect">
                                  <p:stCondLst>
                                    <p:cond delay="0"/>
                                  </p:stCondLst>
                                  <p:childTnLst>
                                    <p:set>
                                      <p:cBhvr>
                                        <p:cTn id="132" dur="1" fill="hold">
                                          <p:stCondLst>
                                            <p:cond delay="0"/>
                                          </p:stCondLst>
                                        </p:cTn>
                                        <p:tgtEl>
                                          <p:spTgt spid="7"/>
                                        </p:tgtEl>
                                        <p:attrNameLst>
                                          <p:attrName>style.visibility</p:attrName>
                                        </p:attrNameLst>
                                      </p:cBhvr>
                                      <p:to>
                                        <p:strVal val="visible"/>
                                      </p:to>
                                    </p:set>
                                    <p:animEffect transition="in" filter="wipe(left)">
                                      <p:cBhvr>
                                        <p:cTn id="133" dur="500"/>
                                        <p:tgtEl>
                                          <p:spTgt spid="7"/>
                                        </p:tgtEl>
                                      </p:cBhvr>
                                    </p:animEffect>
                                  </p:childTnLst>
                                </p:cTn>
                              </p:par>
                            </p:childTnLst>
                          </p:cTn>
                        </p:par>
                        <p:par>
                          <p:cTn id="134" fill="hold">
                            <p:stCondLst>
                              <p:cond delay="4500"/>
                            </p:stCondLst>
                            <p:childTnLst>
                              <p:par>
                                <p:cTn id="135" presetID="16" presetClass="entr" presetSubtype="21" fill="hold" nodeType="afterEffect">
                                  <p:stCondLst>
                                    <p:cond delay="0"/>
                                  </p:stCondLst>
                                  <p:childTnLst>
                                    <p:set>
                                      <p:cBhvr>
                                        <p:cTn id="136" dur="1" fill="hold">
                                          <p:stCondLst>
                                            <p:cond delay="0"/>
                                          </p:stCondLst>
                                        </p:cTn>
                                        <p:tgtEl>
                                          <p:spTgt spid="6"/>
                                        </p:tgtEl>
                                        <p:attrNameLst>
                                          <p:attrName>style.visibility</p:attrName>
                                        </p:attrNameLst>
                                      </p:cBhvr>
                                      <p:to>
                                        <p:strVal val="visible"/>
                                      </p:to>
                                    </p:set>
                                    <p:animEffect transition="in" filter="barn(inVertical)">
                                      <p:cBhvr>
                                        <p:cTn id="137" dur="500"/>
                                        <p:tgtEl>
                                          <p:spTgt spid="6"/>
                                        </p:tgtEl>
                                      </p:cBhvr>
                                    </p:animEffect>
                                  </p:childTnLst>
                                </p:cTn>
                              </p:par>
                            </p:childTnLst>
                          </p:cTn>
                        </p:par>
                        <p:par>
                          <p:cTn id="138" fill="hold">
                            <p:stCondLst>
                              <p:cond delay="5000"/>
                            </p:stCondLst>
                            <p:childTnLst>
                              <p:par>
                                <p:cTn id="139" presetID="22" presetClass="entr" presetSubtype="8" fill="hold" nodeType="afterEffect">
                                  <p:stCondLst>
                                    <p:cond delay="0"/>
                                  </p:stCondLst>
                                  <p:childTnLst>
                                    <p:set>
                                      <p:cBhvr>
                                        <p:cTn id="140" dur="1" fill="hold">
                                          <p:stCondLst>
                                            <p:cond delay="0"/>
                                          </p:stCondLst>
                                        </p:cTn>
                                        <p:tgtEl>
                                          <p:spTgt spid="13"/>
                                        </p:tgtEl>
                                        <p:attrNameLst>
                                          <p:attrName>style.visibility</p:attrName>
                                        </p:attrNameLst>
                                      </p:cBhvr>
                                      <p:to>
                                        <p:strVal val="visible"/>
                                      </p:to>
                                    </p:set>
                                    <p:animEffect transition="in" filter="wipe(left)">
                                      <p:cBhvr>
                                        <p:cTn id="141" dur="500"/>
                                        <p:tgtEl>
                                          <p:spTgt spid="13"/>
                                        </p:tgtEl>
                                      </p:cBhvr>
                                    </p:animEffect>
                                  </p:childTnLst>
                                </p:cTn>
                              </p:par>
                            </p:childTnLst>
                          </p:cTn>
                        </p:par>
                      </p:childTnLst>
                    </p:cTn>
                  </p:par>
                  <p:par>
                    <p:cTn id="142" fill="hold">
                      <p:stCondLst>
                        <p:cond delay="indefinite"/>
                      </p:stCondLst>
                      <p:childTnLst>
                        <p:par>
                          <p:cTn id="143" fill="hold">
                            <p:stCondLst>
                              <p:cond delay="0"/>
                            </p:stCondLst>
                            <p:childTnLst>
                              <p:par>
                                <p:cTn id="144" presetID="37" presetClass="path" presetSubtype="0" accel="50000" decel="50000" fill="hold" grpId="1" nodeType="clickEffect">
                                  <p:stCondLst>
                                    <p:cond delay="0"/>
                                  </p:stCondLst>
                                  <p:childTnLst>
                                    <p:animMotion origin="layout" path="M 1.25E-6 4.81481E-6 L -0.01146 0.04004 C -0.01393 0.04907 -0.01745 0.05393 -0.02123 0.05393 C -0.02552 0.05393 -0.02891 0.04907 -0.03138 0.04004 L -0.04271 4.81481E-6 " pathEditMode="relative" rAng="0" ptsTypes="AAAAA">
                                      <p:cBhvr>
                                        <p:cTn id="145" dur="2000" fill="hold"/>
                                        <p:tgtEl>
                                          <p:spTgt spid="34"/>
                                        </p:tgtEl>
                                        <p:attrNameLst>
                                          <p:attrName>ppt_x</p:attrName>
                                          <p:attrName>ppt_y</p:attrName>
                                        </p:attrNameLst>
                                      </p:cBhvr>
                                      <p:rCtr x="-2135" y="2685"/>
                                    </p:animMotion>
                                  </p:childTnLst>
                                </p:cTn>
                              </p:par>
                            </p:childTnLst>
                          </p:cTn>
                        </p:par>
                        <p:par>
                          <p:cTn id="146" fill="hold">
                            <p:stCondLst>
                              <p:cond delay="2000"/>
                            </p:stCondLst>
                            <p:childTnLst>
                              <p:par>
                                <p:cTn id="147" presetID="1" presetClass="entr" presetSubtype="0" fill="hold" grpId="0" nodeType="afterEffect">
                                  <p:stCondLst>
                                    <p:cond delay="0"/>
                                  </p:stCondLst>
                                  <p:childTnLst>
                                    <p:set>
                                      <p:cBhvr>
                                        <p:cTn id="148" dur="1" fill="hold">
                                          <p:stCondLst>
                                            <p:cond delay="0"/>
                                          </p:stCondLst>
                                        </p:cTn>
                                        <p:tgtEl>
                                          <p:spTgt spid="11"/>
                                        </p:tgtEl>
                                        <p:attrNameLst>
                                          <p:attrName>style.visibility</p:attrName>
                                        </p:attrNameLst>
                                      </p:cBhvr>
                                      <p:to>
                                        <p:strVal val="visible"/>
                                      </p:to>
                                    </p:set>
                                  </p:childTnLst>
                                </p:cTn>
                              </p:par>
                              <p:par>
                                <p:cTn id="149" presetID="8" presetClass="emph" presetSubtype="0" fill="hold" grpId="1" nodeType="withEffect">
                                  <p:stCondLst>
                                    <p:cond delay="0"/>
                                  </p:stCondLst>
                                  <p:childTnLst>
                                    <p:animRot by="21600000">
                                      <p:cBhvr>
                                        <p:cTn id="150" dur="1000" fill="hold"/>
                                        <p:tgtEl>
                                          <p:spTgt spid="11"/>
                                        </p:tgtEl>
                                        <p:attrNameLst>
                                          <p:attrName>r</p:attrName>
                                        </p:attrNameLst>
                                      </p:cBhvr>
                                    </p:animRot>
                                  </p:childTnLst>
                                </p:cTn>
                              </p:par>
                            </p:childTnLst>
                          </p:cTn>
                        </p:par>
                        <p:par>
                          <p:cTn id="151" fill="hold">
                            <p:stCondLst>
                              <p:cond delay="3000"/>
                            </p:stCondLst>
                            <p:childTnLst>
                              <p:par>
                                <p:cTn id="152" presetID="42" presetClass="path" presetSubtype="0" accel="50000" decel="50000" fill="hold" grpId="2" nodeType="afterEffect">
                                  <p:stCondLst>
                                    <p:cond delay="0"/>
                                  </p:stCondLst>
                                  <p:childTnLst>
                                    <p:animMotion origin="layout" path="M 1.25E-6 1.11111E-6 L 0.00039 0.06366 " pathEditMode="relative" rAng="0" ptsTypes="AA">
                                      <p:cBhvr>
                                        <p:cTn id="153" dur="1000" fill="hold"/>
                                        <p:tgtEl>
                                          <p:spTgt spid="11"/>
                                        </p:tgtEl>
                                        <p:attrNameLst>
                                          <p:attrName>ppt_x</p:attrName>
                                          <p:attrName>ppt_y</p:attrName>
                                        </p:attrNameLst>
                                      </p:cBhvr>
                                      <p:rCtr x="13" y="3171"/>
                                    </p:animMotion>
                                  </p:childTnLst>
                                </p:cTn>
                              </p:par>
                              <p:par>
                                <p:cTn id="154" presetID="42" presetClass="entr" presetSubtype="0" fill="hold" nodeType="withEffect">
                                  <p:stCondLst>
                                    <p:cond delay="0"/>
                                  </p:stCondLst>
                                  <p:childTnLst>
                                    <p:set>
                                      <p:cBhvr>
                                        <p:cTn id="155" dur="1" fill="hold">
                                          <p:stCondLst>
                                            <p:cond delay="0"/>
                                          </p:stCondLst>
                                        </p:cTn>
                                        <p:tgtEl>
                                          <p:spTgt spid="10"/>
                                        </p:tgtEl>
                                        <p:attrNameLst>
                                          <p:attrName>style.visibility</p:attrName>
                                        </p:attrNameLst>
                                      </p:cBhvr>
                                      <p:to>
                                        <p:strVal val="visible"/>
                                      </p:to>
                                    </p:set>
                                    <p:animEffect transition="in" filter="fade">
                                      <p:cBhvr>
                                        <p:cTn id="156" dur="1000"/>
                                        <p:tgtEl>
                                          <p:spTgt spid="10"/>
                                        </p:tgtEl>
                                      </p:cBhvr>
                                    </p:animEffect>
                                    <p:anim calcmode="lin" valueType="num">
                                      <p:cBhvr>
                                        <p:cTn id="157" dur="1000" fill="hold"/>
                                        <p:tgtEl>
                                          <p:spTgt spid="10"/>
                                        </p:tgtEl>
                                        <p:attrNameLst>
                                          <p:attrName>ppt_x</p:attrName>
                                        </p:attrNameLst>
                                      </p:cBhvr>
                                      <p:tavLst>
                                        <p:tav tm="0">
                                          <p:val>
                                            <p:strVal val="#ppt_x"/>
                                          </p:val>
                                        </p:tav>
                                        <p:tav tm="100000">
                                          <p:val>
                                            <p:strVal val="#ppt_x"/>
                                          </p:val>
                                        </p:tav>
                                      </p:tavLst>
                                    </p:anim>
                                    <p:anim calcmode="lin" valueType="num">
                                      <p:cBhvr>
                                        <p:cTn id="158"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59" fill="hold">
                      <p:stCondLst>
                        <p:cond delay="indefinite"/>
                      </p:stCondLst>
                      <p:childTnLst>
                        <p:par>
                          <p:cTn id="160" fill="hold">
                            <p:stCondLst>
                              <p:cond delay="0"/>
                            </p:stCondLst>
                            <p:childTnLst>
                              <p:par>
                                <p:cTn id="161" presetID="63" presetClass="path" presetSubtype="0" accel="50000" decel="50000" fill="hold" grpId="3" nodeType="clickEffect">
                                  <p:stCondLst>
                                    <p:cond delay="0"/>
                                  </p:stCondLst>
                                  <p:childTnLst>
                                    <p:animMotion origin="layout" path="M 0.00039 0.06366 L 0.29766 0.06366 " pathEditMode="relative" rAng="0" ptsTypes="AA">
                                      <p:cBhvr>
                                        <p:cTn id="162" dur="2000" fill="hold"/>
                                        <p:tgtEl>
                                          <p:spTgt spid="11"/>
                                        </p:tgtEl>
                                        <p:attrNameLst>
                                          <p:attrName>ppt_x</p:attrName>
                                          <p:attrName>ppt_y</p:attrName>
                                        </p:attrNameLst>
                                      </p:cBhvr>
                                      <p:rCtr x="14857" y="0"/>
                                    </p:animMotion>
                                  </p:childTnLst>
                                </p:cTn>
                              </p:par>
                              <p:par>
                                <p:cTn id="163" presetID="63" presetClass="path" presetSubtype="0" accel="50000" decel="50000" fill="hold" nodeType="withEffect">
                                  <p:stCondLst>
                                    <p:cond delay="0"/>
                                  </p:stCondLst>
                                  <p:childTnLst>
                                    <p:animMotion origin="layout" path="M 1.25E-6 -2.96296E-6 L 0.29726 -0.00023 " pathEditMode="relative" rAng="0" ptsTypes="AA">
                                      <p:cBhvr>
                                        <p:cTn id="164" dur="2000" fill="hold"/>
                                        <p:tgtEl>
                                          <p:spTgt spid="10"/>
                                        </p:tgtEl>
                                        <p:attrNameLst>
                                          <p:attrName>ppt_x</p:attrName>
                                          <p:attrName>ppt_y</p:attrName>
                                        </p:attrNameLst>
                                      </p:cBhvr>
                                      <p:rCtr x="14857" y="-23"/>
                                    </p:animMotion>
                                  </p:childTnLst>
                                </p:cTn>
                              </p:par>
                            </p:childTnLst>
                          </p:cTn>
                        </p:par>
                        <p:par>
                          <p:cTn id="165" fill="hold">
                            <p:stCondLst>
                              <p:cond delay="2000"/>
                            </p:stCondLst>
                            <p:childTnLst>
                              <p:par>
                                <p:cTn id="166" presetID="27" presetClass="emph" presetSubtype="0" fill="remove" grpId="4" nodeType="afterEffect">
                                  <p:stCondLst>
                                    <p:cond delay="0"/>
                                  </p:stCondLst>
                                  <p:childTnLst>
                                    <p:animClr clrSpc="rgb" dir="cw">
                                      <p:cBhvr override="childStyle">
                                        <p:cTn id="167" dur="500" autoRev="1" fill="remove"/>
                                        <p:tgtEl>
                                          <p:spTgt spid="11"/>
                                        </p:tgtEl>
                                        <p:attrNameLst>
                                          <p:attrName>style.color</p:attrName>
                                        </p:attrNameLst>
                                      </p:cBhvr>
                                      <p:to>
                                        <a:schemeClr val="bg1"/>
                                      </p:to>
                                    </p:animClr>
                                    <p:animClr clrSpc="rgb" dir="cw">
                                      <p:cBhvr>
                                        <p:cTn id="168" dur="500" autoRev="1" fill="remove"/>
                                        <p:tgtEl>
                                          <p:spTgt spid="11"/>
                                        </p:tgtEl>
                                        <p:attrNameLst>
                                          <p:attrName>fillcolor</p:attrName>
                                        </p:attrNameLst>
                                      </p:cBhvr>
                                      <p:to>
                                        <a:schemeClr val="bg1"/>
                                      </p:to>
                                    </p:animClr>
                                    <p:set>
                                      <p:cBhvr>
                                        <p:cTn id="169" dur="500" autoRev="1" fill="remove"/>
                                        <p:tgtEl>
                                          <p:spTgt spid="11"/>
                                        </p:tgtEl>
                                        <p:attrNameLst>
                                          <p:attrName>fill.type</p:attrName>
                                        </p:attrNameLst>
                                      </p:cBhvr>
                                      <p:to>
                                        <p:strVal val="solid"/>
                                      </p:to>
                                    </p:set>
                                    <p:set>
                                      <p:cBhvr>
                                        <p:cTn id="170" dur="500" autoRev="1" fill="remove"/>
                                        <p:tgtEl>
                                          <p:spTgt spid="11"/>
                                        </p:tgtEl>
                                        <p:attrNameLst>
                                          <p:attrName>fill.on</p:attrName>
                                        </p:attrNameLst>
                                      </p:cBhvr>
                                      <p:to>
                                        <p:strVal val="true"/>
                                      </p:to>
                                    </p:set>
                                  </p:childTnLst>
                                </p:cTn>
                              </p:par>
                              <p:par>
                                <p:cTn id="171" presetID="27" presetClass="emph" presetSubtype="0" fill="remove" grpId="1" nodeType="withEffect">
                                  <p:stCondLst>
                                    <p:cond delay="0"/>
                                  </p:stCondLst>
                                  <p:childTnLst>
                                    <p:animClr clrSpc="rgb" dir="cw">
                                      <p:cBhvr override="childStyle">
                                        <p:cTn id="172" dur="500" autoRev="1" fill="remove"/>
                                        <p:tgtEl>
                                          <p:spTgt spid="40"/>
                                        </p:tgtEl>
                                        <p:attrNameLst>
                                          <p:attrName>style.color</p:attrName>
                                        </p:attrNameLst>
                                      </p:cBhvr>
                                      <p:to>
                                        <a:srgbClr val="FFF2CC"/>
                                      </p:to>
                                    </p:animClr>
                                    <p:animClr clrSpc="rgb" dir="cw">
                                      <p:cBhvr>
                                        <p:cTn id="173" dur="500" autoRev="1" fill="remove"/>
                                        <p:tgtEl>
                                          <p:spTgt spid="40"/>
                                        </p:tgtEl>
                                        <p:attrNameLst>
                                          <p:attrName>fillcolor</p:attrName>
                                        </p:attrNameLst>
                                      </p:cBhvr>
                                      <p:to>
                                        <a:srgbClr val="FFF2CC"/>
                                      </p:to>
                                    </p:animClr>
                                    <p:set>
                                      <p:cBhvr>
                                        <p:cTn id="174" dur="500" autoRev="1" fill="remove"/>
                                        <p:tgtEl>
                                          <p:spTgt spid="40"/>
                                        </p:tgtEl>
                                        <p:attrNameLst>
                                          <p:attrName>fill.type</p:attrName>
                                        </p:attrNameLst>
                                      </p:cBhvr>
                                      <p:to>
                                        <p:strVal val="solid"/>
                                      </p:to>
                                    </p:set>
                                    <p:set>
                                      <p:cBhvr>
                                        <p:cTn id="175" dur="500" autoRev="1" fill="remove"/>
                                        <p:tgtEl>
                                          <p:spTgt spid="40"/>
                                        </p:tgtEl>
                                        <p:attrNameLst>
                                          <p:attrName>fill.on</p:attrName>
                                        </p:attrNameLst>
                                      </p:cBhvr>
                                      <p:to>
                                        <p:strVal val="true"/>
                                      </p:to>
                                    </p:set>
                                  </p:childTnLst>
                                </p:cTn>
                              </p:par>
                            </p:childTnLst>
                          </p:cTn>
                        </p:par>
                        <p:par>
                          <p:cTn id="176" fill="hold">
                            <p:stCondLst>
                              <p:cond delay="3000"/>
                            </p:stCondLst>
                            <p:childTnLst>
                              <p:par>
                                <p:cTn id="177" presetID="35" presetClass="path" presetSubtype="0" accel="50000" decel="50000" fill="hold" nodeType="afterEffect">
                                  <p:stCondLst>
                                    <p:cond delay="0"/>
                                  </p:stCondLst>
                                  <p:childTnLst>
                                    <p:animMotion origin="layout" path="M 0.29779 -2.96296E-6 L 0.25443 -2.96296E-6 " pathEditMode="relative" rAng="0" ptsTypes="AA">
                                      <p:cBhvr>
                                        <p:cTn id="178" dur="1000" fill="hold"/>
                                        <p:tgtEl>
                                          <p:spTgt spid="10"/>
                                        </p:tgtEl>
                                        <p:attrNameLst>
                                          <p:attrName>ppt_x</p:attrName>
                                          <p:attrName>ppt_y</p:attrName>
                                        </p:attrNameLst>
                                      </p:cBhvr>
                                      <p:rCtr x="-2174" y="0"/>
                                    </p:animMotion>
                                  </p:childTnLst>
                                </p:cTn>
                              </p:par>
                              <p:par>
                                <p:cTn id="179" presetID="35" presetClass="path" presetSubtype="0" accel="50000" decel="50000" fill="hold" grpId="5" nodeType="withEffect">
                                  <p:stCondLst>
                                    <p:cond delay="0"/>
                                  </p:stCondLst>
                                  <p:childTnLst>
                                    <p:animMotion origin="layout" path="M 0.29766 0.06366 L 0.2543 0.06366 " pathEditMode="relative" rAng="0" ptsTypes="AA">
                                      <p:cBhvr>
                                        <p:cTn id="180" dur="1000" fill="hold"/>
                                        <p:tgtEl>
                                          <p:spTgt spid="11"/>
                                        </p:tgtEl>
                                        <p:attrNameLst>
                                          <p:attrName>ppt_x</p:attrName>
                                          <p:attrName>ppt_y</p:attrName>
                                        </p:attrNameLst>
                                      </p:cBhvr>
                                      <p:rCtr x="-2174" y="0"/>
                                    </p:animMotion>
                                  </p:childTnLst>
                                </p:cTn>
                              </p:par>
                              <p:par>
                                <p:cTn id="181" presetID="35" presetClass="path" presetSubtype="0" accel="50000" decel="50000" fill="hold" grpId="1" nodeType="withEffect">
                                  <p:stCondLst>
                                    <p:cond delay="0"/>
                                  </p:stCondLst>
                                  <p:childTnLst>
                                    <p:animMotion origin="layout" path="M -3.75E-6 -2.22222E-6 L -0.04101 -0.00046 " pathEditMode="relative" rAng="0" ptsTypes="AA">
                                      <p:cBhvr>
                                        <p:cTn id="182" dur="1000" fill="hold"/>
                                        <p:tgtEl>
                                          <p:spTgt spid="19"/>
                                        </p:tgtEl>
                                        <p:attrNameLst>
                                          <p:attrName>ppt_x</p:attrName>
                                          <p:attrName>ppt_y</p:attrName>
                                        </p:attrNameLst>
                                      </p:cBhvr>
                                      <p:rCtr x="-2057" y="-23"/>
                                    </p:animMotion>
                                  </p:childTnLst>
                                </p:cTn>
                              </p:par>
                            </p:childTnLst>
                          </p:cTn>
                        </p:par>
                        <p:par>
                          <p:cTn id="183" fill="hold">
                            <p:stCondLst>
                              <p:cond delay="4000"/>
                            </p:stCondLst>
                            <p:childTnLst>
                              <p:par>
                                <p:cTn id="184" presetID="27" presetClass="emph" presetSubtype="0" fill="remove" grpId="6" nodeType="afterEffect">
                                  <p:stCondLst>
                                    <p:cond delay="0"/>
                                  </p:stCondLst>
                                  <p:childTnLst>
                                    <p:animClr clrSpc="rgb" dir="cw">
                                      <p:cBhvr override="childStyle">
                                        <p:cTn id="185" dur="500" autoRev="1" fill="remove"/>
                                        <p:tgtEl>
                                          <p:spTgt spid="11"/>
                                        </p:tgtEl>
                                        <p:attrNameLst>
                                          <p:attrName>style.color</p:attrName>
                                        </p:attrNameLst>
                                      </p:cBhvr>
                                      <p:to>
                                        <a:schemeClr val="bg1"/>
                                      </p:to>
                                    </p:animClr>
                                    <p:animClr clrSpc="rgb" dir="cw">
                                      <p:cBhvr>
                                        <p:cTn id="186" dur="500" autoRev="1" fill="remove"/>
                                        <p:tgtEl>
                                          <p:spTgt spid="11"/>
                                        </p:tgtEl>
                                        <p:attrNameLst>
                                          <p:attrName>fillcolor</p:attrName>
                                        </p:attrNameLst>
                                      </p:cBhvr>
                                      <p:to>
                                        <a:schemeClr val="bg1"/>
                                      </p:to>
                                    </p:animClr>
                                    <p:set>
                                      <p:cBhvr>
                                        <p:cTn id="187" dur="500" autoRev="1" fill="remove"/>
                                        <p:tgtEl>
                                          <p:spTgt spid="11"/>
                                        </p:tgtEl>
                                        <p:attrNameLst>
                                          <p:attrName>fill.type</p:attrName>
                                        </p:attrNameLst>
                                      </p:cBhvr>
                                      <p:to>
                                        <p:strVal val="solid"/>
                                      </p:to>
                                    </p:set>
                                    <p:set>
                                      <p:cBhvr>
                                        <p:cTn id="188" dur="500" autoRev="1" fill="remove"/>
                                        <p:tgtEl>
                                          <p:spTgt spid="11"/>
                                        </p:tgtEl>
                                        <p:attrNameLst>
                                          <p:attrName>fill.on</p:attrName>
                                        </p:attrNameLst>
                                      </p:cBhvr>
                                      <p:to>
                                        <p:strVal val="true"/>
                                      </p:to>
                                    </p:set>
                                  </p:childTnLst>
                                </p:cTn>
                              </p:par>
                              <p:par>
                                <p:cTn id="189" presetID="27" presetClass="emph" presetSubtype="0" fill="remove" grpId="1" nodeType="withEffect">
                                  <p:stCondLst>
                                    <p:cond delay="0"/>
                                  </p:stCondLst>
                                  <p:childTnLst>
                                    <p:animClr clrSpc="rgb" dir="cw">
                                      <p:cBhvr override="childStyle">
                                        <p:cTn id="190" dur="500" autoRev="1" fill="remove"/>
                                        <p:tgtEl>
                                          <p:spTgt spid="39"/>
                                        </p:tgtEl>
                                        <p:attrNameLst>
                                          <p:attrName>style.color</p:attrName>
                                        </p:attrNameLst>
                                      </p:cBhvr>
                                      <p:to>
                                        <a:srgbClr val="CBF09A"/>
                                      </p:to>
                                    </p:animClr>
                                    <p:animClr clrSpc="rgb" dir="cw">
                                      <p:cBhvr>
                                        <p:cTn id="191" dur="500" autoRev="1" fill="remove"/>
                                        <p:tgtEl>
                                          <p:spTgt spid="39"/>
                                        </p:tgtEl>
                                        <p:attrNameLst>
                                          <p:attrName>fillcolor</p:attrName>
                                        </p:attrNameLst>
                                      </p:cBhvr>
                                      <p:to>
                                        <a:srgbClr val="CBF09A"/>
                                      </p:to>
                                    </p:animClr>
                                    <p:set>
                                      <p:cBhvr>
                                        <p:cTn id="192" dur="500" autoRev="1" fill="remove"/>
                                        <p:tgtEl>
                                          <p:spTgt spid="39"/>
                                        </p:tgtEl>
                                        <p:attrNameLst>
                                          <p:attrName>fill.type</p:attrName>
                                        </p:attrNameLst>
                                      </p:cBhvr>
                                      <p:to>
                                        <p:strVal val="solid"/>
                                      </p:to>
                                    </p:set>
                                    <p:set>
                                      <p:cBhvr>
                                        <p:cTn id="193" dur="500" autoRev="1" fill="remove"/>
                                        <p:tgtEl>
                                          <p:spTgt spid="39"/>
                                        </p:tgtEl>
                                        <p:attrNameLst>
                                          <p:attrName>fill.on</p:attrName>
                                        </p:attrNameLst>
                                      </p:cBhvr>
                                      <p:to>
                                        <p:strVal val="true"/>
                                      </p:to>
                                    </p:set>
                                  </p:childTnLst>
                                </p:cTn>
                              </p:par>
                            </p:childTnLst>
                          </p:cTn>
                        </p:par>
                        <p:par>
                          <p:cTn id="194" fill="hold">
                            <p:stCondLst>
                              <p:cond delay="5000"/>
                            </p:stCondLst>
                            <p:childTnLst>
                              <p:par>
                                <p:cTn id="195" presetID="37" presetClass="path" presetSubtype="0" accel="50000" decel="50000" fill="hold" grpId="2" nodeType="afterEffect">
                                  <p:stCondLst>
                                    <p:cond delay="0"/>
                                  </p:stCondLst>
                                  <p:childTnLst>
                                    <p:animMotion origin="layout" path="M 0.0004 0.0007 L -0.06783 0.04074 C -0.08204 0.04977 -0.10339 0.05463 -0.12579 0.05463 C -0.15118 0.05463 -0.17162 0.04977 -0.18581 0.04074 L -0.25391 0.0007 " pathEditMode="relative" rAng="0" ptsTypes="AAAAA">
                                      <p:cBhvr>
                                        <p:cTn id="196" dur="2000" fill="hold"/>
                                        <p:tgtEl>
                                          <p:spTgt spid="39"/>
                                        </p:tgtEl>
                                        <p:attrNameLst>
                                          <p:attrName>ppt_x</p:attrName>
                                          <p:attrName>ppt_y</p:attrName>
                                        </p:attrNameLst>
                                      </p:cBhvr>
                                      <p:rCtr x="-12721" y="2685"/>
                                    </p:animMotion>
                                  </p:childTnLst>
                                </p:cTn>
                              </p:par>
                            </p:childTnLst>
                          </p:cTn>
                        </p:par>
                      </p:childTnLst>
                    </p:cTn>
                  </p:par>
                  <p:par>
                    <p:cTn id="197" fill="hold">
                      <p:stCondLst>
                        <p:cond delay="indefinite"/>
                      </p:stCondLst>
                      <p:childTnLst>
                        <p:par>
                          <p:cTn id="198" fill="hold">
                            <p:stCondLst>
                              <p:cond delay="0"/>
                            </p:stCondLst>
                            <p:childTnLst>
                              <p:par>
                                <p:cTn id="199" presetID="63" presetClass="path" presetSubtype="0" accel="50000" decel="50000" fill="hold" grpId="1" nodeType="clickEffect">
                                  <p:stCondLst>
                                    <p:cond delay="0"/>
                                  </p:stCondLst>
                                  <p:childTnLst>
                                    <p:animMotion origin="layout" path="M -1.25E-6 2.59259E-6 L 0.0418 2.59259E-6 " pathEditMode="relative" rAng="0" ptsTypes="AA">
                                      <p:cBhvr>
                                        <p:cTn id="200" dur="1000" fill="hold"/>
                                        <p:tgtEl>
                                          <p:spTgt spid="4"/>
                                        </p:tgtEl>
                                        <p:attrNameLst>
                                          <p:attrName>ppt_x</p:attrName>
                                          <p:attrName>ppt_y</p:attrName>
                                        </p:attrNameLst>
                                      </p:cBhvr>
                                      <p:rCtr x="2083" y="0"/>
                                    </p:animMotion>
                                  </p:childTnLst>
                                </p:cTn>
                              </p:par>
                              <p:par>
                                <p:cTn id="201" presetID="35" presetClass="path" presetSubtype="0" accel="50000" decel="50000" fill="hold" nodeType="withEffect">
                                  <p:stCondLst>
                                    <p:cond delay="100"/>
                                  </p:stCondLst>
                                  <p:childTnLst>
                                    <p:animMotion origin="layout" path="M 0.25443 -2.96296E-6 L 0.04232 -0.00023 " pathEditMode="relative" rAng="0" ptsTypes="AA">
                                      <p:cBhvr>
                                        <p:cTn id="202" dur="2000" fill="hold"/>
                                        <p:tgtEl>
                                          <p:spTgt spid="10"/>
                                        </p:tgtEl>
                                        <p:attrNameLst>
                                          <p:attrName>ppt_x</p:attrName>
                                          <p:attrName>ppt_y</p:attrName>
                                        </p:attrNameLst>
                                      </p:cBhvr>
                                      <p:rCtr x="-10612" y="-23"/>
                                    </p:animMotion>
                                  </p:childTnLst>
                                </p:cTn>
                              </p:par>
                              <p:par>
                                <p:cTn id="203" presetID="35" presetClass="path" presetSubtype="0" accel="50000" decel="50000" fill="hold" grpId="7" nodeType="withEffect">
                                  <p:stCondLst>
                                    <p:cond delay="0"/>
                                  </p:stCondLst>
                                  <p:childTnLst>
                                    <p:animMotion origin="layout" path="M 0.2543 0.06366 L 0.04284 0.06366 " pathEditMode="relative" rAng="0" ptsTypes="AA">
                                      <p:cBhvr>
                                        <p:cTn id="204" dur="2000" fill="hold"/>
                                        <p:tgtEl>
                                          <p:spTgt spid="11"/>
                                        </p:tgtEl>
                                        <p:attrNameLst>
                                          <p:attrName>ppt_x</p:attrName>
                                          <p:attrName>ppt_y</p:attrName>
                                        </p:attrNameLst>
                                      </p:cBhvr>
                                      <p:rCtr x="-10573" y="0"/>
                                    </p:animMotion>
                                  </p:childTnLst>
                                </p:cTn>
                              </p:par>
                            </p:childTnLst>
                          </p:cTn>
                        </p:par>
                        <p:par>
                          <p:cTn id="205" fill="hold">
                            <p:stCondLst>
                              <p:cond delay="2100"/>
                            </p:stCondLst>
                            <p:childTnLst>
                              <p:par>
                                <p:cTn id="206" presetID="27" presetClass="emph" presetSubtype="0" fill="remove" grpId="8" nodeType="afterEffect">
                                  <p:stCondLst>
                                    <p:cond delay="0"/>
                                  </p:stCondLst>
                                  <p:childTnLst>
                                    <p:animClr clrSpc="rgb" dir="cw">
                                      <p:cBhvr override="childStyle">
                                        <p:cTn id="207" dur="500" autoRev="1" fill="remove"/>
                                        <p:tgtEl>
                                          <p:spTgt spid="11"/>
                                        </p:tgtEl>
                                        <p:attrNameLst>
                                          <p:attrName>style.color</p:attrName>
                                        </p:attrNameLst>
                                      </p:cBhvr>
                                      <p:to>
                                        <a:schemeClr val="bg1"/>
                                      </p:to>
                                    </p:animClr>
                                    <p:animClr clrSpc="rgb" dir="cw">
                                      <p:cBhvr>
                                        <p:cTn id="208" dur="500" autoRev="1" fill="remove"/>
                                        <p:tgtEl>
                                          <p:spTgt spid="11"/>
                                        </p:tgtEl>
                                        <p:attrNameLst>
                                          <p:attrName>fillcolor</p:attrName>
                                        </p:attrNameLst>
                                      </p:cBhvr>
                                      <p:to>
                                        <a:schemeClr val="bg1"/>
                                      </p:to>
                                    </p:animClr>
                                    <p:set>
                                      <p:cBhvr>
                                        <p:cTn id="209" dur="500" autoRev="1" fill="remove"/>
                                        <p:tgtEl>
                                          <p:spTgt spid="11"/>
                                        </p:tgtEl>
                                        <p:attrNameLst>
                                          <p:attrName>fill.type</p:attrName>
                                        </p:attrNameLst>
                                      </p:cBhvr>
                                      <p:to>
                                        <p:strVal val="solid"/>
                                      </p:to>
                                    </p:set>
                                    <p:set>
                                      <p:cBhvr>
                                        <p:cTn id="210" dur="500" autoRev="1" fill="remove"/>
                                        <p:tgtEl>
                                          <p:spTgt spid="11"/>
                                        </p:tgtEl>
                                        <p:attrNameLst>
                                          <p:attrName>fill.on</p:attrName>
                                        </p:attrNameLst>
                                      </p:cBhvr>
                                      <p:to>
                                        <p:strVal val="true"/>
                                      </p:to>
                                    </p:set>
                                  </p:childTnLst>
                                </p:cTn>
                              </p:par>
                              <p:par>
                                <p:cTn id="211" presetID="27" presetClass="emph" presetSubtype="0" fill="remove" grpId="1" nodeType="withEffect">
                                  <p:stCondLst>
                                    <p:cond delay="0"/>
                                  </p:stCondLst>
                                  <p:childTnLst>
                                    <p:animClr clrSpc="rgb" dir="cw">
                                      <p:cBhvr override="childStyle">
                                        <p:cTn id="212" dur="500" autoRev="1" fill="remove"/>
                                        <p:tgtEl>
                                          <p:spTgt spid="35"/>
                                        </p:tgtEl>
                                        <p:attrNameLst>
                                          <p:attrName>style.color</p:attrName>
                                        </p:attrNameLst>
                                      </p:cBhvr>
                                      <p:to>
                                        <a:srgbClr val="FFF2CC"/>
                                      </p:to>
                                    </p:animClr>
                                    <p:animClr clrSpc="rgb" dir="cw">
                                      <p:cBhvr>
                                        <p:cTn id="213" dur="500" autoRev="1" fill="remove"/>
                                        <p:tgtEl>
                                          <p:spTgt spid="35"/>
                                        </p:tgtEl>
                                        <p:attrNameLst>
                                          <p:attrName>fillcolor</p:attrName>
                                        </p:attrNameLst>
                                      </p:cBhvr>
                                      <p:to>
                                        <a:srgbClr val="FFF2CC"/>
                                      </p:to>
                                    </p:animClr>
                                    <p:set>
                                      <p:cBhvr>
                                        <p:cTn id="214" dur="500" autoRev="1" fill="remove"/>
                                        <p:tgtEl>
                                          <p:spTgt spid="35"/>
                                        </p:tgtEl>
                                        <p:attrNameLst>
                                          <p:attrName>fill.type</p:attrName>
                                        </p:attrNameLst>
                                      </p:cBhvr>
                                      <p:to>
                                        <p:strVal val="solid"/>
                                      </p:to>
                                    </p:set>
                                    <p:set>
                                      <p:cBhvr>
                                        <p:cTn id="215" dur="500" autoRev="1" fill="remove"/>
                                        <p:tgtEl>
                                          <p:spTgt spid="35"/>
                                        </p:tgtEl>
                                        <p:attrNameLst>
                                          <p:attrName>fill.on</p:attrName>
                                        </p:attrNameLst>
                                      </p:cBhvr>
                                      <p:to>
                                        <p:strVal val="true"/>
                                      </p:to>
                                    </p:set>
                                  </p:childTnLst>
                                </p:cTn>
                              </p:par>
                            </p:childTnLst>
                          </p:cTn>
                        </p:par>
                        <p:par>
                          <p:cTn id="216" fill="hold">
                            <p:stCondLst>
                              <p:cond delay="3100"/>
                            </p:stCondLst>
                            <p:childTnLst>
                              <p:par>
                                <p:cTn id="217" presetID="63" presetClass="path" presetSubtype="0" accel="50000" decel="50000" fill="hold" nodeType="afterEffect">
                                  <p:stCondLst>
                                    <p:cond delay="0"/>
                                  </p:stCondLst>
                                  <p:childTnLst>
                                    <p:animMotion origin="layout" path="M 0.04232 -0.00023 L 0.08437 -0.00023 " pathEditMode="relative" rAng="0" ptsTypes="AA">
                                      <p:cBhvr>
                                        <p:cTn id="218" dur="1000" fill="hold"/>
                                        <p:tgtEl>
                                          <p:spTgt spid="10"/>
                                        </p:tgtEl>
                                        <p:attrNameLst>
                                          <p:attrName>ppt_x</p:attrName>
                                          <p:attrName>ppt_y</p:attrName>
                                        </p:attrNameLst>
                                      </p:cBhvr>
                                      <p:rCtr x="2096" y="0"/>
                                    </p:animMotion>
                                  </p:childTnLst>
                                </p:cTn>
                              </p:par>
                              <p:par>
                                <p:cTn id="219" presetID="63" presetClass="path" presetSubtype="0" accel="50000" decel="50000" fill="hold" grpId="9" nodeType="withEffect">
                                  <p:stCondLst>
                                    <p:cond delay="0"/>
                                  </p:stCondLst>
                                  <p:childTnLst>
                                    <p:animMotion origin="layout" path="M 0.04219 0.0625 L 0.08372 0.0625 " pathEditMode="relative" rAng="0" ptsTypes="AA">
                                      <p:cBhvr>
                                        <p:cTn id="220" dur="1000" fill="hold"/>
                                        <p:tgtEl>
                                          <p:spTgt spid="11"/>
                                        </p:tgtEl>
                                        <p:attrNameLst>
                                          <p:attrName>ppt_x</p:attrName>
                                          <p:attrName>ppt_y</p:attrName>
                                        </p:attrNameLst>
                                      </p:cBhvr>
                                      <p:rCtr x="2070" y="0"/>
                                    </p:animMotion>
                                  </p:childTnLst>
                                </p:cTn>
                              </p:par>
                              <p:par>
                                <p:cTn id="221" presetID="63" presetClass="path" presetSubtype="0" accel="50000" decel="50000" fill="hold" grpId="2" nodeType="withEffect">
                                  <p:stCondLst>
                                    <p:cond delay="0"/>
                                  </p:stCondLst>
                                  <p:childTnLst>
                                    <p:animMotion origin="layout" path="M 0.0418 2.59259E-6 L 0.08594 2.59259E-6 " pathEditMode="relative" rAng="0" ptsTypes="AA">
                                      <p:cBhvr>
                                        <p:cTn id="222" dur="1000" fill="hold"/>
                                        <p:tgtEl>
                                          <p:spTgt spid="4"/>
                                        </p:tgtEl>
                                        <p:attrNameLst>
                                          <p:attrName>ppt_x</p:attrName>
                                          <p:attrName>ppt_y</p:attrName>
                                        </p:attrNameLst>
                                      </p:cBhvr>
                                      <p:rCtr x="2201" y="0"/>
                                    </p:animMotion>
                                  </p:childTnLst>
                                </p:cTn>
                              </p:par>
                            </p:childTnLst>
                          </p:cTn>
                        </p:par>
                        <p:par>
                          <p:cTn id="223" fill="hold">
                            <p:stCondLst>
                              <p:cond delay="4100"/>
                            </p:stCondLst>
                            <p:childTnLst>
                              <p:par>
                                <p:cTn id="224" presetID="27" presetClass="emph" presetSubtype="0" fill="remove" grpId="10" nodeType="afterEffect">
                                  <p:stCondLst>
                                    <p:cond delay="0"/>
                                  </p:stCondLst>
                                  <p:childTnLst>
                                    <p:animClr clrSpc="rgb" dir="cw">
                                      <p:cBhvr override="childStyle">
                                        <p:cTn id="225" dur="500" autoRev="1" fill="remove"/>
                                        <p:tgtEl>
                                          <p:spTgt spid="11"/>
                                        </p:tgtEl>
                                        <p:attrNameLst>
                                          <p:attrName>style.color</p:attrName>
                                        </p:attrNameLst>
                                      </p:cBhvr>
                                      <p:to>
                                        <a:schemeClr val="bg1"/>
                                      </p:to>
                                    </p:animClr>
                                    <p:animClr clrSpc="rgb" dir="cw">
                                      <p:cBhvr>
                                        <p:cTn id="226" dur="500" autoRev="1" fill="remove"/>
                                        <p:tgtEl>
                                          <p:spTgt spid="11"/>
                                        </p:tgtEl>
                                        <p:attrNameLst>
                                          <p:attrName>fillcolor</p:attrName>
                                        </p:attrNameLst>
                                      </p:cBhvr>
                                      <p:to>
                                        <a:schemeClr val="bg1"/>
                                      </p:to>
                                    </p:animClr>
                                    <p:set>
                                      <p:cBhvr>
                                        <p:cTn id="227" dur="500" autoRev="1" fill="remove"/>
                                        <p:tgtEl>
                                          <p:spTgt spid="11"/>
                                        </p:tgtEl>
                                        <p:attrNameLst>
                                          <p:attrName>fill.type</p:attrName>
                                        </p:attrNameLst>
                                      </p:cBhvr>
                                      <p:to>
                                        <p:strVal val="solid"/>
                                      </p:to>
                                    </p:set>
                                    <p:set>
                                      <p:cBhvr>
                                        <p:cTn id="228" dur="500" autoRev="1" fill="remove"/>
                                        <p:tgtEl>
                                          <p:spTgt spid="11"/>
                                        </p:tgtEl>
                                        <p:attrNameLst>
                                          <p:attrName>fill.on</p:attrName>
                                        </p:attrNameLst>
                                      </p:cBhvr>
                                      <p:to>
                                        <p:strVal val="true"/>
                                      </p:to>
                                    </p:set>
                                  </p:childTnLst>
                                </p:cTn>
                              </p:par>
                              <p:par>
                                <p:cTn id="229" presetID="27" presetClass="emph" presetSubtype="0" fill="remove" grpId="1" nodeType="withEffect">
                                  <p:stCondLst>
                                    <p:cond delay="0"/>
                                  </p:stCondLst>
                                  <p:childTnLst>
                                    <p:animClr clrSpc="rgb" dir="cw">
                                      <p:cBhvr override="childStyle">
                                        <p:cTn id="230" dur="500" autoRev="1" fill="remove"/>
                                        <p:tgtEl>
                                          <p:spTgt spid="36"/>
                                        </p:tgtEl>
                                        <p:attrNameLst>
                                          <p:attrName>style.color</p:attrName>
                                        </p:attrNameLst>
                                      </p:cBhvr>
                                      <p:to>
                                        <a:srgbClr val="CBF09A"/>
                                      </p:to>
                                    </p:animClr>
                                    <p:animClr clrSpc="rgb" dir="cw">
                                      <p:cBhvr>
                                        <p:cTn id="231" dur="500" autoRev="1" fill="remove"/>
                                        <p:tgtEl>
                                          <p:spTgt spid="36"/>
                                        </p:tgtEl>
                                        <p:attrNameLst>
                                          <p:attrName>fillcolor</p:attrName>
                                        </p:attrNameLst>
                                      </p:cBhvr>
                                      <p:to>
                                        <a:srgbClr val="CBF09A"/>
                                      </p:to>
                                    </p:animClr>
                                    <p:set>
                                      <p:cBhvr>
                                        <p:cTn id="232" dur="500" autoRev="1" fill="remove"/>
                                        <p:tgtEl>
                                          <p:spTgt spid="36"/>
                                        </p:tgtEl>
                                        <p:attrNameLst>
                                          <p:attrName>fill.type</p:attrName>
                                        </p:attrNameLst>
                                      </p:cBhvr>
                                      <p:to>
                                        <p:strVal val="solid"/>
                                      </p:to>
                                    </p:set>
                                    <p:set>
                                      <p:cBhvr>
                                        <p:cTn id="233" dur="500" autoRev="1" fill="remove"/>
                                        <p:tgtEl>
                                          <p:spTgt spid="36"/>
                                        </p:tgtEl>
                                        <p:attrNameLst>
                                          <p:attrName>fill.on</p:attrName>
                                        </p:attrNameLst>
                                      </p:cBhvr>
                                      <p:to>
                                        <p:strVal val="true"/>
                                      </p:to>
                                    </p:set>
                                  </p:childTnLst>
                                </p:cTn>
                              </p:par>
                            </p:childTnLst>
                          </p:cTn>
                        </p:par>
                        <p:par>
                          <p:cTn id="234" fill="hold">
                            <p:stCondLst>
                              <p:cond delay="5100"/>
                            </p:stCondLst>
                            <p:childTnLst>
                              <p:par>
                                <p:cTn id="235" presetID="37" presetClass="path" presetSubtype="0" accel="50000" decel="50000" fill="hold" grpId="2" nodeType="afterEffect">
                                  <p:stCondLst>
                                    <p:cond delay="0"/>
                                  </p:stCondLst>
                                  <p:childTnLst>
                                    <p:animMotion origin="layout" path="M 0.00053 0.00093 L 0.04571 0.04097 C 0.05521 0.05 0.06928 0.05486 0.08425 0.05486 C 0.10105 0.05486 0.11459 0.05 0.12409 0.04097 L 0.16941 0.00093 " pathEditMode="relative" rAng="0" ptsTypes="AAAAA">
                                      <p:cBhvr>
                                        <p:cTn id="236" dur="2000" fill="hold"/>
                                        <p:tgtEl>
                                          <p:spTgt spid="36"/>
                                        </p:tgtEl>
                                        <p:attrNameLst>
                                          <p:attrName>ppt_x</p:attrName>
                                          <p:attrName>ppt_y</p:attrName>
                                        </p:attrNameLst>
                                      </p:cBhvr>
                                      <p:rCtr x="8438" y="2685"/>
                                    </p:animMotion>
                                  </p:childTnLst>
                                </p:cTn>
                              </p:par>
                            </p:childTnLst>
                          </p:cTn>
                        </p:par>
                      </p:childTnLst>
                    </p:cTn>
                  </p:par>
                  <p:par>
                    <p:cTn id="237" fill="hold">
                      <p:stCondLst>
                        <p:cond delay="indefinite"/>
                      </p:stCondLst>
                      <p:childTnLst>
                        <p:par>
                          <p:cTn id="238" fill="hold">
                            <p:stCondLst>
                              <p:cond delay="0"/>
                            </p:stCondLst>
                            <p:childTnLst>
                              <p:par>
                                <p:cTn id="239" presetID="35" presetClass="path" presetSubtype="0" accel="50000" decel="50000" fill="hold" grpId="2" nodeType="clickEffect">
                                  <p:stCondLst>
                                    <p:cond delay="0"/>
                                  </p:stCondLst>
                                  <p:childTnLst>
                                    <p:animMotion origin="layout" path="M -0.04101 -0.00046 L -0.08359 -0.00046 " pathEditMode="relative" rAng="0" ptsTypes="AA">
                                      <p:cBhvr>
                                        <p:cTn id="240" dur="1000" fill="hold"/>
                                        <p:tgtEl>
                                          <p:spTgt spid="19"/>
                                        </p:tgtEl>
                                        <p:attrNameLst>
                                          <p:attrName>ppt_x</p:attrName>
                                          <p:attrName>ppt_y</p:attrName>
                                        </p:attrNameLst>
                                      </p:cBhvr>
                                      <p:rCtr x="-2135" y="0"/>
                                    </p:animMotion>
                                  </p:childTnLst>
                                </p:cTn>
                              </p:par>
                              <p:par>
                                <p:cTn id="241" presetID="63" presetClass="path" presetSubtype="0" accel="50000" decel="50000" fill="hold" nodeType="withEffect">
                                  <p:stCondLst>
                                    <p:cond delay="0"/>
                                  </p:stCondLst>
                                  <p:childTnLst>
                                    <p:animMotion origin="layout" path="M 0.08437 -0.00023 L 0.2112 -0.00023 " pathEditMode="relative" rAng="0" ptsTypes="AA">
                                      <p:cBhvr>
                                        <p:cTn id="242" dur="1000" fill="hold"/>
                                        <p:tgtEl>
                                          <p:spTgt spid="10"/>
                                        </p:tgtEl>
                                        <p:attrNameLst>
                                          <p:attrName>ppt_x</p:attrName>
                                          <p:attrName>ppt_y</p:attrName>
                                        </p:attrNameLst>
                                      </p:cBhvr>
                                      <p:rCtr x="6341" y="0"/>
                                    </p:animMotion>
                                  </p:childTnLst>
                                </p:cTn>
                              </p:par>
                              <p:par>
                                <p:cTn id="243" presetID="63" presetClass="path" presetSubtype="0" accel="50000" decel="50000" fill="hold" grpId="11" nodeType="withEffect">
                                  <p:stCondLst>
                                    <p:cond delay="0"/>
                                  </p:stCondLst>
                                  <p:childTnLst>
                                    <p:animMotion origin="layout" path="M 0.08424 0.0625 L 0.21055 0.0625 " pathEditMode="relative" rAng="0" ptsTypes="AA">
                                      <p:cBhvr>
                                        <p:cTn id="244" dur="1000" fill="hold"/>
                                        <p:tgtEl>
                                          <p:spTgt spid="11"/>
                                        </p:tgtEl>
                                        <p:attrNameLst>
                                          <p:attrName>ppt_x</p:attrName>
                                          <p:attrName>ppt_y</p:attrName>
                                        </p:attrNameLst>
                                      </p:cBhvr>
                                      <p:rCtr x="6315" y="0"/>
                                    </p:animMotion>
                                  </p:childTnLst>
                                </p:cTn>
                              </p:par>
                            </p:childTnLst>
                          </p:cTn>
                        </p:par>
                        <p:par>
                          <p:cTn id="245" fill="hold">
                            <p:stCondLst>
                              <p:cond delay="1000"/>
                            </p:stCondLst>
                            <p:childTnLst>
                              <p:par>
                                <p:cTn id="246" presetID="27" presetClass="emph" presetSubtype="0" fill="remove" grpId="12" nodeType="afterEffect">
                                  <p:stCondLst>
                                    <p:cond delay="0"/>
                                  </p:stCondLst>
                                  <p:childTnLst>
                                    <p:animClr clrSpc="rgb" dir="cw">
                                      <p:cBhvr override="childStyle">
                                        <p:cTn id="247" dur="500" autoRev="1" fill="remove"/>
                                        <p:tgtEl>
                                          <p:spTgt spid="11"/>
                                        </p:tgtEl>
                                        <p:attrNameLst>
                                          <p:attrName>style.color</p:attrName>
                                        </p:attrNameLst>
                                      </p:cBhvr>
                                      <p:to>
                                        <a:schemeClr val="bg1"/>
                                      </p:to>
                                    </p:animClr>
                                    <p:animClr clrSpc="rgb" dir="cw">
                                      <p:cBhvr>
                                        <p:cTn id="248" dur="500" autoRev="1" fill="remove"/>
                                        <p:tgtEl>
                                          <p:spTgt spid="11"/>
                                        </p:tgtEl>
                                        <p:attrNameLst>
                                          <p:attrName>fillcolor</p:attrName>
                                        </p:attrNameLst>
                                      </p:cBhvr>
                                      <p:to>
                                        <a:schemeClr val="bg1"/>
                                      </p:to>
                                    </p:animClr>
                                    <p:set>
                                      <p:cBhvr>
                                        <p:cTn id="249" dur="500" autoRev="1" fill="remove"/>
                                        <p:tgtEl>
                                          <p:spTgt spid="11"/>
                                        </p:tgtEl>
                                        <p:attrNameLst>
                                          <p:attrName>fill.type</p:attrName>
                                        </p:attrNameLst>
                                      </p:cBhvr>
                                      <p:to>
                                        <p:strVal val="solid"/>
                                      </p:to>
                                    </p:set>
                                    <p:set>
                                      <p:cBhvr>
                                        <p:cTn id="250" dur="500" autoRev="1" fill="remove"/>
                                        <p:tgtEl>
                                          <p:spTgt spid="11"/>
                                        </p:tgtEl>
                                        <p:attrNameLst>
                                          <p:attrName>fill.on</p:attrName>
                                        </p:attrNameLst>
                                      </p:cBhvr>
                                      <p:to>
                                        <p:strVal val="true"/>
                                      </p:to>
                                    </p:set>
                                  </p:childTnLst>
                                </p:cTn>
                              </p:par>
                              <p:par>
                                <p:cTn id="251" presetID="27" presetClass="emph" presetSubtype="0" fill="remove" grpId="1" nodeType="withEffect">
                                  <p:stCondLst>
                                    <p:cond delay="0"/>
                                  </p:stCondLst>
                                  <p:childTnLst>
                                    <p:animClr clrSpc="rgb" dir="cw">
                                      <p:cBhvr override="childStyle">
                                        <p:cTn id="252" dur="500" autoRev="1" fill="remove"/>
                                        <p:tgtEl>
                                          <p:spTgt spid="33"/>
                                        </p:tgtEl>
                                        <p:attrNameLst>
                                          <p:attrName>style.color</p:attrName>
                                        </p:attrNameLst>
                                      </p:cBhvr>
                                      <p:to>
                                        <a:srgbClr val="CBF09A"/>
                                      </p:to>
                                    </p:animClr>
                                    <p:animClr clrSpc="rgb" dir="cw">
                                      <p:cBhvr>
                                        <p:cTn id="253" dur="500" autoRev="1" fill="remove"/>
                                        <p:tgtEl>
                                          <p:spTgt spid="33"/>
                                        </p:tgtEl>
                                        <p:attrNameLst>
                                          <p:attrName>fillcolor</p:attrName>
                                        </p:attrNameLst>
                                      </p:cBhvr>
                                      <p:to>
                                        <a:srgbClr val="CBF09A"/>
                                      </p:to>
                                    </p:animClr>
                                    <p:set>
                                      <p:cBhvr>
                                        <p:cTn id="254" dur="500" autoRev="1" fill="remove"/>
                                        <p:tgtEl>
                                          <p:spTgt spid="33"/>
                                        </p:tgtEl>
                                        <p:attrNameLst>
                                          <p:attrName>fill.type</p:attrName>
                                        </p:attrNameLst>
                                      </p:cBhvr>
                                      <p:to>
                                        <p:strVal val="solid"/>
                                      </p:to>
                                    </p:set>
                                    <p:set>
                                      <p:cBhvr>
                                        <p:cTn id="255" dur="500" autoRev="1" fill="remove"/>
                                        <p:tgtEl>
                                          <p:spTgt spid="33"/>
                                        </p:tgtEl>
                                        <p:attrNameLst>
                                          <p:attrName>fill.on</p:attrName>
                                        </p:attrNameLst>
                                      </p:cBhvr>
                                      <p:to>
                                        <p:strVal val="true"/>
                                      </p:to>
                                    </p:set>
                                  </p:childTnLst>
                                </p:cTn>
                              </p:par>
                            </p:childTnLst>
                          </p:cTn>
                        </p:par>
                        <p:par>
                          <p:cTn id="256" fill="hold">
                            <p:stCondLst>
                              <p:cond delay="2000"/>
                            </p:stCondLst>
                            <p:childTnLst>
                              <p:par>
                                <p:cTn id="257" presetID="37" presetClass="path" presetSubtype="0" accel="50000" decel="50000" fill="hold" grpId="2" nodeType="afterEffect">
                                  <p:stCondLst>
                                    <p:cond delay="0"/>
                                  </p:stCondLst>
                                  <p:childTnLst>
                                    <p:animMotion origin="layout" path="M 2.5E-6 0.0007 L -0.03399 0.04074 C -0.04102 0.04977 -0.05156 0.05463 -0.06263 0.05463 C -0.07526 0.05463 -0.08542 0.04977 -0.09245 0.04074 L -0.1263 0.0007 " pathEditMode="relative" rAng="0" ptsTypes="AAAAA">
                                      <p:cBhvr>
                                        <p:cTn id="258" dur="2000" fill="hold"/>
                                        <p:tgtEl>
                                          <p:spTgt spid="33"/>
                                        </p:tgtEl>
                                        <p:attrNameLst>
                                          <p:attrName>ppt_x</p:attrName>
                                          <p:attrName>ppt_y</p:attrName>
                                        </p:attrNameLst>
                                      </p:cBhvr>
                                      <p:rCtr x="-6315" y="2685"/>
                                    </p:animMotion>
                                  </p:childTnLst>
                                </p:cTn>
                              </p:par>
                            </p:childTnLst>
                          </p:cTn>
                        </p:par>
                      </p:childTnLst>
                    </p:cTn>
                  </p:par>
                  <p:par>
                    <p:cTn id="259" fill="hold">
                      <p:stCondLst>
                        <p:cond delay="indefinite"/>
                      </p:stCondLst>
                      <p:childTnLst>
                        <p:par>
                          <p:cTn id="260" fill="hold">
                            <p:stCondLst>
                              <p:cond delay="0"/>
                            </p:stCondLst>
                            <p:childTnLst>
                              <p:par>
                                <p:cTn id="261" presetID="63" presetClass="path" presetSubtype="0" accel="50000" decel="50000" fill="hold" grpId="3" nodeType="clickEffect">
                                  <p:stCondLst>
                                    <p:cond delay="0"/>
                                  </p:stCondLst>
                                  <p:childTnLst>
                                    <p:animMotion origin="layout" path="M 0.08594 2.59259E-6 L 0.12813 0.00092 " pathEditMode="relative" rAng="0" ptsTypes="AA">
                                      <p:cBhvr>
                                        <p:cTn id="262" dur="1000" fill="hold"/>
                                        <p:tgtEl>
                                          <p:spTgt spid="4"/>
                                        </p:tgtEl>
                                        <p:attrNameLst>
                                          <p:attrName>ppt_x</p:attrName>
                                          <p:attrName>ppt_y</p:attrName>
                                        </p:attrNameLst>
                                      </p:cBhvr>
                                      <p:rCtr x="2109" y="46"/>
                                    </p:animMotion>
                                  </p:childTnLst>
                                </p:cTn>
                              </p:par>
                              <p:par>
                                <p:cTn id="263" presetID="35" presetClass="path" presetSubtype="0" accel="50000" decel="50000" fill="hold" nodeType="withEffect">
                                  <p:stCondLst>
                                    <p:cond delay="0"/>
                                  </p:stCondLst>
                                  <p:childTnLst>
                                    <p:animMotion origin="layout" path="M 0.2112 -0.00023 L 0.12487 -0.00023 " pathEditMode="relative" rAng="0" ptsTypes="AA">
                                      <p:cBhvr>
                                        <p:cTn id="264" dur="1000" fill="hold"/>
                                        <p:tgtEl>
                                          <p:spTgt spid="10"/>
                                        </p:tgtEl>
                                        <p:attrNameLst>
                                          <p:attrName>ppt_x</p:attrName>
                                          <p:attrName>ppt_y</p:attrName>
                                        </p:attrNameLst>
                                      </p:cBhvr>
                                      <p:rCtr x="-4323" y="0"/>
                                    </p:animMotion>
                                  </p:childTnLst>
                                </p:cTn>
                              </p:par>
                              <p:par>
                                <p:cTn id="265" presetID="35" presetClass="path" presetSubtype="0" accel="50000" decel="50000" fill="hold" grpId="13" nodeType="withEffect">
                                  <p:stCondLst>
                                    <p:cond delay="0"/>
                                  </p:stCondLst>
                                  <p:childTnLst>
                                    <p:animMotion origin="layout" path="M 0.21107 0.06342 L 0.12474 0.06342 " pathEditMode="relative" rAng="0" ptsTypes="AA">
                                      <p:cBhvr>
                                        <p:cTn id="266" dur="1000" fill="hold"/>
                                        <p:tgtEl>
                                          <p:spTgt spid="11"/>
                                        </p:tgtEl>
                                        <p:attrNameLst>
                                          <p:attrName>ppt_x</p:attrName>
                                          <p:attrName>ppt_y</p:attrName>
                                        </p:attrNameLst>
                                      </p:cBhvr>
                                      <p:rCtr x="-4323" y="0"/>
                                    </p:animMotion>
                                  </p:childTnLst>
                                </p:cTn>
                              </p:par>
                            </p:childTnLst>
                          </p:cTn>
                        </p:par>
                        <p:par>
                          <p:cTn id="267" fill="hold">
                            <p:stCondLst>
                              <p:cond delay="1000"/>
                            </p:stCondLst>
                            <p:childTnLst>
                              <p:par>
                                <p:cTn id="268" presetID="27" presetClass="emph" presetSubtype="0" fill="remove" grpId="14" nodeType="afterEffect">
                                  <p:stCondLst>
                                    <p:cond delay="0"/>
                                  </p:stCondLst>
                                  <p:childTnLst>
                                    <p:animClr clrSpc="rgb" dir="cw">
                                      <p:cBhvr override="childStyle">
                                        <p:cTn id="269" dur="500" autoRev="1" fill="remove"/>
                                        <p:tgtEl>
                                          <p:spTgt spid="11"/>
                                        </p:tgtEl>
                                        <p:attrNameLst>
                                          <p:attrName>style.color</p:attrName>
                                        </p:attrNameLst>
                                      </p:cBhvr>
                                      <p:to>
                                        <a:schemeClr val="bg1"/>
                                      </p:to>
                                    </p:animClr>
                                    <p:animClr clrSpc="rgb" dir="cw">
                                      <p:cBhvr>
                                        <p:cTn id="270" dur="500" autoRev="1" fill="remove"/>
                                        <p:tgtEl>
                                          <p:spTgt spid="11"/>
                                        </p:tgtEl>
                                        <p:attrNameLst>
                                          <p:attrName>fillcolor</p:attrName>
                                        </p:attrNameLst>
                                      </p:cBhvr>
                                      <p:to>
                                        <a:schemeClr val="bg1"/>
                                      </p:to>
                                    </p:animClr>
                                    <p:set>
                                      <p:cBhvr>
                                        <p:cTn id="271" dur="500" autoRev="1" fill="remove"/>
                                        <p:tgtEl>
                                          <p:spTgt spid="11"/>
                                        </p:tgtEl>
                                        <p:attrNameLst>
                                          <p:attrName>fill.type</p:attrName>
                                        </p:attrNameLst>
                                      </p:cBhvr>
                                      <p:to>
                                        <p:strVal val="solid"/>
                                      </p:to>
                                    </p:set>
                                    <p:set>
                                      <p:cBhvr>
                                        <p:cTn id="272" dur="500" autoRev="1" fill="remove"/>
                                        <p:tgtEl>
                                          <p:spTgt spid="11"/>
                                        </p:tgtEl>
                                        <p:attrNameLst>
                                          <p:attrName>fill.on</p:attrName>
                                        </p:attrNameLst>
                                      </p:cBhvr>
                                      <p:to>
                                        <p:strVal val="true"/>
                                      </p:to>
                                    </p:set>
                                  </p:childTnLst>
                                </p:cTn>
                              </p:par>
                              <p:par>
                                <p:cTn id="273" presetID="27" presetClass="emph" presetSubtype="0" fill="remove" grpId="1" nodeType="withEffect">
                                  <p:stCondLst>
                                    <p:cond delay="0"/>
                                  </p:stCondLst>
                                  <p:childTnLst>
                                    <p:animClr clrSpc="rgb" dir="cw">
                                      <p:cBhvr override="childStyle">
                                        <p:cTn id="274" dur="500" autoRev="1" fill="remove"/>
                                        <p:tgtEl>
                                          <p:spTgt spid="37"/>
                                        </p:tgtEl>
                                        <p:attrNameLst>
                                          <p:attrName>style.color</p:attrName>
                                        </p:attrNameLst>
                                      </p:cBhvr>
                                      <p:to>
                                        <a:srgbClr val="CBF09A"/>
                                      </p:to>
                                    </p:animClr>
                                    <p:animClr clrSpc="rgb" dir="cw">
                                      <p:cBhvr>
                                        <p:cTn id="275" dur="500" autoRev="1" fill="remove"/>
                                        <p:tgtEl>
                                          <p:spTgt spid="37"/>
                                        </p:tgtEl>
                                        <p:attrNameLst>
                                          <p:attrName>fillcolor</p:attrName>
                                        </p:attrNameLst>
                                      </p:cBhvr>
                                      <p:to>
                                        <a:srgbClr val="CBF09A"/>
                                      </p:to>
                                    </p:animClr>
                                    <p:set>
                                      <p:cBhvr>
                                        <p:cTn id="276" dur="500" autoRev="1" fill="remove"/>
                                        <p:tgtEl>
                                          <p:spTgt spid="37"/>
                                        </p:tgtEl>
                                        <p:attrNameLst>
                                          <p:attrName>fill.type</p:attrName>
                                        </p:attrNameLst>
                                      </p:cBhvr>
                                      <p:to>
                                        <p:strVal val="solid"/>
                                      </p:to>
                                    </p:set>
                                    <p:set>
                                      <p:cBhvr>
                                        <p:cTn id="277" dur="500" autoRev="1" fill="remove"/>
                                        <p:tgtEl>
                                          <p:spTgt spid="37"/>
                                        </p:tgtEl>
                                        <p:attrNameLst>
                                          <p:attrName>fill.on</p:attrName>
                                        </p:attrNameLst>
                                      </p:cBhvr>
                                      <p:to>
                                        <p:strVal val="true"/>
                                      </p:to>
                                    </p:set>
                                  </p:childTnLst>
                                </p:cTn>
                              </p:par>
                            </p:childTnLst>
                          </p:cTn>
                        </p:par>
                        <p:par>
                          <p:cTn id="278" fill="hold">
                            <p:stCondLst>
                              <p:cond delay="2000"/>
                            </p:stCondLst>
                            <p:childTnLst>
                              <p:par>
                                <p:cTn id="279" presetID="37" presetClass="path" presetSubtype="0" accel="50000" decel="50000" fill="hold" grpId="2" nodeType="afterEffect">
                                  <p:stCondLst>
                                    <p:cond delay="0"/>
                                  </p:stCondLst>
                                  <p:childTnLst>
                                    <p:animMotion origin="layout" path="M 0.00013 0.00093 L 0.02279 0.04097 C 0.02748 0.05 0.03451 0.05486 0.04193 0.05486 C 0.05039 0.05486 0.05716 0.05 0.06185 0.04097 L 0.08464 0.00093 " pathEditMode="relative" rAng="0" ptsTypes="AAAAA">
                                      <p:cBhvr>
                                        <p:cTn id="280" dur="2000" fill="hold"/>
                                        <p:tgtEl>
                                          <p:spTgt spid="37"/>
                                        </p:tgtEl>
                                        <p:attrNameLst>
                                          <p:attrName>ppt_x</p:attrName>
                                          <p:attrName>ppt_y</p:attrName>
                                        </p:attrNameLst>
                                      </p:cBhvr>
                                      <p:rCtr x="4219" y="2685"/>
                                    </p:animMotion>
                                  </p:childTnLst>
                                </p:cTn>
                              </p:par>
                            </p:childTnLst>
                          </p:cTn>
                        </p:par>
                      </p:childTnLst>
                    </p:cTn>
                  </p:par>
                  <p:par>
                    <p:cTn id="281" fill="hold">
                      <p:stCondLst>
                        <p:cond delay="indefinite"/>
                      </p:stCondLst>
                      <p:childTnLst>
                        <p:par>
                          <p:cTn id="282" fill="hold">
                            <p:stCondLst>
                              <p:cond delay="0"/>
                            </p:stCondLst>
                            <p:childTnLst>
                              <p:par>
                                <p:cTn id="283" presetID="35" presetClass="path" presetSubtype="0" accel="50000" decel="50000" fill="hold" grpId="3" nodeType="clickEffect">
                                  <p:stCondLst>
                                    <p:cond delay="0"/>
                                  </p:stCondLst>
                                  <p:childTnLst>
                                    <p:animMotion origin="layout" path="M -0.08359 -0.00046 L -0.12786 -0.00139 " pathEditMode="relative" rAng="0" ptsTypes="AA">
                                      <p:cBhvr>
                                        <p:cTn id="284" dur="1000" fill="hold"/>
                                        <p:tgtEl>
                                          <p:spTgt spid="19"/>
                                        </p:tgtEl>
                                        <p:attrNameLst>
                                          <p:attrName>ppt_x</p:attrName>
                                          <p:attrName>ppt_y</p:attrName>
                                        </p:attrNameLst>
                                      </p:cBhvr>
                                      <p:rCtr x="-2214" y="-46"/>
                                    </p:animMotion>
                                  </p:childTnLst>
                                </p:cTn>
                              </p:par>
                              <p:par>
                                <p:cTn id="285" presetID="63" presetClass="path" presetSubtype="0" accel="50000" decel="50000" fill="hold" nodeType="withEffect">
                                  <p:stCondLst>
                                    <p:cond delay="0"/>
                                  </p:stCondLst>
                                  <p:childTnLst>
                                    <p:animMotion origin="layout" path="M 0.12487 -0.00023 L 0.16862 -0.00023 " pathEditMode="relative" rAng="0" ptsTypes="AA">
                                      <p:cBhvr>
                                        <p:cTn id="286" dur="1000" fill="hold"/>
                                        <p:tgtEl>
                                          <p:spTgt spid="10"/>
                                        </p:tgtEl>
                                        <p:attrNameLst>
                                          <p:attrName>ppt_x</p:attrName>
                                          <p:attrName>ppt_y</p:attrName>
                                        </p:attrNameLst>
                                      </p:cBhvr>
                                      <p:rCtr x="2187" y="0"/>
                                    </p:animMotion>
                                  </p:childTnLst>
                                </p:cTn>
                              </p:par>
                              <p:par>
                                <p:cTn id="287" presetID="63" presetClass="path" presetSubtype="0" accel="50000" decel="50000" fill="hold" grpId="15" nodeType="withEffect">
                                  <p:stCondLst>
                                    <p:cond delay="0"/>
                                  </p:stCondLst>
                                  <p:childTnLst>
                                    <p:animMotion origin="layout" path="M 0.12474 0.06342 L 0.16901 0.06342 " pathEditMode="relative" rAng="0" ptsTypes="AA">
                                      <p:cBhvr>
                                        <p:cTn id="288" dur="1000" fill="hold"/>
                                        <p:tgtEl>
                                          <p:spTgt spid="11"/>
                                        </p:tgtEl>
                                        <p:attrNameLst>
                                          <p:attrName>ppt_x</p:attrName>
                                          <p:attrName>ppt_y</p:attrName>
                                        </p:attrNameLst>
                                      </p:cBhvr>
                                      <p:rCtr x="2214" y="0"/>
                                    </p:animMotion>
                                  </p:childTnLst>
                                </p:cTn>
                              </p:par>
                            </p:childTnLst>
                          </p:cTn>
                        </p:par>
                        <p:par>
                          <p:cTn id="289" fill="hold">
                            <p:stCondLst>
                              <p:cond delay="1000"/>
                            </p:stCondLst>
                            <p:childTnLst>
                              <p:par>
                                <p:cTn id="290" presetID="27" presetClass="emph" presetSubtype="0" fill="remove" grpId="16" nodeType="afterEffect">
                                  <p:stCondLst>
                                    <p:cond delay="0"/>
                                  </p:stCondLst>
                                  <p:childTnLst>
                                    <p:animClr clrSpc="rgb" dir="cw">
                                      <p:cBhvr override="childStyle">
                                        <p:cTn id="291" dur="500" autoRev="1" fill="remove"/>
                                        <p:tgtEl>
                                          <p:spTgt spid="11"/>
                                        </p:tgtEl>
                                        <p:attrNameLst>
                                          <p:attrName>style.color</p:attrName>
                                        </p:attrNameLst>
                                      </p:cBhvr>
                                      <p:to>
                                        <a:schemeClr val="bg1"/>
                                      </p:to>
                                    </p:animClr>
                                    <p:animClr clrSpc="rgb" dir="cw">
                                      <p:cBhvr>
                                        <p:cTn id="292" dur="500" autoRev="1" fill="remove"/>
                                        <p:tgtEl>
                                          <p:spTgt spid="11"/>
                                        </p:tgtEl>
                                        <p:attrNameLst>
                                          <p:attrName>fillcolor</p:attrName>
                                        </p:attrNameLst>
                                      </p:cBhvr>
                                      <p:to>
                                        <a:schemeClr val="bg1"/>
                                      </p:to>
                                    </p:animClr>
                                    <p:set>
                                      <p:cBhvr>
                                        <p:cTn id="293" dur="500" autoRev="1" fill="remove"/>
                                        <p:tgtEl>
                                          <p:spTgt spid="11"/>
                                        </p:tgtEl>
                                        <p:attrNameLst>
                                          <p:attrName>fill.type</p:attrName>
                                        </p:attrNameLst>
                                      </p:cBhvr>
                                      <p:to>
                                        <p:strVal val="solid"/>
                                      </p:to>
                                    </p:set>
                                    <p:set>
                                      <p:cBhvr>
                                        <p:cTn id="294" dur="500" autoRev="1" fill="remove"/>
                                        <p:tgtEl>
                                          <p:spTgt spid="11"/>
                                        </p:tgtEl>
                                        <p:attrNameLst>
                                          <p:attrName>fill.on</p:attrName>
                                        </p:attrNameLst>
                                      </p:cBhvr>
                                      <p:to>
                                        <p:strVal val="true"/>
                                      </p:to>
                                    </p:set>
                                  </p:childTnLst>
                                </p:cTn>
                              </p:par>
                              <p:par>
                                <p:cTn id="295" presetID="27" presetClass="emph" presetSubtype="0" fill="remove" grpId="1" nodeType="withEffect">
                                  <p:stCondLst>
                                    <p:cond delay="0"/>
                                  </p:stCondLst>
                                  <p:childTnLst>
                                    <p:animClr clrSpc="rgb" dir="cw">
                                      <p:cBhvr override="childStyle">
                                        <p:cTn id="296" dur="500" autoRev="1" fill="remove"/>
                                        <p:tgtEl>
                                          <p:spTgt spid="38"/>
                                        </p:tgtEl>
                                        <p:attrNameLst>
                                          <p:attrName>style.color</p:attrName>
                                        </p:attrNameLst>
                                      </p:cBhvr>
                                      <p:to>
                                        <a:schemeClr val="bg1"/>
                                      </p:to>
                                    </p:animClr>
                                    <p:animClr clrSpc="rgb" dir="cw">
                                      <p:cBhvr>
                                        <p:cTn id="297" dur="500" autoRev="1" fill="remove"/>
                                        <p:tgtEl>
                                          <p:spTgt spid="38"/>
                                        </p:tgtEl>
                                        <p:attrNameLst>
                                          <p:attrName>fillcolor</p:attrName>
                                        </p:attrNameLst>
                                      </p:cBhvr>
                                      <p:to>
                                        <a:schemeClr val="bg1"/>
                                      </p:to>
                                    </p:animClr>
                                    <p:set>
                                      <p:cBhvr>
                                        <p:cTn id="298" dur="500" autoRev="1" fill="remove"/>
                                        <p:tgtEl>
                                          <p:spTgt spid="38"/>
                                        </p:tgtEl>
                                        <p:attrNameLst>
                                          <p:attrName>fill.type</p:attrName>
                                        </p:attrNameLst>
                                      </p:cBhvr>
                                      <p:to>
                                        <p:strVal val="solid"/>
                                      </p:to>
                                    </p:set>
                                    <p:set>
                                      <p:cBhvr>
                                        <p:cTn id="299" dur="500" autoRev="1" fill="remove"/>
                                        <p:tgtEl>
                                          <p:spTgt spid="38"/>
                                        </p:tgtEl>
                                        <p:attrNameLst>
                                          <p:attrName>fill.on</p:attrName>
                                        </p:attrNameLst>
                                      </p:cBhvr>
                                      <p:to>
                                        <p:strVal val="true"/>
                                      </p:to>
                                    </p:set>
                                  </p:childTnLst>
                                </p:cTn>
                              </p:par>
                            </p:childTnLst>
                          </p:cTn>
                        </p:par>
                      </p:childTnLst>
                    </p:cTn>
                  </p:par>
                  <p:par>
                    <p:cTn id="300" fill="hold">
                      <p:stCondLst>
                        <p:cond delay="indefinite"/>
                      </p:stCondLst>
                      <p:childTnLst>
                        <p:par>
                          <p:cTn id="301" fill="hold">
                            <p:stCondLst>
                              <p:cond delay="0"/>
                            </p:stCondLst>
                            <p:childTnLst>
                              <p:par>
                                <p:cTn id="302" presetID="35" presetClass="path" presetSubtype="0" accel="50000" decel="50000" fill="hold" grpId="4" nodeType="clickEffect">
                                  <p:stCondLst>
                                    <p:cond delay="0"/>
                                  </p:stCondLst>
                                  <p:childTnLst>
                                    <p:animMotion origin="layout" path="M -0.12786 -0.00139 L -0.16575 -0.04282 " pathEditMode="relative" rAng="0" ptsTypes="AA">
                                      <p:cBhvr>
                                        <p:cTn id="303" dur="1000" fill="hold"/>
                                        <p:tgtEl>
                                          <p:spTgt spid="19"/>
                                        </p:tgtEl>
                                        <p:attrNameLst>
                                          <p:attrName>ppt_x</p:attrName>
                                          <p:attrName>ppt_y</p:attrName>
                                        </p:attrNameLst>
                                      </p:cBhvr>
                                      <p:rCtr x="-1901" y="-2083"/>
                                    </p:animMotion>
                                  </p:childTnLst>
                                </p:cTn>
                              </p:par>
                            </p:childTnLst>
                          </p:cTn>
                        </p:par>
                        <p:par>
                          <p:cTn id="304" fill="hold">
                            <p:stCondLst>
                              <p:cond delay="1000"/>
                            </p:stCondLst>
                            <p:childTnLst>
                              <p:par>
                                <p:cTn id="305" presetID="8" presetClass="emph" presetSubtype="0" fill="hold" grpId="4" nodeType="afterEffect">
                                  <p:stCondLst>
                                    <p:cond delay="0"/>
                                  </p:stCondLst>
                                  <p:childTnLst>
                                    <p:animRot by="21600000">
                                      <p:cBhvr>
                                        <p:cTn id="306" dur="1000" fill="hold"/>
                                        <p:tgtEl>
                                          <p:spTgt spid="4"/>
                                        </p:tgtEl>
                                        <p:attrNameLst>
                                          <p:attrName>r</p:attrName>
                                        </p:attrNameLst>
                                      </p:cBhvr>
                                    </p:animRot>
                                  </p:childTnLst>
                                </p:cTn>
                              </p:par>
                              <p:par>
                                <p:cTn id="307" presetID="8" presetClass="emph" presetSubtype="0" fill="hold" grpId="5" nodeType="withEffect">
                                  <p:stCondLst>
                                    <p:cond delay="0"/>
                                  </p:stCondLst>
                                  <p:childTnLst>
                                    <p:animRot by="21600000">
                                      <p:cBhvr>
                                        <p:cTn id="308" dur="1000" fill="hold"/>
                                        <p:tgtEl>
                                          <p:spTgt spid="19"/>
                                        </p:tgtEl>
                                        <p:attrNameLst>
                                          <p:attrName>r</p:attrName>
                                        </p:attrNameLst>
                                      </p:cBhvr>
                                    </p:animRot>
                                  </p:childTnLst>
                                </p:cTn>
                              </p:par>
                            </p:childTnLst>
                          </p:cTn>
                        </p:par>
                        <p:par>
                          <p:cTn id="309" fill="hold">
                            <p:stCondLst>
                              <p:cond delay="2000"/>
                            </p:stCondLst>
                            <p:childTnLst>
                              <p:par>
                                <p:cTn id="310" presetID="37" presetClass="path" presetSubtype="0" accel="50000" decel="50000" fill="hold" grpId="2" nodeType="afterEffect">
                                  <p:stCondLst>
                                    <p:cond delay="0"/>
                                  </p:stCondLst>
                                  <p:childTnLst>
                                    <p:animMotion origin="layout" path="M -0.04271 4.81481E-6 L 0.0026 0.04004 C 0.01211 0.04907 0.0263 0.05393 0.04127 0.05393 C 0.05833 0.05393 0.07187 0.04907 0.08138 0.04004 L 0.12695 4.81481E-6 " pathEditMode="relative" rAng="0" ptsTypes="AAAAA">
                                      <p:cBhvr>
                                        <p:cTn id="311" dur="2000" fill="hold"/>
                                        <p:tgtEl>
                                          <p:spTgt spid="34"/>
                                        </p:tgtEl>
                                        <p:attrNameLst>
                                          <p:attrName>ppt_x</p:attrName>
                                          <p:attrName>ppt_y</p:attrName>
                                        </p:attrNameLst>
                                      </p:cBhvr>
                                      <p:rCtr x="8477" y="2685"/>
                                    </p:animMotion>
                                  </p:childTnLst>
                                </p:cTn>
                              </p:par>
                            </p:childTnLst>
                          </p:cTn>
                        </p:par>
                      </p:childTnLst>
                    </p:cTn>
                  </p:par>
                  <p:par>
                    <p:cTn id="312" fill="hold">
                      <p:stCondLst>
                        <p:cond delay="indefinite"/>
                      </p:stCondLst>
                      <p:childTnLst>
                        <p:par>
                          <p:cTn id="313" fill="hold">
                            <p:stCondLst>
                              <p:cond delay="0"/>
                            </p:stCondLst>
                            <p:childTnLst>
                              <p:par>
                                <p:cTn id="314" presetID="31" presetClass="entr" presetSubtype="0" fill="hold" grpId="0" nodeType="clickEffect">
                                  <p:stCondLst>
                                    <p:cond delay="0"/>
                                  </p:stCondLst>
                                  <p:childTnLst>
                                    <p:set>
                                      <p:cBhvr>
                                        <p:cTn id="315" dur="1" fill="hold">
                                          <p:stCondLst>
                                            <p:cond delay="0"/>
                                          </p:stCondLst>
                                        </p:cTn>
                                        <p:tgtEl>
                                          <p:spTgt spid="44"/>
                                        </p:tgtEl>
                                        <p:attrNameLst>
                                          <p:attrName>style.visibility</p:attrName>
                                        </p:attrNameLst>
                                      </p:cBhvr>
                                      <p:to>
                                        <p:strVal val="visible"/>
                                      </p:to>
                                    </p:set>
                                    <p:anim calcmode="lin" valueType="num">
                                      <p:cBhvr>
                                        <p:cTn id="316" dur="1000" fill="hold"/>
                                        <p:tgtEl>
                                          <p:spTgt spid="44"/>
                                        </p:tgtEl>
                                        <p:attrNameLst>
                                          <p:attrName>ppt_w</p:attrName>
                                        </p:attrNameLst>
                                      </p:cBhvr>
                                      <p:tavLst>
                                        <p:tav tm="0">
                                          <p:val>
                                            <p:fltVal val="0"/>
                                          </p:val>
                                        </p:tav>
                                        <p:tav tm="100000">
                                          <p:val>
                                            <p:strVal val="#ppt_w"/>
                                          </p:val>
                                        </p:tav>
                                      </p:tavLst>
                                    </p:anim>
                                    <p:anim calcmode="lin" valueType="num">
                                      <p:cBhvr>
                                        <p:cTn id="317" dur="1000" fill="hold"/>
                                        <p:tgtEl>
                                          <p:spTgt spid="44"/>
                                        </p:tgtEl>
                                        <p:attrNameLst>
                                          <p:attrName>ppt_h</p:attrName>
                                        </p:attrNameLst>
                                      </p:cBhvr>
                                      <p:tavLst>
                                        <p:tav tm="0">
                                          <p:val>
                                            <p:fltVal val="0"/>
                                          </p:val>
                                        </p:tav>
                                        <p:tav tm="100000">
                                          <p:val>
                                            <p:strVal val="#ppt_h"/>
                                          </p:val>
                                        </p:tav>
                                      </p:tavLst>
                                    </p:anim>
                                    <p:anim calcmode="lin" valueType="num">
                                      <p:cBhvr>
                                        <p:cTn id="318" dur="1000" fill="hold"/>
                                        <p:tgtEl>
                                          <p:spTgt spid="44"/>
                                        </p:tgtEl>
                                        <p:attrNameLst>
                                          <p:attrName>style.rotation</p:attrName>
                                        </p:attrNameLst>
                                      </p:cBhvr>
                                      <p:tavLst>
                                        <p:tav tm="0">
                                          <p:val>
                                            <p:fltVal val="90"/>
                                          </p:val>
                                        </p:tav>
                                        <p:tav tm="100000">
                                          <p:val>
                                            <p:fltVal val="0"/>
                                          </p:val>
                                        </p:tav>
                                      </p:tavLst>
                                    </p:anim>
                                    <p:animEffect transition="in" filter="fade">
                                      <p:cBhvr>
                                        <p:cTn id="319" dur="1000"/>
                                        <p:tgtEl>
                                          <p:spTgt spid="44"/>
                                        </p:tgtEl>
                                      </p:cBhvr>
                                    </p:animEffect>
                                  </p:childTnLst>
                                </p:cTn>
                              </p:par>
                            </p:childTnLst>
                          </p:cTn>
                        </p:par>
                        <p:par>
                          <p:cTn id="320" fill="hold">
                            <p:stCondLst>
                              <p:cond delay="1000"/>
                            </p:stCondLst>
                            <p:childTnLst>
                              <p:par>
                                <p:cTn id="321" presetID="35" presetClass="path" presetSubtype="0" accel="50000" decel="50000" fill="hold" grpId="1" nodeType="afterEffect">
                                  <p:stCondLst>
                                    <p:cond delay="0"/>
                                  </p:stCondLst>
                                  <p:childTnLst>
                                    <p:animMotion origin="layout" path="M -2.29167E-6 -4.81481E-6 L -0.59258 0.51274 " pathEditMode="relative" rAng="0" ptsTypes="AA">
                                      <p:cBhvr>
                                        <p:cTn id="322" dur="2000" fill="hold"/>
                                        <p:tgtEl>
                                          <p:spTgt spid="44"/>
                                        </p:tgtEl>
                                        <p:attrNameLst>
                                          <p:attrName>ppt_x</p:attrName>
                                          <p:attrName>ppt_y</p:attrName>
                                        </p:attrNameLst>
                                      </p:cBhvr>
                                      <p:rCtr x="-29635" y="25625"/>
                                    </p:animMotion>
                                  </p:childTnLst>
                                </p:cTn>
                              </p:par>
                            </p:childTnLst>
                          </p:cTn>
                        </p:par>
                        <p:par>
                          <p:cTn id="323" fill="hold">
                            <p:stCondLst>
                              <p:cond delay="3000"/>
                            </p:stCondLst>
                            <p:childTnLst>
                              <p:par>
                                <p:cTn id="324" presetID="10" presetClass="exit" presetSubtype="0" fill="hold" grpId="17" nodeType="afterEffect">
                                  <p:stCondLst>
                                    <p:cond delay="0"/>
                                  </p:stCondLst>
                                  <p:childTnLst>
                                    <p:animEffect transition="out" filter="fade">
                                      <p:cBhvr>
                                        <p:cTn id="325" dur="500"/>
                                        <p:tgtEl>
                                          <p:spTgt spid="11"/>
                                        </p:tgtEl>
                                      </p:cBhvr>
                                    </p:animEffect>
                                    <p:set>
                                      <p:cBhvr>
                                        <p:cTn id="326" dur="1" fill="hold">
                                          <p:stCondLst>
                                            <p:cond delay="499"/>
                                          </p:stCondLst>
                                        </p:cTn>
                                        <p:tgtEl>
                                          <p:spTgt spid="11"/>
                                        </p:tgtEl>
                                        <p:attrNameLst>
                                          <p:attrName>style.visibility</p:attrName>
                                        </p:attrNameLst>
                                      </p:cBhvr>
                                      <p:to>
                                        <p:strVal val="hidden"/>
                                      </p:to>
                                    </p:set>
                                  </p:childTnLst>
                                </p:cTn>
                              </p:par>
                              <p:par>
                                <p:cTn id="327" presetID="10" presetClass="exit" presetSubtype="0" fill="hold" nodeType="withEffect">
                                  <p:stCondLst>
                                    <p:cond delay="0"/>
                                  </p:stCondLst>
                                  <p:childTnLst>
                                    <p:animEffect transition="out" filter="fade">
                                      <p:cBhvr>
                                        <p:cTn id="328" dur="500"/>
                                        <p:tgtEl>
                                          <p:spTgt spid="10"/>
                                        </p:tgtEl>
                                      </p:cBhvr>
                                    </p:animEffect>
                                    <p:set>
                                      <p:cBhvr>
                                        <p:cTn id="329" dur="1" fill="hold">
                                          <p:stCondLst>
                                            <p:cond delay="499"/>
                                          </p:stCondLst>
                                        </p:cTn>
                                        <p:tgtEl>
                                          <p:spTgt spid="10"/>
                                        </p:tgtEl>
                                        <p:attrNameLst>
                                          <p:attrName>style.visibility</p:attrName>
                                        </p:attrNameLst>
                                      </p:cBhvr>
                                      <p:to>
                                        <p:strVal val="hidden"/>
                                      </p:to>
                                    </p:set>
                                  </p:childTnLst>
                                </p:cTn>
                              </p:par>
                            </p:childTnLst>
                          </p:cTn>
                        </p:par>
                      </p:childTnLst>
                    </p:cTn>
                  </p:par>
                  <p:par>
                    <p:cTn id="330" fill="hold">
                      <p:stCondLst>
                        <p:cond delay="indefinite"/>
                      </p:stCondLst>
                      <p:childTnLst>
                        <p:par>
                          <p:cTn id="331" fill="hold">
                            <p:stCondLst>
                              <p:cond delay="0"/>
                            </p:stCondLst>
                            <p:childTnLst>
                              <p:par>
                                <p:cTn id="332" presetID="22" presetClass="exit" presetSubtype="1" fill="hold" nodeType="clickEffect">
                                  <p:stCondLst>
                                    <p:cond delay="0"/>
                                  </p:stCondLst>
                                  <p:childTnLst>
                                    <p:animEffect transition="out" filter="wipe(up)">
                                      <p:cBhvr>
                                        <p:cTn id="333" dur="500"/>
                                        <p:tgtEl>
                                          <p:spTgt spid="13"/>
                                        </p:tgtEl>
                                      </p:cBhvr>
                                    </p:animEffect>
                                    <p:set>
                                      <p:cBhvr>
                                        <p:cTn id="334" dur="1" fill="hold">
                                          <p:stCondLst>
                                            <p:cond delay="499"/>
                                          </p:stCondLst>
                                        </p:cTn>
                                        <p:tgtEl>
                                          <p:spTgt spid="13"/>
                                        </p:tgtEl>
                                        <p:attrNameLst>
                                          <p:attrName>style.visibility</p:attrName>
                                        </p:attrNameLst>
                                      </p:cBhvr>
                                      <p:to>
                                        <p:strVal val="hidden"/>
                                      </p:to>
                                    </p:set>
                                  </p:childTnLst>
                                </p:cTn>
                              </p:par>
                            </p:childTnLst>
                          </p:cTn>
                        </p:par>
                        <p:par>
                          <p:cTn id="335" fill="hold">
                            <p:stCondLst>
                              <p:cond delay="500"/>
                            </p:stCondLst>
                            <p:childTnLst>
                              <p:par>
                                <p:cTn id="336" presetID="22" presetClass="entr" presetSubtype="8" fill="hold" nodeType="afterEffect">
                                  <p:stCondLst>
                                    <p:cond delay="0"/>
                                  </p:stCondLst>
                                  <p:childTnLst>
                                    <p:set>
                                      <p:cBhvr>
                                        <p:cTn id="337" dur="1" fill="hold">
                                          <p:stCondLst>
                                            <p:cond delay="0"/>
                                          </p:stCondLst>
                                        </p:cTn>
                                        <p:tgtEl>
                                          <p:spTgt spid="25"/>
                                        </p:tgtEl>
                                        <p:attrNameLst>
                                          <p:attrName>style.visibility</p:attrName>
                                        </p:attrNameLst>
                                      </p:cBhvr>
                                      <p:to>
                                        <p:strVal val="visible"/>
                                      </p:to>
                                    </p:set>
                                    <p:animEffect transition="in" filter="wipe(left)">
                                      <p:cBhvr>
                                        <p:cTn id="338" dur="500"/>
                                        <p:tgtEl>
                                          <p:spTgt spid="25"/>
                                        </p:tgtEl>
                                      </p:cBhvr>
                                    </p:animEffect>
                                  </p:childTnLst>
                                </p:cTn>
                              </p:par>
                            </p:childTnLst>
                          </p:cTn>
                        </p:par>
                        <p:par>
                          <p:cTn id="339" fill="hold">
                            <p:stCondLst>
                              <p:cond delay="1000"/>
                            </p:stCondLst>
                            <p:childTnLst>
                              <p:par>
                                <p:cTn id="340" presetID="22" presetClass="entr" presetSubtype="8" fill="hold" grpId="0" nodeType="afterEffect">
                                  <p:stCondLst>
                                    <p:cond delay="0"/>
                                  </p:stCondLst>
                                  <p:childTnLst>
                                    <p:set>
                                      <p:cBhvr>
                                        <p:cTn id="341" dur="1" fill="hold">
                                          <p:stCondLst>
                                            <p:cond delay="0"/>
                                          </p:stCondLst>
                                        </p:cTn>
                                        <p:tgtEl>
                                          <p:spTgt spid="68"/>
                                        </p:tgtEl>
                                        <p:attrNameLst>
                                          <p:attrName>style.visibility</p:attrName>
                                        </p:attrNameLst>
                                      </p:cBhvr>
                                      <p:to>
                                        <p:strVal val="visible"/>
                                      </p:to>
                                    </p:set>
                                    <p:animEffect transition="in" filter="wipe(left)">
                                      <p:cBhvr>
                                        <p:cTn id="342" dur="500"/>
                                        <p:tgtEl>
                                          <p:spTgt spid="68"/>
                                        </p:tgtEl>
                                      </p:cBhvr>
                                    </p:animEffect>
                                  </p:childTnLst>
                                </p:cTn>
                              </p:par>
                            </p:childTnLst>
                          </p:cTn>
                        </p:par>
                        <p:par>
                          <p:cTn id="343" fill="hold">
                            <p:stCondLst>
                              <p:cond delay="1500"/>
                            </p:stCondLst>
                            <p:childTnLst>
                              <p:par>
                                <p:cTn id="344" presetID="16" presetClass="entr" presetSubtype="21" fill="hold" nodeType="afterEffect">
                                  <p:stCondLst>
                                    <p:cond delay="0"/>
                                  </p:stCondLst>
                                  <p:childTnLst>
                                    <p:set>
                                      <p:cBhvr>
                                        <p:cTn id="345" dur="1" fill="hold">
                                          <p:stCondLst>
                                            <p:cond delay="0"/>
                                          </p:stCondLst>
                                        </p:cTn>
                                        <p:tgtEl>
                                          <p:spTgt spid="67"/>
                                        </p:tgtEl>
                                        <p:attrNameLst>
                                          <p:attrName>style.visibility</p:attrName>
                                        </p:attrNameLst>
                                      </p:cBhvr>
                                      <p:to>
                                        <p:strVal val="visible"/>
                                      </p:to>
                                    </p:set>
                                    <p:animEffect transition="in" filter="barn(inVertical)">
                                      <p:cBhvr>
                                        <p:cTn id="346" dur="500"/>
                                        <p:tgtEl>
                                          <p:spTgt spid="67"/>
                                        </p:tgtEl>
                                      </p:cBhvr>
                                    </p:animEffect>
                                  </p:childTnLst>
                                </p:cTn>
                              </p:par>
                            </p:childTnLst>
                          </p:cTn>
                        </p:par>
                      </p:childTnLst>
                    </p:cTn>
                  </p:par>
                  <p:par>
                    <p:cTn id="347" fill="hold">
                      <p:stCondLst>
                        <p:cond delay="indefinite"/>
                      </p:stCondLst>
                      <p:childTnLst>
                        <p:par>
                          <p:cTn id="348" fill="hold">
                            <p:stCondLst>
                              <p:cond delay="0"/>
                            </p:stCondLst>
                            <p:childTnLst>
                              <p:par>
                                <p:cTn id="349" presetID="31" presetClass="entr" presetSubtype="0" fill="hold" grpId="0" nodeType="clickEffect">
                                  <p:stCondLst>
                                    <p:cond delay="0"/>
                                  </p:stCondLst>
                                  <p:childTnLst>
                                    <p:set>
                                      <p:cBhvr>
                                        <p:cTn id="350" dur="1" fill="hold">
                                          <p:stCondLst>
                                            <p:cond delay="0"/>
                                          </p:stCondLst>
                                        </p:cTn>
                                        <p:tgtEl>
                                          <p:spTgt spid="27"/>
                                        </p:tgtEl>
                                        <p:attrNameLst>
                                          <p:attrName>style.visibility</p:attrName>
                                        </p:attrNameLst>
                                      </p:cBhvr>
                                      <p:to>
                                        <p:strVal val="visible"/>
                                      </p:to>
                                    </p:set>
                                    <p:anim calcmode="lin" valueType="num">
                                      <p:cBhvr>
                                        <p:cTn id="351" dur="1000" fill="hold"/>
                                        <p:tgtEl>
                                          <p:spTgt spid="27"/>
                                        </p:tgtEl>
                                        <p:attrNameLst>
                                          <p:attrName>ppt_w</p:attrName>
                                        </p:attrNameLst>
                                      </p:cBhvr>
                                      <p:tavLst>
                                        <p:tav tm="0">
                                          <p:val>
                                            <p:fltVal val="0"/>
                                          </p:val>
                                        </p:tav>
                                        <p:tav tm="100000">
                                          <p:val>
                                            <p:strVal val="#ppt_w"/>
                                          </p:val>
                                        </p:tav>
                                      </p:tavLst>
                                    </p:anim>
                                    <p:anim calcmode="lin" valueType="num">
                                      <p:cBhvr>
                                        <p:cTn id="352" dur="1000" fill="hold"/>
                                        <p:tgtEl>
                                          <p:spTgt spid="27"/>
                                        </p:tgtEl>
                                        <p:attrNameLst>
                                          <p:attrName>ppt_h</p:attrName>
                                        </p:attrNameLst>
                                      </p:cBhvr>
                                      <p:tavLst>
                                        <p:tav tm="0">
                                          <p:val>
                                            <p:fltVal val="0"/>
                                          </p:val>
                                        </p:tav>
                                        <p:tav tm="100000">
                                          <p:val>
                                            <p:strVal val="#ppt_h"/>
                                          </p:val>
                                        </p:tav>
                                      </p:tavLst>
                                    </p:anim>
                                    <p:anim calcmode="lin" valueType="num">
                                      <p:cBhvr>
                                        <p:cTn id="353" dur="1000" fill="hold"/>
                                        <p:tgtEl>
                                          <p:spTgt spid="27"/>
                                        </p:tgtEl>
                                        <p:attrNameLst>
                                          <p:attrName>style.rotation</p:attrName>
                                        </p:attrNameLst>
                                      </p:cBhvr>
                                      <p:tavLst>
                                        <p:tav tm="0">
                                          <p:val>
                                            <p:fltVal val="90"/>
                                          </p:val>
                                        </p:tav>
                                        <p:tav tm="100000">
                                          <p:val>
                                            <p:fltVal val="0"/>
                                          </p:val>
                                        </p:tav>
                                      </p:tavLst>
                                    </p:anim>
                                    <p:animEffect transition="in" filter="fade">
                                      <p:cBhvr>
                                        <p:cTn id="354" dur="1000"/>
                                        <p:tgtEl>
                                          <p:spTgt spid="27"/>
                                        </p:tgtEl>
                                      </p:cBhvr>
                                    </p:animEffect>
                                  </p:childTnLst>
                                </p:cTn>
                              </p:par>
                            </p:childTnLst>
                          </p:cTn>
                        </p:par>
                        <p:par>
                          <p:cTn id="355" fill="hold">
                            <p:stCondLst>
                              <p:cond delay="1000"/>
                            </p:stCondLst>
                            <p:childTnLst>
                              <p:par>
                                <p:cTn id="356" presetID="31" presetClass="entr" presetSubtype="0" fill="hold" grpId="0" nodeType="afterEffect">
                                  <p:stCondLst>
                                    <p:cond delay="0"/>
                                  </p:stCondLst>
                                  <p:childTnLst>
                                    <p:set>
                                      <p:cBhvr>
                                        <p:cTn id="357" dur="1" fill="hold">
                                          <p:stCondLst>
                                            <p:cond delay="0"/>
                                          </p:stCondLst>
                                        </p:cTn>
                                        <p:tgtEl>
                                          <p:spTgt spid="45"/>
                                        </p:tgtEl>
                                        <p:attrNameLst>
                                          <p:attrName>style.visibility</p:attrName>
                                        </p:attrNameLst>
                                      </p:cBhvr>
                                      <p:to>
                                        <p:strVal val="visible"/>
                                      </p:to>
                                    </p:set>
                                    <p:anim calcmode="lin" valueType="num">
                                      <p:cBhvr>
                                        <p:cTn id="358" dur="1000" fill="hold"/>
                                        <p:tgtEl>
                                          <p:spTgt spid="45"/>
                                        </p:tgtEl>
                                        <p:attrNameLst>
                                          <p:attrName>ppt_w</p:attrName>
                                        </p:attrNameLst>
                                      </p:cBhvr>
                                      <p:tavLst>
                                        <p:tav tm="0">
                                          <p:val>
                                            <p:fltVal val="0"/>
                                          </p:val>
                                        </p:tav>
                                        <p:tav tm="100000">
                                          <p:val>
                                            <p:strVal val="#ppt_w"/>
                                          </p:val>
                                        </p:tav>
                                      </p:tavLst>
                                    </p:anim>
                                    <p:anim calcmode="lin" valueType="num">
                                      <p:cBhvr>
                                        <p:cTn id="359" dur="1000" fill="hold"/>
                                        <p:tgtEl>
                                          <p:spTgt spid="45"/>
                                        </p:tgtEl>
                                        <p:attrNameLst>
                                          <p:attrName>ppt_h</p:attrName>
                                        </p:attrNameLst>
                                      </p:cBhvr>
                                      <p:tavLst>
                                        <p:tav tm="0">
                                          <p:val>
                                            <p:fltVal val="0"/>
                                          </p:val>
                                        </p:tav>
                                        <p:tav tm="100000">
                                          <p:val>
                                            <p:strVal val="#ppt_h"/>
                                          </p:val>
                                        </p:tav>
                                      </p:tavLst>
                                    </p:anim>
                                    <p:anim calcmode="lin" valueType="num">
                                      <p:cBhvr>
                                        <p:cTn id="360" dur="1000" fill="hold"/>
                                        <p:tgtEl>
                                          <p:spTgt spid="45"/>
                                        </p:tgtEl>
                                        <p:attrNameLst>
                                          <p:attrName>style.rotation</p:attrName>
                                        </p:attrNameLst>
                                      </p:cBhvr>
                                      <p:tavLst>
                                        <p:tav tm="0">
                                          <p:val>
                                            <p:fltVal val="90"/>
                                          </p:val>
                                        </p:tav>
                                        <p:tav tm="100000">
                                          <p:val>
                                            <p:fltVal val="0"/>
                                          </p:val>
                                        </p:tav>
                                      </p:tavLst>
                                    </p:anim>
                                    <p:animEffect transition="in" filter="fade">
                                      <p:cBhvr>
                                        <p:cTn id="361" dur="1000"/>
                                        <p:tgtEl>
                                          <p:spTgt spid="45"/>
                                        </p:tgtEl>
                                      </p:cBhvr>
                                    </p:animEffect>
                                  </p:childTnLst>
                                </p:cTn>
                              </p:par>
                            </p:childTnLst>
                          </p:cTn>
                        </p:par>
                        <p:par>
                          <p:cTn id="362" fill="hold">
                            <p:stCondLst>
                              <p:cond delay="2000"/>
                            </p:stCondLst>
                            <p:childTnLst>
                              <p:par>
                                <p:cTn id="363" presetID="35" presetClass="path" presetSubtype="0" accel="50000" decel="50000" fill="hold" grpId="1" nodeType="afterEffect">
                                  <p:stCondLst>
                                    <p:cond delay="0"/>
                                  </p:stCondLst>
                                  <p:childTnLst>
                                    <p:animMotion origin="layout" path="M 2.70833E-6 7.40741E-7 L 0.39883 -0.24329 " pathEditMode="relative" rAng="0" ptsTypes="AA">
                                      <p:cBhvr>
                                        <p:cTn id="364" dur="2000" fill="hold"/>
                                        <p:tgtEl>
                                          <p:spTgt spid="45"/>
                                        </p:tgtEl>
                                        <p:attrNameLst>
                                          <p:attrName>ppt_x</p:attrName>
                                          <p:attrName>ppt_y</p:attrName>
                                        </p:attrNameLst>
                                      </p:cBhvr>
                                      <p:rCtr x="19935" y="-12176"/>
                                    </p:animMotion>
                                  </p:childTnLst>
                                </p:cTn>
                              </p:par>
                            </p:childTnLst>
                          </p:cTn>
                        </p:par>
                        <p:par>
                          <p:cTn id="365" fill="hold">
                            <p:stCondLst>
                              <p:cond delay="4000"/>
                            </p:stCondLst>
                            <p:childTnLst>
                              <p:par>
                                <p:cTn id="366" presetID="31" presetClass="entr" presetSubtype="0" fill="hold" grpId="0" nodeType="afterEffect">
                                  <p:stCondLst>
                                    <p:cond delay="0"/>
                                  </p:stCondLst>
                                  <p:childTnLst>
                                    <p:set>
                                      <p:cBhvr>
                                        <p:cTn id="367" dur="1" fill="hold">
                                          <p:stCondLst>
                                            <p:cond delay="0"/>
                                          </p:stCondLst>
                                        </p:cTn>
                                        <p:tgtEl>
                                          <p:spTgt spid="46"/>
                                        </p:tgtEl>
                                        <p:attrNameLst>
                                          <p:attrName>style.visibility</p:attrName>
                                        </p:attrNameLst>
                                      </p:cBhvr>
                                      <p:to>
                                        <p:strVal val="visible"/>
                                      </p:to>
                                    </p:set>
                                    <p:anim calcmode="lin" valueType="num">
                                      <p:cBhvr>
                                        <p:cTn id="368" dur="1000" fill="hold"/>
                                        <p:tgtEl>
                                          <p:spTgt spid="46"/>
                                        </p:tgtEl>
                                        <p:attrNameLst>
                                          <p:attrName>ppt_w</p:attrName>
                                        </p:attrNameLst>
                                      </p:cBhvr>
                                      <p:tavLst>
                                        <p:tav tm="0">
                                          <p:val>
                                            <p:fltVal val="0"/>
                                          </p:val>
                                        </p:tav>
                                        <p:tav tm="100000">
                                          <p:val>
                                            <p:strVal val="#ppt_w"/>
                                          </p:val>
                                        </p:tav>
                                      </p:tavLst>
                                    </p:anim>
                                    <p:anim calcmode="lin" valueType="num">
                                      <p:cBhvr>
                                        <p:cTn id="369" dur="1000" fill="hold"/>
                                        <p:tgtEl>
                                          <p:spTgt spid="46"/>
                                        </p:tgtEl>
                                        <p:attrNameLst>
                                          <p:attrName>ppt_h</p:attrName>
                                        </p:attrNameLst>
                                      </p:cBhvr>
                                      <p:tavLst>
                                        <p:tav tm="0">
                                          <p:val>
                                            <p:fltVal val="0"/>
                                          </p:val>
                                        </p:tav>
                                        <p:tav tm="100000">
                                          <p:val>
                                            <p:strVal val="#ppt_h"/>
                                          </p:val>
                                        </p:tav>
                                      </p:tavLst>
                                    </p:anim>
                                    <p:anim calcmode="lin" valueType="num">
                                      <p:cBhvr>
                                        <p:cTn id="370" dur="1000" fill="hold"/>
                                        <p:tgtEl>
                                          <p:spTgt spid="46"/>
                                        </p:tgtEl>
                                        <p:attrNameLst>
                                          <p:attrName>style.rotation</p:attrName>
                                        </p:attrNameLst>
                                      </p:cBhvr>
                                      <p:tavLst>
                                        <p:tav tm="0">
                                          <p:val>
                                            <p:fltVal val="90"/>
                                          </p:val>
                                        </p:tav>
                                        <p:tav tm="100000">
                                          <p:val>
                                            <p:fltVal val="0"/>
                                          </p:val>
                                        </p:tav>
                                      </p:tavLst>
                                    </p:anim>
                                    <p:animEffect transition="in" filter="fade">
                                      <p:cBhvr>
                                        <p:cTn id="371" dur="1000"/>
                                        <p:tgtEl>
                                          <p:spTgt spid="46"/>
                                        </p:tgtEl>
                                      </p:cBhvr>
                                    </p:animEffect>
                                  </p:childTnLst>
                                </p:cTn>
                              </p:par>
                            </p:childTnLst>
                          </p:cTn>
                        </p:par>
                        <p:par>
                          <p:cTn id="372" fill="hold">
                            <p:stCondLst>
                              <p:cond delay="5000"/>
                            </p:stCondLst>
                            <p:childTnLst>
                              <p:par>
                                <p:cTn id="373" presetID="35" presetClass="path" presetSubtype="0" accel="50000" decel="50000" fill="hold" grpId="1" nodeType="afterEffect">
                                  <p:stCondLst>
                                    <p:cond delay="0"/>
                                  </p:stCondLst>
                                  <p:childTnLst>
                                    <p:animMotion origin="layout" path="M -2.70833E-6 -3.33333E-6 L 0.40742 -0.24953 " pathEditMode="relative" rAng="0" ptsTypes="AA">
                                      <p:cBhvr>
                                        <p:cTn id="374" dur="2000" fill="hold"/>
                                        <p:tgtEl>
                                          <p:spTgt spid="46"/>
                                        </p:tgtEl>
                                        <p:attrNameLst>
                                          <p:attrName>ppt_x</p:attrName>
                                          <p:attrName>ppt_y</p:attrName>
                                        </p:attrNameLst>
                                      </p:cBhvr>
                                      <p:rCtr x="20365" y="-12477"/>
                                    </p:animMotion>
                                  </p:childTnLst>
                                </p:cTn>
                              </p:par>
                            </p:childTnLst>
                          </p:cTn>
                        </p:par>
                        <p:par>
                          <p:cTn id="375" fill="hold">
                            <p:stCondLst>
                              <p:cond delay="7000"/>
                            </p:stCondLst>
                            <p:childTnLst>
                              <p:par>
                                <p:cTn id="376" presetID="47" presetClass="entr" presetSubtype="0" fill="hold" grpId="0" nodeType="afterEffect">
                                  <p:stCondLst>
                                    <p:cond delay="0"/>
                                  </p:stCondLst>
                                  <p:childTnLst>
                                    <p:set>
                                      <p:cBhvr>
                                        <p:cTn id="377" dur="1" fill="hold">
                                          <p:stCondLst>
                                            <p:cond delay="0"/>
                                          </p:stCondLst>
                                        </p:cTn>
                                        <p:tgtEl>
                                          <p:spTgt spid="47"/>
                                        </p:tgtEl>
                                        <p:attrNameLst>
                                          <p:attrName>style.visibility</p:attrName>
                                        </p:attrNameLst>
                                      </p:cBhvr>
                                      <p:to>
                                        <p:strVal val="visible"/>
                                      </p:to>
                                    </p:set>
                                    <p:animEffect transition="in" filter="fade">
                                      <p:cBhvr>
                                        <p:cTn id="378" dur="1000"/>
                                        <p:tgtEl>
                                          <p:spTgt spid="47"/>
                                        </p:tgtEl>
                                      </p:cBhvr>
                                    </p:animEffect>
                                    <p:anim calcmode="lin" valueType="num">
                                      <p:cBhvr>
                                        <p:cTn id="379" dur="1000" fill="hold"/>
                                        <p:tgtEl>
                                          <p:spTgt spid="47"/>
                                        </p:tgtEl>
                                        <p:attrNameLst>
                                          <p:attrName>ppt_x</p:attrName>
                                        </p:attrNameLst>
                                      </p:cBhvr>
                                      <p:tavLst>
                                        <p:tav tm="0">
                                          <p:val>
                                            <p:strVal val="#ppt_x"/>
                                          </p:val>
                                        </p:tav>
                                        <p:tav tm="100000">
                                          <p:val>
                                            <p:strVal val="#ppt_x"/>
                                          </p:val>
                                        </p:tav>
                                      </p:tavLst>
                                    </p:anim>
                                    <p:anim calcmode="lin" valueType="num">
                                      <p:cBhvr>
                                        <p:cTn id="380" dur="1000" fill="hold"/>
                                        <p:tgtEl>
                                          <p:spTgt spid="47"/>
                                        </p:tgtEl>
                                        <p:attrNameLst>
                                          <p:attrName>ppt_y</p:attrName>
                                        </p:attrNameLst>
                                      </p:cBhvr>
                                      <p:tavLst>
                                        <p:tav tm="0">
                                          <p:val>
                                            <p:strVal val="#ppt_y-.1"/>
                                          </p:val>
                                        </p:tav>
                                        <p:tav tm="100000">
                                          <p:val>
                                            <p:strVal val="#ppt_y"/>
                                          </p:val>
                                        </p:tav>
                                      </p:tavLst>
                                    </p:anim>
                                  </p:childTnLst>
                                </p:cTn>
                              </p:par>
                            </p:childTnLst>
                          </p:cTn>
                        </p:par>
                        <p:par>
                          <p:cTn id="381" fill="hold">
                            <p:stCondLst>
                              <p:cond delay="8000"/>
                            </p:stCondLst>
                            <p:childTnLst>
                              <p:par>
                                <p:cTn id="382" presetID="47" presetClass="entr" presetSubtype="0" fill="hold" grpId="0" nodeType="afterEffect">
                                  <p:stCondLst>
                                    <p:cond delay="0"/>
                                  </p:stCondLst>
                                  <p:childTnLst>
                                    <p:set>
                                      <p:cBhvr>
                                        <p:cTn id="383" dur="1" fill="hold">
                                          <p:stCondLst>
                                            <p:cond delay="0"/>
                                          </p:stCondLst>
                                        </p:cTn>
                                        <p:tgtEl>
                                          <p:spTgt spid="48"/>
                                        </p:tgtEl>
                                        <p:attrNameLst>
                                          <p:attrName>style.visibility</p:attrName>
                                        </p:attrNameLst>
                                      </p:cBhvr>
                                      <p:to>
                                        <p:strVal val="visible"/>
                                      </p:to>
                                    </p:set>
                                    <p:animEffect transition="in" filter="fade">
                                      <p:cBhvr>
                                        <p:cTn id="384" dur="1000"/>
                                        <p:tgtEl>
                                          <p:spTgt spid="48"/>
                                        </p:tgtEl>
                                      </p:cBhvr>
                                    </p:animEffect>
                                    <p:anim calcmode="lin" valueType="num">
                                      <p:cBhvr>
                                        <p:cTn id="385" dur="1000" fill="hold"/>
                                        <p:tgtEl>
                                          <p:spTgt spid="48"/>
                                        </p:tgtEl>
                                        <p:attrNameLst>
                                          <p:attrName>ppt_x</p:attrName>
                                        </p:attrNameLst>
                                      </p:cBhvr>
                                      <p:tavLst>
                                        <p:tav tm="0">
                                          <p:val>
                                            <p:strVal val="#ppt_x"/>
                                          </p:val>
                                        </p:tav>
                                        <p:tav tm="100000">
                                          <p:val>
                                            <p:strVal val="#ppt_x"/>
                                          </p:val>
                                        </p:tav>
                                      </p:tavLst>
                                    </p:anim>
                                    <p:anim calcmode="lin" valueType="num">
                                      <p:cBhvr>
                                        <p:cTn id="386" dur="1000" fill="hold"/>
                                        <p:tgtEl>
                                          <p:spTgt spid="48"/>
                                        </p:tgtEl>
                                        <p:attrNameLst>
                                          <p:attrName>ppt_y</p:attrName>
                                        </p:attrNameLst>
                                      </p:cBhvr>
                                      <p:tavLst>
                                        <p:tav tm="0">
                                          <p:val>
                                            <p:strVal val="#ppt_y-.1"/>
                                          </p:val>
                                        </p:tav>
                                        <p:tav tm="100000">
                                          <p:val>
                                            <p:strVal val="#ppt_y"/>
                                          </p:val>
                                        </p:tav>
                                      </p:tavLst>
                                    </p:anim>
                                  </p:childTnLst>
                                </p:cTn>
                              </p:par>
                            </p:childTnLst>
                          </p:cTn>
                        </p:par>
                        <p:par>
                          <p:cTn id="387" fill="hold">
                            <p:stCondLst>
                              <p:cond delay="9000"/>
                            </p:stCondLst>
                            <p:childTnLst>
                              <p:par>
                                <p:cTn id="388" presetID="22" presetClass="entr" presetSubtype="8" fill="hold" nodeType="afterEffect">
                                  <p:stCondLst>
                                    <p:cond delay="0"/>
                                  </p:stCondLst>
                                  <p:childTnLst>
                                    <p:set>
                                      <p:cBhvr>
                                        <p:cTn id="389" dur="1" fill="hold">
                                          <p:stCondLst>
                                            <p:cond delay="0"/>
                                          </p:stCondLst>
                                        </p:cTn>
                                        <p:tgtEl>
                                          <p:spTgt spid="28"/>
                                        </p:tgtEl>
                                        <p:attrNameLst>
                                          <p:attrName>style.visibility</p:attrName>
                                        </p:attrNameLst>
                                      </p:cBhvr>
                                      <p:to>
                                        <p:strVal val="visible"/>
                                      </p:to>
                                    </p:set>
                                    <p:animEffect transition="in" filter="wipe(left)">
                                      <p:cBhvr>
                                        <p:cTn id="390" dur="500"/>
                                        <p:tgtEl>
                                          <p:spTgt spid="28"/>
                                        </p:tgtEl>
                                      </p:cBhvr>
                                    </p:animEffect>
                                  </p:childTnLst>
                                </p:cTn>
                              </p:par>
                            </p:childTnLst>
                          </p:cTn>
                        </p:par>
                        <p:par>
                          <p:cTn id="391" fill="hold">
                            <p:stCondLst>
                              <p:cond delay="9500"/>
                            </p:stCondLst>
                            <p:childTnLst>
                              <p:par>
                                <p:cTn id="392" presetID="37" presetClass="path" presetSubtype="0" accel="50000" decel="50000" fill="hold" grpId="3" nodeType="afterEffect">
                                  <p:stCondLst>
                                    <p:cond delay="0"/>
                                  </p:stCondLst>
                                  <p:childTnLst>
                                    <p:animMotion origin="layout" path="M -0.25391 0.0007 L -0.26537 0.04074 C -0.26784 0.04977 -0.27136 0.05463 -0.27514 0.05463 C -0.27943 0.05463 -0.28282 0.04977 -0.28516 0.04074 L -0.29662 0.0007 " pathEditMode="relative" rAng="0" ptsTypes="AAAAA">
                                      <p:cBhvr>
                                        <p:cTn id="393" dur="2000" fill="hold"/>
                                        <p:tgtEl>
                                          <p:spTgt spid="39"/>
                                        </p:tgtEl>
                                        <p:attrNameLst>
                                          <p:attrName>ppt_x</p:attrName>
                                          <p:attrName>ppt_y</p:attrName>
                                        </p:attrNameLst>
                                      </p:cBhvr>
                                      <p:rCtr x="-2135" y="2685"/>
                                    </p:animMotion>
                                  </p:childTnLst>
                                </p:cTn>
                              </p:par>
                            </p:childTnLst>
                          </p:cTn>
                        </p:par>
                        <p:par>
                          <p:cTn id="394" fill="hold">
                            <p:stCondLst>
                              <p:cond delay="11500"/>
                            </p:stCondLst>
                            <p:childTnLst>
                              <p:par>
                                <p:cTn id="395" presetID="1" presetClass="entr" presetSubtype="0" fill="hold" grpId="0" nodeType="afterEffect">
                                  <p:stCondLst>
                                    <p:cond delay="0"/>
                                  </p:stCondLst>
                                  <p:childTnLst>
                                    <p:set>
                                      <p:cBhvr>
                                        <p:cTn id="396" dur="1" fill="hold">
                                          <p:stCondLst>
                                            <p:cond delay="0"/>
                                          </p:stCondLst>
                                        </p:cTn>
                                        <p:tgtEl>
                                          <p:spTgt spid="59"/>
                                        </p:tgtEl>
                                        <p:attrNameLst>
                                          <p:attrName>style.visibility</p:attrName>
                                        </p:attrNameLst>
                                      </p:cBhvr>
                                      <p:to>
                                        <p:strVal val="visible"/>
                                      </p:to>
                                    </p:set>
                                  </p:childTnLst>
                                </p:cTn>
                              </p:par>
                              <p:par>
                                <p:cTn id="397" presetID="8" presetClass="emph" presetSubtype="0" fill="hold" grpId="1" nodeType="withEffect">
                                  <p:stCondLst>
                                    <p:cond delay="0"/>
                                  </p:stCondLst>
                                  <p:childTnLst>
                                    <p:animRot by="21600000">
                                      <p:cBhvr>
                                        <p:cTn id="398" dur="1000" fill="hold"/>
                                        <p:tgtEl>
                                          <p:spTgt spid="59"/>
                                        </p:tgtEl>
                                        <p:attrNameLst>
                                          <p:attrName>r</p:attrName>
                                        </p:attrNameLst>
                                      </p:cBhvr>
                                    </p:animRot>
                                  </p:childTnLst>
                                </p:cTn>
                              </p:par>
                              <p:par>
                                <p:cTn id="399" presetID="42" presetClass="entr" presetSubtype="0" fill="hold" nodeType="withEffect">
                                  <p:stCondLst>
                                    <p:cond delay="0"/>
                                  </p:stCondLst>
                                  <p:childTnLst>
                                    <p:set>
                                      <p:cBhvr>
                                        <p:cTn id="400" dur="1" fill="hold">
                                          <p:stCondLst>
                                            <p:cond delay="0"/>
                                          </p:stCondLst>
                                        </p:cTn>
                                        <p:tgtEl>
                                          <p:spTgt spid="10"/>
                                        </p:tgtEl>
                                        <p:attrNameLst>
                                          <p:attrName>style.visibility</p:attrName>
                                        </p:attrNameLst>
                                      </p:cBhvr>
                                      <p:to>
                                        <p:strVal val="visible"/>
                                      </p:to>
                                    </p:set>
                                    <p:animEffect transition="in" filter="fade">
                                      <p:cBhvr>
                                        <p:cTn id="401" dur="1000"/>
                                        <p:tgtEl>
                                          <p:spTgt spid="10"/>
                                        </p:tgtEl>
                                      </p:cBhvr>
                                    </p:animEffect>
                                    <p:anim calcmode="lin" valueType="num">
                                      <p:cBhvr>
                                        <p:cTn id="402" dur="1000" fill="hold"/>
                                        <p:tgtEl>
                                          <p:spTgt spid="10"/>
                                        </p:tgtEl>
                                        <p:attrNameLst>
                                          <p:attrName>ppt_x</p:attrName>
                                        </p:attrNameLst>
                                      </p:cBhvr>
                                      <p:tavLst>
                                        <p:tav tm="0">
                                          <p:val>
                                            <p:strVal val="#ppt_x"/>
                                          </p:val>
                                        </p:tav>
                                        <p:tav tm="100000">
                                          <p:val>
                                            <p:strVal val="#ppt_x"/>
                                          </p:val>
                                        </p:tav>
                                      </p:tavLst>
                                    </p:anim>
                                    <p:anim calcmode="lin" valueType="num">
                                      <p:cBhvr>
                                        <p:cTn id="403" dur="1000" fill="hold"/>
                                        <p:tgtEl>
                                          <p:spTgt spid="10"/>
                                        </p:tgtEl>
                                        <p:attrNameLst>
                                          <p:attrName>ppt_y</p:attrName>
                                        </p:attrNameLst>
                                      </p:cBhvr>
                                      <p:tavLst>
                                        <p:tav tm="0">
                                          <p:val>
                                            <p:strVal val="#ppt_y+.1"/>
                                          </p:val>
                                        </p:tav>
                                        <p:tav tm="100000">
                                          <p:val>
                                            <p:strVal val="#ppt_y"/>
                                          </p:val>
                                        </p:tav>
                                      </p:tavLst>
                                    </p:anim>
                                  </p:childTnLst>
                                </p:cTn>
                              </p:par>
                              <p:par>
                                <p:cTn id="404" presetID="42" presetClass="path" presetSubtype="0" accel="50000" decel="50000" fill="hold" grpId="2" nodeType="withEffect">
                                  <p:stCondLst>
                                    <p:cond delay="0"/>
                                  </p:stCondLst>
                                  <p:childTnLst>
                                    <p:animMotion origin="layout" path="M 1.04167E-6 -1.85185E-6 L 0.00039 0.06366 " pathEditMode="relative" rAng="0" ptsTypes="AA">
                                      <p:cBhvr>
                                        <p:cTn id="405" dur="1000" fill="hold"/>
                                        <p:tgtEl>
                                          <p:spTgt spid="59"/>
                                        </p:tgtEl>
                                        <p:attrNameLst>
                                          <p:attrName>ppt_x</p:attrName>
                                          <p:attrName>ppt_y</p:attrName>
                                        </p:attrNameLst>
                                      </p:cBhvr>
                                      <p:rCtr x="13" y="3171"/>
                                    </p:animMotion>
                                  </p:childTnLst>
                                </p:cTn>
                              </p:par>
                              <p:par>
                                <p:cTn id="406" presetID="63" presetClass="path" presetSubtype="0" accel="50000" decel="50000" fill="hold" nodeType="withEffect">
                                  <p:stCondLst>
                                    <p:cond delay="1000"/>
                                  </p:stCondLst>
                                  <p:childTnLst>
                                    <p:animMotion origin="layout" path="M 1.25E-6 -2.96296E-6 L 0.08437 -0.00023 " pathEditMode="relative" rAng="0" ptsTypes="AA">
                                      <p:cBhvr>
                                        <p:cTn id="407" dur="2000" fill="hold"/>
                                        <p:tgtEl>
                                          <p:spTgt spid="10"/>
                                        </p:tgtEl>
                                        <p:attrNameLst>
                                          <p:attrName>ppt_x</p:attrName>
                                          <p:attrName>ppt_y</p:attrName>
                                        </p:attrNameLst>
                                      </p:cBhvr>
                                      <p:rCtr x="4219" y="-23"/>
                                    </p:animMotion>
                                  </p:childTnLst>
                                </p:cTn>
                              </p:par>
                              <p:par>
                                <p:cTn id="408" presetID="63" presetClass="path" presetSubtype="0" accel="50000" decel="50000" fill="hold" grpId="6" nodeType="withEffect">
                                  <p:stCondLst>
                                    <p:cond delay="1000"/>
                                  </p:stCondLst>
                                  <p:childTnLst>
                                    <p:animMotion origin="layout" path="M 0.00039 0.06296 L 0.08424 0.06181 " pathEditMode="relative" rAng="0" ptsTypes="AA">
                                      <p:cBhvr>
                                        <p:cTn id="409" dur="2000" fill="hold"/>
                                        <p:tgtEl>
                                          <p:spTgt spid="59"/>
                                        </p:tgtEl>
                                        <p:attrNameLst>
                                          <p:attrName>ppt_x</p:attrName>
                                          <p:attrName>ppt_y</p:attrName>
                                        </p:attrNameLst>
                                      </p:cBhvr>
                                      <p:rCtr x="4193" y="-69"/>
                                    </p:animMotion>
                                  </p:childTnLst>
                                </p:cTn>
                              </p:par>
                            </p:childTnLst>
                          </p:cTn>
                        </p:par>
                        <p:par>
                          <p:cTn id="410" fill="hold">
                            <p:stCondLst>
                              <p:cond delay="14500"/>
                            </p:stCondLst>
                            <p:childTnLst>
                              <p:par>
                                <p:cTn id="411" presetID="27" presetClass="emph" presetSubtype="0" fill="remove" grpId="4" nodeType="afterEffect">
                                  <p:stCondLst>
                                    <p:cond delay="0"/>
                                  </p:stCondLst>
                                  <p:childTnLst>
                                    <p:animClr clrSpc="rgb" dir="cw">
                                      <p:cBhvr override="childStyle">
                                        <p:cTn id="412" dur="500" autoRev="1" fill="remove"/>
                                        <p:tgtEl>
                                          <p:spTgt spid="59"/>
                                        </p:tgtEl>
                                        <p:attrNameLst>
                                          <p:attrName>style.color</p:attrName>
                                        </p:attrNameLst>
                                      </p:cBhvr>
                                      <p:to>
                                        <a:schemeClr val="bg1"/>
                                      </p:to>
                                    </p:animClr>
                                    <p:animClr clrSpc="rgb" dir="cw">
                                      <p:cBhvr>
                                        <p:cTn id="413" dur="500" autoRev="1" fill="remove"/>
                                        <p:tgtEl>
                                          <p:spTgt spid="59"/>
                                        </p:tgtEl>
                                        <p:attrNameLst>
                                          <p:attrName>fillcolor</p:attrName>
                                        </p:attrNameLst>
                                      </p:cBhvr>
                                      <p:to>
                                        <a:schemeClr val="bg1"/>
                                      </p:to>
                                    </p:animClr>
                                    <p:set>
                                      <p:cBhvr>
                                        <p:cTn id="414" dur="500" autoRev="1" fill="remove"/>
                                        <p:tgtEl>
                                          <p:spTgt spid="59"/>
                                        </p:tgtEl>
                                        <p:attrNameLst>
                                          <p:attrName>fill.type</p:attrName>
                                        </p:attrNameLst>
                                      </p:cBhvr>
                                      <p:to>
                                        <p:strVal val="solid"/>
                                      </p:to>
                                    </p:set>
                                    <p:set>
                                      <p:cBhvr>
                                        <p:cTn id="415" dur="500" autoRev="1" fill="remove"/>
                                        <p:tgtEl>
                                          <p:spTgt spid="59"/>
                                        </p:tgtEl>
                                        <p:attrNameLst>
                                          <p:attrName>fill.on</p:attrName>
                                        </p:attrNameLst>
                                      </p:cBhvr>
                                      <p:to>
                                        <p:strVal val="true"/>
                                      </p:to>
                                    </p:set>
                                  </p:childTnLst>
                                </p:cTn>
                              </p:par>
                              <p:par>
                                <p:cTn id="416" presetID="27" presetClass="emph" presetSubtype="0" fill="remove" grpId="3" nodeType="withEffect">
                                  <p:stCondLst>
                                    <p:cond delay="0"/>
                                  </p:stCondLst>
                                  <p:childTnLst>
                                    <p:animClr clrSpc="rgb" dir="cw">
                                      <p:cBhvr override="childStyle">
                                        <p:cTn id="417" dur="500" autoRev="1" fill="remove"/>
                                        <p:tgtEl>
                                          <p:spTgt spid="33"/>
                                        </p:tgtEl>
                                        <p:attrNameLst>
                                          <p:attrName>style.color</p:attrName>
                                        </p:attrNameLst>
                                      </p:cBhvr>
                                      <p:to>
                                        <a:srgbClr val="92D050"/>
                                      </p:to>
                                    </p:animClr>
                                    <p:animClr clrSpc="rgb" dir="cw">
                                      <p:cBhvr>
                                        <p:cTn id="418" dur="500" autoRev="1" fill="remove"/>
                                        <p:tgtEl>
                                          <p:spTgt spid="33"/>
                                        </p:tgtEl>
                                        <p:attrNameLst>
                                          <p:attrName>fillcolor</p:attrName>
                                        </p:attrNameLst>
                                      </p:cBhvr>
                                      <p:to>
                                        <a:srgbClr val="92D050"/>
                                      </p:to>
                                    </p:animClr>
                                    <p:set>
                                      <p:cBhvr>
                                        <p:cTn id="419" dur="500" autoRev="1" fill="remove"/>
                                        <p:tgtEl>
                                          <p:spTgt spid="33"/>
                                        </p:tgtEl>
                                        <p:attrNameLst>
                                          <p:attrName>fill.type</p:attrName>
                                        </p:attrNameLst>
                                      </p:cBhvr>
                                      <p:to>
                                        <p:strVal val="solid"/>
                                      </p:to>
                                    </p:set>
                                    <p:set>
                                      <p:cBhvr>
                                        <p:cTn id="420" dur="500" autoRev="1" fill="remove"/>
                                        <p:tgtEl>
                                          <p:spTgt spid="33"/>
                                        </p:tgtEl>
                                        <p:attrNameLst>
                                          <p:attrName>fill.on</p:attrName>
                                        </p:attrNameLst>
                                      </p:cBhvr>
                                      <p:to>
                                        <p:strVal val="true"/>
                                      </p:to>
                                    </p:set>
                                  </p:childTnLst>
                                </p:cTn>
                              </p:par>
                            </p:childTnLst>
                          </p:cTn>
                        </p:par>
                        <p:par>
                          <p:cTn id="421" fill="hold">
                            <p:stCondLst>
                              <p:cond delay="15500"/>
                            </p:stCondLst>
                            <p:childTnLst>
                              <p:par>
                                <p:cTn id="422" presetID="37" presetClass="path" presetSubtype="0" accel="50000" decel="50000" fill="hold" grpId="4" nodeType="afterEffect">
                                  <p:stCondLst>
                                    <p:cond delay="0"/>
                                  </p:stCondLst>
                                  <p:childTnLst>
                                    <p:animMotion origin="layout" path="M -0.1263 0.0007 L -0.14922 0.04074 C -0.15404 0.04977 -0.1612 0.05463 -0.16875 0.05463 C -0.17722 0.05463 -0.18412 0.04977 -0.18893 0.04074 L -0.21172 0.0007 " pathEditMode="relative" rAng="0" ptsTypes="AAAAA">
                                      <p:cBhvr>
                                        <p:cTn id="423" dur="2000" fill="hold"/>
                                        <p:tgtEl>
                                          <p:spTgt spid="33"/>
                                        </p:tgtEl>
                                        <p:attrNameLst>
                                          <p:attrName>ppt_x</p:attrName>
                                          <p:attrName>ppt_y</p:attrName>
                                        </p:attrNameLst>
                                      </p:cBhvr>
                                      <p:rCtr x="-4271" y="2685"/>
                                    </p:animMotion>
                                  </p:childTnLst>
                                </p:cTn>
                              </p:par>
                            </p:childTnLst>
                          </p:cTn>
                        </p:par>
                      </p:childTnLst>
                    </p:cTn>
                  </p:par>
                  <p:par>
                    <p:cTn id="424" fill="hold">
                      <p:stCondLst>
                        <p:cond delay="indefinite"/>
                      </p:stCondLst>
                      <p:childTnLst>
                        <p:par>
                          <p:cTn id="425" fill="hold">
                            <p:stCondLst>
                              <p:cond delay="0"/>
                            </p:stCondLst>
                            <p:childTnLst>
                              <p:par>
                                <p:cTn id="426" presetID="63" presetClass="path" presetSubtype="0" accel="50000" decel="50000" fill="hold" grpId="1" nodeType="clickEffect">
                                  <p:stCondLst>
                                    <p:cond delay="0"/>
                                  </p:stCondLst>
                                  <p:childTnLst>
                                    <p:animMotion origin="layout" path="M -2.08333E-6 1.11111E-6 L 0.0418 1.11111E-6 " pathEditMode="relative" rAng="0" ptsTypes="AA">
                                      <p:cBhvr>
                                        <p:cTn id="427" dur="1000" fill="hold"/>
                                        <p:tgtEl>
                                          <p:spTgt spid="47"/>
                                        </p:tgtEl>
                                        <p:attrNameLst>
                                          <p:attrName>ppt_x</p:attrName>
                                          <p:attrName>ppt_y</p:attrName>
                                        </p:attrNameLst>
                                      </p:cBhvr>
                                      <p:rCtr x="2083" y="0"/>
                                    </p:animMotion>
                                  </p:childTnLst>
                                </p:cTn>
                              </p:par>
                            </p:childTnLst>
                          </p:cTn>
                        </p:par>
                        <p:par>
                          <p:cTn id="428" fill="hold">
                            <p:stCondLst>
                              <p:cond delay="1000"/>
                            </p:stCondLst>
                            <p:childTnLst>
                              <p:par>
                                <p:cTn id="429" presetID="63" presetClass="path" presetSubtype="0" accel="50000" decel="50000" fill="hold" nodeType="afterEffect">
                                  <p:stCondLst>
                                    <p:cond delay="0"/>
                                  </p:stCondLst>
                                  <p:childTnLst>
                                    <p:animMotion origin="layout" path="M 0.08437 -0.00023 L 0.04232 -0.00023 " pathEditMode="relative" rAng="0" ptsTypes="AA">
                                      <p:cBhvr>
                                        <p:cTn id="430" dur="2000" fill="hold"/>
                                        <p:tgtEl>
                                          <p:spTgt spid="10"/>
                                        </p:tgtEl>
                                        <p:attrNameLst>
                                          <p:attrName>ppt_x</p:attrName>
                                          <p:attrName>ppt_y</p:attrName>
                                        </p:attrNameLst>
                                      </p:cBhvr>
                                      <p:rCtr x="-2109" y="0"/>
                                    </p:animMotion>
                                  </p:childTnLst>
                                </p:cTn>
                              </p:par>
                              <p:par>
                                <p:cTn id="431" presetID="35" presetClass="path" presetSubtype="0" accel="50000" decel="50000" fill="hold" grpId="7" nodeType="withEffect">
                                  <p:stCondLst>
                                    <p:cond delay="0"/>
                                  </p:stCondLst>
                                  <p:childTnLst>
                                    <p:animMotion origin="layout" path="M 0.08372 0.06181 L 0.04219 0.06181 " pathEditMode="relative" rAng="0" ptsTypes="AA">
                                      <p:cBhvr>
                                        <p:cTn id="432" dur="2000" fill="hold"/>
                                        <p:tgtEl>
                                          <p:spTgt spid="59"/>
                                        </p:tgtEl>
                                        <p:attrNameLst>
                                          <p:attrName>ppt_x</p:attrName>
                                          <p:attrName>ppt_y</p:attrName>
                                        </p:attrNameLst>
                                      </p:cBhvr>
                                      <p:rCtr x="-2083" y="0"/>
                                    </p:animMotion>
                                  </p:childTnLst>
                                </p:cTn>
                              </p:par>
                            </p:childTnLst>
                          </p:cTn>
                        </p:par>
                        <p:par>
                          <p:cTn id="433" fill="hold">
                            <p:stCondLst>
                              <p:cond delay="3000"/>
                            </p:stCondLst>
                            <p:childTnLst>
                              <p:par>
                                <p:cTn id="434" presetID="27" presetClass="emph" presetSubtype="0" fill="remove" grpId="5" nodeType="afterEffect">
                                  <p:stCondLst>
                                    <p:cond delay="0"/>
                                  </p:stCondLst>
                                  <p:childTnLst>
                                    <p:animClr clrSpc="rgb" dir="cw">
                                      <p:cBhvr override="childStyle">
                                        <p:cTn id="435" dur="500" autoRev="1" fill="remove"/>
                                        <p:tgtEl>
                                          <p:spTgt spid="59"/>
                                        </p:tgtEl>
                                        <p:attrNameLst>
                                          <p:attrName>style.color</p:attrName>
                                        </p:attrNameLst>
                                      </p:cBhvr>
                                      <p:to>
                                        <a:schemeClr val="bg1"/>
                                      </p:to>
                                    </p:animClr>
                                    <p:animClr clrSpc="rgb" dir="cw">
                                      <p:cBhvr>
                                        <p:cTn id="436" dur="500" autoRev="1" fill="remove"/>
                                        <p:tgtEl>
                                          <p:spTgt spid="59"/>
                                        </p:tgtEl>
                                        <p:attrNameLst>
                                          <p:attrName>fillcolor</p:attrName>
                                        </p:attrNameLst>
                                      </p:cBhvr>
                                      <p:to>
                                        <a:schemeClr val="bg1"/>
                                      </p:to>
                                    </p:animClr>
                                    <p:set>
                                      <p:cBhvr>
                                        <p:cTn id="437" dur="500" autoRev="1" fill="remove"/>
                                        <p:tgtEl>
                                          <p:spTgt spid="59"/>
                                        </p:tgtEl>
                                        <p:attrNameLst>
                                          <p:attrName>fill.type</p:attrName>
                                        </p:attrNameLst>
                                      </p:cBhvr>
                                      <p:to>
                                        <p:strVal val="solid"/>
                                      </p:to>
                                    </p:set>
                                    <p:set>
                                      <p:cBhvr>
                                        <p:cTn id="438" dur="500" autoRev="1" fill="remove"/>
                                        <p:tgtEl>
                                          <p:spTgt spid="59"/>
                                        </p:tgtEl>
                                        <p:attrNameLst>
                                          <p:attrName>fill.on</p:attrName>
                                        </p:attrNameLst>
                                      </p:cBhvr>
                                      <p:to>
                                        <p:strVal val="true"/>
                                      </p:to>
                                    </p:set>
                                  </p:childTnLst>
                                </p:cTn>
                              </p:par>
                              <p:par>
                                <p:cTn id="439" presetID="27" presetClass="emph" presetSubtype="0" fill="remove" grpId="2" nodeType="withEffect">
                                  <p:stCondLst>
                                    <p:cond delay="0"/>
                                  </p:stCondLst>
                                  <p:childTnLst>
                                    <p:animClr clrSpc="rgb" dir="cw">
                                      <p:cBhvr override="childStyle">
                                        <p:cTn id="440" dur="500" autoRev="1" fill="remove"/>
                                        <p:tgtEl>
                                          <p:spTgt spid="35"/>
                                        </p:tgtEl>
                                        <p:attrNameLst>
                                          <p:attrName>style.color</p:attrName>
                                        </p:attrNameLst>
                                      </p:cBhvr>
                                      <p:to>
                                        <a:srgbClr val="92D050"/>
                                      </p:to>
                                    </p:animClr>
                                    <p:animClr clrSpc="rgb" dir="cw">
                                      <p:cBhvr>
                                        <p:cTn id="441" dur="500" autoRev="1" fill="remove"/>
                                        <p:tgtEl>
                                          <p:spTgt spid="35"/>
                                        </p:tgtEl>
                                        <p:attrNameLst>
                                          <p:attrName>fillcolor</p:attrName>
                                        </p:attrNameLst>
                                      </p:cBhvr>
                                      <p:to>
                                        <a:srgbClr val="92D050"/>
                                      </p:to>
                                    </p:animClr>
                                    <p:set>
                                      <p:cBhvr>
                                        <p:cTn id="442" dur="500" autoRev="1" fill="remove"/>
                                        <p:tgtEl>
                                          <p:spTgt spid="35"/>
                                        </p:tgtEl>
                                        <p:attrNameLst>
                                          <p:attrName>fill.type</p:attrName>
                                        </p:attrNameLst>
                                      </p:cBhvr>
                                      <p:to>
                                        <p:strVal val="solid"/>
                                      </p:to>
                                    </p:set>
                                    <p:set>
                                      <p:cBhvr>
                                        <p:cTn id="443" dur="500" autoRev="1" fill="remove"/>
                                        <p:tgtEl>
                                          <p:spTgt spid="35"/>
                                        </p:tgtEl>
                                        <p:attrNameLst>
                                          <p:attrName>fill.on</p:attrName>
                                        </p:attrNameLst>
                                      </p:cBhvr>
                                      <p:to>
                                        <p:strVal val="true"/>
                                      </p:to>
                                    </p:set>
                                  </p:childTnLst>
                                </p:cTn>
                              </p:par>
                            </p:childTnLst>
                          </p:cTn>
                        </p:par>
                        <p:par>
                          <p:cTn id="444" fill="hold">
                            <p:stCondLst>
                              <p:cond delay="4000"/>
                            </p:stCondLst>
                            <p:childTnLst>
                              <p:par>
                                <p:cTn id="445" presetID="37" presetClass="path" presetSubtype="0" accel="50000" decel="50000" fill="hold" grpId="3" nodeType="afterEffect">
                                  <p:stCondLst>
                                    <p:cond delay="0"/>
                                  </p:stCondLst>
                                  <p:childTnLst>
                                    <p:animMotion origin="layout" path="M -0.00013 0.0007 L 0.01133 0.04074 C 0.01367 0.04977 0.01731 0.05463 0.02109 0.05463 C 0.02539 0.05463 0.02877 0.04977 0.03112 0.04074 L 0.04271 0.0007 " pathEditMode="relative" rAng="0" ptsTypes="AAAAA">
                                      <p:cBhvr>
                                        <p:cTn id="446" dur="2000" fill="hold"/>
                                        <p:tgtEl>
                                          <p:spTgt spid="35"/>
                                        </p:tgtEl>
                                        <p:attrNameLst>
                                          <p:attrName>ppt_x</p:attrName>
                                          <p:attrName>ppt_y</p:attrName>
                                        </p:attrNameLst>
                                      </p:cBhvr>
                                      <p:rCtr x="2135" y="2685"/>
                                    </p:animMotion>
                                  </p:childTnLst>
                                </p:cTn>
                              </p:par>
                            </p:childTnLst>
                          </p:cTn>
                        </p:par>
                        <p:par>
                          <p:cTn id="447" fill="hold">
                            <p:stCondLst>
                              <p:cond delay="6000"/>
                            </p:stCondLst>
                            <p:childTnLst>
                              <p:par>
                                <p:cTn id="448" presetID="35" presetClass="path" presetSubtype="0" accel="50000" decel="50000" fill="hold" grpId="1" nodeType="afterEffect">
                                  <p:stCondLst>
                                    <p:cond delay="0"/>
                                  </p:stCondLst>
                                  <p:childTnLst>
                                    <p:animMotion origin="layout" path="M 6.25E-7 2.59259E-6 L -0.04102 -0.00047 " pathEditMode="relative" rAng="0" ptsTypes="AA">
                                      <p:cBhvr>
                                        <p:cTn id="449" dur="1000" fill="hold"/>
                                        <p:tgtEl>
                                          <p:spTgt spid="48"/>
                                        </p:tgtEl>
                                        <p:attrNameLst>
                                          <p:attrName>ppt_x</p:attrName>
                                          <p:attrName>ppt_y</p:attrName>
                                        </p:attrNameLst>
                                      </p:cBhvr>
                                      <p:rCtr x="-2057" y="-23"/>
                                    </p:animMotion>
                                  </p:childTnLst>
                                </p:cTn>
                              </p:par>
                            </p:childTnLst>
                          </p:cTn>
                        </p:par>
                        <p:par>
                          <p:cTn id="450" fill="hold">
                            <p:stCondLst>
                              <p:cond delay="7000"/>
                            </p:stCondLst>
                            <p:childTnLst>
                              <p:par>
                                <p:cTn id="451" presetID="45" presetClass="entr" presetSubtype="0" fill="hold" grpId="2" nodeType="afterEffect">
                                  <p:stCondLst>
                                    <p:cond delay="0"/>
                                  </p:stCondLst>
                                  <p:childTnLst>
                                    <p:set>
                                      <p:cBhvr>
                                        <p:cTn id="452" dur="1" fill="hold">
                                          <p:stCondLst>
                                            <p:cond delay="0"/>
                                          </p:stCondLst>
                                        </p:cTn>
                                        <p:tgtEl>
                                          <p:spTgt spid="47"/>
                                        </p:tgtEl>
                                        <p:attrNameLst>
                                          <p:attrName>style.visibility</p:attrName>
                                        </p:attrNameLst>
                                      </p:cBhvr>
                                      <p:to>
                                        <p:strVal val="visible"/>
                                      </p:to>
                                    </p:set>
                                    <p:animEffect transition="in" filter="fade">
                                      <p:cBhvr>
                                        <p:cTn id="453" dur="1000"/>
                                        <p:tgtEl>
                                          <p:spTgt spid="47"/>
                                        </p:tgtEl>
                                      </p:cBhvr>
                                    </p:animEffect>
                                    <p:anim calcmode="lin" valueType="num">
                                      <p:cBhvr>
                                        <p:cTn id="454" dur="1000" fill="hold"/>
                                        <p:tgtEl>
                                          <p:spTgt spid="47"/>
                                        </p:tgtEl>
                                        <p:attrNameLst>
                                          <p:attrName>ppt_w</p:attrName>
                                        </p:attrNameLst>
                                      </p:cBhvr>
                                      <p:tavLst>
                                        <p:tav tm="0" fmla="#ppt_w*sin(2.5*pi*$)">
                                          <p:val>
                                            <p:fltVal val="0"/>
                                          </p:val>
                                        </p:tav>
                                        <p:tav tm="100000">
                                          <p:val>
                                            <p:fltVal val="1"/>
                                          </p:val>
                                        </p:tav>
                                      </p:tavLst>
                                    </p:anim>
                                    <p:anim calcmode="lin" valueType="num">
                                      <p:cBhvr>
                                        <p:cTn id="455" dur="1000" fill="hold"/>
                                        <p:tgtEl>
                                          <p:spTgt spid="47"/>
                                        </p:tgtEl>
                                        <p:attrNameLst>
                                          <p:attrName>ppt_h</p:attrName>
                                        </p:attrNameLst>
                                      </p:cBhvr>
                                      <p:tavLst>
                                        <p:tav tm="0">
                                          <p:val>
                                            <p:strVal val="#ppt_h"/>
                                          </p:val>
                                        </p:tav>
                                        <p:tav tm="100000">
                                          <p:val>
                                            <p:strVal val="#ppt_h"/>
                                          </p:val>
                                        </p:tav>
                                      </p:tavLst>
                                    </p:anim>
                                  </p:childTnLst>
                                </p:cTn>
                              </p:par>
                              <p:par>
                                <p:cTn id="456" presetID="45" presetClass="entr" presetSubtype="0" fill="hold" grpId="2" nodeType="withEffect">
                                  <p:stCondLst>
                                    <p:cond delay="0"/>
                                  </p:stCondLst>
                                  <p:childTnLst>
                                    <p:set>
                                      <p:cBhvr>
                                        <p:cTn id="457" dur="1" fill="hold">
                                          <p:stCondLst>
                                            <p:cond delay="0"/>
                                          </p:stCondLst>
                                        </p:cTn>
                                        <p:tgtEl>
                                          <p:spTgt spid="48"/>
                                        </p:tgtEl>
                                        <p:attrNameLst>
                                          <p:attrName>style.visibility</p:attrName>
                                        </p:attrNameLst>
                                      </p:cBhvr>
                                      <p:to>
                                        <p:strVal val="visible"/>
                                      </p:to>
                                    </p:set>
                                    <p:animEffect transition="in" filter="fade">
                                      <p:cBhvr>
                                        <p:cTn id="458" dur="1000"/>
                                        <p:tgtEl>
                                          <p:spTgt spid="48"/>
                                        </p:tgtEl>
                                      </p:cBhvr>
                                    </p:animEffect>
                                    <p:anim calcmode="lin" valueType="num">
                                      <p:cBhvr>
                                        <p:cTn id="459" dur="1000" fill="hold"/>
                                        <p:tgtEl>
                                          <p:spTgt spid="48"/>
                                        </p:tgtEl>
                                        <p:attrNameLst>
                                          <p:attrName>ppt_w</p:attrName>
                                        </p:attrNameLst>
                                      </p:cBhvr>
                                      <p:tavLst>
                                        <p:tav tm="0" fmla="#ppt_w*sin(2.5*pi*$)">
                                          <p:val>
                                            <p:fltVal val="0"/>
                                          </p:val>
                                        </p:tav>
                                        <p:tav tm="100000">
                                          <p:val>
                                            <p:fltVal val="1"/>
                                          </p:val>
                                        </p:tav>
                                      </p:tavLst>
                                    </p:anim>
                                    <p:anim calcmode="lin" valueType="num">
                                      <p:cBhvr>
                                        <p:cTn id="460" dur="1000" fill="hold"/>
                                        <p:tgtEl>
                                          <p:spTgt spid="48"/>
                                        </p:tgtEl>
                                        <p:attrNameLst>
                                          <p:attrName>ppt_h</p:attrName>
                                        </p:attrNameLst>
                                      </p:cBhvr>
                                      <p:tavLst>
                                        <p:tav tm="0">
                                          <p:val>
                                            <p:strVal val="#ppt_h"/>
                                          </p:val>
                                        </p:tav>
                                        <p:tav tm="100000">
                                          <p:val>
                                            <p:strVal val="#ppt_h"/>
                                          </p:val>
                                        </p:tav>
                                      </p:tavLst>
                                    </p:anim>
                                  </p:childTnLst>
                                </p:cTn>
                              </p:par>
                            </p:childTnLst>
                          </p:cTn>
                        </p:par>
                        <p:par>
                          <p:cTn id="461" fill="hold">
                            <p:stCondLst>
                              <p:cond delay="8000"/>
                            </p:stCondLst>
                            <p:childTnLst>
                              <p:par>
                                <p:cTn id="462" presetID="37" presetClass="path" presetSubtype="0" accel="50000" decel="50000" fill="hold" grpId="4" nodeType="afterEffect">
                                  <p:stCondLst>
                                    <p:cond delay="0"/>
                                  </p:stCondLst>
                                  <p:childTnLst>
                                    <p:animMotion origin="layout" path="M -0.29662 0.0007 L -0.27409 0.04074 C -0.26941 0.04977 -0.26237 0.05463 -0.25495 0.05463 C -0.24662 0.05463 -0.23985 0.04977 -0.23516 0.04074 L -0.2125 0.0007 " pathEditMode="relative" rAng="0" ptsTypes="AAAAA">
                                      <p:cBhvr>
                                        <p:cTn id="463" dur="2000" fill="hold"/>
                                        <p:tgtEl>
                                          <p:spTgt spid="39"/>
                                        </p:tgtEl>
                                        <p:attrNameLst>
                                          <p:attrName>ppt_x</p:attrName>
                                          <p:attrName>ppt_y</p:attrName>
                                        </p:attrNameLst>
                                      </p:cBhvr>
                                      <p:rCtr x="4206" y="2685"/>
                                    </p:animMotion>
                                  </p:childTnLst>
                                </p:cTn>
                              </p:par>
                            </p:childTnLst>
                          </p:cTn>
                        </p:par>
                        <p:par>
                          <p:cTn id="464" fill="hold">
                            <p:stCondLst>
                              <p:cond delay="10000"/>
                            </p:stCondLst>
                            <p:childTnLst>
                              <p:par>
                                <p:cTn id="465" presetID="31" presetClass="entr" presetSubtype="0" fill="hold" grpId="0" nodeType="afterEffect">
                                  <p:stCondLst>
                                    <p:cond delay="0"/>
                                  </p:stCondLst>
                                  <p:childTnLst>
                                    <p:set>
                                      <p:cBhvr>
                                        <p:cTn id="466" dur="1" fill="hold">
                                          <p:stCondLst>
                                            <p:cond delay="0"/>
                                          </p:stCondLst>
                                        </p:cTn>
                                        <p:tgtEl>
                                          <p:spTgt spid="49"/>
                                        </p:tgtEl>
                                        <p:attrNameLst>
                                          <p:attrName>style.visibility</p:attrName>
                                        </p:attrNameLst>
                                      </p:cBhvr>
                                      <p:to>
                                        <p:strVal val="visible"/>
                                      </p:to>
                                    </p:set>
                                    <p:anim calcmode="lin" valueType="num">
                                      <p:cBhvr>
                                        <p:cTn id="467" dur="1000" fill="hold"/>
                                        <p:tgtEl>
                                          <p:spTgt spid="49"/>
                                        </p:tgtEl>
                                        <p:attrNameLst>
                                          <p:attrName>ppt_w</p:attrName>
                                        </p:attrNameLst>
                                      </p:cBhvr>
                                      <p:tavLst>
                                        <p:tav tm="0">
                                          <p:val>
                                            <p:fltVal val="0"/>
                                          </p:val>
                                        </p:tav>
                                        <p:tav tm="100000">
                                          <p:val>
                                            <p:strVal val="#ppt_w"/>
                                          </p:val>
                                        </p:tav>
                                      </p:tavLst>
                                    </p:anim>
                                    <p:anim calcmode="lin" valueType="num">
                                      <p:cBhvr>
                                        <p:cTn id="468" dur="1000" fill="hold"/>
                                        <p:tgtEl>
                                          <p:spTgt spid="49"/>
                                        </p:tgtEl>
                                        <p:attrNameLst>
                                          <p:attrName>ppt_h</p:attrName>
                                        </p:attrNameLst>
                                      </p:cBhvr>
                                      <p:tavLst>
                                        <p:tav tm="0">
                                          <p:val>
                                            <p:fltVal val="0"/>
                                          </p:val>
                                        </p:tav>
                                        <p:tav tm="100000">
                                          <p:val>
                                            <p:strVal val="#ppt_h"/>
                                          </p:val>
                                        </p:tav>
                                      </p:tavLst>
                                    </p:anim>
                                    <p:anim calcmode="lin" valueType="num">
                                      <p:cBhvr>
                                        <p:cTn id="469" dur="1000" fill="hold"/>
                                        <p:tgtEl>
                                          <p:spTgt spid="49"/>
                                        </p:tgtEl>
                                        <p:attrNameLst>
                                          <p:attrName>style.rotation</p:attrName>
                                        </p:attrNameLst>
                                      </p:cBhvr>
                                      <p:tavLst>
                                        <p:tav tm="0">
                                          <p:val>
                                            <p:fltVal val="90"/>
                                          </p:val>
                                        </p:tav>
                                        <p:tav tm="100000">
                                          <p:val>
                                            <p:fltVal val="0"/>
                                          </p:val>
                                        </p:tav>
                                      </p:tavLst>
                                    </p:anim>
                                    <p:animEffect transition="in" filter="fade">
                                      <p:cBhvr>
                                        <p:cTn id="470" dur="1000"/>
                                        <p:tgtEl>
                                          <p:spTgt spid="49"/>
                                        </p:tgtEl>
                                      </p:cBhvr>
                                    </p:animEffect>
                                  </p:childTnLst>
                                </p:cTn>
                              </p:par>
                            </p:childTnLst>
                          </p:cTn>
                        </p:par>
                        <p:par>
                          <p:cTn id="471" fill="hold">
                            <p:stCondLst>
                              <p:cond delay="11000"/>
                            </p:stCondLst>
                            <p:childTnLst>
                              <p:par>
                                <p:cTn id="472" presetID="35" presetClass="path" presetSubtype="0" accel="50000" decel="50000" fill="hold" grpId="1" nodeType="afterEffect">
                                  <p:stCondLst>
                                    <p:cond delay="0"/>
                                  </p:stCondLst>
                                  <p:childTnLst>
                                    <p:animMotion origin="layout" path="M 2.91667E-6 -3.7037E-6 L -0.20508 0.47709 " pathEditMode="relative" rAng="0" ptsTypes="AA">
                                      <p:cBhvr>
                                        <p:cTn id="473" dur="2000" fill="hold"/>
                                        <p:tgtEl>
                                          <p:spTgt spid="49"/>
                                        </p:tgtEl>
                                        <p:attrNameLst>
                                          <p:attrName>ppt_x</p:attrName>
                                          <p:attrName>ppt_y</p:attrName>
                                        </p:attrNameLst>
                                      </p:cBhvr>
                                      <p:rCtr x="-10260" y="23843"/>
                                    </p:animMotion>
                                  </p:childTnLst>
                                </p:cTn>
                              </p:par>
                            </p:childTnLst>
                          </p:cTn>
                        </p:par>
                      </p:childTnLst>
                    </p:cTn>
                  </p:par>
                  <p:par>
                    <p:cTn id="474" fill="hold">
                      <p:stCondLst>
                        <p:cond delay="indefinite"/>
                      </p:stCondLst>
                      <p:childTnLst>
                        <p:par>
                          <p:cTn id="475" fill="hold">
                            <p:stCondLst>
                              <p:cond delay="0"/>
                            </p:stCondLst>
                            <p:childTnLst>
                              <p:par>
                                <p:cTn id="476" presetID="22" presetClass="exit" presetSubtype="1" fill="hold" nodeType="clickEffect">
                                  <p:stCondLst>
                                    <p:cond delay="0"/>
                                  </p:stCondLst>
                                  <p:childTnLst>
                                    <p:animEffect transition="out" filter="wipe(up)">
                                      <p:cBhvr>
                                        <p:cTn id="477" dur="500"/>
                                        <p:tgtEl>
                                          <p:spTgt spid="28"/>
                                        </p:tgtEl>
                                      </p:cBhvr>
                                    </p:animEffect>
                                    <p:set>
                                      <p:cBhvr>
                                        <p:cTn id="478" dur="1" fill="hold">
                                          <p:stCondLst>
                                            <p:cond delay="499"/>
                                          </p:stCondLst>
                                        </p:cTn>
                                        <p:tgtEl>
                                          <p:spTgt spid="28"/>
                                        </p:tgtEl>
                                        <p:attrNameLst>
                                          <p:attrName>style.visibility</p:attrName>
                                        </p:attrNameLst>
                                      </p:cBhvr>
                                      <p:to>
                                        <p:strVal val="hidden"/>
                                      </p:to>
                                    </p:set>
                                  </p:childTnLst>
                                </p:cTn>
                              </p:par>
                            </p:childTnLst>
                          </p:cTn>
                        </p:par>
                        <p:par>
                          <p:cTn id="479" fill="hold">
                            <p:stCondLst>
                              <p:cond delay="500"/>
                            </p:stCondLst>
                            <p:childTnLst>
                              <p:par>
                                <p:cTn id="480" presetID="22" presetClass="entr" presetSubtype="8" fill="hold" nodeType="afterEffect">
                                  <p:stCondLst>
                                    <p:cond delay="0"/>
                                  </p:stCondLst>
                                  <p:childTnLst>
                                    <p:set>
                                      <p:cBhvr>
                                        <p:cTn id="481" dur="1" fill="hold">
                                          <p:stCondLst>
                                            <p:cond delay="0"/>
                                          </p:stCondLst>
                                        </p:cTn>
                                        <p:tgtEl>
                                          <p:spTgt spid="29"/>
                                        </p:tgtEl>
                                        <p:attrNameLst>
                                          <p:attrName>style.visibility</p:attrName>
                                        </p:attrNameLst>
                                      </p:cBhvr>
                                      <p:to>
                                        <p:strVal val="visible"/>
                                      </p:to>
                                    </p:set>
                                    <p:animEffect transition="in" filter="wipe(left)">
                                      <p:cBhvr>
                                        <p:cTn id="482" dur="500"/>
                                        <p:tgtEl>
                                          <p:spTgt spid="29"/>
                                        </p:tgtEl>
                                      </p:cBhvr>
                                    </p:animEffect>
                                  </p:childTnLst>
                                </p:cTn>
                              </p:par>
                            </p:childTnLst>
                          </p:cTn>
                        </p:par>
                        <p:par>
                          <p:cTn id="483" fill="hold">
                            <p:stCondLst>
                              <p:cond delay="1000"/>
                            </p:stCondLst>
                            <p:childTnLst>
                              <p:par>
                                <p:cTn id="484" presetID="22" presetClass="entr" presetSubtype="8" fill="hold" grpId="0" nodeType="afterEffect">
                                  <p:stCondLst>
                                    <p:cond delay="0"/>
                                  </p:stCondLst>
                                  <p:childTnLst>
                                    <p:set>
                                      <p:cBhvr>
                                        <p:cTn id="485" dur="1" fill="hold">
                                          <p:stCondLst>
                                            <p:cond delay="0"/>
                                          </p:stCondLst>
                                        </p:cTn>
                                        <p:tgtEl>
                                          <p:spTgt spid="71"/>
                                        </p:tgtEl>
                                        <p:attrNameLst>
                                          <p:attrName>style.visibility</p:attrName>
                                        </p:attrNameLst>
                                      </p:cBhvr>
                                      <p:to>
                                        <p:strVal val="visible"/>
                                      </p:to>
                                    </p:set>
                                    <p:animEffect transition="in" filter="wipe(left)">
                                      <p:cBhvr>
                                        <p:cTn id="486" dur="500"/>
                                        <p:tgtEl>
                                          <p:spTgt spid="71"/>
                                        </p:tgtEl>
                                      </p:cBhvr>
                                    </p:animEffect>
                                  </p:childTnLst>
                                </p:cTn>
                              </p:par>
                            </p:childTnLst>
                          </p:cTn>
                        </p:par>
                        <p:par>
                          <p:cTn id="487" fill="hold">
                            <p:stCondLst>
                              <p:cond delay="1500"/>
                            </p:stCondLst>
                            <p:childTnLst>
                              <p:par>
                                <p:cTn id="488" presetID="16" presetClass="entr" presetSubtype="21" fill="hold" nodeType="afterEffect">
                                  <p:stCondLst>
                                    <p:cond delay="0"/>
                                  </p:stCondLst>
                                  <p:childTnLst>
                                    <p:set>
                                      <p:cBhvr>
                                        <p:cTn id="489" dur="1" fill="hold">
                                          <p:stCondLst>
                                            <p:cond delay="0"/>
                                          </p:stCondLst>
                                        </p:cTn>
                                        <p:tgtEl>
                                          <p:spTgt spid="70"/>
                                        </p:tgtEl>
                                        <p:attrNameLst>
                                          <p:attrName>style.visibility</p:attrName>
                                        </p:attrNameLst>
                                      </p:cBhvr>
                                      <p:to>
                                        <p:strVal val="visible"/>
                                      </p:to>
                                    </p:set>
                                    <p:animEffect transition="in" filter="barn(inVertical)">
                                      <p:cBhvr>
                                        <p:cTn id="490" dur="500"/>
                                        <p:tgtEl>
                                          <p:spTgt spid="70"/>
                                        </p:tgtEl>
                                      </p:cBhvr>
                                    </p:animEffect>
                                  </p:childTnLst>
                                </p:cTn>
                              </p:par>
                            </p:childTnLst>
                          </p:cTn>
                        </p:par>
                      </p:childTnLst>
                    </p:cTn>
                  </p:par>
                  <p:par>
                    <p:cTn id="491" fill="hold">
                      <p:stCondLst>
                        <p:cond delay="indefinite"/>
                      </p:stCondLst>
                      <p:childTnLst>
                        <p:par>
                          <p:cTn id="492" fill="hold">
                            <p:stCondLst>
                              <p:cond delay="0"/>
                            </p:stCondLst>
                            <p:childTnLst>
                              <p:par>
                                <p:cTn id="493" presetID="31" presetClass="entr" presetSubtype="0" fill="hold" grpId="0" nodeType="clickEffect">
                                  <p:stCondLst>
                                    <p:cond delay="0"/>
                                  </p:stCondLst>
                                  <p:childTnLst>
                                    <p:set>
                                      <p:cBhvr>
                                        <p:cTn id="494" dur="1" fill="hold">
                                          <p:stCondLst>
                                            <p:cond delay="0"/>
                                          </p:stCondLst>
                                        </p:cTn>
                                        <p:tgtEl>
                                          <p:spTgt spid="50"/>
                                        </p:tgtEl>
                                        <p:attrNameLst>
                                          <p:attrName>style.visibility</p:attrName>
                                        </p:attrNameLst>
                                      </p:cBhvr>
                                      <p:to>
                                        <p:strVal val="visible"/>
                                      </p:to>
                                    </p:set>
                                    <p:anim calcmode="lin" valueType="num">
                                      <p:cBhvr>
                                        <p:cTn id="495" dur="1000" fill="hold"/>
                                        <p:tgtEl>
                                          <p:spTgt spid="50"/>
                                        </p:tgtEl>
                                        <p:attrNameLst>
                                          <p:attrName>ppt_w</p:attrName>
                                        </p:attrNameLst>
                                      </p:cBhvr>
                                      <p:tavLst>
                                        <p:tav tm="0">
                                          <p:val>
                                            <p:fltVal val="0"/>
                                          </p:val>
                                        </p:tav>
                                        <p:tav tm="100000">
                                          <p:val>
                                            <p:strVal val="#ppt_w"/>
                                          </p:val>
                                        </p:tav>
                                      </p:tavLst>
                                    </p:anim>
                                    <p:anim calcmode="lin" valueType="num">
                                      <p:cBhvr>
                                        <p:cTn id="496" dur="1000" fill="hold"/>
                                        <p:tgtEl>
                                          <p:spTgt spid="50"/>
                                        </p:tgtEl>
                                        <p:attrNameLst>
                                          <p:attrName>ppt_h</p:attrName>
                                        </p:attrNameLst>
                                      </p:cBhvr>
                                      <p:tavLst>
                                        <p:tav tm="0">
                                          <p:val>
                                            <p:fltVal val="0"/>
                                          </p:val>
                                        </p:tav>
                                        <p:tav tm="100000">
                                          <p:val>
                                            <p:strVal val="#ppt_h"/>
                                          </p:val>
                                        </p:tav>
                                      </p:tavLst>
                                    </p:anim>
                                    <p:anim calcmode="lin" valueType="num">
                                      <p:cBhvr>
                                        <p:cTn id="497" dur="1000" fill="hold"/>
                                        <p:tgtEl>
                                          <p:spTgt spid="50"/>
                                        </p:tgtEl>
                                        <p:attrNameLst>
                                          <p:attrName>style.rotation</p:attrName>
                                        </p:attrNameLst>
                                      </p:cBhvr>
                                      <p:tavLst>
                                        <p:tav tm="0">
                                          <p:val>
                                            <p:fltVal val="90"/>
                                          </p:val>
                                        </p:tav>
                                        <p:tav tm="100000">
                                          <p:val>
                                            <p:fltVal val="0"/>
                                          </p:val>
                                        </p:tav>
                                      </p:tavLst>
                                    </p:anim>
                                    <p:animEffect transition="in" filter="fade">
                                      <p:cBhvr>
                                        <p:cTn id="498" dur="1000"/>
                                        <p:tgtEl>
                                          <p:spTgt spid="50"/>
                                        </p:tgtEl>
                                      </p:cBhvr>
                                    </p:animEffect>
                                  </p:childTnLst>
                                </p:cTn>
                              </p:par>
                            </p:childTnLst>
                          </p:cTn>
                        </p:par>
                        <p:par>
                          <p:cTn id="499" fill="hold">
                            <p:stCondLst>
                              <p:cond delay="1000"/>
                            </p:stCondLst>
                            <p:childTnLst>
                              <p:par>
                                <p:cTn id="500" presetID="31" presetClass="entr" presetSubtype="0" fill="hold" grpId="0" nodeType="afterEffect">
                                  <p:stCondLst>
                                    <p:cond delay="0"/>
                                  </p:stCondLst>
                                  <p:childTnLst>
                                    <p:set>
                                      <p:cBhvr>
                                        <p:cTn id="501" dur="1" fill="hold">
                                          <p:stCondLst>
                                            <p:cond delay="0"/>
                                          </p:stCondLst>
                                        </p:cTn>
                                        <p:tgtEl>
                                          <p:spTgt spid="51"/>
                                        </p:tgtEl>
                                        <p:attrNameLst>
                                          <p:attrName>style.visibility</p:attrName>
                                        </p:attrNameLst>
                                      </p:cBhvr>
                                      <p:to>
                                        <p:strVal val="visible"/>
                                      </p:to>
                                    </p:set>
                                    <p:anim calcmode="lin" valueType="num">
                                      <p:cBhvr>
                                        <p:cTn id="502" dur="1000" fill="hold"/>
                                        <p:tgtEl>
                                          <p:spTgt spid="51"/>
                                        </p:tgtEl>
                                        <p:attrNameLst>
                                          <p:attrName>ppt_w</p:attrName>
                                        </p:attrNameLst>
                                      </p:cBhvr>
                                      <p:tavLst>
                                        <p:tav tm="0">
                                          <p:val>
                                            <p:fltVal val="0"/>
                                          </p:val>
                                        </p:tav>
                                        <p:tav tm="100000">
                                          <p:val>
                                            <p:strVal val="#ppt_w"/>
                                          </p:val>
                                        </p:tav>
                                      </p:tavLst>
                                    </p:anim>
                                    <p:anim calcmode="lin" valueType="num">
                                      <p:cBhvr>
                                        <p:cTn id="503" dur="1000" fill="hold"/>
                                        <p:tgtEl>
                                          <p:spTgt spid="51"/>
                                        </p:tgtEl>
                                        <p:attrNameLst>
                                          <p:attrName>ppt_h</p:attrName>
                                        </p:attrNameLst>
                                      </p:cBhvr>
                                      <p:tavLst>
                                        <p:tav tm="0">
                                          <p:val>
                                            <p:fltVal val="0"/>
                                          </p:val>
                                        </p:tav>
                                        <p:tav tm="100000">
                                          <p:val>
                                            <p:strVal val="#ppt_h"/>
                                          </p:val>
                                        </p:tav>
                                      </p:tavLst>
                                    </p:anim>
                                    <p:anim calcmode="lin" valueType="num">
                                      <p:cBhvr>
                                        <p:cTn id="504" dur="1000" fill="hold"/>
                                        <p:tgtEl>
                                          <p:spTgt spid="51"/>
                                        </p:tgtEl>
                                        <p:attrNameLst>
                                          <p:attrName>style.rotation</p:attrName>
                                        </p:attrNameLst>
                                      </p:cBhvr>
                                      <p:tavLst>
                                        <p:tav tm="0">
                                          <p:val>
                                            <p:fltVal val="90"/>
                                          </p:val>
                                        </p:tav>
                                        <p:tav tm="100000">
                                          <p:val>
                                            <p:fltVal val="0"/>
                                          </p:val>
                                        </p:tav>
                                      </p:tavLst>
                                    </p:anim>
                                    <p:animEffect transition="in" filter="fade">
                                      <p:cBhvr>
                                        <p:cTn id="505" dur="1000"/>
                                        <p:tgtEl>
                                          <p:spTgt spid="51"/>
                                        </p:tgtEl>
                                      </p:cBhvr>
                                    </p:animEffect>
                                  </p:childTnLst>
                                </p:cTn>
                              </p:par>
                              <p:par>
                                <p:cTn id="506" presetID="31" presetClass="entr" presetSubtype="0" fill="hold" grpId="0" nodeType="withEffect">
                                  <p:stCondLst>
                                    <p:cond delay="0"/>
                                  </p:stCondLst>
                                  <p:childTnLst>
                                    <p:set>
                                      <p:cBhvr>
                                        <p:cTn id="507" dur="1" fill="hold">
                                          <p:stCondLst>
                                            <p:cond delay="0"/>
                                          </p:stCondLst>
                                        </p:cTn>
                                        <p:tgtEl>
                                          <p:spTgt spid="52"/>
                                        </p:tgtEl>
                                        <p:attrNameLst>
                                          <p:attrName>style.visibility</p:attrName>
                                        </p:attrNameLst>
                                      </p:cBhvr>
                                      <p:to>
                                        <p:strVal val="visible"/>
                                      </p:to>
                                    </p:set>
                                    <p:anim calcmode="lin" valueType="num">
                                      <p:cBhvr>
                                        <p:cTn id="508" dur="1000" fill="hold"/>
                                        <p:tgtEl>
                                          <p:spTgt spid="52"/>
                                        </p:tgtEl>
                                        <p:attrNameLst>
                                          <p:attrName>ppt_w</p:attrName>
                                        </p:attrNameLst>
                                      </p:cBhvr>
                                      <p:tavLst>
                                        <p:tav tm="0">
                                          <p:val>
                                            <p:fltVal val="0"/>
                                          </p:val>
                                        </p:tav>
                                        <p:tav tm="100000">
                                          <p:val>
                                            <p:strVal val="#ppt_w"/>
                                          </p:val>
                                        </p:tav>
                                      </p:tavLst>
                                    </p:anim>
                                    <p:anim calcmode="lin" valueType="num">
                                      <p:cBhvr>
                                        <p:cTn id="509" dur="1000" fill="hold"/>
                                        <p:tgtEl>
                                          <p:spTgt spid="52"/>
                                        </p:tgtEl>
                                        <p:attrNameLst>
                                          <p:attrName>ppt_h</p:attrName>
                                        </p:attrNameLst>
                                      </p:cBhvr>
                                      <p:tavLst>
                                        <p:tav tm="0">
                                          <p:val>
                                            <p:fltVal val="0"/>
                                          </p:val>
                                        </p:tav>
                                        <p:tav tm="100000">
                                          <p:val>
                                            <p:strVal val="#ppt_h"/>
                                          </p:val>
                                        </p:tav>
                                      </p:tavLst>
                                    </p:anim>
                                    <p:anim calcmode="lin" valueType="num">
                                      <p:cBhvr>
                                        <p:cTn id="510" dur="1000" fill="hold"/>
                                        <p:tgtEl>
                                          <p:spTgt spid="52"/>
                                        </p:tgtEl>
                                        <p:attrNameLst>
                                          <p:attrName>style.rotation</p:attrName>
                                        </p:attrNameLst>
                                      </p:cBhvr>
                                      <p:tavLst>
                                        <p:tav tm="0">
                                          <p:val>
                                            <p:fltVal val="90"/>
                                          </p:val>
                                        </p:tav>
                                        <p:tav tm="100000">
                                          <p:val>
                                            <p:fltVal val="0"/>
                                          </p:val>
                                        </p:tav>
                                      </p:tavLst>
                                    </p:anim>
                                    <p:animEffect transition="in" filter="fade">
                                      <p:cBhvr>
                                        <p:cTn id="511" dur="1000"/>
                                        <p:tgtEl>
                                          <p:spTgt spid="52"/>
                                        </p:tgtEl>
                                      </p:cBhvr>
                                    </p:animEffect>
                                  </p:childTnLst>
                                </p:cTn>
                              </p:par>
                            </p:childTnLst>
                          </p:cTn>
                        </p:par>
                        <p:par>
                          <p:cTn id="512" fill="hold">
                            <p:stCondLst>
                              <p:cond delay="2000"/>
                            </p:stCondLst>
                            <p:childTnLst>
                              <p:par>
                                <p:cTn id="513" presetID="45" presetClass="entr" presetSubtype="0" fill="hold" nodeType="afterEffect">
                                  <p:stCondLst>
                                    <p:cond delay="0"/>
                                  </p:stCondLst>
                                  <p:childTnLst>
                                    <p:set>
                                      <p:cBhvr>
                                        <p:cTn id="514" dur="1" fill="hold">
                                          <p:stCondLst>
                                            <p:cond delay="0"/>
                                          </p:stCondLst>
                                        </p:cTn>
                                        <p:tgtEl>
                                          <p:spTgt spid="53"/>
                                        </p:tgtEl>
                                        <p:attrNameLst>
                                          <p:attrName>style.visibility</p:attrName>
                                        </p:attrNameLst>
                                      </p:cBhvr>
                                      <p:to>
                                        <p:strVal val="visible"/>
                                      </p:to>
                                    </p:set>
                                    <p:animEffect transition="in" filter="fade">
                                      <p:cBhvr>
                                        <p:cTn id="515" dur="2000"/>
                                        <p:tgtEl>
                                          <p:spTgt spid="53"/>
                                        </p:tgtEl>
                                      </p:cBhvr>
                                    </p:animEffect>
                                    <p:anim calcmode="lin" valueType="num">
                                      <p:cBhvr>
                                        <p:cTn id="516" dur="2000" fill="hold"/>
                                        <p:tgtEl>
                                          <p:spTgt spid="53"/>
                                        </p:tgtEl>
                                        <p:attrNameLst>
                                          <p:attrName>ppt_w</p:attrName>
                                        </p:attrNameLst>
                                      </p:cBhvr>
                                      <p:tavLst>
                                        <p:tav tm="0" fmla="#ppt_w*sin(2.5*pi*$)">
                                          <p:val>
                                            <p:fltVal val="0"/>
                                          </p:val>
                                        </p:tav>
                                        <p:tav tm="100000">
                                          <p:val>
                                            <p:fltVal val="1"/>
                                          </p:val>
                                        </p:tav>
                                      </p:tavLst>
                                    </p:anim>
                                    <p:anim calcmode="lin" valueType="num">
                                      <p:cBhvr>
                                        <p:cTn id="517" dur="2000" fill="hold"/>
                                        <p:tgtEl>
                                          <p:spTgt spid="53"/>
                                        </p:tgtEl>
                                        <p:attrNameLst>
                                          <p:attrName>ppt_h</p:attrName>
                                        </p:attrNameLst>
                                      </p:cBhvr>
                                      <p:tavLst>
                                        <p:tav tm="0">
                                          <p:val>
                                            <p:strVal val="#ppt_h"/>
                                          </p:val>
                                        </p:tav>
                                        <p:tav tm="100000">
                                          <p:val>
                                            <p:strVal val="#ppt_h"/>
                                          </p:val>
                                        </p:tav>
                                      </p:tavLst>
                                    </p:anim>
                                  </p:childTnLst>
                                </p:cTn>
                              </p:par>
                            </p:childTnLst>
                          </p:cTn>
                        </p:par>
                      </p:childTnLst>
                    </p:cTn>
                  </p:par>
                  <p:par>
                    <p:cTn id="518" fill="hold">
                      <p:stCondLst>
                        <p:cond delay="indefinite"/>
                      </p:stCondLst>
                      <p:childTnLst>
                        <p:par>
                          <p:cTn id="519" fill="hold">
                            <p:stCondLst>
                              <p:cond delay="0"/>
                            </p:stCondLst>
                            <p:childTnLst>
                              <p:par>
                                <p:cTn id="520" presetID="22" presetClass="exit" presetSubtype="1" fill="hold" nodeType="clickEffect">
                                  <p:stCondLst>
                                    <p:cond delay="0"/>
                                  </p:stCondLst>
                                  <p:childTnLst>
                                    <p:animEffect transition="out" filter="wipe(up)">
                                      <p:cBhvr>
                                        <p:cTn id="521" dur="500"/>
                                        <p:tgtEl>
                                          <p:spTgt spid="53"/>
                                        </p:tgtEl>
                                      </p:cBhvr>
                                    </p:animEffect>
                                    <p:set>
                                      <p:cBhvr>
                                        <p:cTn id="522" dur="1" fill="hold">
                                          <p:stCondLst>
                                            <p:cond delay="499"/>
                                          </p:stCondLst>
                                        </p:cTn>
                                        <p:tgtEl>
                                          <p:spTgt spid="53"/>
                                        </p:tgtEl>
                                        <p:attrNameLst>
                                          <p:attrName>style.visibility</p:attrName>
                                        </p:attrNameLst>
                                      </p:cBhvr>
                                      <p:to>
                                        <p:strVal val="hidden"/>
                                      </p:to>
                                    </p:set>
                                  </p:childTnLst>
                                </p:cTn>
                              </p:par>
                              <p:par>
                                <p:cTn id="523" presetID="10" presetClass="exit" presetSubtype="0" fill="hold" grpId="1" nodeType="withEffect">
                                  <p:stCondLst>
                                    <p:cond delay="0"/>
                                  </p:stCondLst>
                                  <p:childTnLst>
                                    <p:animEffect transition="out" filter="fade">
                                      <p:cBhvr>
                                        <p:cTn id="524" dur="500"/>
                                        <p:tgtEl>
                                          <p:spTgt spid="51"/>
                                        </p:tgtEl>
                                      </p:cBhvr>
                                    </p:animEffect>
                                    <p:set>
                                      <p:cBhvr>
                                        <p:cTn id="525" dur="1" fill="hold">
                                          <p:stCondLst>
                                            <p:cond delay="499"/>
                                          </p:stCondLst>
                                        </p:cTn>
                                        <p:tgtEl>
                                          <p:spTgt spid="51"/>
                                        </p:tgtEl>
                                        <p:attrNameLst>
                                          <p:attrName>style.visibility</p:attrName>
                                        </p:attrNameLst>
                                      </p:cBhvr>
                                      <p:to>
                                        <p:strVal val="hidden"/>
                                      </p:to>
                                    </p:set>
                                  </p:childTnLst>
                                </p:cTn>
                              </p:par>
                              <p:par>
                                <p:cTn id="526" presetID="10" presetClass="exit" presetSubtype="0" fill="hold" grpId="1" nodeType="withEffect">
                                  <p:stCondLst>
                                    <p:cond delay="0"/>
                                  </p:stCondLst>
                                  <p:childTnLst>
                                    <p:animEffect transition="out" filter="fade">
                                      <p:cBhvr>
                                        <p:cTn id="527" dur="500"/>
                                        <p:tgtEl>
                                          <p:spTgt spid="52"/>
                                        </p:tgtEl>
                                      </p:cBhvr>
                                    </p:animEffect>
                                    <p:set>
                                      <p:cBhvr>
                                        <p:cTn id="528" dur="1" fill="hold">
                                          <p:stCondLst>
                                            <p:cond delay="499"/>
                                          </p:stCondLst>
                                        </p:cTn>
                                        <p:tgtEl>
                                          <p:spTgt spid="52"/>
                                        </p:tgtEl>
                                        <p:attrNameLst>
                                          <p:attrName>style.visibility</p:attrName>
                                        </p:attrNameLst>
                                      </p:cBhvr>
                                      <p:to>
                                        <p:strVal val="hidden"/>
                                      </p:to>
                                    </p:set>
                                  </p:childTnLst>
                                </p:cTn>
                              </p:par>
                            </p:childTnLst>
                          </p:cTn>
                        </p:par>
                        <p:par>
                          <p:cTn id="529" fill="hold">
                            <p:stCondLst>
                              <p:cond delay="500"/>
                            </p:stCondLst>
                            <p:childTnLst>
                              <p:par>
                                <p:cTn id="530" presetID="31" presetClass="exit" presetSubtype="0" fill="hold" grpId="1" nodeType="afterEffect">
                                  <p:stCondLst>
                                    <p:cond delay="0"/>
                                  </p:stCondLst>
                                  <p:childTnLst>
                                    <p:anim calcmode="lin" valueType="num">
                                      <p:cBhvr>
                                        <p:cTn id="531" dur="1000"/>
                                        <p:tgtEl>
                                          <p:spTgt spid="50"/>
                                        </p:tgtEl>
                                        <p:attrNameLst>
                                          <p:attrName>ppt_w</p:attrName>
                                        </p:attrNameLst>
                                      </p:cBhvr>
                                      <p:tavLst>
                                        <p:tav tm="0">
                                          <p:val>
                                            <p:strVal val="ppt_w"/>
                                          </p:val>
                                        </p:tav>
                                        <p:tav tm="100000">
                                          <p:val>
                                            <p:fltVal val="0"/>
                                          </p:val>
                                        </p:tav>
                                      </p:tavLst>
                                    </p:anim>
                                    <p:anim calcmode="lin" valueType="num">
                                      <p:cBhvr>
                                        <p:cTn id="532" dur="1000"/>
                                        <p:tgtEl>
                                          <p:spTgt spid="50"/>
                                        </p:tgtEl>
                                        <p:attrNameLst>
                                          <p:attrName>ppt_h</p:attrName>
                                        </p:attrNameLst>
                                      </p:cBhvr>
                                      <p:tavLst>
                                        <p:tav tm="0">
                                          <p:val>
                                            <p:strVal val="ppt_h"/>
                                          </p:val>
                                        </p:tav>
                                        <p:tav tm="100000">
                                          <p:val>
                                            <p:fltVal val="0"/>
                                          </p:val>
                                        </p:tav>
                                      </p:tavLst>
                                    </p:anim>
                                    <p:anim calcmode="lin" valueType="num">
                                      <p:cBhvr>
                                        <p:cTn id="533" dur="1000"/>
                                        <p:tgtEl>
                                          <p:spTgt spid="50"/>
                                        </p:tgtEl>
                                        <p:attrNameLst>
                                          <p:attrName>style.rotation</p:attrName>
                                        </p:attrNameLst>
                                      </p:cBhvr>
                                      <p:tavLst>
                                        <p:tav tm="0">
                                          <p:val>
                                            <p:fltVal val="0"/>
                                          </p:val>
                                        </p:tav>
                                        <p:tav tm="100000">
                                          <p:val>
                                            <p:fltVal val="90"/>
                                          </p:val>
                                        </p:tav>
                                      </p:tavLst>
                                    </p:anim>
                                    <p:animEffect transition="out" filter="fade">
                                      <p:cBhvr>
                                        <p:cTn id="534" dur="1000"/>
                                        <p:tgtEl>
                                          <p:spTgt spid="50"/>
                                        </p:tgtEl>
                                      </p:cBhvr>
                                    </p:animEffect>
                                    <p:set>
                                      <p:cBhvr>
                                        <p:cTn id="535" dur="1" fill="hold">
                                          <p:stCondLst>
                                            <p:cond delay="999"/>
                                          </p:stCondLst>
                                        </p:cTn>
                                        <p:tgtEl>
                                          <p:spTgt spid="50"/>
                                        </p:tgtEl>
                                        <p:attrNameLst>
                                          <p:attrName>style.visibility</p:attrName>
                                        </p:attrNameLst>
                                      </p:cBhvr>
                                      <p:to>
                                        <p:strVal val="hidden"/>
                                      </p:to>
                                    </p:set>
                                  </p:childTnLst>
                                </p:cTn>
                              </p:par>
                            </p:childTnLst>
                          </p:cTn>
                        </p:par>
                      </p:childTnLst>
                    </p:cTn>
                  </p:par>
                  <p:par>
                    <p:cTn id="536" fill="hold">
                      <p:stCondLst>
                        <p:cond delay="indefinite"/>
                      </p:stCondLst>
                      <p:childTnLst>
                        <p:par>
                          <p:cTn id="537" fill="hold">
                            <p:stCondLst>
                              <p:cond delay="0"/>
                            </p:stCondLst>
                            <p:childTnLst>
                              <p:par>
                                <p:cTn id="538" presetID="22" presetClass="exit" presetSubtype="1" fill="hold" nodeType="clickEffect">
                                  <p:stCondLst>
                                    <p:cond delay="0"/>
                                  </p:stCondLst>
                                  <p:childTnLst>
                                    <p:animEffect transition="out" filter="wipe(up)">
                                      <p:cBhvr>
                                        <p:cTn id="539" dur="500"/>
                                        <p:tgtEl>
                                          <p:spTgt spid="29"/>
                                        </p:tgtEl>
                                      </p:cBhvr>
                                    </p:animEffect>
                                    <p:set>
                                      <p:cBhvr>
                                        <p:cTn id="540" dur="1" fill="hold">
                                          <p:stCondLst>
                                            <p:cond delay="499"/>
                                          </p:stCondLst>
                                        </p:cTn>
                                        <p:tgtEl>
                                          <p:spTgt spid="29"/>
                                        </p:tgtEl>
                                        <p:attrNameLst>
                                          <p:attrName>style.visibility</p:attrName>
                                        </p:attrNameLst>
                                      </p:cBhvr>
                                      <p:to>
                                        <p:strVal val="hidden"/>
                                      </p:to>
                                    </p:set>
                                  </p:childTnLst>
                                </p:cTn>
                              </p:par>
                            </p:childTnLst>
                          </p:cTn>
                        </p:par>
                        <p:par>
                          <p:cTn id="541" fill="hold">
                            <p:stCondLst>
                              <p:cond delay="500"/>
                            </p:stCondLst>
                            <p:childTnLst>
                              <p:par>
                                <p:cTn id="542" presetID="22" presetClass="entr" presetSubtype="8" fill="hold" nodeType="afterEffect">
                                  <p:stCondLst>
                                    <p:cond delay="0"/>
                                  </p:stCondLst>
                                  <p:childTnLst>
                                    <p:set>
                                      <p:cBhvr>
                                        <p:cTn id="543" dur="1" fill="hold">
                                          <p:stCondLst>
                                            <p:cond delay="0"/>
                                          </p:stCondLst>
                                        </p:cTn>
                                        <p:tgtEl>
                                          <p:spTgt spid="54"/>
                                        </p:tgtEl>
                                        <p:attrNameLst>
                                          <p:attrName>style.visibility</p:attrName>
                                        </p:attrNameLst>
                                      </p:cBhvr>
                                      <p:to>
                                        <p:strVal val="visible"/>
                                      </p:to>
                                    </p:set>
                                    <p:animEffect transition="in" filter="wipe(left)">
                                      <p:cBhvr>
                                        <p:cTn id="544" dur="500"/>
                                        <p:tgtEl>
                                          <p:spTgt spid="54"/>
                                        </p:tgtEl>
                                      </p:cBhvr>
                                    </p:animEffect>
                                  </p:childTnLst>
                                </p:cTn>
                              </p:par>
                            </p:childTnLst>
                          </p:cTn>
                        </p:par>
                        <p:par>
                          <p:cTn id="545" fill="hold">
                            <p:stCondLst>
                              <p:cond delay="1500"/>
                            </p:stCondLst>
                            <p:childTnLst>
                              <p:par>
                                <p:cTn id="546" presetID="16" presetClass="entr" presetSubtype="21" fill="hold" nodeType="afterEffect">
                                  <p:stCondLst>
                                    <p:cond delay="0"/>
                                  </p:stCondLst>
                                  <p:childTnLst>
                                    <p:set>
                                      <p:cBhvr>
                                        <p:cTn id="547" dur="1" fill="hold">
                                          <p:stCondLst>
                                            <p:cond delay="0"/>
                                          </p:stCondLst>
                                        </p:cTn>
                                        <p:tgtEl>
                                          <p:spTgt spid="73"/>
                                        </p:tgtEl>
                                        <p:attrNameLst>
                                          <p:attrName>style.visibility</p:attrName>
                                        </p:attrNameLst>
                                      </p:cBhvr>
                                      <p:to>
                                        <p:strVal val="visible"/>
                                      </p:to>
                                    </p:set>
                                    <p:animEffect transition="in" filter="barn(inVertical)">
                                      <p:cBhvr>
                                        <p:cTn id="548" dur="500"/>
                                        <p:tgtEl>
                                          <p:spTgt spid="73"/>
                                        </p:tgtEl>
                                      </p:cBhvr>
                                    </p:animEffect>
                                  </p:childTnLst>
                                </p:cTn>
                              </p:par>
                            </p:childTnLst>
                          </p:cTn>
                        </p:par>
                      </p:childTnLst>
                    </p:cTn>
                  </p:par>
                  <p:par>
                    <p:cTn id="549" fill="hold">
                      <p:stCondLst>
                        <p:cond delay="indefinite"/>
                      </p:stCondLst>
                      <p:childTnLst>
                        <p:par>
                          <p:cTn id="550" fill="hold">
                            <p:stCondLst>
                              <p:cond delay="0"/>
                            </p:stCondLst>
                            <p:childTnLst>
                              <p:par>
                                <p:cTn id="551" presetID="31" presetClass="entr" presetSubtype="0" fill="hold" grpId="0" nodeType="clickEffect">
                                  <p:stCondLst>
                                    <p:cond delay="0"/>
                                  </p:stCondLst>
                                  <p:childTnLst>
                                    <p:set>
                                      <p:cBhvr>
                                        <p:cTn id="552" dur="1" fill="hold">
                                          <p:stCondLst>
                                            <p:cond delay="0"/>
                                          </p:stCondLst>
                                        </p:cTn>
                                        <p:tgtEl>
                                          <p:spTgt spid="55"/>
                                        </p:tgtEl>
                                        <p:attrNameLst>
                                          <p:attrName>style.visibility</p:attrName>
                                        </p:attrNameLst>
                                      </p:cBhvr>
                                      <p:to>
                                        <p:strVal val="visible"/>
                                      </p:to>
                                    </p:set>
                                    <p:anim calcmode="lin" valueType="num">
                                      <p:cBhvr>
                                        <p:cTn id="553" dur="1000" fill="hold"/>
                                        <p:tgtEl>
                                          <p:spTgt spid="55"/>
                                        </p:tgtEl>
                                        <p:attrNameLst>
                                          <p:attrName>ppt_w</p:attrName>
                                        </p:attrNameLst>
                                      </p:cBhvr>
                                      <p:tavLst>
                                        <p:tav tm="0">
                                          <p:val>
                                            <p:fltVal val="0"/>
                                          </p:val>
                                        </p:tav>
                                        <p:tav tm="100000">
                                          <p:val>
                                            <p:strVal val="#ppt_w"/>
                                          </p:val>
                                        </p:tav>
                                      </p:tavLst>
                                    </p:anim>
                                    <p:anim calcmode="lin" valueType="num">
                                      <p:cBhvr>
                                        <p:cTn id="554" dur="1000" fill="hold"/>
                                        <p:tgtEl>
                                          <p:spTgt spid="55"/>
                                        </p:tgtEl>
                                        <p:attrNameLst>
                                          <p:attrName>ppt_h</p:attrName>
                                        </p:attrNameLst>
                                      </p:cBhvr>
                                      <p:tavLst>
                                        <p:tav tm="0">
                                          <p:val>
                                            <p:fltVal val="0"/>
                                          </p:val>
                                        </p:tav>
                                        <p:tav tm="100000">
                                          <p:val>
                                            <p:strVal val="#ppt_h"/>
                                          </p:val>
                                        </p:tav>
                                      </p:tavLst>
                                    </p:anim>
                                    <p:anim calcmode="lin" valueType="num">
                                      <p:cBhvr>
                                        <p:cTn id="555" dur="1000" fill="hold"/>
                                        <p:tgtEl>
                                          <p:spTgt spid="55"/>
                                        </p:tgtEl>
                                        <p:attrNameLst>
                                          <p:attrName>style.rotation</p:attrName>
                                        </p:attrNameLst>
                                      </p:cBhvr>
                                      <p:tavLst>
                                        <p:tav tm="0">
                                          <p:val>
                                            <p:fltVal val="90"/>
                                          </p:val>
                                        </p:tav>
                                        <p:tav tm="100000">
                                          <p:val>
                                            <p:fltVal val="0"/>
                                          </p:val>
                                        </p:tav>
                                      </p:tavLst>
                                    </p:anim>
                                    <p:animEffect transition="in" filter="fade">
                                      <p:cBhvr>
                                        <p:cTn id="556" dur="1000"/>
                                        <p:tgtEl>
                                          <p:spTgt spid="55"/>
                                        </p:tgtEl>
                                      </p:cBhvr>
                                    </p:animEffect>
                                  </p:childTnLst>
                                </p:cTn>
                              </p:par>
                            </p:childTnLst>
                          </p:cTn>
                        </p:par>
                        <p:par>
                          <p:cTn id="557" fill="hold">
                            <p:stCondLst>
                              <p:cond delay="1000"/>
                            </p:stCondLst>
                            <p:childTnLst>
                              <p:par>
                                <p:cTn id="558" presetID="31" presetClass="entr" presetSubtype="0" fill="hold" grpId="0" nodeType="afterEffect">
                                  <p:stCondLst>
                                    <p:cond delay="0"/>
                                  </p:stCondLst>
                                  <p:childTnLst>
                                    <p:set>
                                      <p:cBhvr>
                                        <p:cTn id="559" dur="1" fill="hold">
                                          <p:stCondLst>
                                            <p:cond delay="0"/>
                                          </p:stCondLst>
                                        </p:cTn>
                                        <p:tgtEl>
                                          <p:spTgt spid="56"/>
                                        </p:tgtEl>
                                        <p:attrNameLst>
                                          <p:attrName>style.visibility</p:attrName>
                                        </p:attrNameLst>
                                      </p:cBhvr>
                                      <p:to>
                                        <p:strVal val="visible"/>
                                      </p:to>
                                    </p:set>
                                    <p:anim calcmode="lin" valueType="num">
                                      <p:cBhvr>
                                        <p:cTn id="560" dur="1000" fill="hold"/>
                                        <p:tgtEl>
                                          <p:spTgt spid="56"/>
                                        </p:tgtEl>
                                        <p:attrNameLst>
                                          <p:attrName>ppt_w</p:attrName>
                                        </p:attrNameLst>
                                      </p:cBhvr>
                                      <p:tavLst>
                                        <p:tav tm="0">
                                          <p:val>
                                            <p:fltVal val="0"/>
                                          </p:val>
                                        </p:tav>
                                        <p:tav tm="100000">
                                          <p:val>
                                            <p:strVal val="#ppt_w"/>
                                          </p:val>
                                        </p:tav>
                                      </p:tavLst>
                                    </p:anim>
                                    <p:anim calcmode="lin" valueType="num">
                                      <p:cBhvr>
                                        <p:cTn id="561" dur="1000" fill="hold"/>
                                        <p:tgtEl>
                                          <p:spTgt spid="56"/>
                                        </p:tgtEl>
                                        <p:attrNameLst>
                                          <p:attrName>ppt_h</p:attrName>
                                        </p:attrNameLst>
                                      </p:cBhvr>
                                      <p:tavLst>
                                        <p:tav tm="0">
                                          <p:val>
                                            <p:fltVal val="0"/>
                                          </p:val>
                                        </p:tav>
                                        <p:tav tm="100000">
                                          <p:val>
                                            <p:strVal val="#ppt_h"/>
                                          </p:val>
                                        </p:tav>
                                      </p:tavLst>
                                    </p:anim>
                                    <p:anim calcmode="lin" valueType="num">
                                      <p:cBhvr>
                                        <p:cTn id="562" dur="1000" fill="hold"/>
                                        <p:tgtEl>
                                          <p:spTgt spid="56"/>
                                        </p:tgtEl>
                                        <p:attrNameLst>
                                          <p:attrName>style.rotation</p:attrName>
                                        </p:attrNameLst>
                                      </p:cBhvr>
                                      <p:tavLst>
                                        <p:tav tm="0">
                                          <p:val>
                                            <p:fltVal val="90"/>
                                          </p:val>
                                        </p:tav>
                                        <p:tav tm="100000">
                                          <p:val>
                                            <p:fltVal val="0"/>
                                          </p:val>
                                        </p:tav>
                                      </p:tavLst>
                                    </p:anim>
                                    <p:animEffect transition="in" filter="fade">
                                      <p:cBhvr>
                                        <p:cTn id="563" dur="1000"/>
                                        <p:tgtEl>
                                          <p:spTgt spid="56"/>
                                        </p:tgtEl>
                                      </p:cBhvr>
                                    </p:animEffect>
                                  </p:childTnLst>
                                </p:cTn>
                              </p:par>
                              <p:par>
                                <p:cTn id="564" presetID="31" presetClass="entr" presetSubtype="0" fill="hold" grpId="0" nodeType="withEffect">
                                  <p:stCondLst>
                                    <p:cond delay="0"/>
                                  </p:stCondLst>
                                  <p:childTnLst>
                                    <p:set>
                                      <p:cBhvr>
                                        <p:cTn id="565" dur="1" fill="hold">
                                          <p:stCondLst>
                                            <p:cond delay="0"/>
                                          </p:stCondLst>
                                        </p:cTn>
                                        <p:tgtEl>
                                          <p:spTgt spid="58"/>
                                        </p:tgtEl>
                                        <p:attrNameLst>
                                          <p:attrName>style.visibility</p:attrName>
                                        </p:attrNameLst>
                                      </p:cBhvr>
                                      <p:to>
                                        <p:strVal val="visible"/>
                                      </p:to>
                                    </p:set>
                                    <p:anim calcmode="lin" valueType="num">
                                      <p:cBhvr>
                                        <p:cTn id="566" dur="1000" fill="hold"/>
                                        <p:tgtEl>
                                          <p:spTgt spid="58"/>
                                        </p:tgtEl>
                                        <p:attrNameLst>
                                          <p:attrName>ppt_w</p:attrName>
                                        </p:attrNameLst>
                                      </p:cBhvr>
                                      <p:tavLst>
                                        <p:tav tm="0">
                                          <p:val>
                                            <p:fltVal val="0"/>
                                          </p:val>
                                        </p:tav>
                                        <p:tav tm="100000">
                                          <p:val>
                                            <p:strVal val="#ppt_w"/>
                                          </p:val>
                                        </p:tav>
                                      </p:tavLst>
                                    </p:anim>
                                    <p:anim calcmode="lin" valueType="num">
                                      <p:cBhvr>
                                        <p:cTn id="567" dur="1000" fill="hold"/>
                                        <p:tgtEl>
                                          <p:spTgt spid="58"/>
                                        </p:tgtEl>
                                        <p:attrNameLst>
                                          <p:attrName>ppt_h</p:attrName>
                                        </p:attrNameLst>
                                      </p:cBhvr>
                                      <p:tavLst>
                                        <p:tav tm="0">
                                          <p:val>
                                            <p:fltVal val="0"/>
                                          </p:val>
                                        </p:tav>
                                        <p:tav tm="100000">
                                          <p:val>
                                            <p:strVal val="#ppt_h"/>
                                          </p:val>
                                        </p:tav>
                                      </p:tavLst>
                                    </p:anim>
                                    <p:anim calcmode="lin" valueType="num">
                                      <p:cBhvr>
                                        <p:cTn id="568" dur="1000" fill="hold"/>
                                        <p:tgtEl>
                                          <p:spTgt spid="58"/>
                                        </p:tgtEl>
                                        <p:attrNameLst>
                                          <p:attrName>style.rotation</p:attrName>
                                        </p:attrNameLst>
                                      </p:cBhvr>
                                      <p:tavLst>
                                        <p:tav tm="0">
                                          <p:val>
                                            <p:fltVal val="90"/>
                                          </p:val>
                                        </p:tav>
                                        <p:tav tm="100000">
                                          <p:val>
                                            <p:fltVal val="0"/>
                                          </p:val>
                                        </p:tav>
                                      </p:tavLst>
                                    </p:anim>
                                    <p:animEffect transition="in" filter="fade">
                                      <p:cBhvr>
                                        <p:cTn id="569" dur="1000"/>
                                        <p:tgtEl>
                                          <p:spTgt spid="58"/>
                                        </p:tgtEl>
                                      </p:cBhvr>
                                    </p:animEffect>
                                  </p:childTnLst>
                                </p:cTn>
                              </p:par>
                            </p:childTnLst>
                          </p:cTn>
                        </p:par>
                        <p:par>
                          <p:cTn id="570" fill="hold">
                            <p:stCondLst>
                              <p:cond delay="2000"/>
                            </p:stCondLst>
                            <p:childTnLst>
                              <p:par>
                                <p:cTn id="571" presetID="45" presetClass="entr" presetSubtype="0" fill="hold" nodeType="afterEffect">
                                  <p:stCondLst>
                                    <p:cond delay="0"/>
                                  </p:stCondLst>
                                  <p:childTnLst>
                                    <p:set>
                                      <p:cBhvr>
                                        <p:cTn id="572" dur="1" fill="hold">
                                          <p:stCondLst>
                                            <p:cond delay="0"/>
                                          </p:stCondLst>
                                        </p:cTn>
                                        <p:tgtEl>
                                          <p:spTgt spid="57"/>
                                        </p:tgtEl>
                                        <p:attrNameLst>
                                          <p:attrName>style.visibility</p:attrName>
                                        </p:attrNameLst>
                                      </p:cBhvr>
                                      <p:to>
                                        <p:strVal val="visible"/>
                                      </p:to>
                                    </p:set>
                                    <p:animEffect transition="in" filter="fade">
                                      <p:cBhvr>
                                        <p:cTn id="573" dur="2000"/>
                                        <p:tgtEl>
                                          <p:spTgt spid="57"/>
                                        </p:tgtEl>
                                      </p:cBhvr>
                                    </p:animEffect>
                                    <p:anim calcmode="lin" valueType="num">
                                      <p:cBhvr>
                                        <p:cTn id="574" dur="2000" fill="hold"/>
                                        <p:tgtEl>
                                          <p:spTgt spid="57"/>
                                        </p:tgtEl>
                                        <p:attrNameLst>
                                          <p:attrName>ppt_w</p:attrName>
                                        </p:attrNameLst>
                                      </p:cBhvr>
                                      <p:tavLst>
                                        <p:tav tm="0" fmla="#ppt_w*sin(2.5*pi*$)">
                                          <p:val>
                                            <p:fltVal val="0"/>
                                          </p:val>
                                        </p:tav>
                                        <p:tav tm="100000">
                                          <p:val>
                                            <p:fltVal val="1"/>
                                          </p:val>
                                        </p:tav>
                                      </p:tavLst>
                                    </p:anim>
                                    <p:anim calcmode="lin" valueType="num">
                                      <p:cBhvr>
                                        <p:cTn id="575" dur="2000" fill="hold"/>
                                        <p:tgtEl>
                                          <p:spTgt spid="57"/>
                                        </p:tgtEl>
                                        <p:attrNameLst>
                                          <p:attrName>ppt_h</p:attrName>
                                        </p:attrNameLst>
                                      </p:cBhvr>
                                      <p:tavLst>
                                        <p:tav tm="0">
                                          <p:val>
                                            <p:strVal val="#ppt_h"/>
                                          </p:val>
                                        </p:tav>
                                        <p:tav tm="100000">
                                          <p:val>
                                            <p:strVal val="#ppt_h"/>
                                          </p:val>
                                        </p:tav>
                                      </p:tavLst>
                                    </p:anim>
                                  </p:childTnLst>
                                </p:cTn>
                              </p:par>
                            </p:childTnLst>
                          </p:cTn>
                        </p:par>
                      </p:childTnLst>
                    </p:cTn>
                  </p:par>
                  <p:par>
                    <p:cTn id="576" fill="hold">
                      <p:stCondLst>
                        <p:cond delay="indefinite"/>
                      </p:stCondLst>
                      <p:childTnLst>
                        <p:par>
                          <p:cTn id="577" fill="hold">
                            <p:stCondLst>
                              <p:cond delay="0"/>
                            </p:stCondLst>
                            <p:childTnLst>
                              <p:par>
                                <p:cTn id="578" presetID="22" presetClass="exit" presetSubtype="1" fill="hold" nodeType="clickEffect">
                                  <p:stCondLst>
                                    <p:cond delay="0"/>
                                  </p:stCondLst>
                                  <p:childTnLst>
                                    <p:animEffect transition="out" filter="wipe(up)">
                                      <p:cBhvr>
                                        <p:cTn id="579" dur="500"/>
                                        <p:tgtEl>
                                          <p:spTgt spid="57"/>
                                        </p:tgtEl>
                                      </p:cBhvr>
                                    </p:animEffect>
                                    <p:set>
                                      <p:cBhvr>
                                        <p:cTn id="580" dur="1" fill="hold">
                                          <p:stCondLst>
                                            <p:cond delay="499"/>
                                          </p:stCondLst>
                                        </p:cTn>
                                        <p:tgtEl>
                                          <p:spTgt spid="57"/>
                                        </p:tgtEl>
                                        <p:attrNameLst>
                                          <p:attrName>style.visibility</p:attrName>
                                        </p:attrNameLst>
                                      </p:cBhvr>
                                      <p:to>
                                        <p:strVal val="hidden"/>
                                      </p:to>
                                    </p:set>
                                  </p:childTnLst>
                                </p:cTn>
                              </p:par>
                              <p:par>
                                <p:cTn id="581" presetID="10" presetClass="exit" presetSubtype="0" fill="hold" grpId="1" nodeType="withEffect">
                                  <p:stCondLst>
                                    <p:cond delay="0"/>
                                  </p:stCondLst>
                                  <p:childTnLst>
                                    <p:animEffect transition="out" filter="fade">
                                      <p:cBhvr>
                                        <p:cTn id="582" dur="500"/>
                                        <p:tgtEl>
                                          <p:spTgt spid="56"/>
                                        </p:tgtEl>
                                      </p:cBhvr>
                                    </p:animEffect>
                                    <p:set>
                                      <p:cBhvr>
                                        <p:cTn id="583" dur="1" fill="hold">
                                          <p:stCondLst>
                                            <p:cond delay="499"/>
                                          </p:stCondLst>
                                        </p:cTn>
                                        <p:tgtEl>
                                          <p:spTgt spid="56"/>
                                        </p:tgtEl>
                                        <p:attrNameLst>
                                          <p:attrName>style.visibility</p:attrName>
                                        </p:attrNameLst>
                                      </p:cBhvr>
                                      <p:to>
                                        <p:strVal val="hidden"/>
                                      </p:to>
                                    </p:set>
                                  </p:childTnLst>
                                </p:cTn>
                              </p:par>
                              <p:par>
                                <p:cTn id="584" presetID="10" presetClass="exit" presetSubtype="0" fill="hold" grpId="1" nodeType="withEffect">
                                  <p:stCondLst>
                                    <p:cond delay="0"/>
                                  </p:stCondLst>
                                  <p:childTnLst>
                                    <p:animEffect transition="out" filter="fade">
                                      <p:cBhvr>
                                        <p:cTn id="585" dur="500"/>
                                        <p:tgtEl>
                                          <p:spTgt spid="58"/>
                                        </p:tgtEl>
                                      </p:cBhvr>
                                    </p:animEffect>
                                    <p:set>
                                      <p:cBhvr>
                                        <p:cTn id="586" dur="1" fill="hold">
                                          <p:stCondLst>
                                            <p:cond delay="499"/>
                                          </p:stCondLst>
                                        </p:cTn>
                                        <p:tgtEl>
                                          <p:spTgt spid="58"/>
                                        </p:tgtEl>
                                        <p:attrNameLst>
                                          <p:attrName>style.visibility</p:attrName>
                                        </p:attrNameLst>
                                      </p:cBhvr>
                                      <p:to>
                                        <p:strVal val="hidden"/>
                                      </p:to>
                                    </p:set>
                                  </p:childTnLst>
                                </p:cTn>
                              </p:par>
                            </p:childTnLst>
                          </p:cTn>
                        </p:par>
                        <p:par>
                          <p:cTn id="587" fill="hold">
                            <p:stCondLst>
                              <p:cond delay="500"/>
                            </p:stCondLst>
                            <p:childTnLst>
                              <p:par>
                                <p:cTn id="588" presetID="31" presetClass="exit" presetSubtype="0" fill="hold" grpId="1" nodeType="afterEffect">
                                  <p:stCondLst>
                                    <p:cond delay="0"/>
                                  </p:stCondLst>
                                  <p:childTnLst>
                                    <p:anim calcmode="lin" valueType="num">
                                      <p:cBhvr>
                                        <p:cTn id="589" dur="1000"/>
                                        <p:tgtEl>
                                          <p:spTgt spid="55"/>
                                        </p:tgtEl>
                                        <p:attrNameLst>
                                          <p:attrName>ppt_w</p:attrName>
                                        </p:attrNameLst>
                                      </p:cBhvr>
                                      <p:tavLst>
                                        <p:tav tm="0">
                                          <p:val>
                                            <p:strVal val="ppt_w"/>
                                          </p:val>
                                        </p:tav>
                                        <p:tav tm="100000">
                                          <p:val>
                                            <p:fltVal val="0"/>
                                          </p:val>
                                        </p:tav>
                                      </p:tavLst>
                                    </p:anim>
                                    <p:anim calcmode="lin" valueType="num">
                                      <p:cBhvr>
                                        <p:cTn id="590" dur="1000"/>
                                        <p:tgtEl>
                                          <p:spTgt spid="55"/>
                                        </p:tgtEl>
                                        <p:attrNameLst>
                                          <p:attrName>ppt_h</p:attrName>
                                        </p:attrNameLst>
                                      </p:cBhvr>
                                      <p:tavLst>
                                        <p:tav tm="0">
                                          <p:val>
                                            <p:strVal val="ppt_h"/>
                                          </p:val>
                                        </p:tav>
                                        <p:tav tm="100000">
                                          <p:val>
                                            <p:fltVal val="0"/>
                                          </p:val>
                                        </p:tav>
                                      </p:tavLst>
                                    </p:anim>
                                    <p:anim calcmode="lin" valueType="num">
                                      <p:cBhvr>
                                        <p:cTn id="591" dur="1000"/>
                                        <p:tgtEl>
                                          <p:spTgt spid="55"/>
                                        </p:tgtEl>
                                        <p:attrNameLst>
                                          <p:attrName>style.rotation</p:attrName>
                                        </p:attrNameLst>
                                      </p:cBhvr>
                                      <p:tavLst>
                                        <p:tav tm="0">
                                          <p:val>
                                            <p:fltVal val="0"/>
                                          </p:val>
                                        </p:tav>
                                        <p:tav tm="100000">
                                          <p:val>
                                            <p:fltVal val="90"/>
                                          </p:val>
                                        </p:tav>
                                      </p:tavLst>
                                    </p:anim>
                                    <p:animEffect transition="out" filter="fade">
                                      <p:cBhvr>
                                        <p:cTn id="592" dur="1000"/>
                                        <p:tgtEl>
                                          <p:spTgt spid="55"/>
                                        </p:tgtEl>
                                      </p:cBhvr>
                                    </p:animEffect>
                                    <p:set>
                                      <p:cBhvr>
                                        <p:cTn id="593" dur="1" fill="hold">
                                          <p:stCondLst>
                                            <p:cond delay="999"/>
                                          </p:stCondLst>
                                        </p:cTn>
                                        <p:tgtEl>
                                          <p:spTgt spid="55"/>
                                        </p:tgtEl>
                                        <p:attrNameLst>
                                          <p:attrName>style.visibility</p:attrName>
                                        </p:attrNameLst>
                                      </p:cBhvr>
                                      <p:to>
                                        <p:strVal val="hidden"/>
                                      </p:to>
                                    </p:set>
                                  </p:childTnLst>
                                </p:cTn>
                              </p:par>
                            </p:childTnLst>
                          </p:cTn>
                        </p:par>
                      </p:childTnLst>
                    </p:cTn>
                  </p:par>
                  <p:par>
                    <p:cTn id="594" fill="hold">
                      <p:stCondLst>
                        <p:cond delay="indefinite"/>
                      </p:stCondLst>
                      <p:childTnLst>
                        <p:par>
                          <p:cTn id="595" fill="hold">
                            <p:stCondLst>
                              <p:cond delay="0"/>
                            </p:stCondLst>
                            <p:childTnLst>
                              <p:par>
                                <p:cTn id="596" presetID="22" presetClass="exit" presetSubtype="1" fill="hold" nodeType="clickEffect">
                                  <p:stCondLst>
                                    <p:cond delay="0"/>
                                  </p:stCondLst>
                                  <p:childTnLst>
                                    <p:animEffect transition="out" filter="wipe(up)">
                                      <p:cBhvr>
                                        <p:cTn id="597" dur="500"/>
                                        <p:tgtEl>
                                          <p:spTgt spid="54"/>
                                        </p:tgtEl>
                                      </p:cBhvr>
                                    </p:animEffect>
                                    <p:set>
                                      <p:cBhvr>
                                        <p:cTn id="598" dur="1" fill="hold">
                                          <p:stCondLst>
                                            <p:cond delay="499"/>
                                          </p:stCondLst>
                                        </p:cTn>
                                        <p:tgtEl>
                                          <p:spTgt spid="54"/>
                                        </p:tgtEl>
                                        <p:attrNameLst>
                                          <p:attrName>style.visibility</p:attrName>
                                        </p:attrNameLst>
                                      </p:cBhvr>
                                      <p:to>
                                        <p:strVal val="hidden"/>
                                      </p:to>
                                    </p:set>
                                  </p:childTnLst>
                                </p:cTn>
                              </p:par>
                              <p:par>
                                <p:cTn id="599" presetID="10" presetClass="exit" presetSubtype="0" fill="hold" grpId="3" nodeType="withEffect">
                                  <p:stCondLst>
                                    <p:cond delay="0"/>
                                  </p:stCondLst>
                                  <p:childTnLst>
                                    <p:animEffect transition="out" filter="fade">
                                      <p:cBhvr>
                                        <p:cTn id="600" dur="500"/>
                                        <p:tgtEl>
                                          <p:spTgt spid="47"/>
                                        </p:tgtEl>
                                      </p:cBhvr>
                                    </p:animEffect>
                                    <p:set>
                                      <p:cBhvr>
                                        <p:cTn id="601" dur="1" fill="hold">
                                          <p:stCondLst>
                                            <p:cond delay="499"/>
                                          </p:stCondLst>
                                        </p:cTn>
                                        <p:tgtEl>
                                          <p:spTgt spid="47"/>
                                        </p:tgtEl>
                                        <p:attrNameLst>
                                          <p:attrName>style.visibility</p:attrName>
                                        </p:attrNameLst>
                                      </p:cBhvr>
                                      <p:to>
                                        <p:strVal val="hidden"/>
                                      </p:to>
                                    </p:set>
                                  </p:childTnLst>
                                </p:cTn>
                              </p:par>
                              <p:par>
                                <p:cTn id="602" presetID="10" presetClass="exit" presetSubtype="0" fill="hold" grpId="3" nodeType="withEffect">
                                  <p:stCondLst>
                                    <p:cond delay="0"/>
                                  </p:stCondLst>
                                  <p:childTnLst>
                                    <p:animEffect transition="out" filter="fade">
                                      <p:cBhvr>
                                        <p:cTn id="603" dur="500"/>
                                        <p:tgtEl>
                                          <p:spTgt spid="48"/>
                                        </p:tgtEl>
                                      </p:cBhvr>
                                    </p:animEffect>
                                    <p:set>
                                      <p:cBhvr>
                                        <p:cTn id="604" dur="1" fill="hold">
                                          <p:stCondLst>
                                            <p:cond delay="499"/>
                                          </p:stCondLst>
                                        </p:cTn>
                                        <p:tgtEl>
                                          <p:spTgt spid="48"/>
                                        </p:tgtEl>
                                        <p:attrNameLst>
                                          <p:attrName>style.visibility</p:attrName>
                                        </p:attrNameLst>
                                      </p:cBhvr>
                                      <p:to>
                                        <p:strVal val="hidden"/>
                                      </p:to>
                                    </p:set>
                                  </p:childTnLst>
                                </p:cTn>
                              </p:par>
                              <p:par>
                                <p:cTn id="605" presetID="10" presetClass="exit" presetSubtype="0" fill="hold" grpId="3" nodeType="withEffect">
                                  <p:stCondLst>
                                    <p:cond delay="0"/>
                                  </p:stCondLst>
                                  <p:childTnLst>
                                    <p:animEffect transition="out" filter="fade">
                                      <p:cBhvr>
                                        <p:cTn id="606" dur="500"/>
                                        <p:tgtEl>
                                          <p:spTgt spid="59"/>
                                        </p:tgtEl>
                                      </p:cBhvr>
                                    </p:animEffect>
                                    <p:set>
                                      <p:cBhvr>
                                        <p:cTn id="607" dur="1" fill="hold">
                                          <p:stCondLst>
                                            <p:cond delay="499"/>
                                          </p:stCondLst>
                                        </p:cTn>
                                        <p:tgtEl>
                                          <p:spTgt spid="59"/>
                                        </p:tgtEl>
                                        <p:attrNameLst>
                                          <p:attrName>style.visibility</p:attrName>
                                        </p:attrNameLst>
                                      </p:cBhvr>
                                      <p:to>
                                        <p:strVal val="hidden"/>
                                      </p:to>
                                    </p:set>
                                  </p:childTnLst>
                                </p:cTn>
                              </p:par>
                              <p:par>
                                <p:cTn id="608" presetID="10" presetClass="exit" presetSubtype="0" fill="hold" nodeType="withEffect">
                                  <p:stCondLst>
                                    <p:cond delay="0"/>
                                  </p:stCondLst>
                                  <p:childTnLst>
                                    <p:animEffect transition="out" filter="fade">
                                      <p:cBhvr>
                                        <p:cTn id="609" dur="500"/>
                                        <p:tgtEl>
                                          <p:spTgt spid="10"/>
                                        </p:tgtEl>
                                      </p:cBhvr>
                                    </p:animEffect>
                                    <p:set>
                                      <p:cBhvr>
                                        <p:cTn id="610" dur="1" fill="hold">
                                          <p:stCondLst>
                                            <p:cond delay="499"/>
                                          </p:stCondLst>
                                        </p:cTn>
                                        <p:tgtEl>
                                          <p:spTgt spid="10"/>
                                        </p:tgtEl>
                                        <p:attrNameLst>
                                          <p:attrName>style.visibility</p:attrName>
                                        </p:attrNameLst>
                                      </p:cBhvr>
                                      <p:to>
                                        <p:strVal val="hidden"/>
                                      </p:to>
                                    </p:set>
                                  </p:childTnLst>
                                </p:cTn>
                              </p:par>
                              <p:par>
                                <p:cTn id="611" presetID="10" presetClass="exit" presetSubtype="0" fill="hold" grpId="2" nodeType="withEffect">
                                  <p:stCondLst>
                                    <p:cond delay="0"/>
                                  </p:stCondLst>
                                  <p:childTnLst>
                                    <p:animEffect transition="out" filter="fade">
                                      <p:cBhvr>
                                        <p:cTn id="612" dur="500"/>
                                        <p:tgtEl>
                                          <p:spTgt spid="46"/>
                                        </p:tgtEl>
                                      </p:cBhvr>
                                    </p:animEffect>
                                    <p:set>
                                      <p:cBhvr>
                                        <p:cTn id="613" dur="1" fill="hold">
                                          <p:stCondLst>
                                            <p:cond delay="499"/>
                                          </p:stCondLst>
                                        </p:cTn>
                                        <p:tgtEl>
                                          <p:spTgt spid="46"/>
                                        </p:tgtEl>
                                        <p:attrNameLst>
                                          <p:attrName>style.visibility</p:attrName>
                                        </p:attrNameLst>
                                      </p:cBhvr>
                                      <p:to>
                                        <p:strVal val="hidden"/>
                                      </p:to>
                                    </p:set>
                                  </p:childTnLst>
                                </p:cTn>
                              </p:par>
                              <p:par>
                                <p:cTn id="614" presetID="10" presetClass="exit" presetSubtype="0" fill="hold" grpId="2" nodeType="withEffect">
                                  <p:stCondLst>
                                    <p:cond delay="0"/>
                                  </p:stCondLst>
                                  <p:childTnLst>
                                    <p:animEffect transition="out" filter="fade">
                                      <p:cBhvr>
                                        <p:cTn id="615" dur="500"/>
                                        <p:tgtEl>
                                          <p:spTgt spid="45"/>
                                        </p:tgtEl>
                                      </p:cBhvr>
                                    </p:animEffect>
                                    <p:set>
                                      <p:cBhvr>
                                        <p:cTn id="616" dur="1" fill="hold">
                                          <p:stCondLst>
                                            <p:cond delay="499"/>
                                          </p:stCondLst>
                                        </p:cTn>
                                        <p:tgtEl>
                                          <p:spTgt spid="45"/>
                                        </p:tgtEl>
                                        <p:attrNameLst>
                                          <p:attrName>style.visibility</p:attrName>
                                        </p:attrNameLst>
                                      </p:cBhvr>
                                      <p:to>
                                        <p:strVal val="hidden"/>
                                      </p:to>
                                    </p:set>
                                  </p:childTnLst>
                                </p:cTn>
                              </p:par>
                              <p:par>
                                <p:cTn id="617" presetID="10" presetClass="exit" presetSubtype="0" fill="hold" grpId="2" nodeType="withEffect">
                                  <p:stCondLst>
                                    <p:cond delay="0"/>
                                  </p:stCondLst>
                                  <p:childTnLst>
                                    <p:animEffect transition="out" filter="fade">
                                      <p:cBhvr>
                                        <p:cTn id="618" dur="500"/>
                                        <p:tgtEl>
                                          <p:spTgt spid="49"/>
                                        </p:tgtEl>
                                      </p:cBhvr>
                                    </p:animEffect>
                                    <p:set>
                                      <p:cBhvr>
                                        <p:cTn id="619" dur="1" fill="hold">
                                          <p:stCondLst>
                                            <p:cond delay="499"/>
                                          </p:stCondLst>
                                        </p:cTn>
                                        <p:tgtEl>
                                          <p:spTgt spid="49"/>
                                        </p:tgtEl>
                                        <p:attrNameLst>
                                          <p:attrName>style.visibility</p:attrName>
                                        </p:attrNameLst>
                                      </p:cBhvr>
                                      <p:to>
                                        <p:strVal val="hidden"/>
                                      </p:to>
                                    </p:set>
                                  </p:childTnLst>
                                </p:cTn>
                              </p:par>
                            </p:childTnLst>
                          </p:cTn>
                        </p:par>
                        <p:par>
                          <p:cTn id="620" fill="hold">
                            <p:stCondLst>
                              <p:cond delay="500"/>
                            </p:stCondLst>
                            <p:childTnLst>
                              <p:par>
                                <p:cTn id="621" presetID="31" presetClass="exit" presetSubtype="0" fill="hold" grpId="1" nodeType="afterEffect">
                                  <p:stCondLst>
                                    <p:cond delay="0"/>
                                  </p:stCondLst>
                                  <p:childTnLst>
                                    <p:anim calcmode="lin" valueType="num">
                                      <p:cBhvr>
                                        <p:cTn id="622" dur="1000"/>
                                        <p:tgtEl>
                                          <p:spTgt spid="27"/>
                                        </p:tgtEl>
                                        <p:attrNameLst>
                                          <p:attrName>ppt_w</p:attrName>
                                        </p:attrNameLst>
                                      </p:cBhvr>
                                      <p:tavLst>
                                        <p:tav tm="0">
                                          <p:val>
                                            <p:strVal val="ppt_w"/>
                                          </p:val>
                                        </p:tav>
                                        <p:tav tm="100000">
                                          <p:val>
                                            <p:fltVal val="0"/>
                                          </p:val>
                                        </p:tav>
                                      </p:tavLst>
                                    </p:anim>
                                    <p:anim calcmode="lin" valueType="num">
                                      <p:cBhvr>
                                        <p:cTn id="623" dur="1000"/>
                                        <p:tgtEl>
                                          <p:spTgt spid="27"/>
                                        </p:tgtEl>
                                        <p:attrNameLst>
                                          <p:attrName>ppt_h</p:attrName>
                                        </p:attrNameLst>
                                      </p:cBhvr>
                                      <p:tavLst>
                                        <p:tav tm="0">
                                          <p:val>
                                            <p:strVal val="ppt_h"/>
                                          </p:val>
                                        </p:tav>
                                        <p:tav tm="100000">
                                          <p:val>
                                            <p:fltVal val="0"/>
                                          </p:val>
                                        </p:tav>
                                      </p:tavLst>
                                    </p:anim>
                                    <p:anim calcmode="lin" valueType="num">
                                      <p:cBhvr>
                                        <p:cTn id="624" dur="1000"/>
                                        <p:tgtEl>
                                          <p:spTgt spid="27"/>
                                        </p:tgtEl>
                                        <p:attrNameLst>
                                          <p:attrName>style.rotation</p:attrName>
                                        </p:attrNameLst>
                                      </p:cBhvr>
                                      <p:tavLst>
                                        <p:tav tm="0">
                                          <p:val>
                                            <p:fltVal val="0"/>
                                          </p:val>
                                        </p:tav>
                                        <p:tav tm="100000">
                                          <p:val>
                                            <p:fltVal val="90"/>
                                          </p:val>
                                        </p:tav>
                                      </p:tavLst>
                                    </p:anim>
                                    <p:animEffect transition="out" filter="fade">
                                      <p:cBhvr>
                                        <p:cTn id="625" dur="1000"/>
                                        <p:tgtEl>
                                          <p:spTgt spid="27"/>
                                        </p:tgtEl>
                                      </p:cBhvr>
                                    </p:animEffect>
                                    <p:set>
                                      <p:cBhvr>
                                        <p:cTn id="626" dur="1" fill="hold">
                                          <p:stCondLst>
                                            <p:cond delay="999"/>
                                          </p:stCondLst>
                                        </p:cTn>
                                        <p:tgtEl>
                                          <p:spTgt spid="27"/>
                                        </p:tgtEl>
                                        <p:attrNameLst>
                                          <p:attrName>style.visibility</p:attrName>
                                        </p:attrNameLst>
                                      </p:cBhvr>
                                      <p:to>
                                        <p:strVal val="hidden"/>
                                      </p:to>
                                    </p:set>
                                  </p:childTnLst>
                                </p:cTn>
                              </p:par>
                            </p:childTnLst>
                          </p:cTn>
                        </p:par>
                      </p:childTnLst>
                    </p:cTn>
                  </p:par>
                  <p:par>
                    <p:cTn id="627" fill="hold">
                      <p:stCondLst>
                        <p:cond delay="indefinite"/>
                      </p:stCondLst>
                      <p:childTnLst>
                        <p:par>
                          <p:cTn id="628" fill="hold">
                            <p:stCondLst>
                              <p:cond delay="0"/>
                            </p:stCondLst>
                            <p:childTnLst>
                              <p:par>
                                <p:cTn id="629" presetID="22" presetClass="exit" presetSubtype="1" fill="hold" nodeType="clickEffect">
                                  <p:stCondLst>
                                    <p:cond delay="0"/>
                                  </p:stCondLst>
                                  <p:childTnLst>
                                    <p:animEffect transition="out" filter="wipe(up)">
                                      <p:cBhvr>
                                        <p:cTn id="630" dur="500"/>
                                        <p:tgtEl>
                                          <p:spTgt spid="25"/>
                                        </p:tgtEl>
                                      </p:cBhvr>
                                    </p:animEffect>
                                    <p:set>
                                      <p:cBhvr>
                                        <p:cTn id="631" dur="1" fill="hold">
                                          <p:stCondLst>
                                            <p:cond delay="499"/>
                                          </p:stCondLst>
                                        </p:cTn>
                                        <p:tgtEl>
                                          <p:spTgt spid="25"/>
                                        </p:tgtEl>
                                        <p:attrNameLst>
                                          <p:attrName>style.visibility</p:attrName>
                                        </p:attrNameLst>
                                      </p:cBhvr>
                                      <p:to>
                                        <p:strVal val="hidden"/>
                                      </p:to>
                                    </p:set>
                                  </p:childTnLst>
                                </p:cTn>
                              </p:par>
                            </p:childTnLst>
                          </p:cTn>
                        </p:par>
                        <p:par>
                          <p:cTn id="632" fill="hold">
                            <p:stCondLst>
                              <p:cond delay="500"/>
                            </p:stCondLst>
                            <p:childTnLst>
                              <p:par>
                                <p:cTn id="633" presetID="22" presetClass="entr" presetSubtype="8" fill="hold" nodeType="afterEffect">
                                  <p:stCondLst>
                                    <p:cond delay="0"/>
                                  </p:stCondLst>
                                  <p:childTnLst>
                                    <p:set>
                                      <p:cBhvr>
                                        <p:cTn id="634" dur="1" fill="hold">
                                          <p:stCondLst>
                                            <p:cond delay="0"/>
                                          </p:stCondLst>
                                        </p:cTn>
                                        <p:tgtEl>
                                          <p:spTgt spid="60"/>
                                        </p:tgtEl>
                                        <p:attrNameLst>
                                          <p:attrName>style.visibility</p:attrName>
                                        </p:attrNameLst>
                                      </p:cBhvr>
                                      <p:to>
                                        <p:strVal val="visible"/>
                                      </p:to>
                                    </p:set>
                                    <p:animEffect transition="in" filter="wipe(left)">
                                      <p:cBhvr>
                                        <p:cTn id="635" dur="500"/>
                                        <p:tgtEl>
                                          <p:spTgt spid="60"/>
                                        </p:tgtEl>
                                      </p:cBhvr>
                                    </p:animEffect>
                                  </p:childTnLst>
                                </p:cTn>
                              </p:par>
                            </p:childTnLst>
                          </p:cTn>
                        </p:par>
                        <p:par>
                          <p:cTn id="636" fill="hold">
                            <p:stCondLst>
                              <p:cond delay="1000"/>
                            </p:stCondLst>
                            <p:childTnLst>
                              <p:par>
                                <p:cTn id="637" presetID="16" presetClass="entr" presetSubtype="21" fill="hold" nodeType="afterEffect">
                                  <p:stCondLst>
                                    <p:cond delay="0"/>
                                  </p:stCondLst>
                                  <p:childTnLst>
                                    <p:set>
                                      <p:cBhvr>
                                        <p:cTn id="638" dur="1" fill="hold">
                                          <p:stCondLst>
                                            <p:cond delay="0"/>
                                          </p:stCondLst>
                                        </p:cTn>
                                        <p:tgtEl>
                                          <p:spTgt spid="69"/>
                                        </p:tgtEl>
                                        <p:attrNameLst>
                                          <p:attrName>style.visibility</p:attrName>
                                        </p:attrNameLst>
                                      </p:cBhvr>
                                      <p:to>
                                        <p:strVal val="visible"/>
                                      </p:to>
                                    </p:set>
                                    <p:animEffect transition="in" filter="barn(inVertical)">
                                      <p:cBhvr>
                                        <p:cTn id="639" dur="500"/>
                                        <p:tgtEl>
                                          <p:spTgt spid="69"/>
                                        </p:tgtEl>
                                      </p:cBhvr>
                                    </p:animEffect>
                                  </p:childTnLst>
                                </p:cTn>
                              </p:par>
                            </p:childTnLst>
                          </p:cTn>
                        </p:par>
                      </p:childTnLst>
                    </p:cTn>
                  </p:par>
                  <p:par>
                    <p:cTn id="640" fill="hold">
                      <p:stCondLst>
                        <p:cond delay="indefinite"/>
                      </p:stCondLst>
                      <p:childTnLst>
                        <p:par>
                          <p:cTn id="641" fill="hold">
                            <p:stCondLst>
                              <p:cond delay="0"/>
                            </p:stCondLst>
                            <p:childTnLst>
                              <p:par>
                                <p:cTn id="642" presetID="31" presetClass="entr" presetSubtype="0" fill="hold" grpId="0" nodeType="clickEffect">
                                  <p:stCondLst>
                                    <p:cond delay="0"/>
                                  </p:stCondLst>
                                  <p:childTnLst>
                                    <p:set>
                                      <p:cBhvr>
                                        <p:cTn id="643" dur="1" fill="hold">
                                          <p:stCondLst>
                                            <p:cond delay="0"/>
                                          </p:stCondLst>
                                        </p:cTn>
                                        <p:tgtEl>
                                          <p:spTgt spid="61"/>
                                        </p:tgtEl>
                                        <p:attrNameLst>
                                          <p:attrName>style.visibility</p:attrName>
                                        </p:attrNameLst>
                                      </p:cBhvr>
                                      <p:to>
                                        <p:strVal val="visible"/>
                                      </p:to>
                                    </p:set>
                                    <p:anim calcmode="lin" valueType="num">
                                      <p:cBhvr>
                                        <p:cTn id="644" dur="1000" fill="hold"/>
                                        <p:tgtEl>
                                          <p:spTgt spid="61"/>
                                        </p:tgtEl>
                                        <p:attrNameLst>
                                          <p:attrName>ppt_w</p:attrName>
                                        </p:attrNameLst>
                                      </p:cBhvr>
                                      <p:tavLst>
                                        <p:tav tm="0">
                                          <p:val>
                                            <p:fltVal val="0"/>
                                          </p:val>
                                        </p:tav>
                                        <p:tav tm="100000">
                                          <p:val>
                                            <p:strVal val="#ppt_w"/>
                                          </p:val>
                                        </p:tav>
                                      </p:tavLst>
                                    </p:anim>
                                    <p:anim calcmode="lin" valueType="num">
                                      <p:cBhvr>
                                        <p:cTn id="645" dur="1000" fill="hold"/>
                                        <p:tgtEl>
                                          <p:spTgt spid="61"/>
                                        </p:tgtEl>
                                        <p:attrNameLst>
                                          <p:attrName>ppt_h</p:attrName>
                                        </p:attrNameLst>
                                      </p:cBhvr>
                                      <p:tavLst>
                                        <p:tav tm="0">
                                          <p:val>
                                            <p:fltVal val="0"/>
                                          </p:val>
                                        </p:tav>
                                        <p:tav tm="100000">
                                          <p:val>
                                            <p:strVal val="#ppt_h"/>
                                          </p:val>
                                        </p:tav>
                                      </p:tavLst>
                                    </p:anim>
                                    <p:anim calcmode="lin" valueType="num">
                                      <p:cBhvr>
                                        <p:cTn id="646" dur="1000" fill="hold"/>
                                        <p:tgtEl>
                                          <p:spTgt spid="61"/>
                                        </p:tgtEl>
                                        <p:attrNameLst>
                                          <p:attrName>style.rotation</p:attrName>
                                        </p:attrNameLst>
                                      </p:cBhvr>
                                      <p:tavLst>
                                        <p:tav tm="0">
                                          <p:val>
                                            <p:fltVal val="90"/>
                                          </p:val>
                                        </p:tav>
                                        <p:tav tm="100000">
                                          <p:val>
                                            <p:fltVal val="0"/>
                                          </p:val>
                                        </p:tav>
                                      </p:tavLst>
                                    </p:anim>
                                    <p:animEffect transition="in" filter="fade">
                                      <p:cBhvr>
                                        <p:cTn id="647" dur="1000"/>
                                        <p:tgtEl>
                                          <p:spTgt spid="61"/>
                                        </p:tgtEl>
                                      </p:cBhvr>
                                    </p:animEffect>
                                  </p:childTnLst>
                                </p:cTn>
                              </p:par>
                            </p:childTnLst>
                          </p:cTn>
                        </p:par>
                        <p:par>
                          <p:cTn id="648" fill="hold">
                            <p:stCondLst>
                              <p:cond delay="1000"/>
                            </p:stCondLst>
                            <p:childTnLst>
                              <p:par>
                                <p:cTn id="649" presetID="31" presetClass="entr" presetSubtype="0" fill="hold" grpId="0" nodeType="afterEffect">
                                  <p:stCondLst>
                                    <p:cond delay="0"/>
                                  </p:stCondLst>
                                  <p:childTnLst>
                                    <p:set>
                                      <p:cBhvr>
                                        <p:cTn id="650" dur="1" fill="hold">
                                          <p:stCondLst>
                                            <p:cond delay="0"/>
                                          </p:stCondLst>
                                        </p:cTn>
                                        <p:tgtEl>
                                          <p:spTgt spid="82"/>
                                        </p:tgtEl>
                                        <p:attrNameLst>
                                          <p:attrName>style.visibility</p:attrName>
                                        </p:attrNameLst>
                                      </p:cBhvr>
                                      <p:to>
                                        <p:strVal val="visible"/>
                                      </p:to>
                                    </p:set>
                                    <p:anim calcmode="lin" valueType="num">
                                      <p:cBhvr>
                                        <p:cTn id="651" dur="1000" fill="hold"/>
                                        <p:tgtEl>
                                          <p:spTgt spid="82"/>
                                        </p:tgtEl>
                                        <p:attrNameLst>
                                          <p:attrName>ppt_w</p:attrName>
                                        </p:attrNameLst>
                                      </p:cBhvr>
                                      <p:tavLst>
                                        <p:tav tm="0">
                                          <p:val>
                                            <p:fltVal val="0"/>
                                          </p:val>
                                        </p:tav>
                                        <p:tav tm="100000">
                                          <p:val>
                                            <p:strVal val="#ppt_w"/>
                                          </p:val>
                                        </p:tav>
                                      </p:tavLst>
                                    </p:anim>
                                    <p:anim calcmode="lin" valueType="num">
                                      <p:cBhvr>
                                        <p:cTn id="652" dur="1000" fill="hold"/>
                                        <p:tgtEl>
                                          <p:spTgt spid="82"/>
                                        </p:tgtEl>
                                        <p:attrNameLst>
                                          <p:attrName>ppt_h</p:attrName>
                                        </p:attrNameLst>
                                      </p:cBhvr>
                                      <p:tavLst>
                                        <p:tav tm="0">
                                          <p:val>
                                            <p:fltVal val="0"/>
                                          </p:val>
                                        </p:tav>
                                        <p:tav tm="100000">
                                          <p:val>
                                            <p:strVal val="#ppt_h"/>
                                          </p:val>
                                        </p:tav>
                                      </p:tavLst>
                                    </p:anim>
                                    <p:anim calcmode="lin" valueType="num">
                                      <p:cBhvr>
                                        <p:cTn id="653" dur="1000" fill="hold"/>
                                        <p:tgtEl>
                                          <p:spTgt spid="82"/>
                                        </p:tgtEl>
                                        <p:attrNameLst>
                                          <p:attrName>style.rotation</p:attrName>
                                        </p:attrNameLst>
                                      </p:cBhvr>
                                      <p:tavLst>
                                        <p:tav tm="0">
                                          <p:val>
                                            <p:fltVal val="90"/>
                                          </p:val>
                                        </p:tav>
                                        <p:tav tm="100000">
                                          <p:val>
                                            <p:fltVal val="0"/>
                                          </p:val>
                                        </p:tav>
                                      </p:tavLst>
                                    </p:anim>
                                    <p:animEffect transition="in" filter="fade">
                                      <p:cBhvr>
                                        <p:cTn id="654" dur="1000"/>
                                        <p:tgtEl>
                                          <p:spTgt spid="82"/>
                                        </p:tgtEl>
                                      </p:cBhvr>
                                    </p:animEffect>
                                  </p:childTnLst>
                                </p:cTn>
                              </p:par>
                              <p:par>
                                <p:cTn id="655" presetID="31" presetClass="entr" presetSubtype="0" fill="hold" grpId="0" nodeType="withEffect">
                                  <p:stCondLst>
                                    <p:cond delay="0"/>
                                  </p:stCondLst>
                                  <p:childTnLst>
                                    <p:set>
                                      <p:cBhvr>
                                        <p:cTn id="656" dur="1" fill="hold">
                                          <p:stCondLst>
                                            <p:cond delay="0"/>
                                          </p:stCondLst>
                                        </p:cTn>
                                        <p:tgtEl>
                                          <p:spTgt spid="83"/>
                                        </p:tgtEl>
                                        <p:attrNameLst>
                                          <p:attrName>style.visibility</p:attrName>
                                        </p:attrNameLst>
                                      </p:cBhvr>
                                      <p:to>
                                        <p:strVal val="visible"/>
                                      </p:to>
                                    </p:set>
                                    <p:anim calcmode="lin" valueType="num">
                                      <p:cBhvr>
                                        <p:cTn id="657" dur="1000" fill="hold"/>
                                        <p:tgtEl>
                                          <p:spTgt spid="83"/>
                                        </p:tgtEl>
                                        <p:attrNameLst>
                                          <p:attrName>ppt_w</p:attrName>
                                        </p:attrNameLst>
                                      </p:cBhvr>
                                      <p:tavLst>
                                        <p:tav tm="0">
                                          <p:val>
                                            <p:fltVal val="0"/>
                                          </p:val>
                                        </p:tav>
                                        <p:tav tm="100000">
                                          <p:val>
                                            <p:strVal val="#ppt_w"/>
                                          </p:val>
                                        </p:tav>
                                      </p:tavLst>
                                    </p:anim>
                                    <p:anim calcmode="lin" valueType="num">
                                      <p:cBhvr>
                                        <p:cTn id="658" dur="1000" fill="hold"/>
                                        <p:tgtEl>
                                          <p:spTgt spid="83"/>
                                        </p:tgtEl>
                                        <p:attrNameLst>
                                          <p:attrName>ppt_h</p:attrName>
                                        </p:attrNameLst>
                                      </p:cBhvr>
                                      <p:tavLst>
                                        <p:tav tm="0">
                                          <p:val>
                                            <p:fltVal val="0"/>
                                          </p:val>
                                        </p:tav>
                                        <p:tav tm="100000">
                                          <p:val>
                                            <p:strVal val="#ppt_h"/>
                                          </p:val>
                                        </p:tav>
                                      </p:tavLst>
                                    </p:anim>
                                    <p:anim calcmode="lin" valueType="num">
                                      <p:cBhvr>
                                        <p:cTn id="659" dur="1000" fill="hold"/>
                                        <p:tgtEl>
                                          <p:spTgt spid="83"/>
                                        </p:tgtEl>
                                        <p:attrNameLst>
                                          <p:attrName>style.rotation</p:attrName>
                                        </p:attrNameLst>
                                      </p:cBhvr>
                                      <p:tavLst>
                                        <p:tav tm="0">
                                          <p:val>
                                            <p:fltVal val="90"/>
                                          </p:val>
                                        </p:tav>
                                        <p:tav tm="100000">
                                          <p:val>
                                            <p:fltVal val="0"/>
                                          </p:val>
                                        </p:tav>
                                      </p:tavLst>
                                    </p:anim>
                                    <p:animEffect transition="in" filter="fade">
                                      <p:cBhvr>
                                        <p:cTn id="660" dur="1000"/>
                                        <p:tgtEl>
                                          <p:spTgt spid="83"/>
                                        </p:tgtEl>
                                      </p:cBhvr>
                                    </p:animEffect>
                                  </p:childTnLst>
                                </p:cTn>
                              </p:par>
                            </p:childTnLst>
                          </p:cTn>
                        </p:par>
                        <p:par>
                          <p:cTn id="661" fill="hold">
                            <p:stCondLst>
                              <p:cond delay="2000"/>
                            </p:stCondLst>
                            <p:childTnLst>
                              <p:par>
                                <p:cTn id="662" presetID="22" presetClass="entr" presetSubtype="8" fill="hold" nodeType="afterEffect">
                                  <p:stCondLst>
                                    <p:cond delay="0"/>
                                  </p:stCondLst>
                                  <p:childTnLst>
                                    <p:set>
                                      <p:cBhvr>
                                        <p:cTn id="663" dur="1" fill="hold">
                                          <p:stCondLst>
                                            <p:cond delay="0"/>
                                          </p:stCondLst>
                                        </p:cTn>
                                        <p:tgtEl>
                                          <p:spTgt spid="62"/>
                                        </p:tgtEl>
                                        <p:attrNameLst>
                                          <p:attrName>style.visibility</p:attrName>
                                        </p:attrNameLst>
                                      </p:cBhvr>
                                      <p:to>
                                        <p:strVal val="visible"/>
                                      </p:to>
                                    </p:set>
                                    <p:animEffect transition="in" filter="wipe(left)">
                                      <p:cBhvr>
                                        <p:cTn id="664" dur="500"/>
                                        <p:tgtEl>
                                          <p:spTgt spid="62"/>
                                        </p:tgtEl>
                                      </p:cBhvr>
                                    </p:animEffect>
                                  </p:childTnLst>
                                </p:cTn>
                              </p:par>
                            </p:childTnLst>
                          </p:cTn>
                        </p:par>
                        <p:par>
                          <p:cTn id="665" fill="hold">
                            <p:stCondLst>
                              <p:cond delay="2500"/>
                            </p:stCondLst>
                            <p:childTnLst>
                              <p:par>
                                <p:cTn id="666" presetID="47" presetClass="entr" presetSubtype="0" fill="hold" grpId="0" nodeType="afterEffect">
                                  <p:stCondLst>
                                    <p:cond delay="0"/>
                                  </p:stCondLst>
                                  <p:childTnLst>
                                    <p:set>
                                      <p:cBhvr>
                                        <p:cTn id="667" dur="1" fill="hold">
                                          <p:stCondLst>
                                            <p:cond delay="0"/>
                                          </p:stCondLst>
                                        </p:cTn>
                                        <p:tgtEl>
                                          <p:spTgt spid="65"/>
                                        </p:tgtEl>
                                        <p:attrNameLst>
                                          <p:attrName>style.visibility</p:attrName>
                                        </p:attrNameLst>
                                      </p:cBhvr>
                                      <p:to>
                                        <p:strVal val="visible"/>
                                      </p:to>
                                    </p:set>
                                    <p:animEffect transition="in" filter="fade">
                                      <p:cBhvr>
                                        <p:cTn id="668" dur="1000"/>
                                        <p:tgtEl>
                                          <p:spTgt spid="65"/>
                                        </p:tgtEl>
                                      </p:cBhvr>
                                    </p:animEffect>
                                    <p:anim calcmode="lin" valueType="num">
                                      <p:cBhvr>
                                        <p:cTn id="669" dur="1000" fill="hold"/>
                                        <p:tgtEl>
                                          <p:spTgt spid="65"/>
                                        </p:tgtEl>
                                        <p:attrNameLst>
                                          <p:attrName>ppt_x</p:attrName>
                                        </p:attrNameLst>
                                      </p:cBhvr>
                                      <p:tavLst>
                                        <p:tav tm="0">
                                          <p:val>
                                            <p:strVal val="#ppt_x"/>
                                          </p:val>
                                        </p:tav>
                                        <p:tav tm="100000">
                                          <p:val>
                                            <p:strVal val="#ppt_x"/>
                                          </p:val>
                                        </p:tav>
                                      </p:tavLst>
                                    </p:anim>
                                    <p:anim calcmode="lin" valueType="num">
                                      <p:cBhvr>
                                        <p:cTn id="670" dur="1000" fill="hold"/>
                                        <p:tgtEl>
                                          <p:spTgt spid="65"/>
                                        </p:tgtEl>
                                        <p:attrNameLst>
                                          <p:attrName>ppt_y</p:attrName>
                                        </p:attrNameLst>
                                      </p:cBhvr>
                                      <p:tavLst>
                                        <p:tav tm="0">
                                          <p:val>
                                            <p:strVal val="#ppt_y-.1"/>
                                          </p:val>
                                        </p:tav>
                                        <p:tav tm="100000">
                                          <p:val>
                                            <p:strVal val="#ppt_y"/>
                                          </p:val>
                                        </p:tav>
                                      </p:tavLst>
                                    </p:anim>
                                  </p:childTnLst>
                                </p:cTn>
                              </p:par>
                            </p:childTnLst>
                          </p:cTn>
                        </p:par>
                        <p:par>
                          <p:cTn id="671" fill="hold">
                            <p:stCondLst>
                              <p:cond delay="3500"/>
                            </p:stCondLst>
                            <p:childTnLst>
                              <p:par>
                                <p:cTn id="672" presetID="47" presetClass="entr" presetSubtype="0" fill="hold" grpId="0" nodeType="afterEffect">
                                  <p:stCondLst>
                                    <p:cond delay="0"/>
                                  </p:stCondLst>
                                  <p:childTnLst>
                                    <p:set>
                                      <p:cBhvr>
                                        <p:cTn id="673" dur="1" fill="hold">
                                          <p:stCondLst>
                                            <p:cond delay="0"/>
                                          </p:stCondLst>
                                        </p:cTn>
                                        <p:tgtEl>
                                          <p:spTgt spid="66"/>
                                        </p:tgtEl>
                                        <p:attrNameLst>
                                          <p:attrName>style.visibility</p:attrName>
                                        </p:attrNameLst>
                                      </p:cBhvr>
                                      <p:to>
                                        <p:strVal val="visible"/>
                                      </p:to>
                                    </p:set>
                                    <p:animEffect transition="in" filter="fade">
                                      <p:cBhvr>
                                        <p:cTn id="674" dur="1000"/>
                                        <p:tgtEl>
                                          <p:spTgt spid="66"/>
                                        </p:tgtEl>
                                      </p:cBhvr>
                                    </p:animEffect>
                                    <p:anim calcmode="lin" valueType="num">
                                      <p:cBhvr>
                                        <p:cTn id="675" dur="1000" fill="hold"/>
                                        <p:tgtEl>
                                          <p:spTgt spid="66"/>
                                        </p:tgtEl>
                                        <p:attrNameLst>
                                          <p:attrName>ppt_x</p:attrName>
                                        </p:attrNameLst>
                                      </p:cBhvr>
                                      <p:tavLst>
                                        <p:tav tm="0">
                                          <p:val>
                                            <p:strVal val="#ppt_x"/>
                                          </p:val>
                                        </p:tav>
                                        <p:tav tm="100000">
                                          <p:val>
                                            <p:strVal val="#ppt_x"/>
                                          </p:val>
                                        </p:tav>
                                      </p:tavLst>
                                    </p:anim>
                                    <p:anim calcmode="lin" valueType="num">
                                      <p:cBhvr>
                                        <p:cTn id="676" dur="1000" fill="hold"/>
                                        <p:tgtEl>
                                          <p:spTgt spid="66"/>
                                        </p:tgtEl>
                                        <p:attrNameLst>
                                          <p:attrName>ppt_y</p:attrName>
                                        </p:attrNameLst>
                                      </p:cBhvr>
                                      <p:tavLst>
                                        <p:tav tm="0">
                                          <p:val>
                                            <p:strVal val="#ppt_y-.1"/>
                                          </p:val>
                                        </p:tav>
                                        <p:tav tm="100000">
                                          <p:val>
                                            <p:strVal val="#ppt_y"/>
                                          </p:val>
                                        </p:tav>
                                      </p:tavLst>
                                    </p:anim>
                                  </p:childTnLst>
                                </p:cTn>
                              </p:par>
                            </p:childTnLst>
                          </p:cTn>
                        </p:par>
                        <p:par>
                          <p:cTn id="677" fill="hold">
                            <p:stCondLst>
                              <p:cond delay="4500"/>
                            </p:stCondLst>
                            <p:childTnLst>
                              <p:par>
                                <p:cTn id="678" presetID="37" presetClass="path" presetSubtype="0" accel="50000" decel="50000" fill="hold" grpId="2" nodeType="afterEffect">
                                  <p:stCondLst>
                                    <p:cond delay="0"/>
                                  </p:stCondLst>
                                  <p:childTnLst>
                                    <p:animMotion origin="layout" path="M 8.33333E-7 4.81481E-6 L -0.0569 0.04004 C -0.06875 0.04907 -0.08659 0.05393 -0.10508 0.05393 C -0.12617 0.05393 -0.14323 0.04907 -0.15508 0.04004 L -0.21172 4.81481E-6 " pathEditMode="relative" rAng="0" ptsTypes="AAAAA">
                                      <p:cBhvr>
                                        <p:cTn id="679" dur="2000" fill="hold"/>
                                        <p:tgtEl>
                                          <p:spTgt spid="38"/>
                                        </p:tgtEl>
                                        <p:attrNameLst>
                                          <p:attrName>ppt_x</p:attrName>
                                          <p:attrName>ppt_y</p:attrName>
                                        </p:attrNameLst>
                                      </p:cBhvr>
                                      <p:rCtr x="-10586" y="2685"/>
                                    </p:animMotion>
                                  </p:childTnLst>
                                </p:cTn>
                              </p:par>
                            </p:childTnLst>
                          </p:cTn>
                        </p:par>
                        <p:par>
                          <p:cTn id="680" fill="hold">
                            <p:stCondLst>
                              <p:cond delay="6500"/>
                            </p:stCondLst>
                            <p:childTnLst>
                              <p:par>
                                <p:cTn id="681" presetID="1" presetClass="entr" presetSubtype="0" fill="hold" grpId="0" nodeType="afterEffect">
                                  <p:stCondLst>
                                    <p:cond delay="0"/>
                                  </p:stCondLst>
                                  <p:childTnLst>
                                    <p:set>
                                      <p:cBhvr>
                                        <p:cTn id="682" dur="1" fill="hold">
                                          <p:stCondLst>
                                            <p:cond delay="0"/>
                                          </p:stCondLst>
                                        </p:cTn>
                                        <p:tgtEl>
                                          <p:spTgt spid="75"/>
                                        </p:tgtEl>
                                        <p:attrNameLst>
                                          <p:attrName>style.visibility</p:attrName>
                                        </p:attrNameLst>
                                      </p:cBhvr>
                                      <p:to>
                                        <p:strVal val="visible"/>
                                      </p:to>
                                    </p:set>
                                  </p:childTnLst>
                                </p:cTn>
                              </p:par>
                              <p:par>
                                <p:cTn id="683" presetID="8" presetClass="emph" presetSubtype="0" fill="hold" grpId="1" nodeType="withEffect">
                                  <p:stCondLst>
                                    <p:cond delay="0"/>
                                  </p:stCondLst>
                                  <p:childTnLst>
                                    <p:animRot by="21600000">
                                      <p:cBhvr>
                                        <p:cTn id="684" dur="1000" fill="hold"/>
                                        <p:tgtEl>
                                          <p:spTgt spid="75"/>
                                        </p:tgtEl>
                                        <p:attrNameLst>
                                          <p:attrName>r</p:attrName>
                                        </p:attrNameLst>
                                      </p:cBhvr>
                                    </p:animRot>
                                  </p:childTnLst>
                                </p:cTn>
                              </p:par>
                              <p:par>
                                <p:cTn id="685" presetID="1" presetClass="entr" presetSubtype="0" fill="hold" nodeType="withEffect">
                                  <p:stCondLst>
                                    <p:cond delay="0"/>
                                  </p:stCondLst>
                                  <p:childTnLst>
                                    <p:set>
                                      <p:cBhvr>
                                        <p:cTn id="686" dur="1" fill="hold">
                                          <p:stCondLst>
                                            <p:cond delay="0"/>
                                          </p:stCondLst>
                                        </p:cTn>
                                        <p:tgtEl>
                                          <p:spTgt spid="10"/>
                                        </p:tgtEl>
                                        <p:attrNameLst>
                                          <p:attrName>style.visibility</p:attrName>
                                        </p:attrNameLst>
                                      </p:cBhvr>
                                      <p:to>
                                        <p:strVal val="visible"/>
                                      </p:to>
                                    </p:set>
                                  </p:childTnLst>
                                </p:cTn>
                              </p:par>
                              <p:par>
                                <p:cTn id="687" presetID="63" presetClass="path" presetSubtype="0" accel="50000" decel="50000" fill="hold" nodeType="withEffect">
                                  <p:stCondLst>
                                    <p:cond delay="0"/>
                                  </p:stCondLst>
                                  <p:childTnLst>
                                    <p:animMotion origin="layout" path="M 1.25E-6 -2.96296E-6 L 0.16914 -0.00046 " pathEditMode="relative" rAng="0" ptsTypes="AA">
                                      <p:cBhvr>
                                        <p:cTn id="688" dur="2000" fill="hold"/>
                                        <p:tgtEl>
                                          <p:spTgt spid="10"/>
                                        </p:tgtEl>
                                        <p:attrNameLst>
                                          <p:attrName>ppt_x</p:attrName>
                                          <p:attrName>ppt_y</p:attrName>
                                        </p:attrNameLst>
                                      </p:cBhvr>
                                      <p:rCtr x="8451" y="-23"/>
                                    </p:animMotion>
                                  </p:childTnLst>
                                </p:cTn>
                              </p:par>
                            </p:childTnLst>
                          </p:cTn>
                        </p:par>
                        <p:par>
                          <p:cTn id="689" fill="hold">
                            <p:stCondLst>
                              <p:cond delay="8500"/>
                            </p:stCondLst>
                            <p:childTnLst>
                              <p:par>
                                <p:cTn id="690" presetID="42" presetClass="path" presetSubtype="0" accel="50000" decel="50000" fill="hold" grpId="2" nodeType="afterEffect">
                                  <p:stCondLst>
                                    <p:cond delay="0"/>
                                  </p:stCondLst>
                                  <p:childTnLst>
                                    <p:animMotion origin="layout" path="M -0.00065 -0.00301 L -0.00117 0.06435 " pathEditMode="relative" rAng="0" ptsTypes="AA">
                                      <p:cBhvr>
                                        <p:cTn id="691" dur="1000" fill="hold"/>
                                        <p:tgtEl>
                                          <p:spTgt spid="75"/>
                                        </p:tgtEl>
                                        <p:attrNameLst>
                                          <p:attrName>ppt_x</p:attrName>
                                          <p:attrName>ppt_y</p:attrName>
                                        </p:attrNameLst>
                                      </p:cBhvr>
                                      <p:rCtr x="-26" y="3356"/>
                                    </p:animMotion>
                                  </p:childTnLst>
                                </p:cTn>
                              </p:par>
                            </p:childTnLst>
                          </p:cTn>
                        </p:par>
                      </p:childTnLst>
                    </p:cTn>
                  </p:par>
                  <p:par>
                    <p:cTn id="692" fill="hold">
                      <p:stCondLst>
                        <p:cond delay="indefinite"/>
                      </p:stCondLst>
                      <p:childTnLst>
                        <p:par>
                          <p:cTn id="693" fill="hold">
                            <p:stCondLst>
                              <p:cond delay="0"/>
                            </p:stCondLst>
                            <p:childTnLst>
                              <p:par>
                                <p:cTn id="694" presetID="63" presetClass="path" presetSubtype="0" accel="50000" decel="50000" fill="hold" nodeType="clickEffect">
                                  <p:stCondLst>
                                    <p:cond delay="0"/>
                                  </p:stCondLst>
                                  <p:childTnLst>
                                    <p:animMotion origin="layout" path="M 0.16862 -0.00023 L 0.29778 1.48148E-6 " pathEditMode="relative" rAng="0" ptsTypes="AA">
                                      <p:cBhvr>
                                        <p:cTn id="695" dur="2000" fill="hold"/>
                                        <p:tgtEl>
                                          <p:spTgt spid="10"/>
                                        </p:tgtEl>
                                        <p:attrNameLst>
                                          <p:attrName>ppt_x</p:attrName>
                                          <p:attrName>ppt_y</p:attrName>
                                        </p:attrNameLst>
                                      </p:cBhvr>
                                      <p:rCtr x="6393" y="-23"/>
                                    </p:animMotion>
                                  </p:childTnLst>
                                </p:cTn>
                              </p:par>
                              <p:par>
                                <p:cTn id="696" presetID="63" presetClass="path" presetSubtype="0" accel="50000" decel="50000" fill="hold" grpId="7" nodeType="withEffect">
                                  <p:stCondLst>
                                    <p:cond delay="0"/>
                                  </p:stCondLst>
                                  <p:childTnLst>
                                    <p:animMotion origin="layout" path="M -0.00117 0.06435 L 0.12747 0.06458 " pathEditMode="relative" rAng="0" ptsTypes="AA">
                                      <p:cBhvr>
                                        <p:cTn id="697" dur="2000" fill="hold"/>
                                        <p:tgtEl>
                                          <p:spTgt spid="75"/>
                                        </p:tgtEl>
                                        <p:attrNameLst>
                                          <p:attrName>ppt_x</p:attrName>
                                          <p:attrName>ppt_y</p:attrName>
                                        </p:attrNameLst>
                                      </p:cBhvr>
                                      <p:rCtr x="6393" y="0"/>
                                    </p:animMotion>
                                  </p:childTnLst>
                                </p:cTn>
                              </p:par>
                            </p:childTnLst>
                          </p:cTn>
                        </p:par>
                        <p:par>
                          <p:cTn id="698" fill="hold">
                            <p:stCondLst>
                              <p:cond delay="2000"/>
                            </p:stCondLst>
                            <p:childTnLst>
                              <p:par>
                                <p:cTn id="699" presetID="27" presetClass="emph" presetSubtype="0" fill="remove" grpId="4" nodeType="afterEffect">
                                  <p:stCondLst>
                                    <p:cond delay="0"/>
                                  </p:stCondLst>
                                  <p:childTnLst>
                                    <p:animClr clrSpc="rgb" dir="cw">
                                      <p:cBhvr override="childStyle">
                                        <p:cTn id="700" dur="500" autoRev="1" fill="remove"/>
                                        <p:tgtEl>
                                          <p:spTgt spid="75"/>
                                        </p:tgtEl>
                                        <p:attrNameLst>
                                          <p:attrName>style.color</p:attrName>
                                        </p:attrNameLst>
                                      </p:cBhvr>
                                      <p:to>
                                        <a:schemeClr val="bg1"/>
                                      </p:to>
                                    </p:animClr>
                                    <p:animClr clrSpc="rgb" dir="cw">
                                      <p:cBhvr>
                                        <p:cTn id="701" dur="500" autoRev="1" fill="remove"/>
                                        <p:tgtEl>
                                          <p:spTgt spid="75"/>
                                        </p:tgtEl>
                                        <p:attrNameLst>
                                          <p:attrName>fillcolor</p:attrName>
                                        </p:attrNameLst>
                                      </p:cBhvr>
                                      <p:to>
                                        <a:schemeClr val="bg1"/>
                                      </p:to>
                                    </p:animClr>
                                    <p:set>
                                      <p:cBhvr>
                                        <p:cTn id="702" dur="500" autoRev="1" fill="remove"/>
                                        <p:tgtEl>
                                          <p:spTgt spid="75"/>
                                        </p:tgtEl>
                                        <p:attrNameLst>
                                          <p:attrName>fill.type</p:attrName>
                                        </p:attrNameLst>
                                      </p:cBhvr>
                                      <p:to>
                                        <p:strVal val="solid"/>
                                      </p:to>
                                    </p:set>
                                    <p:set>
                                      <p:cBhvr>
                                        <p:cTn id="703" dur="500" autoRev="1" fill="remove"/>
                                        <p:tgtEl>
                                          <p:spTgt spid="75"/>
                                        </p:tgtEl>
                                        <p:attrNameLst>
                                          <p:attrName>fill.on</p:attrName>
                                        </p:attrNameLst>
                                      </p:cBhvr>
                                      <p:to>
                                        <p:strVal val="true"/>
                                      </p:to>
                                    </p:set>
                                  </p:childTnLst>
                                </p:cTn>
                              </p:par>
                              <p:par>
                                <p:cTn id="704" presetID="27" presetClass="emph" presetSubtype="0" fill="remove" grpId="2" nodeType="withEffect">
                                  <p:stCondLst>
                                    <p:cond delay="0"/>
                                  </p:stCondLst>
                                  <p:childTnLst>
                                    <p:animClr clrSpc="rgb" dir="cw">
                                      <p:cBhvr override="childStyle">
                                        <p:cTn id="705" dur="500" autoRev="1" fill="remove"/>
                                        <p:tgtEl>
                                          <p:spTgt spid="40"/>
                                        </p:tgtEl>
                                        <p:attrNameLst>
                                          <p:attrName>style.color</p:attrName>
                                        </p:attrNameLst>
                                      </p:cBhvr>
                                      <p:to>
                                        <a:srgbClr val="92D050"/>
                                      </p:to>
                                    </p:animClr>
                                    <p:animClr clrSpc="rgb" dir="cw">
                                      <p:cBhvr>
                                        <p:cTn id="706" dur="500" autoRev="1" fill="remove"/>
                                        <p:tgtEl>
                                          <p:spTgt spid="40"/>
                                        </p:tgtEl>
                                        <p:attrNameLst>
                                          <p:attrName>fillcolor</p:attrName>
                                        </p:attrNameLst>
                                      </p:cBhvr>
                                      <p:to>
                                        <a:srgbClr val="92D050"/>
                                      </p:to>
                                    </p:animClr>
                                    <p:set>
                                      <p:cBhvr>
                                        <p:cTn id="707" dur="500" autoRev="1" fill="remove"/>
                                        <p:tgtEl>
                                          <p:spTgt spid="40"/>
                                        </p:tgtEl>
                                        <p:attrNameLst>
                                          <p:attrName>fill.type</p:attrName>
                                        </p:attrNameLst>
                                      </p:cBhvr>
                                      <p:to>
                                        <p:strVal val="solid"/>
                                      </p:to>
                                    </p:set>
                                    <p:set>
                                      <p:cBhvr>
                                        <p:cTn id="708" dur="500" autoRev="1" fill="remove"/>
                                        <p:tgtEl>
                                          <p:spTgt spid="40"/>
                                        </p:tgtEl>
                                        <p:attrNameLst>
                                          <p:attrName>fill.on</p:attrName>
                                        </p:attrNameLst>
                                      </p:cBhvr>
                                      <p:to>
                                        <p:strVal val="true"/>
                                      </p:to>
                                    </p:set>
                                  </p:childTnLst>
                                </p:cTn>
                              </p:par>
                            </p:childTnLst>
                          </p:cTn>
                        </p:par>
                        <p:par>
                          <p:cTn id="709" fill="hold">
                            <p:stCondLst>
                              <p:cond delay="3000"/>
                            </p:stCondLst>
                            <p:childTnLst>
                              <p:par>
                                <p:cTn id="710" presetID="37" presetClass="path" presetSubtype="0" accel="50000" decel="50000" fill="hold" grpId="3" nodeType="afterEffect">
                                  <p:stCondLst>
                                    <p:cond delay="0"/>
                                  </p:stCondLst>
                                  <p:childTnLst>
                                    <p:animMotion origin="layout" path="M -2.70833E-6 -0.00023 L -0.03437 0.03982 C -0.04114 0.04884 -0.05208 0.05371 -0.06315 0.05371 C -0.07591 0.05371 -0.0862 0.04884 -0.09323 0.03982 L -0.12656 -0.00023 " pathEditMode="relative" rAng="0" ptsTypes="AAAAA">
                                      <p:cBhvr>
                                        <p:cTn id="711" dur="2000" fill="hold"/>
                                        <p:tgtEl>
                                          <p:spTgt spid="40"/>
                                        </p:tgtEl>
                                        <p:attrNameLst>
                                          <p:attrName>ppt_x</p:attrName>
                                          <p:attrName>ppt_y</p:attrName>
                                        </p:attrNameLst>
                                      </p:cBhvr>
                                      <p:rCtr x="-6328" y="2685"/>
                                    </p:animMotion>
                                  </p:childTnLst>
                                </p:cTn>
                              </p:par>
                            </p:childTnLst>
                          </p:cTn>
                        </p:par>
                        <p:par>
                          <p:cTn id="712" fill="hold">
                            <p:stCondLst>
                              <p:cond delay="5000"/>
                            </p:stCondLst>
                            <p:childTnLst>
                              <p:par>
                                <p:cTn id="713" presetID="63" presetClass="path" presetSubtype="0" accel="50000" decel="50000" fill="hold" grpId="1" nodeType="afterEffect">
                                  <p:stCondLst>
                                    <p:cond delay="0"/>
                                  </p:stCondLst>
                                  <p:childTnLst>
                                    <p:animMotion origin="layout" path="M -2.08333E-7 1.11111E-6 L 0.04362 0.00162 " pathEditMode="relative" rAng="0" ptsTypes="AA">
                                      <p:cBhvr>
                                        <p:cTn id="714" dur="1000" fill="hold"/>
                                        <p:tgtEl>
                                          <p:spTgt spid="65"/>
                                        </p:tgtEl>
                                        <p:attrNameLst>
                                          <p:attrName>ppt_x</p:attrName>
                                          <p:attrName>ppt_y</p:attrName>
                                        </p:attrNameLst>
                                      </p:cBhvr>
                                      <p:rCtr x="2187" y="23"/>
                                    </p:animMotion>
                                  </p:childTnLst>
                                </p:cTn>
                              </p:par>
                              <p:par>
                                <p:cTn id="715" presetID="35" presetClass="path" presetSubtype="0" accel="50000" decel="50000" fill="hold" grpId="6" nodeType="withEffect">
                                  <p:stCondLst>
                                    <p:cond delay="0"/>
                                  </p:stCondLst>
                                  <p:childTnLst>
                                    <p:animMotion origin="layout" path="M 0.12748 0.06459 L 0.04089 0.06435 " pathEditMode="relative" rAng="0" ptsTypes="AA">
                                      <p:cBhvr>
                                        <p:cTn id="716" dur="2000" fill="hold"/>
                                        <p:tgtEl>
                                          <p:spTgt spid="75"/>
                                        </p:tgtEl>
                                        <p:attrNameLst>
                                          <p:attrName>ppt_x</p:attrName>
                                          <p:attrName>ppt_y</p:attrName>
                                        </p:attrNameLst>
                                      </p:cBhvr>
                                      <p:rCtr x="-4336" y="-23"/>
                                    </p:animMotion>
                                  </p:childTnLst>
                                </p:cTn>
                              </p:par>
                              <p:par>
                                <p:cTn id="717" presetID="35" presetClass="path" presetSubtype="0" accel="50000" decel="50000" fill="hold" nodeType="withEffect">
                                  <p:stCondLst>
                                    <p:cond delay="0"/>
                                  </p:stCondLst>
                                  <p:childTnLst>
                                    <p:animMotion origin="layout" path="M 0.29726 -0.00023 L 0.2112 -0.00023 " pathEditMode="relative" rAng="0" ptsTypes="AA">
                                      <p:cBhvr>
                                        <p:cTn id="718" dur="2000" fill="hold"/>
                                        <p:tgtEl>
                                          <p:spTgt spid="10"/>
                                        </p:tgtEl>
                                        <p:attrNameLst>
                                          <p:attrName>ppt_x</p:attrName>
                                          <p:attrName>ppt_y</p:attrName>
                                        </p:attrNameLst>
                                      </p:cBhvr>
                                      <p:rCtr x="-4258" y="0"/>
                                    </p:animMotion>
                                  </p:childTnLst>
                                </p:cTn>
                              </p:par>
                            </p:childTnLst>
                          </p:cTn>
                        </p:par>
                        <p:par>
                          <p:cTn id="719" fill="hold">
                            <p:stCondLst>
                              <p:cond delay="7000"/>
                            </p:stCondLst>
                            <p:childTnLst>
                              <p:par>
                                <p:cTn id="720" presetID="27" presetClass="emph" presetSubtype="0" fill="remove" grpId="5" nodeType="afterEffect">
                                  <p:stCondLst>
                                    <p:cond delay="0"/>
                                  </p:stCondLst>
                                  <p:childTnLst>
                                    <p:animClr clrSpc="rgb" dir="cw">
                                      <p:cBhvr override="childStyle">
                                        <p:cTn id="721" dur="500" autoRev="1" fill="remove"/>
                                        <p:tgtEl>
                                          <p:spTgt spid="75"/>
                                        </p:tgtEl>
                                        <p:attrNameLst>
                                          <p:attrName>style.color</p:attrName>
                                        </p:attrNameLst>
                                      </p:cBhvr>
                                      <p:to>
                                        <a:schemeClr val="bg1"/>
                                      </p:to>
                                    </p:animClr>
                                    <p:animClr clrSpc="rgb" dir="cw">
                                      <p:cBhvr>
                                        <p:cTn id="722" dur="500" autoRev="1" fill="remove"/>
                                        <p:tgtEl>
                                          <p:spTgt spid="75"/>
                                        </p:tgtEl>
                                        <p:attrNameLst>
                                          <p:attrName>fillcolor</p:attrName>
                                        </p:attrNameLst>
                                      </p:cBhvr>
                                      <p:to>
                                        <a:schemeClr val="bg1"/>
                                      </p:to>
                                    </p:animClr>
                                    <p:set>
                                      <p:cBhvr>
                                        <p:cTn id="723" dur="500" autoRev="1" fill="remove"/>
                                        <p:tgtEl>
                                          <p:spTgt spid="75"/>
                                        </p:tgtEl>
                                        <p:attrNameLst>
                                          <p:attrName>fill.type</p:attrName>
                                        </p:attrNameLst>
                                      </p:cBhvr>
                                      <p:to>
                                        <p:strVal val="solid"/>
                                      </p:to>
                                    </p:set>
                                    <p:set>
                                      <p:cBhvr>
                                        <p:cTn id="724" dur="500" autoRev="1" fill="remove"/>
                                        <p:tgtEl>
                                          <p:spTgt spid="75"/>
                                        </p:tgtEl>
                                        <p:attrNameLst>
                                          <p:attrName>fill.on</p:attrName>
                                        </p:attrNameLst>
                                      </p:cBhvr>
                                      <p:to>
                                        <p:strVal val="true"/>
                                      </p:to>
                                    </p:set>
                                  </p:childTnLst>
                                </p:cTn>
                              </p:par>
                              <p:par>
                                <p:cTn id="725" presetID="27" presetClass="emph" presetSubtype="0" fill="remove" grpId="3" nodeType="withEffect">
                                  <p:stCondLst>
                                    <p:cond delay="0"/>
                                  </p:stCondLst>
                                  <p:childTnLst>
                                    <p:animClr clrSpc="rgb" dir="cw">
                                      <p:cBhvr override="childStyle">
                                        <p:cTn id="726" dur="500" autoRev="1" fill="remove"/>
                                        <p:tgtEl>
                                          <p:spTgt spid="37"/>
                                        </p:tgtEl>
                                        <p:attrNameLst>
                                          <p:attrName>style.color</p:attrName>
                                        </p:attrNameLst>
                                      </p:cBhvr>
                                      <p:to>
                                        <a:srgbClr val="92D050"/>
                                      </p:to>
                                    </p:animClr>
                                    <p:animClr clrSpc="rgb" dir="cw">
                                      <p:cBhvr>
                                        <p:cTn id="727" dur="500" autoRev="1" fill="remove"/>
                                        <p:tgtEl>
                                          <p:spTgt spid="37"/>
                                        </p:tgtEl>
                                        <p:attrNameLst>
                                          <p:attrName>fillcolor</p:attrName>
                                        </p:attrNameLst>
                                      </p:cBhvr>
                                      <p:to>
                                        <a:srgbClr val="92D050"/>
                                      </p:to>
                                    </p:animClr>
                                    <p:set>
                                      <p:cBhvr>
                                        <p:cTn id="728" dur="500" autoRev="1" fill="remove"/>
                                        <p:tgtEl>
                                          <p:spTgt spid="37"/>
                                        </p:tgtEl>
                                        <p:attrNameLst>
                                          <p:attrName>fill.type</p:attrName>
                                        </p:attrNameLst>
                                      </p:cBhvr>
                                      <p:to>
                                        <p:strVal val="solid"/>
                                      </p:to>
                                    </p:set>
                                    <p:set>
                                      <p:cBhvr>
                                        <p:cTn id="729" dur="500" autoRev="1" fill="remove"/>
                                        <p:tgtEl>
                                          <p:spTgt spid="37"/>
                                        </p:tgtEl>
                                        <p:attrNameLst>
                                          <p:attrName>fill.on</p:attrName>
                                        </p:attrNameLst>
                                      </p:cBhvr>
                                      <p:to>
                                        <p:strVal val="true"/>
                                      </p:to>
                                    </p:set>
                                  </p:childTnLst>
                                </p:cTn>
                              </p:par>
                            </p:childTnLst>
                          </p:cTn>
                        </p:par>
                        <p:par>
                          <p:cTn id="730" fill="hold">
                            <p:stCondLst>
                              <p:cond delay="8000"/>
                            </p:stCondLst>
                            <p:childTnLst>
                              <p:par>
                                <p:cTn id="731" presetID="37" presetClass="path" presetSubtype="0" accel="50000" decel="50000" fill="hold" grpId="4" nodeType="afterEffect">
                                  <p:stCondLst>
                                    <p:cond delay="0"/>
                                  </p:stCondLst>
                                  <p:childTnLst>
                                    <p:animMotion origin="layout" path="M 0.08464 0.00093 L 0.10703 0.04097 C 0.11172 0.05 0.11875 0.05486 0.12617 0.05486 C 0.13451 0.05486 0.14128 0.05 0.14597 0.04097 L 0.16862 0.00093 " pathEditMode="relative" rAng="0" ptsTypes="AAAAA">
                                      <p:cBhvr>
                                        <p:cTn id="732" dur="2000" fill="hold"/>
                                        <p:tgtEl>
                                          <p:spTgt spid="37"/>
                                        </p:tgtEl>
                                        <p:attrNameLst>
                                          <p:attrName>ppt_x</p:attrName>
                                          <p:attrName>ppt_y</p:attrName>
                                        </p:attrNameLst>
                                      </p:cBhvr>
                                      <p:rCtr x="4193" y="2685"/>
                                    </p:animMotion>
                                  </p:childTnLst>
                                </p:cTn>
                              </p:par>
                            </p:childTnLst>
                          </p:cTn>
                        </p:par>
                        <p:par>
                          <p:cTn id="733" fill="hold">
                            <p:stCondLst>
                              <p:cond delay="10000"/>
                            </p:stCondLst>
                            <p:childTnLst>
                              <p:par>
                                <p:cTn id="734" presetID="35" presetClass="path" presetSubtype="0" accel="50000" decel="50000" fill="hold" grpId="1" nodeType="afterEffect">
                                  <p:stCondLst>
                                    <p:cond delay="0"/>
                                  </p:stCondLst>
                                  <p:childTnLst>
                                    <p:animMotion origin="layout" path="M -2.70833E-6 1.85185E-6 L -0.04101 -0.00046 " pathEditMode="relative" rAng="0" ptsTypes="AA">
                                      <p:cBhvr>
                                        <p:cTn id="735" dur="1000" fill="hold"/>
                                        <p:tgtEl>
                                          <p:spTgt spid="66"/>
                                        </p:tgtEl>
                                        <p:attrNameLst>
                                          <p:attrName>ppt_x</p:attrName>
                                          <p:attrName>ppt_y</p:attrName>
                                        </p:attrNameLst>
                                      </p:cBhvr>
                                      <p:rCtr x="-2057" y="-23"/>
                                    </p:animMotion>
                                  </p:childTnLst>
                                </p:cTn>
                              </p:par>
                              <p:par>
                                <p:cTn id="736" presetID="35" presetClass="path" presetSubtype="0" accel="50000" decel="50000" fill="hold" nodeType="withEffect">
                                  <p:stCondLst>
                                    <p:cond delay="0"/>
                                  </p:stCondLst>
                                  <p:childTnLst>
                                    <p:animMotion origin="layout" path="M 0.2112 -0.00023 L 0.25443 -1.48148E-6 " pathEditMode="relative" rAng="0" ptsTypes="AA">
                                      <p:cBhvr>
                                        <p:cTn id="737" dur="1000" fill="hold"/>
                                        <p:tgtEl>
                                          <p:spTgt spid="10"/>
                                        </p:tgtEl>
                                        <p:attrNameLst>
                                          <p:attrName>ppt_x</p:attrName>
                                          <p:attrName>ppt_y</p:attrName>
                                        </p:attrNameLst>
                                      </p:cBhvr>
                                      <p:rCtr x="2174" y="0"/>
                                    </p:animMotion>
                                  </p:childTnLst>
                                </p:cTn>
                              </p:par>
                              <p:par>
                                <p:cTn id="738" presetID="63" presetClass="path" presetSubtype="0" accel="50000" decel="50000" fill="hold" grpId="8" nodeType="withEffect">
                                  <p:stCondLst>
                                    <p:cond delay="0"/>
                                  </p:stCondLst>
                                  <p:childTnLst>
                                    <p:animMotion origin="layout" path="M 0.04037 0.06343 L 0.08412 0.06458 " pathEditMode="relative" rAng="0" ptsTypes="AA">
                                      <p:cBhvr>
                                        <p:cTn id="739" dur="1000" fill="hold"/>
                                        <p:tgtEl>
                                          <p:spTgt spid="75"/>
                                        </p:tgtEl>
                                        <p:attrNameLst>
                                          <p:attrName>ppt_x</p:attrName>
                                          <p:attrName>ppt_y</p:attrName>
                                        </p:attrNameLst>
                                      </p:cBhvr>
                                      <p:rCtr x="2174" y="0"/>
                                    </p:animMotion>
                                  </p:childTnLst>
                                </p:cTn>
                              </p:par>
                            </p:childTnLst>
                          </p:cTn>
                        </p:par>
                        <p:par>
                          <p:cTn id="740" fill="hold">
                            <p:stCondLst>
                              <p:cond delay="11000"/>
                            </p:stCondLst>
                            <p:childTnLst>
                              <p:par>
                                <p:cTn id="741" presetID="27" presetClass="emph" presetSubtype="0" fill="remove" grpId="9" nodeType="afterEffect">
                                  <p:stCondLst>
                                    <p:cond delay="0"/>
                                  </p:stCondLst>
                                  <p:childTnLst>
                                    <p:animClr clrSpc="rgb" dir="cw">
                                      <p:cBhvr override="childStyle">
                                        <p:cTn id="742" dur="500" autoRev="1" fill="remove"/>
                                        <p:tgtEl>
                                          <p:spTgt spid="75"/>
                                        </p:tgtEl>
                                        <p:attrNameLst>
                                          <p:attrName>style.color</p:attrName>
                                        </p:attrNameLst>
                                      </p:cBhvr>
                                      <p:to>
                                        <a:schemeClr val="bg1"/>
                                      </p:to>
                                    </p:animClr>
                                    <p:animClr clrSpc="rgb" dir="cw">
                                      <p:cBhvr>
                                        <p:cTn id="743" dur="500" autoRev="1" fill="remove"/>
                                        <p:tgtEl>
                                          <p:spTgt spid="75"/>
                                        </p:tgtEl>
                                        <p:attrNameLst>
                                          <p:attrName>fillcolor</p:attrName>
                                        </p:attrNameLst>
                                      </p:cBhvr>
                                      <p:to>
                                        <a:schemeClr val="bg1"/>
                                      </p:to>
                                    </p:animClr>
                                    <p:set>
                                      <p:cBhvr>
                                        <p:cTn id="744" dur="500" autoRev="1" fill="remove"/>
                                        <p:tgtEl>
                                          <p:spTgt spid="75"/>
                                        </p:tgtEl>
                                        <p:attrNameLst>
                                          <p:attrName>fill.type</p:attrName>
                                        </p:attrNameLst>
                                      </p:cBhvr>
                                      <p:to>
                                        <p:strVal val="solid"/>
                                      </p:to>
                                    </p:set>
                                    <p:set>
                                      <p:cBhvr>
                                        <p:cTn id="745" dur="500" autoRev="1" fill="remove"/>
                                        <p:tgtEl>
                                          <p:spTgt spid="75"/>
                                        </p:tgtEl>
                                        <p:attrNameLst>
                                          <p:attrName>fill.on</p:attrName>
                                        </p:attrNameLst>
                                      </p:cBhvr>
                                      <p:to>
                                        <p:strVal val="true"/>
                                      </p:to>
                                    </p:set>
                                  </p:childTnLst>
                                </p:cTn>
                              </p:par>
                              <p:par>
                                <p:cTn id="746" presetID="27" presetClass="emph" presetSubtype="0" fill="remove" grpId="3" nodeType="withEffect">
                                  <p:stCondLst>
                                    <p:cond delay="0"/>
                                  </p:stCondLst>
                                  <p:childTnLst>
                                    <p:animClr clrSpc="rgb" dir="cw">
                                      <p:cBhvr override="childStyle">
                                        <p:cTn id="747" dur="500" autoRev="1" fill="remove"/>
                                        <p:tgtEl>
                                          <p:spTgt spid="36"/>
                                        </p:tgtEl>
                                        <p:attrNameLst>
                                          <p:attrName>style.color</p:attrName>
                                        </p:attrNameLst>
                                      </p:cBhvr>
                                      <p:to>
                                        <a:srgbClr val="92D050"/>
                                      </p:to>
                                    </p:animClr>
                                    <p:animClr clrSpc="rgb" dir="cw">
                                      <p:cBhvr>
                                        <p:cTn id="748" dur="500" autoRev="1" fill="remove"/>
                                        <p:tgtEl>
                                          <p:spTgt spid="36"/>
                                        </p:tgtEl>
                                        <p:attrNameLst>
                                          <p:attrName>fillcolor</p:attrName>
                                        </p:attrNameLst>
                                      </p:cBhvr>
                                      <p:to>
                                        <a:srgbClr val="92D050"/>
                                      </p:to>
                                    </p:animClr>
                                    <p:set>
                                      <p:cBhvr>
                                        <p:cTn id="749" dur="500" autoRev="1" fill="remove"/>
                                        <p:tgtEl>
                                          <p:spTgt spid="36"/>
                                        </p:tgtEl>
                                        <p:attrNameLst>
                                          <p:attrName>fill.type</p:attrName>
                                        </p:attrNameLst>
                                      </p:cBhvr>
                                      <p:to>
                                        <p:strVal val="solid"/>
                                      </p:to>
                                    </p:set>
                                    <p:set>
                                      <p:cBhvr>
                                        <p:cTn id="750" dur="500" autoRev="1" fill="remove"/>
                                        <p:tgtEl>
                                          <p:spTgt spid="36"/>
                                        </p:tgtEl>
                                        <p:attrNameLst>
                                          <p:attrName>fill.on</p:attrName>
                                        </p:attrNameLst>
                                      </p:cBhvr>
                                      <p:to>
                                        <p:strVal val="true"/>
                                      </p:to>
                                    </p:set>
                                  </p:childTnLst>
                                </p:cTn>
                              </p:par>
                            </p:childTnLst>
                          </p:cTn>
                        </p:par>
                        <p:par>
                          <p:cTn id="751" fill="hold">
                            <p:stCondLst>
                              <p:cond delay="12000"/>
                            </p:stCondLst>
                            <p:childTnLst>
                              <p:par>
                                <p:cTn id="752" presetID="37" presetClass="path" presetSubtype="0" accel="50000" decel="50000" fill="hold" grpId="4" nodeType="afterEffect">
                                  <p:stCondLst>
                                    <p:cond delay="0"/>
                                  </p:stCondLst>
                                  <p:childTnLst>
                                    <p:animMotion origin="layout" path="M 0.1694 0.00093 L 0.15808 0.04097 C 0.15599 0.05 0.15235 0.05486 0.14857 0.05486 C 0.14454 0.05486 0.14115 0.05 0.13868 0.04097 L 0.12735 0.00093 " pathEditMode="relative" rAng="0" ptsTypes="AAAAA">
                                      <p:cBhvr>
                                        <p:cTn id="753" dur="2000" fill="hold"/>
                                        <p:tgtEl>
                                          <p:spTgt spid="36"/>
                                        </p:tgtEl>
                                        <p:attrNameLst>
                                          <p:attrName>ppt_x</p:attrName>
                                          <p:attrName>ppt_y</p:attrName>
                                        </p:attrNameLst>
                                      </p:cBhvr>
                                      <p:rCtr x="-2109" y="2685"/>
                                    </p:animMotion>
                                  </p:childTnLst>
                                </p:cTn>
                              </p:par>
                            </p:childTnLst>
                          </p:cTn>
                        </p:par>
                        <p:par>
                          <p:cTn id="754" fill="hold">
                            <p:stCondLst>
                              <p:cond delay="14000"/>
                            </p:stCondLst>
                            <p:childTnLst>
                              <p:par>
                                <p:cTn id="755" presetID="63" presetClass="path" presetSubtype="0" accel="50000" decel="50000" fill="hold" grpId="4" nodeType="afterEffect">
                                  <p:stCondLst>
                                    <p:cond delay="0"/>
                                  </p:stCondLst>
                                  <p:childTnLst>
                                    <p:animMotion origin="layout" path="M 0.04362 0.00162 L 0.0862 0.00162 " pathEditMode="relative" rAng="0" ptsTypes="AA">
                                      <p:cBhvr>
                                        <p:cTn id="756" dur="1000" fill="hold"/>
                                        <p:tgtEl>
                                          <p:spTgt spid="65"/>
                                        </p:tgtEl>
                                        <p:attrNameLst>
                                          <p:attrName>ppt_x</p:attrName>
                                          <p:attrName>ppt_y</p:attrName>
                                        </p:attrNameLst>
                                      </p:cBhvr>
                                      <p:rCtr x="2148" y="-69"/>
                                    </p:animMotion>
                                  </p:childTnLst>
                                </p:cTn>
                              </p:par>
                            </p:childTnLst>
                          </p:cTn>
                        </p:par>
                        <p:par>
                          <p:cTn id="757" fill="hold">
                            <p:stCondLst>
                              <p:cond delay="15000"/>
                            </p:stCondLst>
                            <p:childTnLst>
                              <p:par>
                                <p:cTn id="758" presetID="45" presetClass="entr" presetSubtype="0" fill="hold" grpId="2" nodeType="afterEffect">
                                  <p:stCondLst>
                                    <p:cond delay="0"/>
                                  </p:stCondLst>
                                  <p:childTnLst>
                                    <p:set>
                                      <p:cBhvr>
                                        <p:cTn id="759" dur="1" fill="hold">
                                          <p:stCondLst>
                                            <p:cond delay="0"/>
                                          </p:stCondLst>
                                        </p:cTn>
                                        <p:tgtEl>
                                          <p:spTgt spid="65"/>
                                        </p:tgtEl>
                                        <p:attrNameLst>
                                          <p:attrName>style.visibility</p:attrName>
                                        </p:attrNameLst>
                                      </p:cBhvr>
                                      <p:to>
                                        <p:strVal val="visible"/>
                                      </p:to>
                                    </p:set>
                                    <p:animEffect transition="in" filter="fade">
                                      <p:cBhvr>
                                        <p:cTn id="760" dur="1000"/>
                                        <p:tgtEl>
                                          <p:spTgt spid="65"/>
                                        </p:tgtEl>
                                      </p:cBhvr>
                                    </p:animEffect>
                                    <p:anim calcmode="lin" valueType="num">
                                      <p:cBhvr>
                                        <p:cTn id="761" dur="1000" fill="hold"/>
                                        <p:tgtEl>
                                          <p:spTgt spid="65"/>
                                        </p:tgtEl>
                                        <p:attrNameLst>
                                          <p:attrName>ppt_w</p:attrName>
                                        </p:attrNameLst>
                                      </p:cBhvr>
                                      <p:tavLst>
                                        <p:tav tm="0" fmla="#ppt_w*sin(2.5*pi*$)">
                                          <p:val>
                                            <p:fltVal val="0"/>
                                          </p:val>
                                        </p:tav>
                                        <p:tav tm="100000">
                                          <p:val>
                                            <p:fltVal val="1"/>
                                          </p:val>
                                        </p:tav>
                                      </p:tavLst>
                                    </p:anim>
                                    <p:anim calcmode="lin" valueType="num">
                                      <p:cBhvr>
                                        <p:cTn id="762" dur="1000" fill="hold"/>
                                        <p:tgtEl>
                                          <p:spTgt spid="65"/>
                                        </p:tgtEl>
                                        <p:attrNameLst>
                                          <p:attrName>ppt_h</p:attrName>
                                        </p:attrNameLst>
                                      </p:cBhvr>
                                      <p:tavLst>
                                        <p:tav tm="0">
                                          <p:val>
                                            <p:strVal val="#ppt_h"/>
                                          </p:val>
                                        </p:tav>
                                        <p:tav tm="100000">
                                          <p:val>
                                            <p:strVal val="#ppt_h"/>
                                          </p:val>
                                        </p:tav>
                                      </p:tavLst>
                                    </p:anim>
                                  </p:childTnLst>
                                </p:cTn>
                              </p:par>
                              <p:par>
                                <p:cTn id="763" presetID="45" presetClass="entr" presetSubtype="0" fill="hold" grpId="2" nodeType="withEffect">
                                  <p:stCondLst>
                                    <p:cond delay="0"/>
                                  </p:stCondLst>
                                  <p:childTnLst>
                                    <p:set>
                                      <p:cBhvr>
                                        <p:cTn id="764" dur="1" fill="hold">
                                          <p:stCondLst>
                                            <p:cond delay="0"/>
                                          </p:stCondLst>
                                        </p:cTn>
                                        <p:tgtEl>
                                          <p:spTgt spid="66"/>
                                        </p:tgtEl>
                                        <p:attrNameLst>
                                          <p:attrName>style.visibility</p:attrName>
                                        </p:attrNameLst>
                                      </p:cBhvr>
                                      <p:to>
                                        <p:strVal val="visible"/>
                                      </p:to>
                                    </p:set>
                                    <p:animEffect transition="in" filter="fade">
                                      <p:cBhvr>
                                        <p:cTn id="765" dur="1000"/>
                                        <p:tgtEl>
                                          <p:spTgt spid="66"/>
                                        </p:tgtEl>
                                      </p:cBhvr>
                                    </p:animEffect>
                                    <p:anim calcmode="lin" valueType="num">
                                      <p:cBhvr>
                                        <p:cTn id="766" dur="1000" fill="hold"/>
                                        <p:tgtEl>
                                          <p:spTgt spid="66"/>
                                        </p:tgtEl>
                                        <p:attrNameLst>
                                          <p:attrName>ppt_w</p:attrName>
                                        </p:attrNameLst>
                                      </p:cBhvr>
                                      <p:tavLst>
                                        <p:tav tm="0" fmla="#ppt_w*sin(2.5*pi*$)">
                                          <p:val>
                                            <p:fltVal val="0"/>
                                          </p:val>
                                        </p:tav>
                                        <p:tav tm="100000">
                                          <p:val>
                                            <p:fltVal val="1"/>
                                          </p:val>
                                        </p:tav>
                                      </p:tavLst>
                                    </p:anim>
                                    <p:anim calcmode="lin" valueType="num">
                                      <p:cBhvr>
                                        <p:cTn id="767" dur="1000" fill="hold"/>
                                        <p:tgtEl>
                                          <p:spTgt spid="66"/>
                                        </p:tgtEl>
                                        <p:attrNameLst>
                                          <p:attrName>ppt_h</p:attrName>
                                        </p:attrNameLst>
                                      </p:cBhvr>
                                      <p:tavLst>
                                        <p:tav tm="0">
                                          <p:val>
                                            <p:strVal val="#ppt_h"/>
                                          </p:val>
                                        </p:tav>
                                        <p:tav tm="100000">
                                          <p:val>
                                            <p:strVal val="#ppt_h"/>
                                          </p:val>
                                        </p:tav>
                                      </p:tavLst>
                                    </p:anim>
                                  </p:childTnLst>
                                </p:cTn>
                              </p:par>
                            </p:childTnLst>
                          </p:cTn>
                        </p:par>
                        <p:par>
                          <p:cTn id="768" fill="hold">
                            <p:stCondLst>
                              <p:cond delay="16000"/>
                            </p:stCondLst>
                            <p:childTnLst>
                              <p:par>
                                <p:cTn id="769" presetID="37" presetClass="path" presetSubtype="0" accel="50000" decel="50000" fill="hold" grpId="3" nodeType="afterEffect">
                                  <p:stCondLst>
                                    <p:cond delay="0"/>
                                  </p:stCondLst>
                                  <p:childTnLst>
                                    <p:animMotion origin="layout" path="M -0.21237 0.00093 L -0.13307 0.04097 C -0.11654 0.05 -0.09167 0.05486 -0.06562 0.05486 C -0.03607 0.05486 -0.01237 0.05 0.0043 0.04097 L 0.08385 0.00093 " pathEditMode="relative" rAng="0" ptsTypes="AAAAA">
                                      <p:cBhvr>
                                        <p:cTn id="770" dur="2000" fill="hold"/>
                                        <p:tgtEl>
                                          <p:spTgt spid="38"/>
                                        </p:tgtEl>
                                        <p:attrNameLst>
                                          <p:attrName>ppt_x</p:attrName>
                                          <p:attrName>ppt_y</p:attrName>
                                        </p:attrNameLst>
                                      </p:cBhvr>
                                      <p:rCtr x="14805" y="2685"/>
                                    </p:animMotion>
                                  </p:childTnLst>
                                </p:cTn>
                              </p:par>
                            </p:childTnLst>
                          </p:cTn>
                        </p:par>
                        <p:par>
                          <p:cTn id="771" fill="hold">
                            <p:stCondLst>
                              <p:cond delay="18000"/>
                            </p:stCondLst>
                            <p:childTnLst>
                              <p:par>
                                <p:cTn id="772" presetID="31" presetClass="entr" presetSubtype="0" fill="hold" grpId="0" nodeType="afterEffect">
                                  <p:stCondLst>
                                    <p:cond delay="0"/>
                                  </p:stCondLst>
                                  <p:childTnLst>
                                    <p:set>
                                      <p:cBhvr>
                                        <p:cTn id="773" dur="1" fill="hold">
                                          <p:stCondLst>
                                            <p:cond delay="0"/>
                                          </p:stCondLst>
                                        </p:cTn>
                                        <p:tgtEl>
                                          <p:spTgt spid="76"/>
                                        </p:tgtEl>
                                        <p:attrNameLst>
                                          <p:attrName>style.visibility</p:attrName>
                                        </p:attrNameLst>
                                      </p:cBhvr>
                                      <p:to>
                                        <p:strVal val="visible"/>
                                      </p:to>
                                    </p:set>
                                    <p:anim calcmode="lin" valueType="num">
                                      <p:cBhvr>
                                        <p:cTn id="774" dur="1000" fill="hold"/>
                                        <p:tgtEl>
                                          <p:spTgt spid="76"/>
                                        </p:tgtEl>
                                        <p:attrNameLst>
                                          <p:attrName>ppt_w</p:attrName>
                                        </p:attrNameLst>
                                      </p:cBhvr>
                                      <p:tavLst>
                                        <p:tav tm="0">
                                          <p:val>
                                            <p:fltVal val="0"/>
                                          </p:val>
                                        </p:tav>
                                        <p:tav tm="100000">
                                          <p:val>
                                            <p:strVal val="#ppt_w"/>
                                          </p:val>
                                        </p:tav>
                                      </p:tavLst>
                                    </p:anim>
                                    <p:anim calcmode="lin" valueType="num">
                                      <p:cBhvr>
                                        <p:cTn id="775" dur="1000" fill="hold"/>
                                        <p:tgtEl>
                                          <p:spTgt spid="76"/>
                                        </p:tgtEl>
                                        <p:attrNameLst>
                                          <p:attrName>ppt_h</p:attrName>
                                        </p:attrNameLst>
                                      </p:cBhvr>
                                      <p:tavLst>
                                        <p:tav tm="0">
                                          <p:val>
                                            <p:fltVal val="0"/>
                                          </p:val>
                                        </p:tav>
                                        <p:tav tm="100000">
                                          <p:val>
                                            <p:strVal val="#ppt_h"/>
                                          </p:val>
                                        </p:tav>
                                      </p:tavLst>
                                    </p:anim>
                                    <p:anim calcmode="lin" valueType="num">
                                      <p:cBhvr>
                                        <p:cTn id="776" dur="1000" fill="hold"/>
                                        <p:tgtEl>
                                          <p:spTgt spid="76"/>
                                        </p:tgtEl>
                                        <p:attrNameLst>
                                          <p:attrName>style.rotation</p:attrName>
                                        </p:attrNameLst>
                                      </p:cBhvr>
                                      <p:tavLst>
                                        <p:tav tm="0">
                                          <p:val>
                                            <p:fltVal val="90"/>
                                          </p:val>
                                        </p:tav>
                                        <p:tav tm="100000">
                                          <p:val>
                                            <p:fltVal val="0"/>
                                          </p:val>
                                        </p:tav>
                                      </p:tavLst>
                                    </p:anim>
                                    <p:animEffect transition="in" filter="fade">
                                      <p:cBhvr>
                                        <p:cTn id="777" dur="1000"/>
                                        <p:tgtEl>
                                          <p:spTgt spid="76"/>
                                        </p:tgtEl>
                                      </p:cBhvr>
                                    </p:animEffect>
                                  </p:childTnLst>
                                </p:cTn>
                              </p:par>
                            </p:childTnLst>
                          </p:cTn>
                        </p:par>
                        <p:par>
                          <p:cTn id="778" fill="hold">
                            <p:stCondLst>
                              <p:cond delay="19000"/>
                            </p:stCondLst>
                            <p:childTnLst>
                              <p:par>
                                <p:cTn id="779" presetID="35" presetClass="path" presetSubtype="0" accel="50000" decel="50000" fill="hold" grpId="1" nodeType="afterEffect">
                                  <p:stCondLst>
                                    <p:cond delay="0"/>
                                  </p:stCondLst>
                                  <p:childTnLst>
                                    <p:animMotion origin="layout" path="M 5E-6 0 L -0.42214 0.56181 " pathEditMode="relative" rAng="0" ptsTypes="AA">
                                      <p:cBhvr>
                                        <p:cTn id="780" dur="2000" fill="hold"/>
                                        <p:tgtEl>
                                          <p:spTgt spid="76"/>
                                        </p:tgtEl>
                                        <p:attrNameLst>
                                          <p:attrName>ppt_x</p:attrName>
                                          <p:attrName>ppt_y</p:attrName>
                                        </p:attrNameLst>
                                      </p:cBhvr>
                                      <p:rCtr x="-21107" y="28079"/>
                                    </p:animMotion>
                                  </p:childTnLst>
                                </p:cTn>
                              </p:par>
                            </p:childTnLst>
                          </p:cTn>
                        </p:par>
                      </p:childTnLst>
                    </p:cTn>
                  </p:par>
                  <p:par>
                    <p:cTn id="781" fill="hold">
                      <p:stCondLst>
                        <p:cond delay="indefinite"/>
                      </p:stCondLst>
                      <p:childTnLst>
                        <p:par>
                          <p:cTn id="782" fill="hold">
                            <p:stCondLst>
                              <p:cond delay="0"/>
                            </p:stCondLst>
                            <p:childTnLst>
                              <p:par>
                                <p:cTn id="783" presetID="22" presetClass="exit" presetSubtype="1" fill="hold" nodeType="clickEffect">
                                  <p:stCondLst>
                                    <p:cond delay="0"/>
                                  </p:stCondLst>
                                  <p:childTnLst>
                                    <p:animEffect transition="out" filter="wipe(up)">
                                      <p:cBhvr>
                                        <p:cTn id="784" dur="500"/>
                                        <p:tgtEl>
                                          <p:spTgt spid="62"/>
                                        </p:tgtEl>
                                      </p:cBhvr>
                                    </p:animEffect>
                                    <p:set>
                                      <p:cBhvr>
                                        <p:cTn id="785" dur="1" fill="hold">
                                          <p:stCondLst>
                                            <p:cond delay="499"/>
                                          </p:stCondLst>
                                        </p:cTn>
                                        <p:tgtEl>
                                          <p:spTgt spid="62"/>
                                        </p:tgtEl>
                                        <p:attrNameLst>
                                          <p:attrName>style.visibility</p:attrName>
                                        </p:attrNameLst>
                                      </p:cBhvr>
                                      <p:to>
                                        <p:strVal val="hidden"/>
                                      </p:to>
                                    </p:set>
                                  </p:childTnLst>
                                </p:cTn>
                              </p:par>
                              <p:par>
                                <p:cTn id="786" presetID="10" presetClass="exit" presetSubtype="0" fill="hold" grpId="3" nodeType="withEffect">
                                  <p:stCondLst>
                                    <p:cond delay="0"/>
                                  </p:stCondLst>
                                  <p:childTnLst>
                                    <p:animEffect transition="out" filter="fade">
                                      <p:cBhvr>
                                        <p:cTn id="787" dur="500"/>
                                        <p:tgtEl>
                                          <p:spTgt spid="75"/>
                                        </p:tgtEl>
                                      </p:cBhvr>
                                    </p:animEffect>
                                    <p:set>
                                      <p:cBhvr>
                                        <p:cTn id="788" dur="1" fill="hold">
                                          <p:stCondLst>
                                            <p:cond delay="499"/>
                                          </p:stCondLst>
                                        </p:cTn>
                                        <p:tgtEl>
                                          <p:spTgt spid="75"/>
                                        </p:tgtEl>
                                        <p:attrNameLst>
                                          <p:attrName>style.visibility</p:attrName>
                                        </p:attrNameLst>
                                      </p:cBhvr>
                                      <p:to>
                                        <p:strVal val="hidden"/>
                                      </p:to>
                                    </p:set>
                                  </p:childTnLst>
                                </p:cTn>
                              </p:par>
                              <p:par>
                                <p:cTn id="789" presetID="10" presetClass="exit" presetSubtype="0" fill="hold" nodeType="withEffect">
                                  <p:stCondLst>
                                    <p:cond delay="0"/>
                                  </p:stCondLst>
                                  <p:childTnLst>
                                    <p:animEffect transition="out" filter="fade">
                                      <p:cBhvr>
                                        <p:cTn id="790" dur="500"/>
                                        <p:tgtEl>
                                          <p:spTgt spid="10"/>
                                        </p:tgtEl>
                                      </p:cBhvr>
                                    </p:animEffect>
                                    <p:set>
                                      <p:cBhvr>
                                        <p:cTn id="791" dur="1" fill="hold">
                                          <p:stCondLst>
                                            <p:cond delay="499"/>
                                          </p:stCondLst>
                                        </p:cTn>
                                        <p:tgtEl>
                                          <p:spTgt spid="10"/>
                                        </p:tgtEl>
                                        <p:attrNameLst>
                                          <p:attrName>style.visibility</p:attrName>
                                        </p:attrNameLst>
                                      </p:cBhvr>
                                      <p:to>
                                        <p:strVal val="hidden"/>
                                      </p:to>
                                    </p:set>
                                  </p:childTnLst>
                                </p:cTn>
                              </p:par>
                            </p:childTnLst>
                          </p:cTn>
                        </p:par>
                        <p:par>
                          <p:cTn id="792" fill="hold">
                            <p:stCondLst>
                              <p:cond delay="500"/>
                            </p:stCondLst>
                            <p:childTnLst>
                              <p:par>
                                <p:cTn id="793" presetID="22" presetClass="entr" presetSubtype="8" fill="hold" nodeType="afterEffect">
                                  <p:stCondLst>
                                    <p:cond delay="0"/>
                                  </p:stCondLst>
                                  <p:childTnLst>
                                    <p:set>
                                      <p:cBhvr>
                                        <p:cTn id="794" dur="1" fill="hold">
                                          <p:stCondLst>
                                            <p:cond delay="0"/>
                                          </p:stCondLst>
                                        </p:cTn>
                                        <p:tgtEl>
                                          <p:spTgt spid="63"/>
                                        </p:tgtEl>
                                        <p:attrNameLst>
                                          <p:attrName>style.visibility</p:attrName>
                                        </p:attrNameLst>
                                      </p:cBhvr>
                                      <p:to>
                                        <p:strVal val="visible"/>
                                      </p:to>
                                    </p:set>
                                    <p:animEffect transition="in" filter="wipe(left)">
                                      <p:cBhvr>
                                        <p:cTn id="795" dur="500"/>
                                        <p:tgtEl>
                                          <p:spTgt spid="63"/>
                                        </p:tgtEl>
                                      </p:cBhvr>
                                    </p:animEffect>
                                  </p:childTnLst>
                                </p:cTn>
                              </p:par>
                            </p:childTnLst>
                          </p:cTn>
                        </p:par>
                        <p:par>
                          <p:cTn id="796" fill="hold">
                            <p:stCondLst>
                              <p:cond delay="1500"/>
                            </p:stCondLst>
                            <p:childTnLst>
                              <p:par>
                                <p:cTn id="797" presetID="16" presetClass="entr" presetSubtype="21" fill="hold" nodeType="afterEffect">
                                  <p:stCondLst>
                                    <p:cond delay="0"/>
                                  </p:stCondLst>
                                  <p:childTnLst>
                                    <p:set>
                                      <p:cBhvr>
                                        <p:cTn id="798" dur="1" fill="hold">
                                          <p:stCondLst>
                                            <p:cond delay="0"/>
                                          </p:stCondLst>
                                        </p:cTn>
                                        <p:tgtEl>
                                          <p:spTgt spid="72"/>
                                        </p:tgtEl>
                                        <p:attrNameLst>
                                          <p:attrName>style.visibility</p:attrName>
                                        </p:attrNameLst>
                                      </p:cBhvr>
                                      <p:to>
                                        <p:strVal val="visible"/>
                                      </p:to>
                                    </p:set>
                                    <p:animEffect transition="in" filter="barn(inVertical)">
                                      <p:cBhvr>
                                        <p:cTn id="799" dur="500"/>
                                        <p:tgtEl>
                                          <p:spTgt spid="72"/>
                                        </p:tgtEl>
                                      </p:cBhvr>
                                    </p:animEffect>
                                  </p:childTnLst>
                                </p:cTn>
                              </p:par>
                            </p:childTnLst>
                          </p:cTn>
                        </p:par>
                      </p:childTnLst>
                    </p:cTn>
                  </p:par>
                  <p:par>
                    <p:cTn id="800" fill="hold">
                      <p:stCondLst>
                        <p:cond delay="indefinite"/>
                      </p:stCondLst>
                      <p:childTnLst>
                        <p:par>
                          <p:cTn id="801" fill="hold">
                            <p:stCondLst>
                              <p:cond delay="0"/>
                            </p:stCondLst>
                            <p:childTnLst>
                              <p:par>
                                <p:cTn id="802" presetID="31" presetClass="entr" presetSubtype="0" fill="hold" grpId="0" nodeType="clickEffect">
                                  <p:stCondLst>
                                    <p:cond delay="0"/>
                                  </p:stCondLst>
                                  <p:childTnLst>
                                    <p:set>
                                      <p:cBhvr>
                                        <p:cTn id="803" dur="1" fill="hold">
                                          <p:stCondLst>
                                            <p:cond delay="0"/>
                                          </p:stCondLst>
                                        </p:cTn>
                                        <p:tgtEl>
                                          <p:spTgt spid="77"/>
                                        </p:tgtEl>
                                        <p:attrNameLst>
                                          <p:attrName>style.visibility</p:attrName>
                                        </p:attrNameLst>
                                      </p:cBhvr>
                                      <p:to>
                                        <p:strVal val="visible"/>
                                      </p:to>
                                    </p:set>
                                    <p:anim calcmode="lin" valueType="num">
                                      <p:cBhvr>
                                        <p:cTn id="804" dur="1000" fill="hold"/>
                                        <p:tgtEl>
                                          <p:spTgt spid="77"/>
                                        </p:tgtEl>
                                        <p:attrNameLst>
                                          <p:attrName>ppt_w</p:attrName>
                                        </p:attrNameLst>
                                      </p:cBhvr>
                                      <p:tavLst>
                                        <p:tav tm="0">
                                          <p:val>
                                            <p:fltVal val="0"/>
                                          </p:val>
                                        </p:tav>
                                        <p:tav tm="100000">
                                          <p:val>
                                            <p:strVal val="#ppt_w"/>
                                          </p:val>
                                        </p:tav>
                                      </p:tavLst>
                                    </p:anim>
                                    <p:anim calcmode="lin" valueType="num">
                                      <p:cBhvr>
                                        <p:cTn id="805" dur="1000" fill="hold"/>
                                        <p:tgtEl>
                                          <p:spTgt spid="77"/>
                                        </p:tgtEl>
                                        <p:attrNameLst>
                                          <p:attrName>ppt_h</p:attrName>
                                        </p:attrNameLst>
                                      </p:cBhvr>
                                      <p:tavLst>
                                        <p:tav tm="0">
                                          <p:val>
                                            <p:fltVal val="0"/>
                                          </p:val>
                                        </p:tav>
                                        <p:tav tm="100000">
                                          <p:val>
                                            <p:strVal val="#ppt_h"/>
                                          </p:val>
                                        </p:tav>
                                      </p:tavLst>
                                    </p:anim>
                                    <p:anim calcmode="lin" valueType="num">
                                      <p:cBhvr>
                                        <p:cTn id="806" dur="1000" fill="hold"/>
                                        <p:tgtEl>
                                          <p:spTgt spid="77"/>
                                        </p:tgtEl>
                                        <p:attrNameLst>
                                          <p:attrName>style.rotation</p:attrName>
                                        </p:attrNameLst>
                                      </p:cBhvr>
                                      <p:tavLst>
                                        <p:tav tm="0">
                                          <p:val>
                                            <p:fltVal val="90"/>
                                          </p:val>
                                        </p:tav>
                                        <p:tav tm="100000">
                                          <p:val>
                                            <p:fltVal val="0"/>
                                          </p:val>
                                        </p:tav>
                                      </p:tavLst>
                                    </p:anim>
                                    <p:animEffect transition="in" filter="fade">
                                      <p:cBhvr>
                                        <p:cTn id="807" dur="1000"/>
                                        <p:tgtEl>
                                          <p:spTgt spid="77"/>
                                        </p:tgtEl>
                                      </p:cBhvr>
                                    </p:animEffect>
                                  </p:childTnLst>
                                </p:cTn>
                              </p:par>
                            </p:childTnLst>
                          </p:cTn>
                        </p:par>
                        <p:par>
                          <p:cTn id="808" fill="hold">
                            <p:stCondLst>
                              <p:cond delay="1000"/>
                            </p:stCondLst>
                            <p:childTnLst>
                              <p:par>
                                <p:cTn id="809" presetID="31" presetClass="entr" presetSubtype="0" fill="hold" grpId="0" nodeType="afterEffect">
                                  <p:stCondLst>
                                    <p:cond delay="0"/>
                                  </p:stCondLst>
                                  <p:childTnLst>
                                    <p:set>
                                      <p:cBhvr>
                                        <p:cTn id="810" dur="1" fill="hold">
                                          <p:stCondLst>
                                            <p:cond delay="0"/>
                                          </p:stCondLst>
                                        </p:cTn>
                                        <p:tgtEl>
                                          <p:spTgt spid="78"/>
                                        </p:tgtEl>
                                        <p:attrNameLst>
                                          <p:attrName>style.visibility</p:attrName>
                                        </p:attrNameLst>
                                      </p:cBhvr>
                                      <p:to>
                                        <p:strVal val="visible"/>
                                      </p:to>
                                    </p:set>
                                    <p:anim calcmode="lin" valueType="num">
                                      <p:cBhvr>
                                        <p:cTn id="811" dur="1000" fill="hold"/>
                                        <p:tgtEl>
                                          <p:spTgt spid="78"/>
                                        </p:tgtEl>
                                        <p:attrNameLst>
                                          <p:attrName>ppt_w</p:attrName>
                                        </p:attrNameLst>
                                      </p:cBhvr>
                                      <p:tavLst>
                                        <p:tav tm="0">
                                          <p:val>
                                            <p:fltVal val="0"/>
                                          </p:val>
                                        </p:tav>
                                        <p:tav tm="100000">
                                          <p:val>
                                            <p:strVal val="#ppt_w"/>
                                          </p:val>
                                        </p:tav>
                                      </p:tavLst>
                                    </p:anim>
                                    <p:anim calcmode="lin" valueType="num">
                                      <p:cBhvr>
                                        <p:cTn id="812" dur="1000" fill="hold"/>
                                        <p:tgtEl>
                                          <p:spTgt spid="78"/>
                                        </p:tgtEl>
                                        <p:attrNameLst>
                                          <p:attrName>ppt_h</p:attrName>
                                        </p:attrNameLst>
                                      </p:cBhvr>
                                      <p:tavLst>
                                        <p:tav tm="0">
                                          <p:val>
                                            <p:fltVal val="0"/>
                                          </p:val>
                                        </p:tav>
                                        <p:tav tm="100000">
                                          <p:val>
                                            <p:strVal val="#ppt_h"/>
                                          </p:val>
                                        </p:tav>
                                      </p:tavLst>
                                    </p:anim>
                                    <p:anim calcmode="lin" valueType="num">
                                      <p:cBhvr>
                                        <p:cTn id="813" dur="1000" fill="hold"/>
                                        <p:tgtEl>
                                          <p:spTgt spid="78"/>
                                        </p:tgtEl>
                                        <p:attrNameLst>
                                          <p:attrName>style.rotation</p:attrName>
                                        </p:attrNameLst>
                                      </p:cBhvr>
                                      <p:tavLst>
                                        <p:tav tm="0">
                                          <p:val>
                                            <p:fltVal val="90"/>
                                          </p:val>
                                        </p:tav>
                                        <p:tav tm="100000">
                                          <p:val>
                                            <p:fltVal val="0"/>
                                          </p:val>
                                        </p:tav>
                                      </p:tavLst>
                                    </p:anim>
                                    <p:animEffect transition="in" filter="fade">
                                      <p:cBhvr>
                                        <p:cTn id="814" dur="1000"/>
                                        <p:tgtEl>
                                          <p:spTgt spid="78"/>
                                        </p:tgtEl>
                                      </p:cBhvr>
                                    </p:animEffect>
                                  </p:childTnLst>
                                </p:cTn>
                              </p:par>
                              <p:par>
                                <p:cTn id="815" presetID="31" presetClass="entr" presetSubtype="0" fill="hold" grpId="0" nodeType="withEffect">
                                  <p:stCondLst>
                                    <p:cond delay="0"/>
                                  </p:stCondLst>
                                  <p:childTnLst>
                                    <p:set>
                                      <p:cBhvr>
                                        <p:cTn id="816" dur="1" fill="hold">
                                          <p:stCondLst>
                                            <p:cond delay="0"/>
                                          </p:stCondLst>
                                        </p:cTn>
                                        <p:tgtEl>
                                          <p:spTgt spid="79"/>
                                        </p:tgtEl>
                                        <p:attrNameLst>
                                          <p:attrName>style.visibility</p:attrName>
                                        </p:attrNameLst>
                                      </p:cBhvr>
                                      <p:to>
                                        <p:strVal val="visible"/>
                                      </p:to>
                                    </p:set>
                                    <p:anim calcmode="lin" valueType="num">
                                      <p:cBhvr>
                                        <p:cTn id="817" dur="1000" fill="hold"/>
                                        <p:tgtEl>
                                          <p:spTgt spid="79"/>
                                        </p:tgtEl>
                                        <p:attrNameLst>
                                          <p:attrName>ppt_w</p:attrName>
                                        </p:attrNameLst>
                                      </p:cBhvr>
                                      <p:tavLst>
                                        <p:tav tm="0">
                                          <p:val>
                                            <p:fltVal val="0"/>
                                          </p:val>
                                        </p:tav>
                                        <p:tav tm="100000">
                                          <p:val>
                                            <p:strVal val="#ppt_w"/>
                                          </p:val>
                                        </p:tav>
                                      </p:tavLst>
                                    </p:anim>
                                    <p:anim calcmode="lin" valueType="num">
                                      <p:cBhvr>
                                        <p:cTn id="818" dur="1000" fill="hold"/>
                                        <p:tgtEl>
                                          <p:spTgt spid="79"/>
                                        </p:tgtEl>
                                        <p:attrNameLst>
                                          <p:attrName>ppt_h</p:attrName>
                                        </p:attrNameLst>
                                      </p:cBhvr>
                                      <p:tavLst>
                                        <p:tav tm="0">
                                          <p:val>
                                            <p:fltVal val="0"/>
                                          </p:val>
                                        </p:tav>
                                        <p:tav tm="100000">
                                          <p:val>
                                            <p:strVal val="#ppt_h"/>
                                          </p:val>
                                        </p:tav>
                                      </p:tavLst>
                                    </p:anim>
                                    <p:anim calcmode="lin" valueType="num">
                                      <p:cBhvr>
                                        <p:cTn id="819" dur="1000" fill="hold"/>
                                        <p:tgtEl>
                                          <p:spTgt spid="79"/>
                                        </p:tgtEl>
                                        <p:attrNameLst>
                                          <p:attrName>style.rotation</p:attrName>
                                        </p:attrNameLst>
                                      </p:cBhvr>
                                      <p:tavLst>
                                        <p:tav tm="0">
                                          <p:val>
                                            <p:fltVal val="90"/>
                                          </p:val>
                                        </p:tav>
                                        <p:tav tm="100000">
                                          <p:val>
                                            <p:fltVal val="0"/>
                                          </p:val>
                                        </p:tav>
                                      </p:tavLst>
                                    </p:anim>
                                    <p:animEffect transition="in" filter="fade">
                                      <p:cBhvr>
                                        <p:cTn id="820" dur="1000"/>
                                        <p:tgtEl>
                                          <p:spTgt spid="79"/>
                                        </p:tgtEl>
                                      </p:cBhvr>
                                    </p:animEffect>
                                  </p:childTnLst>
                                </p:cTn>
                              </p:par>
                            </p:childTnLst>
                          </p:cTn>
                        </p:par>
                        <p:par>
                          <p:cTn id="821" fill="hold">
                            <p:stCondLst>
                              <p:cond delay="2000"/>
                            </p:stCondLst>
                            <p:childTnLst>
                              <p:par>
                                <p:cTn id="822" presetID="47" presetClass="entr" presetSubtype="0" fill="hold" grpId="0" nodeType="afterEffect">
                                  <p:stCondLst>
                                    <p:cond delay="0"/>
                                  </p:stCondLst>
                                  <p:childTnLst>
                                    <p:set>
                                      <p:cBhvr>
                                        <p:cTn id="823" dur="1" fill="hold">
                                          <p:stCondLst>
                                            <p:cond delay="0"/>
                                          </p:stCondLst>
                                        </p:cTn>
                                        <p:tgtEl>
                                          <p:spTgt spid="85"/>
                                        </p:tgtEl>
                                        <p:attrNameLst>
                                          <p:attrName>style.visibility</p:attrName>
                                        </p:attrNameLst>
                                      </p:cBhvr>
                                      <p:to>
                                        <p:strVal val="visible"/>
                                      </p:to>
                                    </p:set>
                                    <p:animEffect transition="in" filter="fade">
                                      <p:cBhvr>
                                        <p:cTn id="824" dur="1000"/>
                                        <p:tgtEl>
                                          <p:spTgt spid="85"/>
                                        </p:tgtEl>
                                      </p:cBhvr>
                                    </p:animEffect>
                                    <p:anim calcmode="lin" valueType="num">
                                      <p:cBhvr>
                                        <p:cTn id="825" dur="1000" fill="hold"/>
                                        <p:tgtEl>
                                          <p:spTgt spid="85"/>
                                        </p:tgtEl>
                                        <p:attrNameLst>
                                          <p:attrName>ppt_x</p:attrName>
                                        </p:attrNameLst>
                                      </p:cBhvr>
                                      <p:tavLst>
                                        <p:tav tm="0">
                                          <p:val>
                                            <p:strVal val="#ppt_x"/>
                                          </p:val>
                                        </p:tav>
                                        <p:tav tm="100000">
                                          <p:val>
                                            <p:strVal val="#ppt_x"/>
                                          </p:val>
                                        </p:tav>
                                      </p:tavLst>
                                    </p:anim>
                                    <p:anim calcmode="lin" valueType="num">
                                      <p:cBhvr>
                                        <p:cTn id="826" dur="1000" fill="hold"/>
                                        <p:tgtEl>
                                          <p:spTgt spid="85"/>
                                        </p:tgtEl>
                                        <p:attrNameLst>
                                          <p:attrName>ppt_y</p:attrName>
                                        </p:attrNameLst>
                                      </p:cBhvr>
                                      <p:tavLst>
                                        <p:tav tm="0">
                                          <p:val>
                                            <p:strVal val="#ppt_y-.1"/>
                                          </p:val>
                                        </p:tav>
                                        <p:tav tm="100000">
                                          <p:val>
                                            <p:strVal val="#ppt_y"/>
                                          </p:val>
                                        </p:tav>
                                      </p:tavLst>
                                    </p:anim>
                                  </p:childTnLst>
                                </p:cTn>
                              </p:par>
                              <p:par>
                                <p:cTn id="827" presetID="47" presetClass="entr" presetSubtype="0" fill="hold" grpId="0" nodeType="withEffect">
                                  <p:stCondLst>
                                    <p:cond delay="0"/>
                                  </p:stCondLst>
                                  <p:childTnLst>
                                    <p:set>
                                      <p:cBhvr>
                                        <p:cTn id="828" dur="1" fill="hold">
                                          <p:stCondLst>
                                            <p:cond delay="0"/>
                                          </p:stCondLst>
                                        </p:cTn>
                                        <p:tgtEl>
                                          <p:spTgt spid="86"/>
                                        </p:tgtEl>
                                        <p:attrNameLst>
                                          <p:attrName>style.visibility</p:attrName>
                                        </p:attrNameLst>
                                      </p:cBhvr>
                                      <p:to>
                                        <p:strVal val="visible"/>
                                      </p:to>
                                    </p:set>
                                    <p:animEffect transition="in" filter="fade">
                                      <p:cBhvr>
                                        <p:cTn id="829" dur="1000"/>
                                        <p:tgtEl>
                                          <p:spTgt spid="86"/>
                                        </p:tgtEl>
                                      </p:cBhvr>
                                    </p:animEffect>
                                    <p:anim calcmode="lin" valueType="num">
                                      <p:cBhvr>
                                        <p:cTn id="830" dur="1000" fill="hold"/>
                                        <p:tgtEl>
                                          <p:spTgt spid="86"/>
                                        </p:tgtEl>
                                        <p:attrNameLst>
                                          <p:attrName>ppt_x</p:attrName>
                                        </p:attrNameLst>
                                      </p:cBhvr>
                                      <p:tavLst>
                                        <p:tav tm="0">
                                          <p:val>
                                            <p:strVal val="#ppt_x"/>
                                          </p:val>
                                        </p:tav>
                                        <p:tav tm="100000">
                                          <p:val>
                                            <p:strVal val="#ppt_x"/>
                                          </p:val>
                                        </p:tav>
                                      </p:tavLst>
                                    </p:anim>
                                    <p:anim calcmode="lin" valueType="num">
                                      <p:cBhvr>
                                        <p:cTn id="831" dur="1000" fill="hold"/>
                                        <p:tgtEl>
                                          <p:spTgt spid="86"/>
                                        </p:tgtEl>
                                        <p:attrNameLst>
                                          <p:attrName>ppt_y</p:attrName>
                                        </p:attrNameLst>
                                      </p:cBhvr>
                                      <p:tavLst>
                                        <p:tav tm="0">
                                          <p:val>
                                            <p:strVal val="#ppt_y-.1"/>
                                          </p:val>
                                        </p:tav>
                                        <p:tav tm="100000">
                                          <p:val>
                                            <p:strVal val="#ppt_y"/>
                                          </p:val>
                                        </p:tav>
                                      </p:tavLst>
                                    </p:anim>
                                  </p:childTnLst>
                                </p:cTn>
                              </p:par>
                            </p:childTnLst>
                          </p:cTn>
                        </p:par>
                        <p:par>
                          <p:cTn id="832" fill="hold">
                            <p:stCondLst>
                              <p:cond delay="3000"/>
                            </p:stCondLst>
                            <p:childTnLst>
                              <p:par>
                                <p:cTn id="833" presetID="22" presetClass="entr" presetSubtype="8" fill="hold" nodeType="afterEffect">
                                  <p:stCondLst>
                                    <p:cond delay="0"/>
                                  </p:stCondLst>
                                  <p:childTnLst>
                                    <p:set>
                                      <p:cBhvr>
                                        <p:cTn id="834" dur="1" fill="hold">
                                          <p:stCondLst>
                                            <p:cond delay="0"/>
                                          </p:stCondLst>
                                        </p:cTn>
                                        <p:tgtEl>
                                          <p:spTgt spid="80"/>
                                        </p:tgtEl>
                                        <p:attrNameLst>
                                          <p:attrName>style.visibility</p:attrName>
                                        </p:attrNameLst>
                                      </p:cBhvr>
                                      <p:to>
                                        <p:strVal val="visible"/>
                                      </p:to>
                                    </p:set>
                                    <p:animEffect transition="in" filter="wipe(left)">
                                      <p:cBhvr>
                                        <p:cTn id="835" dur="500"/>
                                        <p:tgtEl>
                                          <p:spTgt spid="80"/>
                                        </p:tgtEl>
                                      </p:cBhvr>
                                    </p:animEffect>
                                  </p:childTnLst>
                                </p:cTn>
                              </p:par>
                            </p:childTnLst>
                          </p:cTn>
                        </p:par>
                      </p:childTnLst>
                    </p:cTn>
                  </p:par>
                  <p:par>
                    <p:cTn id="836" fill="hold">
                      <p:stCondLst>
                        <p:cond delay="indefinite"/>
                      </p:stCondLst>
                      <p:childTnLst>
                        <p:par>
                          <p:cTn id="837" fill="hold">
                            <p:stCondLst>
                              <p:cond delay="0"/>
                            </p:stCondLst>
                            <p:childTnLst>
                              <p:par>
                                <p:cTn id="838" presetID="22" presetClass="exit" presetSubtype="1" fill="hold" nodeType="clickEffect">
                                  <p:stCondLst>
                                    <p:cond delay="0"/>
                                  </p:stCondLst>
                                  <p:childTnLst>
                                    <p:animEffect transition="out" filter="wipe(up)">
                                      <p:cBhvr>
                                        <p:cTn id="839" dur="500"/>
                                        <p:tgtEl>
                                          <p:spTgt spid="80"/>
                                        </p:tgtEl>
                                      </p:cBhvr>
                                    </p:animEffect>
                                    <p:set>
                                      <p:cBhvr>
                                        <p:cTn id="840" dur="1" fill="hold">
                                          <p:stCondLst>
                                            <p:cond delay="499"/>
                                          </p:stCondLst>
                                        </p:cTn>
                                        <p:tgtEl>
                                          <p:spTgt spid="80"/>
                                        </p:tgtEl>
                                        <p:attrNameLst>
                                          <p:attrName>style.visibility</p:attrName>
                                        </p:attrNameLst>
                                      </p:cBhvr>
                                      <p:to>
                                        <p:strVal val="hidden"/>
                                      </p:to>
                                    </p:set>
                                  </p:childTnLst>
                                </p:cTn>
                              </p:par>
                            </p:childTnLst>
                          </p:cTn>
                        </p:par>
                        <p:par>
                          <p:cTn id="841" fill="hold">
                            <p:stCondLst>
                              <p:cond delay="500"/>
                            </p:stCondLst>
                            <p:childTnLst>
                              <p:par>
                                <p:cTn id="842" presetID="22" presetClass="entr" presetSubtype="8" fill="hold" nodeType="afterEffect">
                                  <p:stCondLst>
                                    <p:cond delay="0"/>
                                  </p:stCondLst>
                                  <p:childTnLst>
                                    <p:set>
                                      <p:cBhvr>
                                        <p:cTn id="843" dur="1" fill="hold">
                                          <p:stCondLst>
                                            <p:cond delay="0"/>
                                          </p:stCondLst>
                                        </p:cTn>
                                        <p:tgtEl>
                                          <p:spTgt spid="84"/>
                                        </p:tgtEl>
                                        <p:attrNameLst>
                                          <p:attrName>style.visibility</p:attrName>
                                        </p:attrNameLst>
                                      </p:cBhvr>
                                      <p:to>
                                        <p:strVal val="visible"/>
                                      </p:to>
                                    </p:set>
                                    <p:animEffect transition="in" filter="wipe(left)">
                                      <p:cBhvr>
                                        <p:cTn id="844" dur="500"/>
                                        <p:tgtEl>
                                          <p:spTgt spid="84"/>
                                        </p:tgtEl>
                                      </p:cBhvr>
                                    </p:animEffect>
                                  </p:childTnLst>
                                </p:cTn>
                              </p:par>
                            </p:childTnLst>
                          </p:cTn>
                        </p:par>
                      </p:childTnLst>
                    </p:cTn>
                  </p:par>
                  <p:par>
                    <p:cTn id="845" fill="hold">
                      <p:stCondLst>
                        <p:cond delay="indefinite"/>
                      </p:stCondLst>
                      <p:childTnLst>
                        <p:par>
                          <p:cTn id="846" fill="hold">
                            <p:stCondLst>
                              <p:cond delay="0"/>
                            </p:stCondLst>
                            <p:childTnLst>
                              <p:par>
                                <p:cTn id="847" presetID="37" presetClass="path" presetSubtype="0" accel="50000" decel="50000" fill="hold" grpId="4" nodeType="clickEffect">
                                  <p:stCondLst>
                                    <p:cond delay="0"/>
                                  </p:stCondLst>
                                  <p:childTnLst>
                                    <p:animMotion origin="layout" path="M -0.12656 -0.00023 L -0.18333 0.03982 C -0.19518 0.04884 -0.21302 0.0537 -0.23151 0.0537 C -0.25273 0.0537 -0.26966 0.04884 -0.28151 0.03982 L -0.33828 -0.00023 " pathEditMode="relative" rAng="0" ptsTypes="AAAAA">
                                      <p:cBhvr>
                                        <p:cTn id="848" dur="2000" fill="hold"/>
                                        <p:tgtEl>
                                          <p:spTgt spid="40"/>
                                        </p:tgtEl>
                                        <p:attrNameLst>
                                          <p:attrName>ppt_x</p:attrName>
                                          <p:attrName>ppt_y</p:attrName>
                                        </p:attrNameLst>
                                      </p:cBhvr>
                                      <p:rCtr x="-10586" y="2685"/>
                                    </p:animMotion>
                                  </p:childTnLst>
                                </p:cTn>
                              </p:par>
                            </p:childTnLst>
                          </p:cTn>
                        </p:par>
                        <p:par>
                          <p:cTn id="849" fill="hold">
                            <p:stCondLst>
                              <p:cond delay="2000"/>
                            </p:stCondLst>
                            <p:childTnLst>
                              <p:par>
                                <p:cTn id="850" presetID="1" presetClass="entr" presetSubtype="0" fill="hold" grpId="0" nodeType="afterEffect">
                                  <p:stCondLst>
                                    <p:cond delay="0"/>
                                  </p:stCondLst>
                                  <p:childTnLst>
                                    <p:set>
                                      <p:cBhvr>
                                        <p:cTn id="851" dur="1" fill="hold">
                                          <p:stCondLst>
                                            <p:cond delay="0"/>
                                          </p:stCondLst>
                                        </p:cTn>
                                        <p:tgtEl>
                                          <p:spTgt spid="87"/>
                                        </p:tgtEl>
                                        <p:attrNameLst>
                                          <p:attrName>style.visibility</p:attrName>
                                        </p:attrNameLst>
                                      </p:cBhvr>
                                      <p:to>
                                        <p:strVal val="visible"/>
                                      </p:to>
                                    </p:set>
                                  </p:childTnLst>
                                </p:cTn>
                              </p:par>
                              <p:par>
                                <p:cTn id="852" presetID="8" presetClass="emph" presetSubtype="0" fill="hold" grpId="1" nodeType="withEffect">
                                  <p:stCondLst>
                                    <p:cond delay="0"/>
                                  </p:stCondLst>
                                  <p:childTnLst>
                                    <p:animRot by="21600000">
                                      <p:cBhvr>
                                        <p:cTn id="853" dur="1000" fill="hold"/>
                                        <p:tgtEl>
                                          <p:spTgt spid="87"/>
                                        </p:tgtEl>
                                        <p:attrNameLst>
                                          <p:attrName>r</p:attrName>
                                        </p:attrNameLst>
                                      </p:cBhvr>
                                    </p:animRot>
                                  </p:childTnLst>
                                </p:cTn>
                              </p:par>
                              <p:par>
                                <p:cTn id="854" presetID="1" presetClass="entr" presetSubtype="0" fill="hold" nodeType="withEffect">
                                  <p:stCondLst>
                                    <p:cond delay="0"/>
                                  </p:stCondLst>
                                  <p:childTnLst>
                                    <p:set>
                                      <p:cBhvr>
                                        <p:cTn id="855" dur="1" fill="hold">
                                          <p:stCondLst>
                                            <p:cond delay="0"/>
                                          </p:stCondLst>
                                        </p:cTn>
                                        <p:tgtEl>
                                          <p:spTgt spid="10"/>
                                        </p:tgtEl>
                                        <p:attrNameLst>
                                          <p:attrName>style.visibility</p:attrName>
                                        </p:attrNameLst>
                                      </p:cBhvr>
                                      <p:to>
                                        <p:strVal val="visible"/>
                                      </p:to>
                                    </p:set>
                                  </p:childTnLst>
                                </p:cTn>
                              </p:par>
                              <p:par>
                                <p:cTn id="856" presetID="63" presetClass="path" presetSubtype="0" accel="50000" decel="50000" fill="hold" nodeType="withEffect">
                                  <p:stCondLst>
                                    <p:cond delay="0"/>
                                  </p:stCondLst>
                                  <p:childTnLst>
                                    <p:animMotion origin="layout" path="M 1.25E-6 -2.96296E-6 L 0.16862 -0.00023 " pathEditMode="relative" rAng="0" ptsTypes="AA">
                                      <p:cBhvr>
                                        <p:cTn id="857" dur="2000" fill="hold"/>
                                        <p:tgtEl>
                                          <p:spTgt spid="10"/>
                                        </p:tgtEl>
                                        <p:attrNameLst>
                                          <p:attrName>ppt_x</p:attrName>
                                          <p:attrName>ppt_y</p:attrName>
                                        </p:attrNameLst>
                                      </p:cBhvr>
                                      <p:rCtr x="8411" y="0"/>
                                    </p:animMotion>
                                  </p:childTnLst>
                                </p:cTn>
                              </p:par>
                              <p:par>
                                <p:cTn id="858" presetID="42" presetClass="path" presetSubtype="0" accel="50000" decel="50000" fill="hold" grpId="2" nodeType="withEffect">
                                  <p:stCondLst>
                                    <p:cond delay="1500"/>
                                  </p:stCondLst>
                                  <p:childTnLst>
                                    <p:animMotion origin="layout" path="M -0.00065 -0.00301 L -0.00117 0.06435 " pathEditMode="relative" rAng="0" ptsTypes="AA">
                                      <p:cBhvr>
                                        <p:cTn id="859" dur="1000" fill="hold"/>
                                        <p:tgtEl>
                                          <p:spTgt spid="87"/>
                                        </p:tgtEl>
                                        <p:attrNameLst>
                                          <p:attrName>ppt_x</p:attrName>
                                          <p:attrName>ppt_y</p:attrName>
                                        </p:attrNameLst>
                                      </p:cBhvr>
                                      <p:rCtr x="-26" y="3356"/>
                                    </p:animMotion>
                                  </p:childTnLst>
                                </p:cTn>
                              </p:par>
                            </p:childTnLst>
                          </p:cTn>
                        </p:par>
                        <p:par>
                          <p:cTn id="860" fill="hold">
                            <p:stCondLst>
                              <p:cond delay="4500"/>
                            </p:stCondLst>
                            <p:childTnLst>
                              <p:par>
                                <p:cTn id="861" presetID="63" presetClass="path" presetSubtype="0" accel="50000" decel="50000" fill="hold" grpId="5" nodeType="afterEffect">
                                  <p:stCondLst>
                                    <p:cond delay="0"/>
                                  </p:stCondLst>
                                  <p:childTnLst>
                                    <p:animMotion origin="layout" path="M -0.00117 0.06435 L 0.04154 0.06667 " pathEditMode="relative" rAng="0" ptsTypes="AA">
                                      <p:cBhvr>
                                        <p:cTn id="862" dur="2000" fill="hold"/>
                                        <p:tgtEl>
                                          <p:spTgt spid="87"/>
                                        </p:tgtEl>
                                        <p:attrNameLst>
                                          <p:attrName>ppt_x</p:attrName>
                                          <p:attrName>ppt_y</p:attrName>
                                        </p:attrNameLst>
                                      </p:cBhvr>
                                      <p:rCtr x="2187" y="46"/>
                                    </p:animMotion>
                                  </p:childTnLst>
                                </p:cTn>
                              </p:par>
                              <p:par>
                                <p:cTn id="863" presetID="63" presetClass="path" presetSubtype="0" accel="50000" decel="50000" fill="hold" nodeType="withEffect">
                                  <p:stCondLst>
                                    <p:cond delay="0"/>
                                  </p:stCondLst>
                                  <p:childTnLst>
                                    <p:animMotion origin="layout" path="M 0.16862 -0.00023 L 0.2112 -0.00023 " pathEditMode="relative" rAng="0" ptsTypes="AA">
                                      <p:cBhvr>
                                        <p:cTn id="864" dur="2000" fill="hold"/>
                                        <p:tgtEl>
                                          <p:spTgt spid="10"/>
                                        </p:tgtEl>
                                        <p:attrNameLst>
                                          <p:attrName>ppt_x</p:attrName>
                                          <p:attrName>ppt_y</p:attrName>
                                        </p:attrNameLst>
                                      </p:cBhvr>
                                      <p:rCtr x="2122" y="0"/>
                                    </p:animMotion>
                                  </p:childTnLst>
                                </p:cTn>
                              </p:par>
                            </p:childTnLst>
                          </p:cTn>
                        </p:par>
                        <p:par>
                          <p:cTn id="865" fill="hold">
                            <p:stCondLst>
                              <p:cond delay="6500"/>
                            </p:stCondLst>
                            <p:childTnLst>
                              <p:par>
                                <p:cTn id="866" presetID="27" presetClass="emph" presetSubtype="0" fill="remove" grpId="4" nodeType="afterEffect">
                                  <p:stCondLst>
                                    <p:cond delay="0"/>
                                  </p:stCondLst>
                                  <p:childTnLst>
                                    <p:animClr clrSpc="rgb" dir="cw">
                                      <p:cBhvr override="childStyle">
                                        <p:cTn id="867" dur="500" autoRev="1" fill="remove"/>
                                        <p:tgtEl>
                                          <p:spTgt spid="87"/>
                                        </p:tgtEl>
                                        <p:attrNameLst>
                                          <p:attrName>style.color</p:attrName>
                                        </p:attrNameLst>
                                      </p:cBhvr>
                                      <p:to>
                                        <a:schemeClr val="bg1"/>
                                      </p:to>
                                    </p:animClr>
                                    <p:animClr clrSpc="rgb" dir="cw">
                                      <p:cBhvr>
                                        <p:cTn id="868" dur="500" autoRev="1" fill="remove"/>
                                        <p:tgtEl>
                                          <p:spTgt spid="87"/>
                                        </p:tgtEl>
                                        <p:attrNameLst>
                                          <p:attrName>fillcolor</p:attrName>
                                        </p:attrNameLst>
                                      </p:cBhvr>
                                      <p:to>
                                        <a:schemeClr val="bg1"/>
                                      </p:to>
                                    </p:animClr>
                                    <p:set>
                                      <p:cBhvr>
                                        <p:cTn id="869" dur="500" autoRev="1" fill="remove"/>
                                        <p:tgtEl>
                                          <p:spTgt spid="87"/>
                                        </p:tgtEl>
                                        <p:attrNameLst>
                                          <p:attrName>fill.type</p:attrName>
                                        </p:attrNameLst>
                                      </p:cBhvr>
                                      <p:to>
                                        <p:strVal val="solid"/>
                                      </p:to>
                                    </p:set>
                                    <p:set>
                                      <p:cBhvr>
                                        <p:cTn id="870" dur="500" autoRev="1" fill="remove"/>
                                        <p:tgtEl>
                                          <p:spTgt spid="87"/>
                                        </p:tgtEl>
                                        <p:attrNameLst>
                                          <p:attrName>fill.on</p:attrName>
                                        </p:attrNameLst>
                                      </p:cBhvr>
                                      <p:to>
                                        <p:strVal val="true"/>
                                      </p:to>
                                    </p:set>
                                  </p:childTnLst>
                                </p:cTn>
                              </p:par>
                              <p:par>
                                <p:cTn id="871" presetID="27" presetClass="emph" presetSubtype="0" fill="remove" grpId="5" nodeType="withEffect">
                                  <p:stCondLst>
                                    <p:cond delay="0"/>
                                  </p:stCondLst>
                                  <p:childTnLst>
                                    <p:animClr clrSpc="rgb" dir="cw">
                                      <p:cBhvr override="childStyle">
                                        <p:cTn id="872" dur="500" autoRev="1" fill="remove"/>
                                        <p:tgtEl>
                                          <p:spTgt spid="36"/>
                                        </p:tgtEl>
                                        <p:attrNameLst>
                                          <p:attrName>style.color</p:attrName>
                                        </p:attrNameLst>
                                      </p:cBhvr>
                                      <p:to>
                                        <a:srgbClr val="FBE5D5"/>
                                      </p:to>
                                    </p:animClr>
                                    <p:animClr clrSpc="rgb" dir="cw">
                                      <p:cBhvr>
                                        <p:cTn id="873" dur="500" autoRev="1" fill="remove"/>
                                        <p:tgtEl>
                                          <p:spTgt spid="36"/>
                                        </p:tgtEl>
                                        <p:attrNameLst>
                                          <p:attrName>fillcolor</p:attrName>
                                        </p:attrNameLst>
                                      </p:cBhvr>
                                      <p:to>
                                        <a:srgbClr val="FBE5D5"/>
                                      </p:to>
                                    </p:animClr>
                                    <p:set>
                                      <p:cBhvr>
                                        <p:cTn id="874" dur="500" autoRev="1" fill="remove"/>
                                        <p:tgtEl>
                                          <p:spTgt spid="36"/>
                                        </p:tgtEl>
                                        <p:attrNameLst>
                                          <p:attrName>fill.type</p:attrName>
                                        </p:attrNameLst>
                                      </p:cBhvr>
                                      <p:to>
                                        <p:strVal val="solid"/>
                                      </p:to>
                                    </p:set>
                                    <p:set>
                                      <p:cBhvr>
                                        <p:cTn id="875" dur="500" autoRev="1" fill="remove"/>
                                        <p:tgtEl>
                                          <p:spTgt spid="36"/>
                                        </p:tgtEl>
                                        <p:attrNameLst>
                                          <p:attrName>fill.on</p:attrName>
                                        </p:attrNameLst>
                                      </p:cBhvr>
                                      <p:to>
                                        <p:strVal val="true"/>
                                      </p:to>
                                    </p:set>
                                  </p:childTnLst>
                                </p:cTn>
                              </p:par>
                            </p:childTnLst>
                          </p:cTn>
                        </p:par>
                        <p:par>
                          <p:cTn id="876" fill="hold">
                            <p:stCondLst>
                              <p:cond delay="7500"/>
                            </p:stCondLst>
                            <p:childTnLst>
                              <p:par>
                                <p:cTn id="877" presetID="35" presetClass="path" presetSubtype="0" accel="50000" decel="50000" fill="hold" grpId="1" nodeType="afterEffect">
                                  <p:stCondLst>
                                    <p:cond delay="0"/>
                                  </p:stCondLst>
                                  <p:childTnLst>
                                    <p:animMotion origin="layout" path="M 5E-6 1.48148E-6 L -0.04102 -0.00046 " pathEditMode="relative" rAng="0" ptsTypes="AA">
                                      <p:cBhvr>
                                        <p:cTn id="878" dur="1000" fill="hold"/>
                                        <p:tgtEl>
                                          <p:spTgt spid="86"/>
                                        </p:tgtEl>
                                        <p:attrNameLst>
                                          <p:attrName>ppt_x</p:attrName>
                                          <p:attrName>ppt_y</p:attrName>
                                        </p:attrNameLst>
                                      </p:cBhvr>
                                      <p:rCtr x="-2057" y="-23"/>
                                    </p:animMotion>
                                  </p:childTnLst>
                                </p:cTn>
                              </p:par>
                            </p:childTnLst>
                          </p:cTn>
                        </p:par>
                        <p:par>
                          <p:cTn id="879" fill="hold">
                            <p:stCondLst>
                              <p:cond delay="8500"/>
                            </p:stCondLst>
                            <p:childTnLst>
                              <p:par>
                                <p:cTn id="880" presetID="45" presetClass="entr" presetSubtype="0" fill="hold" grpId="1" nodeType="afterEffect">
                                  <p:stCondLst>
                                    <p:cond delay="0"/>
                                  </p:stCondLst>
                                  <p:childTnLst>
                                    <p:set>
                                      <p:cBhvr>
                                        <p:cTn id="881" dur="1" fill="hold">
                                          <p:stCondLst>
                                            <p:cond delay="0"/>
                                          </p:stCondLst>
                                        </p:cTn>
                                        <p:tgtEl>
                                          <p:spTgt spid="85"/>
                                        </p:tgtEl>
                                        <p:attrNameLst>
                                          <p:attrName>style.visibility</p:attrName>
                                        </p:attrNameLst>
                                      </p:cBhvr>
                                      <p:to>
                                        <p:strVal val="visible"/>
                                      </p:to>
                                    </p:set>
                                    <p:animEffect transition="in" filter="fade">
                                      <p:cBhvr>
                                        <p:cTn id="882" dur="1000"/>
                                        <p:tgtEl>
                                          <p:spTgt spid="85"/>
                                        </p:tgtEl>
                                      </p:cBhvr>
                                    </p:animEffect>
                                    <p:anim calcmode="lin" valueType="num">
                                      <p:cBhvr>
                                        <p:cTn id="883" dur="1000" fill="hold"/>
                                        <p:tgtEl>
                                          <p:spTgt spid="85"/>
                                        </p:tgtEl>
                                        <p:attrNameLst>
                                          <p:attrName>ppt_w</p:attrName>
                                        </p:attrNameLst>
                                      </p:cBhvr>
                                      <p:tavLst>
                                        <p:tav tm="0" fmla="#ppt_w*sin(2.5*pi*$)">
                                          <p:val>
                                            <p:fltVal val="0"/>
                                          </p:val>
                                        </p:tav>
                                        <p:tav tm="100000">
                                          <p:val>
                                            <p:fltVal val="1"/>
                                          </p:val>
                                        </p:tav>
                                      </p:tavLst>
                                    </p:anim>
                                    <p:anim calcmode="lin" valueType="num">
                                      <p:cBhvr>
                                        <p:cTn id="884" dur="1000" fill="hold"/>
                                        <p:tgtEl>
                                          <p:spTgt spid="85"/>
                                        </p:tgtEl>
                                        <p:attrNameLst>
                                          <p:attrName>ppt_h</p:attrName>
                                        </p:attrNameLst>
                                      </p:cBhvr>
                                      <p:tavLst>
                                        <p:tav tm="0">
                                          <p:val>
                                            <p:strVal val="#ppt_h"/>
                                          </p:val>
                                        </p:tav>
                                        <p:tav tm="100000">
                                          <p:val>
                                            <p:strVal val="#ppt_h"/>
                                          </p:val>
                                        </p:tav>
                                      </p:tavLst>
                                    </p:anim>
                                  </p:childTnLst>
                                </p:cTn>
                              </p:par>
                              <p:par>
                                <p:cTn id="885" presetID="45" presetClass="entr" presetSubtype="0" fill="hold" grpId="2" nodeType="withEffect">
                                  <p:stCondLst>
                                    <p:cond delay="0"/>
                                  </p:stCondLst>
                                  <p:childTnLst>
                                    <p:set>
                                      <p:cBhvr>
                                        <p:cTn id="886" dur="1" fill="hold">
                                          <p:stCondLst>
                                            <p:cond delay="0"/>
                                          </p:stCondLst>
                                        </p:cTn>
                                        <p:tgtEl>
                                          <p:spTgt spid="86"/>
                                        </p:tgtEl>
                                        <p:attrNameLst>
                                          <p:attrName>style.visibility</p:attrName>
                                        </p:attrNameLst>
                                      </p:cBhvr>
                                      <p:to>
                                        <p:strVal val="visible"/>
                                      </p:to>
                                    </p:set>
                                    <p:animEffect transition="in" filter="fade">
                                      <p:cBhvr>
                                        <p:cTn id="887" dur="1000"/>
                                        <p:tgtEl>
                                          <p:spTgt spid="86"/>
                                        </p:tgtEl>
                                      </p:cBhvr>
                                    </p:animEffect>
                                    <p:anim calcmode="lin" valueType="num">
                                      <p:cBhvr>
                                        <p:cTn id="888" dur="1000" fill="hold"/>
                                        <p:tgtEl>
                                          <p:spTgt spid="86"/>
                                        </p:tgtEl>
                                        <p:attrNameLst>
                                          <p:attrName>ppt_w</p:attrName>
                                        </p:attrNameLst>
                                      </p:cBhvr>
                                      <p:tavLst>
                                        <p:tav tm="0" fmla="#ppt_w*sin(2.5*pi*$)">
                                          <p:val>
                                            <p:fltVal val="0"/>
                                          </p:val>
                                        </p:tav>
                                        <p:tav tm="100000">
                                          <p:val>
                                            <p:fltVal val="1"/>
                                          </p:val>
                                        </p:tav>
                                      </p:tavLst>
                                    </p:anim>
                                    <p:anim calcmode="lin" valueType="num">
                                      <p:cBhvr>
                                        <p:cTn id="889" dur="1000" fill="hold"/>
                                        <p:tgtEl>
                                          <p:spTgt spid="86"/>
                                        </p:tgtEl>
                                        <p:attrNameLst>
                                          <p:attrName>ppt_h</p:attrName>
                                        </p:attrNameLst>
                                      </p:cBhvr>
                                      <p:tavLst>
                                        <p:tav tm="0">
                                          <p:val>
                                            <p:strVal val="#ppt_h"/>
                                          </p:val>
                                        </p:tav>
                                        <p:tav tm="100000">
                                          <p:val>
                                            <p:strVal val="#ppt_h"/>
                                          </p:val>
                                        </p:tav>
                                      </p:tavLst>
                                    </p:anim>
                                  </p:childTnLst>
                                </p:cTn>
                              </p:par>
                            </p:childTnLst>
                          </p:cTn>
                        </p:par>
                        <p:par>
                          <p:cTn id="890" fill="hold">
                            <p:stCondLst>
                              <p:cond delay="9500"/>
                            </p:stCondLst>
                            <p:childTnLst>
                              <p:par>
                                <p:cTn id="891" presetID="37" presetClass="path" presetSubtype="0" accel="50000" decel="50000" fill="hold" grpId="5" nodeType="afterEffect">
                                  <p:stCondLst>
                                    <p:cond delay="0"/>
                                  </p:stCondLst>
                                  <p:childTnLst>
                                    <p:animMotion origin="layout" path="M -0.33893 0.0007 L -0.28229 0.04074 C -0.27057 0.04977 -0.25286 0.05463 -0.23424 0.05463 C -0.21302 0.05463 -0.19609 0.04977 -0.18437 0.04074 L -0.1276 0.0007 " pathEditMode="relative" rAng="0" ptsTypes="AAAAA">
                                      <p:cBhvr>
                                        <p:cTn id="892" dur="2000" fill="hold"/>
                                        <p:tgtEl>
                                          <p:spTgt spid="40"/>
                                        </p:tgtEl>
                                        <p:attrNameLst>
                                          <p:attrName>ppt_x</p:attrName>
                                          <p:attrName>ppt_y</p:attrName>
                                        </p:attrNameLst>
                                      </p:cBhvr>
                                      <p:rCtr x="10560" y="2685"/>
                                    </p:animMotion>
                                  </p:childTnLst>
                                </p:cTn>
                              </p:par>
                            </p:childTnLst>
                          </p:cTn>
                        </p:par>
                        <p:par>
                          <p:cTn id="893" fill="hold">
                            <p:stCondLst>
                              <p:cond delay="11500"/>
                            </p:stCondLst>
                            <p:childTnLst>
                              <p:par>
                                <p:cTn id="894" presetID="31" presetClass="entr" presetSubtype="0" fill="hold" grpId="0" nodeType="afterEffect">
                                  <p:stCondLst>
                                    <p:cond delay="0"/>
                                  </p:stCondLst>
                                  <p:childTnLst>
                                    <p:set>
                                      <p:cBhvr>
                                        <p:cTn id="895" dur="1" fill="hold">
                                          <p:stCondLst>
                                            <p:cond delay="0"/>
                                          </p:stCondLst>
                                        </p:cTn>
                                        <p:tgtEl>
                                          <p:spTgt spid="88"/>
                                        </p:tgtEl>
                                        <p:attrNameLst>
                                          <p:attrName>style.visibility</p:attrName>
                                        </p:attrNameLst>
                                      </p:cBhvr>
                                      <p:to>
                                        <p:strVal val="visible"/>
                                      </p:to>
                                    </p:set>
                                    <p:anim calcmode="lin" valueType="num">
                                      <p:cBhvr>
                                        <p:cTn id="896" dur="1000" fill="hold"/>
                                        <p:tgtEl>
                                          <p:spTgt spid="88"/>
                                        </p:tgtEl>
                                        <p:attrNameLst>
                                          <p:attrName>ppt_w</p:attrName>
                                        </p:attrNameLst>
                                      </p:cBhvr>
                                      <p:tavLst>
                                        <p:tav tm="0">
                                          <p:val>
                                            <p:fltVal val="0"/>
                                          </p:val>
                                        </p:tav>
                                        <p:tav tm="100000">
                                          <p:val>
                                            <p:strVal val="#ppt_w"/>
                                          </p:val>
                                        </p:tav>
                                      </p:tavLst>
                                    </p:anim>
                                    <p:anim calcmode="lin" valueType="num">
                                      <p:cBhvr>
                                        <p:cTn id="897" dur="1000" fill="hold"/>
                                        <p:tgtEl>
                                          <p:spTgt spid="88"/>
                                        </p:tgtEl>
                                        <p:attrNameLst>
                                          <p:attrName>ppt_h</p:attrName>
                                        </p:attrNameLst>
                                      </p:cBhvr>
                                      <p:tavLst>
                                        <p:tav tm="0">
                                          <p:val>
                                            <p:fltVal val="0"/>
                                          </p:val>
                                        </p:tav>
                                        <p:tav tm="100000">
                                          <p:val>
                                            <p:strVal val="#ppt_h"/>
                                          </p:val>
                                        </p:tav>
                                      </p:tavLst>
                                    </p:anim>
                                    <p:anim calcmode="lin" valueType="num">
                                      <p:cBhvr>
                                        <p:cTn id="898" dur="1000" fill="hold"/>
                                        <p:tgtEl>
                                          <p:spTgt spid="88"/>
                                        </p:tgtEl>
                                        <p:attrNameLst>
                                          <p:attrName>style.rotation</p:attrName>
                                        </p:attrNameLst>
                                      </p:cBhvr>
                                      <p:tavLst>
                                        <p:tav tm="0">
                                          <p:val>
                                            <p:fltVal val="90"/>
                                          </p:val>
                                        </p:tav>
                                        <p:tav tm="100000">
                                          <p:val>
                                            <p:fltVal val="0"/>
                                          </p:val>
                                        </p:tav>
                                      </p:tavLst>
                                    </p:anim>
                                    <p:animEffect transition="in" filter="fade">
                                      <p:cBhvr>
                                        <p:cTn id="899" dur="1000"/>
                                        <p:tgtEl>
                                          <p:spTgt spid="88"/>
                                        </p:tgtEl>
                                      </p:cBhvr>
                                    </p:animEffect>
                                  </p:childTnLst>
                                </p:cTn>
                              </p:par>
                            </p:childTnLst>
                          </p:cTn>
                        </p:par>
                        <p:par>
                          <p:cTn id="900" fill="hold">
                            <p:stCondLst>
                              <p:cond delay="12500"/>
                            </p:stCondLst>
                            <p:childTnLst>
                              <p:par>
                                <p:cTn id="901" presetID="35" presetClass="path" presetSubtype="0" accel="50000" decel="50000" fill="hold" grpId="1" nodeType="afterEffect">
                                  <p:stCondLst>
                                    <p:cond delay="0"/>
                                  </p:stCondLst>
                                  <p:childTnLst>
                                    <p:animMotion origin="layout" path="M -1.875E-6 1.48148E-6 L -0.21771 0.53125 " pathEditMode="relative" rAng="0" ptsTypes="AA">
                                      <p:cBhvr>
                                        <p:cTn id="902" dur="2000" fill="hold"/>
                                        <p:tgtEl>
                                          <p:spTgt spid="88"/>
                                        </p:tgtEl>
                                        <p:attrNameLst>
                                          <p:attrName>ppt_x</p:attrName>
                                          <p:attrName>ppt_y</p:attrName>
                                        </p:attrNameLst>
                                      </p:cBhvr>
                                      <p:rCtr x="-10885" y="26551"/>
                                    </p:animMotion>
                                  </p:childTnLst>
                                </p:cTn>
                              </p:par>
                            </p:childTnLst>
                          </p:cTn>
                        </p:par>
                      </p:childTnLst>
                    </p:cTn>
                  </p:par>
                  <p:par>
                    <p:cTn id="903" fill="hold">
                      <p:stCondLst>
                        <p:cond delay="indefinite"/>
                      </p:stCondLst>
                      <p:childTnLst>
                        <p:par>
                          <p:cTn id="904" fill="hold">
                            <p:stCondLst>
                              <p:cond delay="0"/>
                            </p:stCondLst>
                            <p:childTnLst>
                              <p:par>
                                <p:cTn id="905" presetID="22" presetClass="exit" presetSubtype="1" fill="hold" nodeType="clickEffect">
                                  <p:stCondLst>
                                    <p:cond delay="0"/>
                                  </p:stCondLst>
                                  <p:childTnLst>
                                    <p:animEffect transition="out" filter="wipe(up)">
                                      <p:cBhvr>
                                        <p:cTn id="906" dur="500"/>
                                        <p:tgtEl>
                                          <p:spTgt spid="84"/>
                                        </p:tgtEl>
                                      </p:cBhvr>
                                    </p:animEffect>
                                    <p:set>
                                      <p:cBhvr>
                                        <p:cTn id="907" dur="1" fill="hold">
                                          <p:stCondLst>
                                            <p:cond delay="499"/>
                                          </p:stCondLst>
                                        </p:cTn>
                                        <p:tgtEl>
                                          <p:spTgt spid="84"/>
                                        </p:tgtEl>
                                        <p:attrNameLst>
                                          <p:attrName>style.visibility</p:attrName>
                                        </p:attrNameLst>
                                      </p:cBhvr>
                                      <p:to>
                                        <p:strVal val="hidden"/>
                                      </p:to>
                                    </p:set>
                                  </p:childTnLst>
                                </p:cTn>
                              </p:par>
                            </p:childTnLst>
                          </p:cTn>
                        </p:par>
                        <p:par>
                          <p:cTn id="908" fill="hold">
                            <p:stCondLst>
                              <p:cond delay="500"/>
                            </p:stCondLst>
                            <p:childTnLst>
                              <p:par>
                                <p:cTn id="909" presetID="22" presetClass="entr" presetSubtype="8" fill="hold" nodeType="afterEffect">
                                  <p:stCondLst>
                                    <p:cond delay="0"/>
                                  </p:stCondLst>
                                  <p:childTnLst>
                                    <p:set>
                                      <p:cBhvr>
                                        <p:cTn id="910" dur="1" fill="hold">
                                          <p:stCondLst>
                                            <p:cond delay="0"/>
                                          </p:stCondLst>
                                        </p:cTn>
                                        <p:tgtEl>
                                          <p:spTgt spid="89"/>
                                        </p:tgtEl>
                                        <p:attrNameLst>
                                          <p:attrName>style.visibility</p:attrName>
                                        </p:attrNameLst>
                                      </p:cBhvr>
                                      <p:to>
                                        <p:strVal val="visible"/>
                                      </p:to>
                                    </p:set>
                                    <p:animEffect transition="in" filter="wipe(left)">
                                      <p:cBhvr>
                                        <p:cTn id="911" dur="500"/>
                                        <p:tgtEl>
                                          <p:spTgt spid="89"/>
                                        </p:tgtEl>
                                      </p:cBhvr>
                                    </p:animEffect>
                                  </p:childTnLst>
                                </p:cTn>
                              </p:par>
                            </p:childTnLst>
                          </p:cTn>
                        </p:par>
                        <p:par>
                          <p:cTn id="912" fill="hold">
                            <p:stCondLst>
                              <p:cond delay="1000"/>
                            </p:stCondLst>
                            <p:childTnLst>
                              <p:par>
                                <p:cTn id="913" presetID="22" presetClass="entr" presetSubtype="8" fill="hold" grpId="0" nodeType="afterEffect">
                                  <p:stCondLst>
                                    <p:cond delay="0"/>
                                  </p:stCondLst>
                                  <p:childTnLst>
                                    <p:set>
                                      <p:cBhvr>
                                        <p:cTn id="914" dur="1" fill="hold">
                                          <p:stCondLst>
                                            <p:cond delay="0"/>
                                          </p:stCondLst>
                                        </p:cTn>
                                        <p:tgtEl>
                                          <p:spTgt spid="105"/>
                                        </p:tgtEl>
                                        <p:attrNameLst>
                                          <p:attrName>style.visibility</p:attrName>
                                        </p:attrNameLst>
                                      </p:cBhvr>
                                      <p:to>
                                        <p:strVal val="visible"/>
                                      </p:to>
                                    </p:set>
                                    <p:animEffect transition="in" filter="wipe(left)">
                                      <p:cBhvr>
                                        <p:cTn id="915" dur="500"/>
                                        <p:tgtEl>
                                          <p:spTgt spid="105"/>
                                        </p:tgtEl>
                                      </p:cBhvr>
                                    </p:animEffect>
                                  </p:childTnLst>
                                </p:cTn>
                              </p:par>
                            </p:childTnLst>
                          </p:cTn>
                        </p:par>
                        <p:par>
                          <p:cTn id="916" fill="hold">
                            <p:stCondLst>
                              <p:cond delay="2000"/>
                            </p:stCondLst>
                            <p:childTnLst>
                              <p:par>
                                <p:cTn id="917" presetID="31" presetClass="entr" presetSubtype="0" fill="hold" grpId="0" nodeType="afterEffect">
                                  <p:stCondLst>
                                    <p:cond delay="0"/>
                                  </p:stCondLst>
                                  <p:childTnLst>
                                    <p:set>
                                      <p:cBhvr>
                                        <p:cTn id="918" dur="1" fill="hold">
                                          <p:stCondLst>
                                            <p:cond delay="0"/>
                                          </p:stCondLst>
                                        </p:cTn>
                                        <p:tgtEl>
                                          <p:spTgt spid="90"/>
                                        </p:tgtEl>
                                        <p:attrNameLst>
                                          <p:attrName>style.visibility</p:attrName>
                                        </p:attrNameLst>
                                      </p:cBhvr>
                                      <p:to>
                                        <p:strVal val="visible"/>
                                      </p:to>
                                    </p:set>
                                    <p:anim calcmode="lin" valueType="num">
                                      <p:cBhvr>
                                        <p:cTn id="919" dur="1000" fill="hold"/>
                                        <p:tgtEl>
                                          <p:spTgt spid="90"/>
                                        </p:tgtEl>
                                        <p:attrNameLst>
                                          <p:attrName>ppt_w</p:attrName>
                                        </p:attrNameLst>
                                      </p:cBhvr>
                                      <p:tavLst>
                                        <p:tav tm="0">
                                          <p:val>
                                            <p:fltVal val="0"/>
                                          </p:val>
                                        </p:tav>
                                        <p:tav tm="100000">
                                          <p:val>
                                            <p:strVal val="#ppt_w"/>
                                          </p:val>
                                        </p:tav>
                                      </p:tavLst>
                                    </p:anim>
                                    <p:anim calcmode="lin" valueType="num">
                                      <p:cBhvr>
                                        <p:cTn id="920" dur="1000" fill="hold"/>
                                        <p:tgtEl>
                                          <p:spTgt spid="90"/>
                                        </p:tgtEl>
                                        <p:attrNameLst>
                                          <p:attrName>ppt_h</p:attrName>
                                        </p:attrNameLst>
                                      </p:cBhvr>
                                      <p:tavLst>
                                        <p:tav tm="0">
                                          <p:val>
                                            <p:fltVal val="0"/>
                                          </p:val>
                                        </p:tav>
                                        <p:tav tm="100000">
                                          <p:val>
                                            <p:strVal val="#ppt_h"/>
                                          </p:val>
                                        </p:tav>
                                      </p:tavLst>
                                    </p:anim>
                                    <p:anim calcmode="lin" valueType="num">
                                      <p:cBhvr>
                                        <p:cTn id="921" dur="1000" fill="hold"/>
                                        <p:tgtEl>
                                          <p:spTgt spid="90"/>
                                        </p:tgtEl>
                                        <p:attrNameLst>
                                          <p:attrName>style.rotation</p:attrName>
                                        </p:attrNameLst>
                                      </p:cBhvr>
                                      <p:tavLst>
                                        <p:tav tm="0">
                                          <p:val>
                                            <p:fltVal val="90"/>
                                          </p:val>
                                        </p:tav>
                                        <p:tav tm="100000">
                                          <p:val>
                                            <p:fltVal val="0"/>
                                          </p:val>
                                        </p:tav>
                                      </p:tavLst>
                                    </p:anim>
                                    <p:animEffect transition="in" filter="fade">
                                      <p:cBhvr>
                                        <p:cTn id="922" dur="1000"/>
                                        <p:tgtEl>
                                          <p:spTgt spid="90"/>
                                        </p:tgtEl>
                                      </p:cBhvr>
                                    </p:animEffect>
                                  </p:childTnLst>
                                </p:cTn>
                              </p:par>
                            </p:childTnLst>
                          </p:cTn>
                        </p:par>
                        <p:par>
                          <p:cTn id="923" fill="hold">
                            <p:stCondLst>
                              <p:cond delay="3000"/>
                            </p:stCondLst>
                            <p:childTnLst>
                              <p:par>
                                <p:cTn id="924" presetID="31" presetClass="entr" presetSubtype="0" fill="hold" grpId="0" nodeType="afterEffect">
                                  <p:stCondLst>
                                    <p:cond delay="0"/>
                                  </p:stCondLst>
                                  <p:childTnLst>
                                    <p:set>
                                      <p:cBhvr>
                                        <p:cTn id="925" dur="1" fill="hold">
                                          <p:stCondLst>
                                            <p:cond delay="0"/>
                                          </p:stCondLst>
                                        </p:cTn>
                                        <p:tgtEl>
                                          <p:spTgt spid="91"/>
                                        </p:tgtEl>
                                        <p:attrNameLst>
                                          <p:attrName>style.visibility</p:attrName>
                                        </p:attrNameLst>
                                      </p:cBhvr>
                                      <p:to>
                                        <p:strVal val="visible"/>
                                      </p:to>
                                    </p:set>
                                    <p:anim calcmode="lin" valueType="num">
                                      <p:cBhvr>
                                        <p:cTn id="926" dur="1000" fill="hold"/>
                                        <p:tgtEl>
                                          <p:spTgt spid="91"/>
                                        </p:tgtEl>
                                        <p:attrNameLst>
                                          <p:attrName>ppt_w</p:attrName>
                                        </p:attrNameLst>
                                      </p:cBhvr>
                                      <p:tavLst>
                                        <p:tav tm="0">
                                          <p:val>
                                            <p:fltVal val="0"/>
                                          </p:val>
                                        </p:tav>
                                        <p:tav tm="100000">
                                          <p:val>
                                            <p:strVal val="#ppt_w"/>
                                          </p:val>
                                        </p:tav>
                                      </p:tavLst>
                                    </p:anim>
                                    <p:anim calcmode="lin" valueType="num">
                                      <p:cBhvr>
                                        <p:cTn id="927" dur="1000" fill="hold"/>
                                        <p:tgtEl>
                                          <p:spTgt spid="91"/>
                                        </p:tgtEl>
                                        <p:attrNameLst>
                                          <p:attrName>ppt_h</p:attrName>
                                        </p:attrNameLst>
                                      </p:cBhvr>
                                      <p:tavLst>
                                        <p:tav tm="0">
                                          <p:val>
                                            <p:fltVal val="0"/>
                                          </p:val>
                                        </p:tav>
                                        <p:tav tm="100000">
                                          <p:val>
                                            <p:strVal val="#ppt_h"/>
                                          </p:val>
                                        </p:tav>
                                      </p:tavLst>
                                    </p:anim>
                                    <p:anim calcmode="lin" valueType="num">
                                      <p:cBhvr>
                                        <p:cTn id="928" dur="1000" fill="hold"/>
                                        <p:tgtEl>
                                          <p:spTgt spid="91"/>
                                        </p:tgtEl>
                                        <p:attrNameLst>
                                          <p:attrName>style.rotation</p:attrName>
                                        </p:attrNameLst>
                                      </p:cBhvr>
                                      <p:tavLst>
                                        <p:tav tm="0">
                                          <p:val>
                                            <p:fltVal val="90"/>
                                          </p:val>
                                        </p:tav>
                                        <p:tav tm="100000">
                                          <p:val>
                                            <p:fltVal val="0"/>
                                          </p:val>
                                        </p:tav>
                                      </p:tavLst>
                                    </p:anim>
                                    <p:animEffect transition="in" filter="fade">
                                      <p:cBhvr>
                                        <p:cTn id="929" dur="1000"/>
                                        <p:tgtEl>
                                          <p:spTgt spid="91"/>
                                        </p:tgtEl>
                                      </p:cBhvr>
                                    </p:animEffect>
                                  </p:childTnLst>
                                </p:cTn>
                              </p:par>
                              <p:par>
                                <p:cTn id="930" presetID="31" presetClass="entr" presetSubtype="0" fill="hold" grpId="0" nodeType="withEffect">
                                  <p:stCondLst>
                                    <p:cond delay="0"/>
                                  </p:stCondLst>
                                  <p:childTnLst>
                                    <p:set>
                                      <p:cBhvr>
                                        <p:cTn id="931" dur="1" fill="hold">
                                          <p:stCondLst>
                                            <p:cond delay="0"/>
                                          </p:stCondLst>
                                        </p:cTn>
                                        <p:tgtEl>
                                          <p:spTgt spid="92"/>
                                        </p:tgtEl>
                                        <p:attrNameLst>
                                          <p:attrName>style.visibility</p:attrName>
                                        </p:attrNameLst>
                                      </p:cBhvr>
                                      <p:to>
                                        <p:strVal val="visible"/>
                                      </p:to>
                                    </p:set>
                                    <p:anim calcmode="lin" valueType="num">
                                      <p:cBhvr>
                                        <p:cTn id="932" dur="1000" fill="hold"/>
                                        <p:tgtEl>
                                          <p:spTgt spid="92"/>
                                        </p:tgtEl>
                                        <p:attrNameLst>
                                          <p:attrName>ppt_w</p:attrName>
                                        </p:attrNameLst>
                                      </p:cBhvr>
                                      <p:tavLst>
                                        <p:tav tm="0">
                                          <p:val>
                                            <p:fltVal val="0"/>
                                          </p:val>
                                        </p:tav>
                                        <p:tav tm="100000">
                                          <p:val>
                                            <p:strVal val="#ppt_w"/>
                                          </p:val>
                                        </p:tav>
                                      </p:tavLst>
                                    </p:anim>
                                    <p:anim calcmode="lin" valueType="num">
                                      <p:cBhvr>
                                        <p:cTn id="933" dur="1000" fill="hold"/>
                                        <p:tgtEl>
                                          <p:spTgt spid="92"/>
                                        </p:tgtEl>
                                        <p:attrNameLst>
                                          <p:attrName>ppt_h</p:attrName>
                                        </p:attrNameLst>
                                      </p:cBhvr>
                                      <p:tavLst>
                                        <p:tav tm="0">
                                          <p:val>
                                            <p:fltVal val="0"/>
                                          </p:val>
                                        </p:tav>
                                        <p:tav tm="100000">
                                          <p:val>
                                            <p:strVal val="#ppt_h"/>
                                          </p:val>
                                        </p:tav>
                                      </p:tavLst>
                                    </p:anim>
                                    <p:anim calcmode="lin" valueType="num">
                                      <p:cBhvr>
                                        <p:cTn id="934" dur="1000" fill="hold"/>
                                        <p:tgtEl>
                                          <p:spTgt spid="92"/>
                                        </p:tgtEl>
                                        <p:attrNameLst>
                                          <p:attrName>style.rotation</p:attrName>
                                        </p:attrNameLst>
                                      </p:cBhvr>
                                      <p:tavLst>
                                        <p:tav tm="0">
                                          <p:val>
                                            <p:fltVal val="90"/>
                                          </p:val>
                                        </p:tav>
                                        <p:tav tm="100000">
                                          <p:val>
                                            <p:fltVal val="0"/>
                                          </p:val>
                                        </p:tav>
                                      </p:tavLst>
                                    </p:anim>
                                    <p:animEffect transition="in" filter="fade">
                                      <p:cBhvr>
                                        <p:cTn id="935" dur="1000"/>
                                        <p:tgtEl>
                                          <p:spTgt spid="92"/>
                                        </p:tgtEl>
                                      </p:cBhvr>
                                    </p:animEffect>
                                  </p:childTnLst>
                                </p:cTn>
                              </p:par>
                            </p:childTnLst>
                          </p:cTn>
                        </p:par>
                        <p:par>
                          <p:cTn id="936" fill="hold">
                            <p:stCondLst>
                              <p:cond delay="4000"/>
                            </p:stCondLst>
                            <p:childTnLst>
                              <p:par>
                                <p:cTn id="937" presetID="45" presetClass="entr" presetSubtype="0" fill="hold" nodeType="afterEffect">
                                  <p:stCondLst>
                                    <p:cond delay="0"/>
                                  </p:stCondLst>
                                  <p:childTnLst>
                                    <p:set>
                                      <p:cBhvr>
                                        <p:cTn id="938" dur="1" fill="hold">
                                          <p:stCondLst>
                                            <p:cond delay="0"/>
                                          </p:stCondLst>
                                        </p:cTn>
                                        <p:tgtEl>
                                          <p:spTgt spid="93"/>
                                        </p:tgtEl>
                                        <p:attrNameLst>
                                          <p:attrName>style.visibility</p:attrName>
                                        </p:attrNameLst>
                                      </p:cBhvr>
                                      <p:to>
                                        <p:strVal val="visible"/>
                                      </p:to>
                                    </p:set>
                                    <p:animEffect transition="in" filter="fade">
                                      <p:cBhvr>
                                        <p:cTn id="939" dur="2000"/>
                                        <p:tgtEl>
                                          <p:spTgt spid="93"/>
                                        </p:tgtEl>
                                      </p:cBhvr>
                                    </p:animEffect>
                                    <p:anim calcmode="lin" valueType="num">
                                      <p:cBhvr>
                                        <p:cTn id="940" dur="2000" fill="hold"/>
                                        <p:tgtEl>
                                          <p:spTgt spid="93"/>
                                        </p:tgtEl>
                                        <p:attrNameLst>
                                          <p:attrName>ppt_w</p:attrName>
                                        </p:attrNameLst>
                                      </p:cBhvr>
                                      <p:tavLst>
                                        <p:tav tm="0" fmla="#ppt_w*sin(2.5*pi*$)">
                                          <p:val>
                                            <p:fltVal val="0"/>
                                          </p:val>
                                        </p:tav>
                                        <p:tav tm="100000">
                                          <p:val>
                                            <p:fltVal val="1"/>
                                          </p:val>
                                        </p:tav>
                                      </p:tavLst>
                                    </p:anim>
                                    <p:anim calcmode="lin" valueType="num">
                                      <p:cBhvr>
                                        <p:cTn id="941" dur="2000" fill="hold"/>
                                        <p:tgtEl>
                                          <p:spTgt spid="93"/>
                                        </p:tgtEl>
                                        <p:attrNameLst>
                                          <p:attrName>ppt_h</p:attrName>
                                        </p:attrNameLst>
                                      </p:cBhvr>
                                      <p:tavLst>
                                        <p:tav tm="0">
                                          <p:val>
                                            <p:strVal val="#ppt_h"/>
                                          </p:val>
                                        </p:tav>
                                        <p:tav tm="100000">
                                          <p:val>
                                            <p:strVal val="#ppt_h"/>
                                          </p:val>
                                        </p:tav>
                                      </p:tavLst>
                                    </p:anim>
                                  </p:childTnLst>
                                </p:cTn>
                              </p:par>
                            </p:childTnLst>
                          </p:cTn>
                        </p:par>
                      </p:childTnLst>
                    </p:cTn>
                  </p:par>
                  <p:par>
                    <p:cTn id="942" fill="hold">
                      <p:stCondLst>
                        <p:cond delay="indefinite"/>
                      </p:stCondLst>
                      <p:childTnLst>
                        <p:par>
                          <p:cTn id="943" fill="hold">
                            <p:stCondLst>
                              <p:cond delay="0"/>
                            </p:stCondLst>
                            <p:childTnLst>
                              <p:par>
                                <p:cTn id="944" presetID="22" presetClass="exit" presetSubtype="1" fill="hold" nodeType="clickEffect">
                                  <p:stCondLst>
                                    <p:cond delay="0"/>
                                  </p:stCondLst>
                                  <p:childTnLst>
                                    <p:animEffect transition="out" filter="wipe(up)">
                                      <p:cBhvr>
                                        <p:cTn id="945" dur="500"/>
                                        <p:tgtEl>
                                          <p:spTgt spid="93"/>
                                        </p:tgtEl>
                                      </p:cBhvr>
                                    </p:animEffect>
                                    <p:set>
                                      <p:cBhvr>
                                        <p:cTn id="946" dur="1" fill="hold">
                                          <p:stCondLst>
                                            <p:cond delay="499"/>
                                          </p:stCondLst>
                                        </p:cTn>
                                        <p:tgtEl>
                                          <p:spTgt spid="93"/>
                                        </p:tgtEl>
                                        <p:attrNameLst>
                                          <p:attrName>style.visibility</p:attrName>
                                        </p:attrNameLst>
                                      </p:cBhvr>
                                      <p:to>
                                        <p:strVal val="hidden"/>
                                      </p:to>
                                    </p:set>
                                  </p:childTnLst>
                                </p:cTn>
                              </p:par>
                              <p:par>
                                <p:cTn id="947" presetID="10" presetClass="exit" presetSubtype="0" fill="hold" grpId="1" nodeType="withEffect">
                                  <p:stCondLst>
                                    <p:cond delay="0"/>
                                  </p:stCondLst>
                                  <p:childTnLst>
                                    <p:animEffect transition="out" filter="fade">
                                      <p:cBhvr>
                                        <p:cTn id="948" dur="500"/>
                                        <p:tgtEl>
                                          <p:spTgt spid="91"/>
                                        </p:tgtEl>
                                      </p:cBhvr>
                                    </p:animEffect>
                                    <p:set>
                                      <p:cBhvr>
                                        <p:cTn id="949" dur="1" fill="hold">
                                          <p:stCondLst>
                                            <p:cond delay="499"/>
                                          </p:stCondLst>
                                        </p:cTn>
                                        <p:tgtEl>
                                          <p:spTgt spid="91"/>
                                        </p:tgtEl>
                                        <p:attrNameLst>
                                          <p:attrName>style.visibility</p:attrName>
                                        </p:attrNameLst>
                                      </p:cBhvr>
                                      <p:to>
                                        <p:strVal val="hidden"/>
                                      </p:to>
                                    </p:set>
                                  </p:childTnLst>
                                </p:cTn>
                              </p:par>
                              <p:par>
                                <p:cTn id="950" presetID="10" presetClass="exit" presetSubtype="0" fill="hold" grpId="1" nodeType="withEffect">
                                  <p:stCondLst>
                                    <p:cond delay="0"/>
                                  </p:stCondLst>
                                  <p:childTnLst>
                                    <p:animEffect transition="out" filter="fade">
                                      <p:cBhvr>
                                        <p:cTn id="951" dur="500"/>
                                        <p:tgtEl>
                                          <p:spTgt spid="92"/>
                                        </p:tgtEl>
                                      </p:cBhvr>
                                    </p:animEffect>
                                    <p:set>
                                      <p:cBhvr>
                                        <p:cTn id="952" dur="1" fill="hold">
                                          <p:stCondLst>
                                            <p:cond delay="499"/>
                                          </p:stCondLst>
                                        </p:cTn>
                                        <p:tgtEl>
                                          <p:spTgt spid="92"/>
                                        </p:tgtEl>
                                        <p:attrNameLst>
                                          <p:attrName>style.visibility</p:attrName>
                                        </p:attrNameLst>
                                      </p:cBhvr>
                                      <p:to>
                                        <p:strVal val="hidden"/>
                                      </p:to>
                                    </p:set>
                                  </p:childTnLst>
                                </p:cTn>
                              </p:par>
                            </p:childTnLst>
                          </p:cTn>
                        </p:par>
                        <p:par>
                          <p:cTn id="953" fill="hold">
                            <p:stCondLst>
                              <p:cond delay="500"/>
                            </p:stCondLst>
                            <p:childTnLst>
                              <p:par>
                                <p:cTn id="954" presetID="31" presetClass="exit" presetSubtype="0" fill="hold" grpId="1" nodeType="afterEffect">
                                  <p:stCondLst>
                                    <p:cond delay="0"/>
                                  </p:stCondLst>
                                  <p:childTnLst>
                                    <p:anim calcmode="lin" valueType="num">
                                      <p:cBhvr>
                                        <p:cTn id="955" dur="1000"/>
                                        <p:tgtEl>
                                          <p:spTgt spid="90"/>
                                        </p:tgtEl>
                                        <p:attrNameLst>
                                          <p:attrName>ppt_w</p:attrName>
                                        </p:attrNameLst>
                                      </p:cBhvr>
                                      <p:tavLst>
                                        <p:tav tm="0">
                                          <p:val>
                                            <p:strVal val="ppt_w"/>
                                          </p:val>
                                        </p:tav>
                                        <p:tav tm="100000">
                                          <p:val>
                                            <p:fltVal val="0"/>
                                          </p:val>
                                        </p:tav>
                                      </p:tavLst>
                                    </p:anim>
                                    <p:anim calcmode="lin" valueType="num">
                                      <p:cBhvr>
                                        <p:cTn id="956" dur="1000"/>
                                        <p:tgtEl>
                                          <p:spTgt spid="90"/>
                                        </p:tgtEl>
                                        <p:attrNameLst>
                                          <p:attrName>ppt_h</p:attrName>
                                        </p:attrNameLst>
                                      </p:cBhvr>
                                      <p:tavLst>
                                        <p:tav tm="0">
                                          <p:val>
                                            <p:strVal val="ppt_h"/>
                                          </p:val>
                                        </p:tav>
                                        <p:tav tm="100000">
                                          <p:val>
                                            <p:fltVal val="0"/>
                                          </p:val>
                                        </p:tav>
                                      </p:tavLst>
                                    </p:anim>
                                    <p:anim calcmode="lin" valueType="num">
                                      <p:cBhvr>
                                        <p:cTn id="957" dur="1000"/>
                                        <p:tgtEl>
                                          <p:spTgt spid="90"/>
                                        </p:tgtEl>
                                        <p:attrNameLst>
                                          <p:attrName>style.rotation</p:attrName>
                                        </p:attrNameLst>
                                      </p:cBhvr>
                                      <p:tavLst>
                                        <p:tav tm="0">
                                          <p:val>
                                            <p:fltVal val="0"/>
                                          </p:val>
                                        </p:tav>
                                        <p:tav tm="100000">
                                          <p:val>
                                            <p:fltVal val="90"/>
                                          </p:val>
                                        </p:tav>
                                      </p:tavLst>
                                    </p:anim>
                                    <p:animEffect transition="out" filter="fade">
                                      <p:cBhvr>
                                        <p:cTn id="958" dur="1000"/>
                                        <p:tgtEl>
                                          <p:spTgt spid="90"/>
                                        </p:tgtEl>
                                      </p:cBhvr>
                                    </p:animEffect>
                                    <p:set>
                                      <p:cBhvr>
                                        <p:cTn id="959" dur="1" fill="hold">
                                          <p:stCondLst>
                                            <p:cond delay="999"/>
                                          </p:stCondLst>
                                        </p:cTn>
                                        <p:tgtEl>
                                          <p:spTgt spid="90"/>
                                        </p:tgtEl>
                                        <p:attrNameLst>
                                          <p:attrName>style.visibility</p:attrName>
                                        </p:attrNameLst>
                                      </p:cBhvr>
                                      <p:to>
                                        <p:strVal val="hidden"/>
                                      </p:to>
                                    </p:set>
                                  </p:childTnLst>
                                </p:cTn>
                              </p:par>
                            </p:childTnLst>
                          </p:cTn>
                        </p:par>
                      </p:childTnLst>
                    </p:cTn>
                  </p:par>
                  <p:par>
                    <p:cTn id="960" fill="hold">
                      <p:stCondLst>
                        <p:cond delay="indefinite"/>
                      </p:stCondLst>
                      <p:childTnLst>
                        <p:par>
                          <p:cTn id="961" fill="hold">
                            <p:stCondLst>
                              <p:cond delay="0"/>
                            </p:stCondLst>
                            <p:childTnLst>
                              <p:par>
                                <p:cTn id="962" presetID="22" presetClass="exit" presetSubtype="1" fill="hold" nodeType="clickEffect">
                                  <p:stCondLst>
                                    <p:cond delay="0"/>
                                  </p:stCondLst>
                                  <p:childTnLst>
                                    <p:animEffect transition="out" filter="wipe(up)">
                                      <p:cBhvr>
                                        <p:cTn id="963" dur="500"/>
                                        <p:tgtEl>
                                          <p:spTgt spid="89"/>
                                        </p:tgtEl>
                                      </p:cBhvr>
                                    </p:animEffect>
                                    <p:set>
                                      <p:cBhvr>
                                        <p:cTn id="964" dur="1" fill="hold">
                                          <p:stCondLst>
                                            <p:cond delay="499"/>
                                          </p:stCondLst>
                                        </p:cTn>
                                        <p:tgtEl>
                                          <p:spTgt spid="89"/>
                                        </p:tgtEl>
                                        <p:attrNameLst>
                                          <p:attrName>style.visibility</p:attrName>
                                        </p:attrNameLst>
                                      </p:cBhvr>
                                      <p:to>
                                        <p:strVal val="hidden"/>
                                      </p:to>
                                    </p:set>
                                  </p:childTnLst>
                                </p:cTn>
                              </p:par>
                            </p:childTnLst>
                          </p:cTn>
                        </p:par>
                        <p:par>
                          <p:cTn id="965" fill="hold">
                            <p:stCondLst>
                              <p:cond delay="500"/>
                            </p:stCondLst>
                            <p:childTnLst>
                              <p:par>
                                <p:cTn id="966" presetID="22" presetClass="entr" presetSubtype="8" fill="hold" nodeType="afterEffect">
                                  <p:stCondLst>
                                    <p:cond delay="0"/>
                                  </p:stCondLst>
                                  <p:childTnLst>
                                    <p:set>
                                      <p:cBhvr>
                                        <p:cTn id="967" dur="1" fill="hold">
                                          <p:stCondLst>
                                            <p:cond delay="0"/>
                                          </p:stCondLst>
                                        </p:cTn>
                                        <p:tgtEl>
                                          <p:spTgt spid="94"/>
                                        </p:tgtEl>
                                        <p:attrNameLst>
                                          <p:attrName>style.visibility</p:attrName>
                                        </p:attrNameLst>
                                      </p:cBhvr>
                                      <p:to>
                                        <p:strVal val="visible"/>
                                      </p:to>
                                    </p:set>
                                    <p:animEffect transition="in" filter="wipe(left)">
                                      <p:cBhvr>
                                        <p:cTn id="968" dur="500"/>
                                        <p:tgtEl>
                                          <p:spTgt spid="94"/>
                                        </p:tgtEl>
                                      </p:cBhvr>
                                    </p:animEffect>
                                  </p:childTnLst>
                                </p:cTn>
                              </p:par>
                            </p:childTnLst>
                          </p:cTn>
                        </p:par>
                        <p:par>
                          <p:cTn id="969" fill="hold">
                            <p:stCondLst>
                              <p:cond delay="1000"/>
                            </p:stCondLst>
                            <p:childTnLst>
                              <p:par>
                                <p:cTn id="970" presetID="16" presetClass="entr" presetSubtype="21" fill="hold" nodeType="afterEffect">
                                  <p:stCondLst>
                                    <p:cond delay="0"/>
                                  </p:stCondLst>
                                  <p:childTnLst>
                                    <p:set>
                                      <p:cBhvr>
                                        <p:cTn id="971" dur="1" fill="hold">
                                          <p:stCondLst>
                                            <p:cond delay="0"/>
                                          </p:stCondLst>
                                        </p:cTn>
                                        <p:tgtEl>
                                          <p:spTgt spid="106"/>
                                        </p:tgtEl>
                                        <p:attrNameLst>
                                          <p:attrName>style.visibility</p:attrName>
                                        </p:attrNameLst>
                                      </p:cBhvr>
                                      <p:to>
                                        <p:strVal val="visible"/>
                                      </p:to>
                                    </p:set>
                                    <p:animEffect transition="in" filter="barn(inVertical)">
                                      <p:cBhvr>
                                        <p:cTn id="972" dur="500"/>
                                        <p:tgtEl>
                                          <p:spTgt spid="106"/>
                                        </p:tgtEl>
                                      </p:cBhvr>
                                    </p:animEffect>
                                  </p:childTnLst>
                                </p:cTn>
                              </p:par>
                            </p:childTnLst>
                          </p:cTn>
                        </p:par>
                        <p:par>
                          <p:cTn id="973" fill="hold">
                            <p:stCondLst>
                              <p:cond delay="1500"/>
                            </p:stCondLst>
                            <p:childTnLst>
                              <p:par>
                                <p:cTn id="974" presetID="31" presetClass="entr" presetSubtype="0" fill="hold" grpId="0" nodeType="afterEffect">
                                  <p:stCondLst>
                                    <p:cond delay="0"/>
                                  </p:stCondLst>
                                  <p:childTnLst>
                                    <p:set>
                                      <p:cBhvr>
                                        <p:cTn id="975" dur="1" fill="hold">
                                          <p:stCondLst>
                                            <p:cond delay="0"/>
                                          </p:stCondLst>
                                        </p:cTn>
                                        <p:tgtEl>
                                          <p:spTgt spid="95"/>
                                        </p:tgtEl>
                                        <p:attrNameLst>
                                          <p:attrName>style.visibility</p:attrName>
                                        </p:attrNameLst>
                                      </p:cBhvr>
                                      <p:to>
                                        <p:strVal val="visible"/>
                                      </p:to>
                                    </p:set>
                                    <p:anim calcmode="lin" valueType="num">
                                      <p:cBhvr>
                                        <p:cTn id="976" dur="1000" fill="hold"/>
                                        <p:tgtEl>
                                          <p:spTgt spid="95"/>
                                        </p:tgtEl>
                                        <p:attrNameLst>
                                          <p:attrName>ppt_w</p:attrName>
                                        </p:attrNameLst>
                                      </p:cBhvr>
                                      <p:tavLst>
                                        <p:tav tm="0">
                                          <p:val>
                                            <p:fltVal val="0"/>
                                          </p:val>
                                        </p:tav>
                                        <p:tav tm="100000">
                                          <p:val>
                                            <p:strVal val="#ppt_w"/>
                                          </p:val>
                                        </p:tav>
                                      </p:tavLst>
                                    </p:anim>
                                    <p:anim calcmode="lin" valueType="num">
                                      <p:cBhvr>
                                        <p:cTn id="977" dur="1000" fill="hold"/>
                                        <p:tgtEl>
                                          <p:spTgt spid="95"/>
                                        </p:tgtEl>
                                        <p:attrNameLst>
                                          <p:attrName>ppt_h</p:attrName>
                                        </p:attrNameLst>
                                      </p:cBhvr>
                                      <p:tavLst>
                                        <p:tav tm="0">
                                          <p:val>
                                            <p:fltVal val="0"/>
                                          </p:val>
                                        </p:tav>
                                        <p:tav tm="100000">
                                          <p:val>
                                            <p:strVal val="#ppt_h"/>
                                          </p:val>
                                        </p:tav>
                                      </p:tavLst>
                                    </p:anim>
                                    <p:anim calcmode="lin" valueType="num">
                                      <p:cBhvr>
                                        <p:cTn id="978" dur="1000" fill="hold"/>
                                        <p:tgtEl>
                                          <p:spTgt spid="95"/>
                                        </p:tgtEl>
                                        <p:attrNameLst>
                                          <p:attrName>style.rotation</p:attrName>
                                        </p:attrNameLst>
                                      </p:cBhvr>
                                      <p:tavLst>
                                        <p:tav tm="0">
                                          <p:val>
                                            <p:fltVal val="90"/>
                                          </p:val>
                                        </p:tav>
                                        <p:tav tm="100000">
                                          <p:val>
                                            <p:fltVal val="0"/>
                                          </p:val>
                                        </p:tav>
                                      </p:tavLst>
                                    </p:anim>
                                    <p:animEffect transition="in" filter="fade">
                                      <p:cBhvr>
                                        <p:cTn id="979" dur="1000"/>
                                        <p:tgtEl>
                                          <p:spTgt spid="95"/>
                                        </p:tgtEl>
                                      </p:cBhvr>
                                    </p:animEffect>
                                  </p:childTnLst>
                                </p:cTn>
                              </p:par>
                            </p:childTnLst>
                          </p:cTn>
                        </p:par>
                        <p:par>
                          <p:cTn id="980" fill="hold">
                            <p:stCondLst>
                              <p:cond delay="2500"/>
                            </p:stCondLst>
                            <p:childTnLst>
                              <p:par>
                                <p:cTn id="981" presetID="31" presetClass="entr" presetSubtype="0" fill="hold" grpId="0" nodeType="afterEffect">
                                  <p:stCondLst>
                                    <p:cond delay="0"/>
                                  </p:stCondLst>
                                  <p:childTnLst>
                                    <p:set>
                                      <p:cBhvr>
                                        <p:cTn id="982" dur="1" fill="hold">
                                          <p:stCondLst>
                                            <p:cond delay="0"/>
                                          </p:stCondLst>
                                        </p:cTn>
                                        <p:tgtEl>
                                          <p:spTgt spid="96"/>
                                        </p:tgtEl>
                                        <p:attrNameLst>
                                          <p:attrName>style.visibility</p:attrName>
                                        </p:attrNameLst>
                                      </p:cBhvr>
                                      <p:to>
                                        <p:strVal val="visible"/>
                                      </p:to>
                                    </p:set>
                                    <p:anim calcmode="lin" valueType="num">
                                      <p:cBhvr>
                                        <p:cTn id="983" dur="1000" fill="hold"/>
                                        <p:tgtEl>
                                          <p:spTgt spid="96"/>
                                        </p:tgtEl>
                                        <p:attrNameLst>
                                          <p:attrName>ppt_w</p:attrName>
                                        </p:attrNameLst>
                                      </p:cBhvr>
                                      <p:tavLst>
                                        <p:tav tm="0">
                                          <p:val>
                                            <p:fltVal val="0"/>
                                          </p:val>
                                        </p:tav>
                                        <p:tav tm="100000">
                                          <p:val>
                                            <p:strVal val="#ppt_w"/>
                                          </p:val>
                                        </p:tav>
                                      </p:tavLst>
                                    </p:anim>
                                    <p:anim calcmode="lin" valueType="num">
                                      <p:cBhvr>
                                        <p:cTn id="984" dur="1000" fill="hold"/>
                                        <p:tgtEl>
                                          <p:spTgt spid="96"/>
                                        </p:tgtEl>
                                        <p:attrNameLst>
                                          <p:attrName>ppt_h</p:attrName>
                                        </p:attrNameLst>
                                      </p:cBhvr>
                                      <p:tavLst>
                                        <p:tav tm="0">
                                          <p:val>
                                            <p:fltVal val="0"/>
                                          </p:val>
                                        </p:tav>
                                        <p:tav tm="100000">
                                          <p:val>
                                            <p:strVal val="#ppt_h"/>
                                          </p:val>
                                        </p:tav>
                                      </p:tavLst>
                                    </p:anim>
                                    <p:anim calcmode="lin" valueType="num">
                                      <p:cBhvr>
                                        <p:cTn id="985" dur="1000" fill="hold"/>
                                        <p:tgtEl>
                                          <p:spTgt spid="96"/>
                                        </p:tgtEl>
                                        <p:attrNameLst>
                                          <p:attrName>style.rotation</p:attrName>
                                        </p:attrNameLst>
                                      </p:cBhvr>
                                      <p:tavLst>
                                        <p:tav tm="0">
                                          <p:val>
                                            <p:fltVal val="90"/>
                                          </p:val>
                                        </p:tav>
                                        <p:tav tm="100000">
                                          <p:val>
                                            <p:fltVal val="0"/>
                                          </p:val>
                                        </p:tav>
                                      </p:tavLst>
                                    </p:anim>
                                    <p:animEffect transition="in" filter="fade">
                                      <p:cBhvr>
                                        <p:cTn id="986" dur="1000"/>
                                        <p:tgtEl>
                                          <p:spTgt spid="96"/>
                                        </p:tgtEl>
                                      </p:cBhvr>
                                    </p:animEffect>
                                  </p:childTnLst>
                                </p:cTn>
                              </p:par>
                              <p:par>
                                <p:cTn id="987" presetID="31" presetClass="entr" presetSubtype="0" fill="hold" grpId="0" nodeType="withEffect">
                                  <p:stCondLst>
                                    <p:cond delay="0"/>
                                  </p:stCondLst>
                                  <p:childTnLst>
                                    <p:set>
                                      <p:cBhvr>
                                        <p:cTn id="988" dur="1" fill="hold">
                                          <p:stCondLst>
                                            <p:cond delay="0"/>
                                          </p:stCondLst>
                                        </p:cTn>
                                        <p:tgtEl>
                                          <p:spTgt spid="97"/>
                                        </p:tgtEl>
                                        <p:attrNameLst>
                                          <p:attrName>style.visibility</p:attrName>
                                        </p:attrNameLst>
                                      </p:cBhvr>
                                      <p:to>
                                        <p:strVal val="visible"/>
                                      </p:to>
                                    </p:set>
                                    <p:anim calcmode="lin" valueType="num">
                                      <p:cBhvr>
                                        <p:cTn id="989" dur="1000" fill="hold"/>
                                        <p:tgtEl>
                                          <p:spTgt spid="97"/>
                                        </p:tgtEl>
                                        <p:attrNameLst>
                                          <p:attrName>ppt_w</p:attrName>
                                        </p:attrNameLst>
                                      </p:cBhvr>
                                      <p:tavLst>
                                        <p:tav tm="0">
                                          <p:val>
                                            <p:fltVal val="0"/>
                                          </p:val>
                                        </p:tav>
                                        <p:tav tm="100000">
                                          <p:val>
                                            <p:strVal val="#ppt_w"/>
                                          </p:val>
                                        </p:tav>
                                      </p:tavLst>
                                    </p:anim>
                                    <p:anim calcmode="lin" valueType="num">
                                      <p:cBhvr>
                                        <p:cTn id="990" dur="1000" fill="hold"/>
                                        <p:tgtEl>
                                          <p:spTgt spid="97"/>
                                        </p:tgtEl>
                                        <p:attrNameLst>
                                          <p:attrName>ppt_h</p:attrName>
                                        </p:attrNameLst>
                                      </p:cBhvr>
                                      <p:tavLst>
                                        <p:tav tm="0">
                                          <p:val>
                                            <p:fltVal val="0"/>
                                          </p:val>
                                        </p:tav>
                                        <p:tav tm="100000">
                                          <p:val>
                                            <p:strVal val="#ppt_h"/>
                                          </p:val>
                                        </p:tav>
                                      </p:tavLst>
                                    </p:anim>
                                    <p:anim calcmode="lin" valueType="num">
                                      <p:cBhvr>
                                        <p:cTn id="991" dur="1000" fill="hold"/>
                                        <p:tgtEl>
                                          <p:spTgt spid="97"/>
                                        </p:tgtEl>
                                        <p:attrNameLst>
                                          <p:attrName>style.rotation</p:attrName>
                                        </p:attrNameLst>
                                      </p:cBhvr>
                                      <p:tavLst>
                                        <p:tav tm="0">
                                          <p:val>
                                            <p:fltVal val="90"/>
                                          </p:val>
                                        </p:tav>
                                        <p:tav tm="100000">
                                          <p:val>
                                            <p:fltVal val="0"/>
                                          </p:val>
                                        </p:tav>
                                      </p:tavLst>
                                    </p:anim>
                                    <p:animEffect transition="in" filter="fade">
                                      <p:cBhvr>
                                        <p:cTn id="992" dur="1000"/>
                                        <p:tgtEl>
                                          <p:spTgt spid="97"/>
                                        </p:tgtEl>
                                      </p:cBhvr>
                                    </p:animEffect>
                                  </p:childTnLst>
                                </p:cTn>
                              </p:par>
                            </p:childTnLst>
                          </p:cTn>
                        </p:par>
                        <p:par>
                          <p:cTn id="993" fill="hold">
                            <p:stCondLst>
                              <p:cond delay="3500"/>
                            </p:stCondLst>
                            <p:childTnLst>
                              <p:par>
                                <p:cTn id="994" presetID="45" presetClass="entr" presetSubtype="0" fill="hold" nodeType="afterEffect">
                                  <p:stCondLst>
                                    <p:cond delay="0"/>
                                  </p:stCondLst>
                                  <p:childTnLst>
                                    <p:set>
                                      <p:cBhvr>
                                        <p:cTn id="995" dur="1" fill="hold">
                                          <p:stCondLst>
                                            <p:cond delay="0"/>
                                          </p:stCondLst>
                                        </p:cTn>
                                        <p:tgtEl>
                                          <p:spTgt spid="98"/>
                                        </p:tgtEl>
                                        <p:attrNameLst>
                                          <p:attrName>style.visibility</p:attrName>
                                        </p:attrNameLst>
                                      </p:cBhvr>
                                      <p:to>
                                        <p:strVal val="visible"/>
                                      </p:to>
                                    </p:set>
                                    <p:animEffect transition="in" filter="fade">
                                      <p:cBhvr>
                                        <p:cTn id="996" dur="2000"/>
                                        <p:tgtEl>
                                          <p:spTgt spid="98"/>
                                        </p:tgtEl>
                                      </p:cBhvr>
                                    </p:animEffect>
                                    <p:anim calcmode="lin" valueType="num">
                                      <p:cBhvr>
                                        <p:cTn id="997" dur="2000" fill="hold"/>
                                        <p:tgtEl>
                                          <p:spTgt spid="98"/>
                                        </p:tgtEl>
                                        <p:attrNameLst>
                                          <p:attrName>ppt_w</p:attrName>
                                        </p:attrNameLst>
                                      </p:cBhvr>
                                      <p:tavLst>
                                        <p:tav tm="0" fmla="#ppt_w*sin(2.5*pi*$)">
                                          <p:val>
                                            <p:fltVal val="0"/>
                                          </p:val>
                                        </p:tav>
                                        <p:tav tm="100000">
                                          <p:val>
                                            <p:fltVal val="1"/>
                                          </p:val>
                                        </p:tav>
                                      </p:tavLst>
                                    </p:anim>
                                    <p:anim calcmode="lin" valueType="num">
                                      <p:cBhvr>
                                        <p:cTn id="998" dur="2000" fill="hold"/>
                                        <p:tgtEl>
                                          <p:spTgt spid="98"/>
                                        </p:tgtEl>
                                        <p:attrNameLst>
                                          <p:attrName>ppt_h</p:attrName>
                                        </p:attrNameLst>
                                      </p:cBhvr>
                                      <p:tavLst>
                                        <p:tav tm="0">
                                          <p:val>
                                            <p:strVal val="#ppt_h"/>
                                          </p:val>
                                        </p:tav>
                                        <p:tav tm="100000">
                                          <p:val>
                                            <p:strVal val="#ppt_h"/>
                                          </p:val>
                                        </p:tav>
                                      </p:tavLst>
                                    </p:anim>
                                  </p:childTnLst>
                                </p:cTn>
                              </p:par>
                            </p:childTnLst>
                          </p:cTn>
                        </p:par>
                      </p:childTnLst>
                    </p:cTn>
                  </p:par>
                  <p:par>
                    <p:cTn id="999" fill="hold">
                      <p:stCondLst>
                        <p:cond delay="indefinite"/>
                      </p:stCondLst>
                      <p:childTnLst>
                        <p:par>
                          <p:cTn id="1000" fill="hold">
                            <p:stCondLst>
                              <p:cond delay="0"/>
                            </p:stCondLst>
                            <p:childTnLst>
                              <p:par>
                                <p:cTn id="1001" presetID="22" presetClass="exit" presetSubtype="1" fill="hold" nodeType="clickEffect">
                                  <p:stCondLst>
                                    <p:cond delay="0"/>
                                  </p:stCondLst>
                                  <p:childTnLst>
                                    <p:animEffect transition="out" filter="wipe(up)">
                                      <p:cBhvr>
                                        <p:cTn id="1002" dur="500"/>
                                        <p:tgtEl>
                                          <p:spTgt spid="98"/>
                                        </p:tgtEl>
                                      </p:cBhvr>
                                    </p:animEffect>
                                    <p:set>
                                      <p:cBhvr>
                                        <p:cTn id="1003" dur="1" fill="hold">
                                          <p:stCondLst>
                                            <p:cond delay="499"/>
                                          </p:stCondLst>
                                        </p:cTn>
                                        <p:tgtEl>
                                          <p:spTgt spid="98"/>
                                        </p:tgtEl>
                                        <p:attrNameLst>
                                          <p:attrName>style.visibility</p:attrName>
                                        </p:attrNameLst>
                                      </p:cBhvr>
                                      <p:to>
                                        <p:strVal val="hidden"/>
                                      </p:to>
                                    </p:set>
                                  </p:childTnLst>
                                </p:cTn>
                              </p:par>
                              <p:par>
                                <p:cTn id="1004" presetID="10" presetClass="exit" presetSubtype="0" fill="hold" grpId="1" nodeType="withEffect">
                                  <p:stCondLst>
                                    <p:cond delay="0"/>
                                  </p:stCondLst>
                                  <p:childTnLst>
                                    <p:animEffect transition="out" filter="fade">
                                      <p:cBhvr>
                                        <p:cTn id="1005" dur="500"/>
                                        <p:tgtEl>
                                          <p:spTgt spid="96"/>
                                        </p:tgtEl>
                                      </p:cBhvr>
                                    </p:animEffect>
                                    <p:set>
                                      <p:cBhvr>
                                        <p:cTn id="1006" dur="1" fill="hold">
                                          <p:stCondLst>
                                            <p:cond delay="499"/>
                                          </p:stCondLst>
                                        </p:cTn>
                                        <p:tgtEl>
                                          <p:spTgt spid="96"/>
                                        </p:tgtEl>
                                        <p:attrNameLst>
                                          <p:attrName>style.visibility</p:attrName>
                                        </p:attrNameLst>
                                      </p:cBhvr>
                                      <p:to>
                                        <p:strVal val="hidden"/>
                                      </p:to>
                                    </p:set>
                                  </p:childTnLst>
                                </p:cTn>
                              </p:par>
                              <p:par>
                                <p:cTn id="1007" presetID="10" presetClass="exit" presetSubtype="0" fill="hold" grpId="1" nodeType="withEffect">
                                  <p:stCondLst>
                                    <p:cond delay="0"/>
                                  </p:stCondLst>
                                  <p:childTnLst>
                                    <p:animEffect transition="out" filter="fade">
                                      <p:cBhvr>
                                        <p:cTn id="1008" dur="500"/>
                                        <p:tgtEl>
                                          <p:spTgt spid="97"/>
                                        </p:tgtEl>
                                      </p:cBhvr>
                                    </p:animEffect>
                                    <p:set>
                                      <p:cBhvr>
                                        <p:cTn id="1009" dur="1" fill="hold">
                                          <p:stCondLst>
                                            <p:cond delay="499"/>
                                          </p:stCondLst>
                                        </p:cTn>
                                        <p:tgtEl>
                                          <p:spTgt spid="97"/>
                                        </p:tgtEl>
                                        <p:attrNameLst>
                                          <p:attrName>style.visibility</p:attrName>
                                        </p:attrNameLst>
                                      </p:cBhvr>
                                      <p:to>
                                        <p:strVal val="hidden"/>
                                      </p:to>
                                    </p:set>
                                  </p:childTnLst>
                                </p:cTn>
                              </p:par>
                            </p:childTnLst>
                          </p:cTn>
                        </p:par>
                        <p:par>
                          <p:cTn id="1010" fill="hold">
                            <p:stCondLst>
                              <p:cond delay="500"/>
                            </p:stCondLst>
                            <p:childTnLst>
                              <p:par>
                                <p:cTn id="1011" presetID="31" presetClass="exit" presetSubtype="0" fill="hold" grpId="1" nodeType="afterEffect">
                                  <p:stCondLst>
                                    <p:cond delay="0"/>
                                  </p:stCondLst>
                                  <p:childTnLst>
                                    <p:anim calcmode="lin" valueType="num">
                                      <p:cBhvr>
                                        <p:cTn id="1012" dur="1000"/>
                                        <p:tgtEl>
                                          <p:spTgt spid="95"/>
                                        </p:tgtEl>
                                        <p:attrNameLst>
                                          <p:attrName>ppt_w</p:attrName>
                                        </p:attrNameLst>
                                      </p:cBhvr>
                                      <p:tavLst>
                                        <p:tav tm="0">
                                          <p:val>
                                            <p:strVal val="ppt_w"/>
                                          </p:val>
                                        </p:tav>
                                        <p:tav tm="100000">
                                          <p:val>
                                            <p:fltVal val="0"/>
                                          </p:val>
                                        </p:tav>
                                      </p:tavLst>
                                    </p:anim>
                                    <p:anim calcmode="lin" valueType="num">
                                      <p:cBhvr>
                                        <p:cTn id="1013" dur="1000"/>
                                        <p:tgtEl>
                                          <p:spTgt spid="95"/>
                                        </p:tgtEl>
                                        <p:attrNameLst>
                                          <p:attrName>ppt_h</p:attrName>
                                        </p:attrNameLst>
                                      </p:cBhvr>
                                      <p:tavLst>
                                        <p:tav tm="0">
                                          <p:val>
                                            <p:strVal val="ppt_h"/>
                                          </p:val>
                                        </p:tav>
                                        <p:tav tm="100000">
                                          <p:val>
                                            <p:fltVal val="0"/>
                                          </p:val>
                                        </p:tav>
                                      </p:tavLst>
                                    </p:anim>
                                    <p:anim calcmode="lin" valueType="num">
                                      <p:cBhvr>
                                        <p:cTn id="1014" dur="1000"/>
                                        <p:tgtEl>
                                          <p:spTgt spid="95"/>
                                        </p:tgtEl>
                                        <p:attrNameLst>
                                          <p:attrName>style.rotation</p:attrName>
                                        </p:attrNameLst>
                                      </p:cBhvr>
                                      <p:tavLst>
                                        <p:tav tm="0">
                                          <p:val>
                                            <p:fltVal val="0"/>
                                          </p:val>
                                        </p:tav>
                                        <p:tav tm="100000">
                                          <p:val>
                                            <p:fltVal val="90"/>
                                          </p:val>
                                        </p:tav>
                                      </p:tavLst>
                                    </p:anim>
                                    <p:animEffect transition="out" filter="fade">
                                      <p:cBhvr>
                                        <p:cTn id="1015" dur="1000"/>
                                        <p:tgtEl>
                                          <p:spTgt spid="95"/>
                                        </p:tgtEl>
                                      </p:cBhvr>
                                    </p:animEffect>
                                    <p:set>
                                      <p:cBhvr>
                                        <p:cTn id="1016" dur="1" fill="hold">
                                          <p:stCondLst>
                                            <p:cond delay="999"/>
                                          </p:stCondLst>
                                        </p:cTn>
                                        <p:tgtEl>
                                          <p:spTgt spid="95"/>
                                        </p:tgtEl>
                                        <p:attrNameLst>
                                          <p:attrName>style.visibility</p:attrName>
                                        </p:attrNameLst>
                                      </p:cBhvr>
                                      <p:to>
                                        <p:strVal val="hidden"/>
                                      </p:to>
                                    </p:set>
                                  </p:childTnLst>
                                </p:cTn>
                              </p:par>
                            </p:childTnLst>
                          </p:cTn>
                        </p:par>
                      </p:childTnLst>
                    </p:cTn>
                  </p:par>
                  <p:par>
                    <p:cTn id="1017" fill="hold">
                      <p:stCondLst>
                        <p:cond delay="indefinite"/>
                      </p:stCondLst>
                      <p:childTnLst>
                        <p:par>
                          <p:cTn id="1018" fill="hold">
                            <p:stCondLst>
                              <p:cond delay="0"/>
                            </p:stCondLst>
                            <p:childTnLst>
                              <p:par>
                                <p:cTn id="1019" presetID="22" presetClass="exit" presetSubtype="1" fill="hold" nodeType="clickEffect">
                                  <p:stCondLst>
                                    <p:cond delay="0"/>
                                  </p:stCondLst>
                                  <p:childTnLst>
                                    <p:animEffect transition="out" filter="wipe(up)">
                                      <p:cBhvr>
                                        <p:cTn id="1020" dur="500"/>
                                        <p:tgtEl>
                                          <p:spTgt spid="94"/>
                                        </p:tgtEl>
                                      </p:cBhvr>
                                    </p:animEffect>
                                    <p:set>
                                      <p:cBhvr>
                                        <p:cTn id="1021" dur="1" fill="hold">
                                          <p:stCondLst>
                                            <p:cond delay="499"/>
                                          </p:stCondLst>
                                        </p:cTn>
                                        <p:tgtEl>
                                          <p:spTgt spid="94"/>
                                        </p:tgtEl>
                                        <p:attrNameLst>
                                          <p:attrName>style.visibility</p:attrName>
                                        </p:attrNameLst>
                                      </p:cBhvr>
                                      <p:to>
                                        <p:strVal val="hidden"/>
                                      </p:to>
                                    </p:set>
                                  </p:childTnLst>
                                </p:cTn>
                              </p:par>
                              <p:par>
                                <p:cTn id="1022" presetID="10" presetClass="exit" presetSubtype="0" fill="hold" grpId="1" nodeType="withEffect">
                                  <p:stCondLst>
                                    <p:cond delay="0"/>
                                  </p:stCondLst>
                                  <p:childTnLst>
                                    <p:animEffect transition="out" filter="fade">
                                      <p:cBhvr>
                                        <p:cTn id="1023" dur="500"/>
                                        <p:tgtEl>
                                          <p:spTgt spid="78"/>
                                        </p:tgtEl>
                                      </p:cBhvr>
                                    </p:animEffect>
                                    <p:set>
                                      <p:cBhvr>
                                        <p:cTn id="1024" dur="1" fill="hold">
                                          <p:stCondLst>
                                            <p:cond delay="499"/>
                                          </p:stCondLst>
                                        </p:cTn>
                                        <p:tgtEl>
                                          <p:spTgt spid="78"/>
                                        </p:tgtEl>
                                        <p:attrNameLst>
                                          <p:attrName>style.visibility</p:attrName>
                                        </p:attrNameLst>
                                      </p:cBhvr>
                                      <p:to>
                                        <p:strVal val="hidden"/>
                                      </p:to>
                                    </p:set>
                                  </p:childTnLst>
                                </p:cTn>
                              </p:par>
                              <p:par>
                                <p:cTn id="1025" presetID="10" presetClass="exit" presetSubtype="0" fill="hold" grpId="1" nodeType="withEffect">
                                  <p:stCondLst>
                                    <p:cond delay="0"/>
                                  </p:stCondLst>
                                  <p:childTnLst>
                                    <p:animEffect transition="out" filter="fade">
                                      <p:cBhvr>
                                        <p:cTn id="1026" dur="500"/>
                                        <p:tgtEl>
                                          <p:spTgt spid="79"/>
                                        </p:tgtEl>
                                      </p:cBhvr>
                                    </p:animEffect>
                                    <p:set>
                                      <p:cBhvr>
                                        <p:cTn id="1027" dur="1" fill="hold">
                                          <p:stCondLst>
                                            <p:cond delay="499"/>
                                          </p:stCondLst>
                                        </p:cTn>
                                        <p:tgtEl>
                                          <p:spTgt spid="79"/>
                                        </p:tgtEl>
                                        <p:attrNameLst>
                                          <p:attrName>style.visibility</p:attrName>
                                        </p:attrNameLst>
                                      </p:cBhvr>
                                      <p:to>
                                        <p:strVal val="hidden"/>
                                      </p:to>
                                    </p:set>
                                  </p:childTnLst>
                                </p:cTn>
                              </p:par>
                              <p:par>
                                <p:cTn id="1028" presetID="10" presetClass="exit" presetSubtype="0" fill="hold" grpId="2" nodeType="withEffect">
                                  <p:stCondLst>
                                    <p:cond delay="0"/>
                                  </p:stCondLst>
                                  <p:childTnLst>
                                    <p:animEffect transition="out" filter="fade">
                                      <p:cBhvr>
                                        <p:cTn id="1029" dur="500"/>
                                        <p:tgtEl>
                                          <p:spTgt spid="88"/>
                                        </p:tgtEl>
                                      </p:cBhvr>
                                    </p:animEffect>
                                    <p:set>
                                      <p:cBhvr>
                                        <p:cTn id="1030" dur="1" fill="hold">
                                          <p:stCondLst>
                                            <p:cond delay="499"/>
                                          </p:stCondLst>
                                        </p:cTn>
                                        <p:tgtEl>
                                          <p:spTgt spid="88"/>
                                        </p:tgtEl>
                                        <p:attrNameLst>
                                          <p:attrName>style.visibility</p:attrName>
                                        </p:attrNameLst>
                                      </p:cBhvr>
                                      <p:to>
                                        <p:strVal val="hidden"/>
                                      </p:to>
                                    </p:set>
                                  </p:childTnLst>
                                </p:cTn>
                              </p:par>
                              <p:par>
                                <p:cTn id="1031" presetID="10" presetClass="exit" presetSubtype="0" fill="hold" grpId="3" nodeType="withEffect">
                                  <p:stCondLst>
                                    <p:cond delay="0"/>
                                  </p:stCondLst>
                                  <p:childTnLst>
                                    <p:animEffect transition="out" filter="fade">
                                      <p:cBhvr>
                                        <p:cTn id="1032" dur="500"/>
                                        <p:tgtEl>
                                          <p:spTgt spid="87"/>
                                        </p:tgtEl>
                                      </p:cBhvr>
                                    </p:animEffect>
                                    <p:set>
                                      <p:cBhvr>
                                        <p:cTn id="1033" dur="1" fill="hold">
                                          <p:stCondLst>
                                            <p:cond delay="499"/>
                                          </p:stCondLst>
                                        </p:cTn>
                                        <p:tgtEl>
                                          <p:spTgt spid="87"/>
                                        </p:tgtEl>
                                        <p:attrNameLst>
                                          <p:attrName>style.visibility</p:attrName>
                                        </p:attrNameLst>
                                      </p:cBhvr>
                                      <p:to>
                                        <p:strVal val="hidden"/>
                                      </p:to>
                                    </p:set>
                                  </p:childTnLst>
                                </p:cTn>
                              </p:par>
                              <p:par>
                                <p:cTn id="1034" presetID="10" presetClass="exit" presetSubtype="0" fill="hold" nodeType="withEffect">
                                  <p:stCondLst>
                                    <p:cond delay="0"/>
                                  </p:stCondLst>
                                  <p:childTnLst>
                                    <p:animEffect transition="out" filter="fade">
                                      <p:cBhvr>
                                        <p:cTn id="1035" dur="500"/>
                                        <p:tgtEl>
                                          <p:spTgt spid="10"/>
                                        </p:tgtEl>
                                      </p:cBhvr>
                                    </p:animEffect>
                                    <p:set>
                                      <p:cBhvr>
                                        <p:cTn id="1036" dur="1" fill="hold">
                                          <p:stCondLst>
                                            <p:cond delay="499"/>
                                          </p:stCondLst>
                                        </p:cTn>
                                        <p:tgtEl>
                                          <p:spTgt spid="10"/>
                                        </p:tgtEl>
                                        <p:attrNameLst>
                                          <p:attrName>style.visibility</p:attrName>
                                        </p:attrNameLst>
                                      </p:cBhvr>
                                      <p:to>
                                        <p:strVal val="hidden"/>
                                      </p:to>
                                    </p:set>
                                  </p:childTnLst>
                                </p:cTn>
                              </p:par>
                              <p:par>
                                <p:cTn id="1037" presetID="10" presetClass="exit" presetSubtype="0" fill="hold" grpId="2" nodeType="withEffect">
                                  <p:stCondLst>
                                    <p:cond delay="0"/>
                                  </p:stCondLst>
                                  <p:childTnLst>
                                    <p:animEffect transition="out" filter="fade">
                                      <p:cBhvr>
                                        <p:cTn id="1038" dur="500"/>
                                        <p:tgtEl>
                                          <p:spTgt spid="85"/>
                                        </p:tgtEl>
                                      </p:cBhvr>
                                    </p:animEffect>
                                    <p:set>
                                      <p:cBhvr>
                                        <p:cTn id="1039" dur="1" fill="hold">
                                          <p:stCondLst>
                                            <p:cond delay="499"/>
                                          </p:stCondLst>
                                        </p:cTn>
                                        <p:tgtEl>
                                          <p:spTgt spid="85"/>
                                        </p:tgtEl>
                                        <p:attrNameLst>
                                          <p:attrName>style.visibility</p:attrName>
                                        </p:attrNameLst>
                                      </p:cBhvr>
                                      <p:to>
                                        <p:strVal val="hidden"/>
                                      </p:to>
                                    </p:set>
                                  </p:childTnLst>
                                </p:cTn>
                              </p:par>
                              <p:par>
                                <p:cTn id="1040" presetID="10" presetClass="exit" presetSubtype="0" fill="hold" grpId="3" nodeType="withEffect">
                                  <p:stCondLst>
                                    <p:cond delay="0"/>
                                  </p:stCondLst>
                                  <p:childTnLst>
                                    <p:animEffect transition="out" filter="fade">
                                      <p:cBhvr>
                                        <p:cTn id="1041" dur="500"/>
                                        <p:tgtEl>
                                          <p:spTgt spid="86"/>
                                        </p:tgtEl>
                                      </p:cBhvr>
                                    </p:animEffect>
                                    <p:set>
                                      <p:cBhvr>
                                        <p:cTn id="1042" dur="1" fill="hold">
                                          <p:stCondLst>
                                            <p:cond delay="499"/>
                                          </p:stCondLst>
                                        </p:cTn>
                                        <p:tgtEl>
                                          <p:spTgt spid="86"/>
                                        </p:tgtEl>
                                        <p:attrNameLst>
                                          <p:attrName>style.visibility</p:attrName>
                                        </p:attrNameLst>
                                      </p:cBhvr>
                                      <p:to>
                                        <p:strVal val="hidden"/>
                                      </p:to>
                                    </p:set>
                                  </p:childTnLst>
                                </p:cTn>
                              </p:par>
                            </p:childTnLst>
                          </p:cTn>
                        </p:par>
                        <p:par>
                          <p:cTn id="1043" fill="hold">
                            <p:stCondLst>
                              <p:cond delay="500"/>
                            </p:stCondLst>
                            <p:childTnLst>
                              <p:par>
                                <p:cTn id="1044" presetID="31" presetClass="exit" presetSubtype="0" fill="hold" grpId="1" nodeType="afterEffect">
                                  <p:stCondLst>
                                    <p:cond delay="0"/>
                                  </p:stCondLst>
                                  <p:childTnLst>
                                    <p:anim calcmode="lin" valueType="num">
                                      <p:cBhvr>
                                        <p:cTn id="1045" dur="1000"/>
                                        <p:tgtEl>
                                          <p:spTgt spid="77"/>
                                        </p:tgtEl>
                                        <p:attrNameLst>
                                          <p:attrName>ppt_w</p:attrName>
                                        </p:attrNameLst>
                                      </p:cBhvr>
                                      <p:tavLst>
                                        <p:tav tm="0">
                                          <p:val>
                                            <p:strVal val="ppt_w"/>
                                          </p:val>
                                        </p:tav>
                                        <p:tav tm="100000">
                                          <p:val>
                                            <p:fltVal val="0"/>
                                          </p:val>
                                        </p:tav>
                                      </p:tavLst>
                                    </p:anim>
                                    <p:anim calcmode="lin" valueType="num">
                                      <p:cBhvr>
                                        <p:cTn id="1046" dur="1000"/>
                                        <p:tgtEl>
                                          <p:spTgt spid="77"/>
                                        </p:tgtEl>
                                        <p:attrNameLst>
                                          <p:attrName>ppt_h</p:attrName>
                                        </p:attrNameLst>
                                      </p:cBhvr>
                                      <p:tavLst>
                                        <p:tav tm="0">
                                          <p:val>
                                            <p:strVal val="ppt_h"/>
                                          </p:val>
                                        </p:tav>
                                        <p:tav tm="100000">
                                          <p:val>
                                            <p:fltVal val="0"/>
                                          </p:val>
                                        </p:tav>
                                      </p:tavLst>
                                    </p:anim>
                                    <p:anim calcmode="lin" valueType="num">
                                      <p:cBhvr>
                                        <p:cTn id="1047" dur="1000"/>
                                        <p:tgtEl>
                                          <p:spTgt spid="77"/>
                                        </p:tgtEl>
                                        <p:attrNameLst>
                                          <p:attrName>style.rotation</p:attrName>
                                        </p:attrNameLst>
                                      </p:cBhvr>
                                      <p:tavLst>
                                        <p:tav tm="0">
                                          <p:val>
                                            <p:fltVal val="0"/>
                                          </p:val>
                                        </p:tav>
                                        <p:tav tm="100000">
                                          <p:val>
                                            <p:fltVal val="90"/>
                                          </p:val>
                                        </p:tav>
                                      </p:tavLst>
                                    </p:anim>
                                    <p:animEffect transition="out" filter="fade">
                                      <p:cBhvr>
                                        <p:cTn id="1048" dur="1000"/>
                                        <p:tgtEl>
                                          <p:spTgt spid="77"/>
                                        </p:tgtEl>
                                      </p:cBhvr>
                                    </p:animEffect>
                                    <p:set>
                                      <p:cBhvr>
                                        <p:cTn id="1049" dur="1" fill="hold">
                                          <p:stCondLst>
                                            <p:cond delay="999"/>
                                          </p:stCondLst>
                                        </p:cTn>
                                        <p:tgtEl>
                                          <p:spTgt spid="77"/>
                                        </p:tgtEl>
                                        <p:attrNameLst>
                                          <p:attrName>style.visibility</p:attrName>
                                        </p:attrNameLst>
                                      </p:cBhvr>
                                      <p:to>
                                        <p:strVal val="hidden"/>
                                      </p:to>
                                    </p:set>
                                  </p:childTnLst>
                                </p:cTn>
                              </p:par>
                            </p:childTnLst>
                          </p:cTn>
                        </p:par>
                      </p:childTnLst>
                    </p:cTn>
                  </p:par>
                  <p:par>
                    <p:cTn id="1050" fill="hold">
                      <p:stCondLst>
                        <p:cond delay="indefinite"/>
                      </p:stCondLst>
                      <p:childTnLst>
                        <p:par>
                          <p:cTn id="1051" fill="hold">
                            <p:stCondLst>
                              <p:cond delay="0"/>
                            </p:stCondLst>
                            <p:childTnLst>
                              <p:par>
                                <p:cTn id="1052" presetID="22" presetClass="exit" presetSubtype="1" fill="hold" nodeType="clickEffect">
                                  <p:stCondLst>
                                    <p:cond delay="0"/>
                                  </p:stCondLst>
                                  <p:childTnLst>
                                    <p:animEffect transition="out" filter="wipe(up)">
                                      <p:cBhvr>
                                        <p:cTn id="1053" dur="500"/>
                                        <p:tgtEl>
                                          <p:spTgt spid="63"/>
                                        </p:tgtEl>
                                      </p:cBhvr>
                                    </p:animEffect>
                                    <p:set>
                                      <p:cBhvr>
                                        <p:cTn id="1054" dur="1" fill="hold">
                                          <p:stCondLst>
                                            <p:cond delay="499"/>
                                          </p:stCondLst>
                                        </p:cTn>
                                        <p:tgtEl>
                                          <p:spTgt spid="63"/>
                                        </p:tgtEl>
                                        <p:attrNameLst>
                                          <p:attrName>style.visibility</p:attrName>
                                        </p:attrNameLst>
                                      </p:cBhvr>
                                      <p:to>
                                        <p:strVal val="hidden"/>
                                      </p:to>
                                    </p:set>
                                  </p:childTnLst>
                                </p:cTn>
                              </p:par>
                            </p:childTnLst>
                          </p:cTn>
                        </p:par>
                        <p:par>
                          <p:cTn id="1055" fill="hold">
                            <p:stCondLst>
                              <p:cond delay="500"/>
                            </p:stCondLst>
                            <p:childTnLst>
                              <p:par>
                                <p:cTn id="1056" presetID="22" presetClass="entr" presetSubtype="8" fill="hold" nodeType="afterEffect">
                                  <p:stCondLst>
                                    <p:cond delay="0"/>
                                  </p:stCondLst>
                                  <p:childTnLst>
                                    <p:set>
                                      <p:cBhvr>
                                        <p:cTn id="1057" dur="1" fill="hold">
                                          <p:stCondLst>
                                            <p:cond delay="0"/>
                                          </p:stCondLst>
                                        </p:cTn>
                                        <p:tgtEl>
                                          <p:spTgt spid="64"/>
                                        </p:tgtEl>
                                        <p:attrNameLst>
                                          <p:attrName>style.visibility</p:attrName>
                                        </p:attrNameLst>
                                      </p:cBhvr>
                                      <p:to>
                                        <p:strVal val="visible"/>
                                      </p:to>
                                    </p:set>
                                    <p:animEffect transition="in" filter="wipe(left)">
                                      <p:cBhvr>
                                        <p:cTn id="1058" dur="500"/>
                                        <p:tgtEl>
                                          <p:spTgt spid="64"/>
                                        </p:tgtEl>
                                      </p:cBhvr>
                                    </p:animEffect>
                                  </p:childTnLst>
                                </p:cTn>
                              </p:par>
                            </p:childTnLst>
                          </p:cTn>
                        </p:par>
                        <p:par>
                          <p:cTn id="1059" fill="hold">
                            <p:stCondLst>
                              <p:cond delay="1000"/>
                            </p:stCondLst>
                            <p:childTnLst>
                              <p:par>
                                <p:cTn id="1060" presetID="16" presetClass="entr" presetSubtype="21" fill="hold" nodeType="afterEffect">
                                  <p:stCondLst>
                                    <p:cond delay="0"/>
                                  </p:stCondLst>
                                  <p:childTnLst>
                                    <p:set>
                                      <p:cBhvr>
                                        <p:cTn id="1061" dur="1" fill="hold">
                                          <p:stCondLst>
                                            <p:cond delay="0"/>
                                          </p:stCondLst>
                                        </p:cTn>
                                        <p:tgtEl>
                                          <p:spTgt spid="74"/>
                                        </p:tgtEl>
                                        <p:attrNameLst>
                                          <p:attrName>style.visibility</p:attrName>
                                        </p:attrNameLst>
                                      </p:cBhvr>
                                      <p:to>
                                        <p:strVal val="visible"/>
                                      </p:to>
                                    </p:set>
                                    <p:animEffect transition="in" filter="barn(inVertical)">
                                      <p:cBhvr>
                                        <p:cTn id="1062" dur="500"/>
                                        <p:tgtEl>
                                          <p:spTgt spid="74"/>
                                        </p:tgtEl>
                                      </p:cBhvr>
                                    </p:animEffect>
                                  </p:childTnLst>
                                </p:cTn>
                              </p:par>
                            </p:childTnLst>
                          </p:cTn>
                        </p:par>
                        <p:par>
                          <p:cTn id="1063" fill="hold">
                            <p:stCondLst>
                              <p:cond delay="1500"/>
                            </p:stCondLst>
                            <p:childTnLst>
                              <p:par>
                                <p:cTn id="1064" presetID="31" presetClass="entr" presetSubtype="0" fill="hold" grpId="0" nodeType="afterEffect">
                                  <p:stCondLst>
                                    <p:cond delay="0"/>
                                  </p:stCondLst>
                                  <p:childTnLst>
                                    <p:set>
                                      <p:cBhvr>
                                        <p:cTn id="1065" dur="1" fill="hold">
                                          <p:stCondLst>
                                            <p:cond delay="0"/>
                                          </p:stCondLst>
                                        </p:cTn>
                                        <p:tgtEl>
                                          <p:spTgt spid="99"/>
                                        </p:tgtEl>
                                        <p:attrNameLst>
                                          <p:attrName>style.visibility</p:attrName>
                                        </p:attrNameLst>
                                      </p:cBhvr>
                                      <p:to>
                                        <p:strVal val="visible"/>
                                      </p:to>
                                    </p:set>
                                    <p:anim calcmode="lin" valueType="num">
                                      <p:cBhvr>
                                        <p:cTn id="1066" dur="1000" fill="hold"/>
                                        <p:tgtEl>
                                          <p:spTgt spid="99"/>
                                        </p:tgtEl>
                                        <p:attrNameLst>
                                          <p:attrName>ppt_w</p:attrName>
                                        </p:attrNameLst>
                                      </p:cBhvr>
                                      <p:tavLst>
                                        <p:tav tm="0">
                                          <p:val>
                                            <p:fltVal val="0"/>
                                          </p:val>
                                        </p:tav>
                                        <p:tav tm="100000">
                                          <p:val>
                                            <p:strVal val="#ppt_w"/>
                                          </p:val>
                                        </p:tav>
                                      </p:tavLst>
                                    </p:anim>
                                    <p:anim calcmode="lin" valueType="num">
                                      <p:cBhvr>
                                        <p:cTn id="1067" dur="1000" fill="hold"/>
                                        <p:tgtEl>
                                          <p:spTgt spid="99"/>
                                        </p:tgtEl>
                                        <p:attrNameLst>
                                          <p:attrName>ppt_h</p:attrName>
                                        </p:attrNameLst>
                                      </p:cBhvr>
                                      <p:tavLst>
                                        <p:tav tm="0">
                                          <p:val>
                                            <p:fltVal val="0"/>
                                          </p:val>
                                        </p:tav>
                                        <p:tav tm="100000">
                                          <p:val>
                                            <p:strVal val="#ppt_h"/>
                                          </p:val>
                                        </p:tav>
                                      </p:tavLst>
                                    </p:anim>
                                    <p:anim calcmode="lin" valueType="num">
                                      <p:cBhvr>
                                        <p:cTn id="1068" dur="1000" fill="hold"/>
                                        <p:tgtEl>
                                          <p:spTgt spid="99"/>
                                        </p:tgtEl>
                                        <p:attrNameLst>
                                          <p:attrName>style.rotation</p:attrName>
                                        </p:attrNameLst>
                                      </p:cBhvr>
                                      <p:tavLst>
                                        <p:tav tm="0">
                                          <p:val>
                                            <p:fltVal val="90"/>
                                          </p:val>
                                        </p:tav>
                                        <p:tav tm="100000">
                                          <p:val>
                                            <p:fltVal val="0"/>
                                          </p:val>
                                        </p:tav>
                                      </p:tavLst>
                                    </p:anim>
                                    <p:animEffect transition="in" filter="fade">
                                      <p:cBhvr>
                                        <p:cTn id="1069" dur="1000"/>
                                        <p:tgtEl>
                                          <p:spTgt spid="99"/>
                                        </p:tgtEl>
                                      </p:cBhvr>
                                    </p:animEffect>
                                  </p:childTnLst>
                                </p:cTn>
                              </p:par>
                            </p:childTnLst>
                          </p:cTn>
                        </p:par>
                        <p:par>
                          <p:cTn id="1070" fill="hold">
                            <p:stCondLst>
                              <p:cond delay="2500"/>
                            </p:stCondLst>
                            <p:childTnLst>
                              <p:par>
                                <p:cTn id="1071" presetID="31" presetClass="entr" presetSubtype="0" fill="hold" grpId="0" nodeType="afterEffect">
                                  <p:stCondLst>
                                    <p:cond delay="0"/>
                                  </p:stCondLst>
                                  <p:childTnLst>
                                    <p:set>
                                      <p:cBhvr>
                                        <p:cTn id="1072" dur="1" fill="hold">
                                          <p:stCondLst>
                                            <p:cond delay="0"/>
                                          </p:stCondLst>
                                        </p:cTn>
                                        <p:tgtEl>
                                          <p:spTgt spid="101"/>
                                        </p:tgtEl>
                                        <p:attrNameLst>
                                          <p:attrName>style.visibility</p:attrName>
                                        </p:attrNameLst>
                                      </p:cBhvr>
                                      <p:to>
                                        <p:strVal val="visible"/>
                                      </p:to>
                                    </p:set>
                                    <p:anim calcmode="lin" valueType="num">
                                      <p:cBhvr>
                                        <p:cTn id="1073" dur="1000" fill="hold"/>
                                        <p:tgtEl>
                                          <p:spTgt spid="101"/>
                                        </p:tgtEl>
                                        <p:attrNameLst>
                                          <p:attrName>ppt_w</p:attrName>
                                        </p:attrNameLst>
                                      </p:cBhvr>
                                      <p:tavLst>
                                        <p:tav tm="0">
                                          <p:val>
                                            <p:fltVal val="0"/>
                                          </p:val>
                                        </p:tav>
                                        <p:tav tm="100000">
                                          <p:val>
                                            <p:strVal val="#ppt_w"/>
                                          </p:val>
                                        </p:tav>
                                      </p:tavLst>
                                    </p:anim>
                                    <p:anim calcmode="lin" valueType="num">
                                      <p:cBhvr>
                                        <p:cTn id="1074" dur="1000" fill="hold"/>
                                        <p:tgtEl>
                                          <p:spTgt spid="101"/>
                                        </p:tgtEl>
                                        <p:attrNameLst>
                                          <p:attrName>ppt_h</p:attrName>
                                        </p:attrNameLst>
                                      </p:cBhvr>
                                      <p:tavLst>
                                        <p:tav tm="0">
                                          <p:val>
                                            <p:fltVal val="0"/>
                                          </p:val>
                                        </p:tav>
                                        <p:tav tm="100000">
                                          <p:val>
                                            <p:strVal val="#ppt_h"/>
                                          </p:val>
                                        </p:tav>
                                      </p:tavLst>
                                    </p:anim>
                                    <p:anim calcmode="lin" valueType="num">
                                      <p:cBhvr>
                                        <p:cTn id="1075" dur="1000" fill="hold"/>
                                        <p:tgtEl>
                                          <p:spTgt spid="101"/>
                                        </p:tgtEl>
                                        <p:attrNameLst>
                                          <p:attrName>style.rotation</p:attrName>
                                        </p:attrNameLst>
                                      </p:cBhvr>
                                      <p:tavLst>
                                        <p:tav tm="0">
                                          <p:val>
                                            <p:fltVal val="90"/>
                                          </p:val>
                                        </p:tav>
                                        <p:tav tm="100000">
                                          <p:val>
                                            <p:fltVal val="0"/>
                                          </p:val>
                                        </p:tav>
                                      </p:tavLst>
                                    </p:anim>
                                    <p:animEffect transition="in" filter="fade">
                                      <p:cBhvr>
                                        <p:cTn id="1076" dur="1000"/>
                                        <p:tgtEl>
                                          <p:spTgt spid="101"/>
                                        </p:tgtEl>
                                      </p:cBhvr>
                                    </p:animEffect>
                                  </p:childTnLst>
                                </p:cTn>
                              </p:par>
                              <p:par>
                                <p:cTn id="1077" presetID="31" presetClass="entr" presetSubtype="0" fill="hold" grpId="0" nodeType="withEffect">
                                  <p:stCondLst>
                                    <p:cond delay="0"/>
                                  </p:stCondLst>
                                  <p:childTnLst>
                                    <p:set>
                                      <p:cBhvr>
                                        <p:cTn id="1078" dur="1" fill="hold">
                                          <p:stCondLst>
                                            <p:cond delay="0"/>
                                          </p:stCondLst>
                                        </p:cTn>
                                        <p:tgtEl>
                                          <p:spTgt spid="102"/>
                                        </p:tgtEl>
                                        <p:attrNameLst>
                                          <p:attrName>style.visibility</p:attrName>
                                        </p:attrNameLst>
                                      </p:cBhvr>
                                      <p:to>
                                        <p:strVal val="visible"/>
                                      </p:to>
                                    </p:set>
                                    <p:anim calcmode="lin" valueType="num">
                                      <p:cBhvr>
                                        <p:cTn id="1079" dur="1000" fill="hold"/>
                                        <p:tgtEl>
                                          <p:spTgt spid="102"/>
                                        </p:tgtEl>
                                        <p:attrNameLst>
                                          <p:attrName>ppt_w</p:attrName>
                                        </p:attrNameLst>
                                      </p:cBhvr>
                                      <p:tavLst>
                                        <p:tav tm="0">
                                          <p:val>
                                            <p:fltVal val="0"/>
                                          </p:val>
                                        </p:tav>
                                        <p:tav tm="100000">
                                          <p:val>
                                            <p:strVal val="#ppt_w"/>
                                          </p:val>
                                        </p:tav>
                                      </p:tavLst>
                                    </p:anim>
                                    <p:anim calcmode="lin" valueType="num">
                                      <p:cBhvr>
                                        <p:cTn id="1080" dur="1000" fill="hold"/>
                                        <p:tgtEl>
                                          <p:spTgt spid="102"/>
                                        </p:tgtEl>
                                        <p:attrNameLst>
                                          <p:attrName>ppt_h</p:attrName>
                                        </p:attrNameLst>
                                      </p:cBhvr>
                                      <p:tavLst>
                                        <p:tav tm="0">
                                          <p:val>
                                            <p:fltVal val="0"/>
                                          </p:val>
                                        </p:tav>
                                        <p:tav tm="100000">
                                          <p:val>
                                            <p:strVal val="#ppt_h"/>
                                          </p:val>
                                        </p:tav>
                                      </p:tavLst>
                                    </p:anim>
                                    <p:anim calcmode="lin" valueType="num">
                                      <p:cBhvr>
                                        <p:cTn id="1081" dur="1000" fill="hold"/>
                                        <p:tgtEl>
                                          <p:spTgt spid="102"/>
                                        </p:tgtEl>
                                        <p:attrNameLst>
                                          <p:attrName>style.rotation</p:attrName>
                                        </p:attrNameLst>
                                      </p:cBhvr>
                                      <p:tavLst>
                                        <p:tav tm="0">
                                          <p:val>
                                            <p:fltVal val="90"/>
                                          </p:val>
                                        </p:tav>
                                        <p:tav tm="100000">
                                          <p:val>
                                            <p:fltVal val="0"/>
                                          </p:val>
                                        </p:tav>
                                      </p:tavLst>
                                    </p:anim>
                                    <p:animEffect transition="in" filter="fade">
                                      <p:cBhvr>
                                        <p:cTn id="1082" dur="1000"/>
                                        <p:tgtEl>
                                          <p:spTgt spid="102"/>
                                        </p:tgtEl>
                                      </p:cBhvr>
                                    </p:animEffect>
                                  </p:childTnLst>
                                </p:cTn>
                              </p:par>
                            </p:childTnLst>
                          </p:cTn>
                        </p:par>
                        <p:par>
                          <p:cTn id="1083" fill="hold">
                            <p:stCondLst>
                              <p:cond delay="3500"/>
                            </p:stCondLst>
                            <p:childTnLst>
                              <p:par>
                                <p:cTn id="1084" presetID="45" presetClass="entr" presetSubtype="0" fill="hold" nodeType="afterEffect">
                                  <p:stCondLst>
                                    <p:cond delay="0"/>
                                  </p:stCondLst>
                                  <p:childTnLst>
                                    <p:set>
                                      <p:cBhvr>
                                        <p:cTn id="1085" dur="1" fill="hold">
                                          <p:stCondLst>
                                            <p:cond delay="0"/>
                                          </p:stCondLst>
                                        </p:cTn>
                                        <p:tgtEl>
                                          <p:spTgt spid="100"/>
                                        </p:tgtEl>
                                        <p:attrNameLst>
                                          <p:attrName>style.visibility</p:attrName>
                                        </p:attrNameLst>
                                      </p:cBhvr>
                                      <p:to>
                                        <p:strVal val="visible"/>
                                      </p:to>
                                    </p:set>
                                    <p:animEffect transition="in" filter="fade">
                                      <p:cBhvr>
                                        <p:cTn id="1086" dur="2000"/>
                                        <p:tgtEl>
                                          <p:spTgt spid="100"/>
                                        </p:tgtEl>
                                      </p:cBhvr>
                                    </p:animEffect>
                                    <p:anim calcmode="lin" valueType="num">
                                      <p:cBhvr>
                                        <p:cTn id="1087" dur="2000" fill="hold"/>
                                        <p:tgtEl>
                                          <p:spTgt spid="100"/>
                                        </p:tgtEl>
                                        <p:attrNameLst>
                                          <p:attrName>ppt_w</p:attrName>
                                        </p:attrNameLst>
                                      </p:cBhvr>
                                      <p:tavLst>
                                        <p:tav tm="0" fmla="#ppt_w*sin(2.5*pi*$)">
                                          <p:val>
                                            <p:fltVal val="0"/>
                                          </p:val>
                                        </p:tav>
                                        <p:tav tm="100000">
                                          <p:val>
                                            <p:fltVal val="1"/>
                                          </p:val>
                                        </p:tav>
                                      </p:tavLst>
                                    </p:anim>
                                    <p:anim calcmode="lin" valueType="num">
                                      <p:cBhvr>
                                        <p:cTn id="1088" dur="2000" fill="hold"/>
                                        <p:tgtEl>
                                          <p:spTgt spid="100"/>
                                        </p:tgtEl>
                                        <p:attrNameLst>
                                          <p:attrName>ppt_h</p:attrName>
                                        </p:attrNameLst>
                                      </p:cBhvr>
                                      <p:tavLst>
                                        <p:tav tm="0">
                                          <p:val>
                                            <p:strVal val="#ppt_h"/>
                                          </p:val>
                                        </p:tav>
                                        <p:tav tm="100000">
                                          <p:val>
                                            <p:strVal val="#ppt_h"/>
                                          </p:val>
                                        </p:tav>
                                      </p:tavLst>
                                    </p:anim>
                                  </p:childTnLst>
                                </p:cTn>
                              </p:par>
                            </p:childTnLst>
                          </p:cTn>
                        </p:par>
                      </p:childTnLst>
                    </p:cTn>
                  </p:par>
                  <p:par>
                    <p:cTn id="1089" fill="hold">
                      <p:stCondLst>
                        <p:cond delay="indefinite"/>
                      </p:stCondLst>
                      <p:childTnLst>
                        <p:par>
                          <p:cTn id="1090" fill="hold">
                            <p:stCondLst>
                              <p:cond delay="0"/>
                            </p:stCondLst>
                            <p:childTnLst>
                              <p:par>
                                <p:cTn id="1091" presetID="22" presetClass="exit" presetSubtype="1" fill="hold" nodeType="clickEffect">
                                  <p:stCondLst>
                                    <p:cond delay="0"/>
                                  </p:stCondLst>
                                  <p:childTnLst>
                                    <p:animEffect transition="out" filter="wipe(up)">
                                      <p:cBhvr>
                                        <p:cTn id="1092" dur="500"/>
                                        <p:tgtEl>
                                          <p:spTgt spid="100"/>
                                        </p:tgtEl>
                                      </p:cBhvr>
                                    </p:animEffect>
                                    <p:set>
                                      <p:cBhvr>
                                        <p:cTn id="1093" dur="1" fill="hold">
                                          <p:stCondLst>
                                            <p:cond delay="499"/>
                                          </p:stCondLst>
                                        </p:cTn>
                                        <p:tgtEl>
                                          <p:spTgt spid="100"/>
                                        </p:tgtEl>
                                        <p:attrNameLst>
                                          <p:attrName>style.visibility</p:attrName>
                                        </p:attrNameLst>
                                      </p:cBhvr>
                                      <p:to>
                                        <p:strVal val="hidden"/>
                                      </p:to>
                                    </p:set>
                                  </p:childTnLst>
                                </p:cTn>
                              </p:par>
                              <p:par>
                                <p:cTn id="1094" presetID="10" presetClass="exit" presetSubtype="0" fill="hold" grpId="1" nodeType="withEffect">
                                  <p:stCondLst>
                                    <p:cond delay="0"/>
                                  </p:stCondLst>
                                  <p:childTnLst>
                                    <p:animEffect transition="out" filter="fade">
                                      <p:cBhvr>
                                        <p:cTn id="1095" dur="500"/>
                                        <p:tgtEl>
                                          <p:spTgt spid="101"/>
                                        </p:tgtEl>
                                      </p:cBhvr>
                                    </p:animEffect>
                                    <p:set>
                                      <p:cBhvr>
                                        <p:cTn id="1096" dur="1" fill="hold">
                                          <p:stCondLst>
                                            <p:cond delay="499"/>
                                          </p:stCondLst>
                                        </p:cTn>
                                        <p:tgtEl>
                                          <p:spTgt spid="101"/>
                                        </p:tgtEl>
                                        <p:attrNameLst>
                                          <p:attrName>style.visibility</p:attrName>
                                        </p:attrNameLst>
                                      </p:cBhvr>
                                      <p:to>
                                        <p:strVal val="hidden"/>
                                      </p:to>
                                    </p:set>
                                  </p:childTnLst>
                                </p:cTn>
                              </p:par>
                              <p:par>
                                <p:cTn id="1097" presetID="10" presetClass="exit" presetSubtype="0" fill="hold" grpId="1" nodeType="withEffect">
                                  <p:stCondLst>
                                    <p:cond delay="0"/>
                                  </p:stCondLst>
                                  <p:childTnLst>
                                    <p:animEffect transition="out" filter="fade">
                                      <p:cBhvr>
                                        <p:cTn id="1098" dur="500"/>
                                        <p:tgtEl>
                                          <p:spTgt spid="102"/>
                                        </p:tgtEl>
                                      </p:cBhvr>
                                    </p:animEffect>
                                    <p:set>
                                      <p:cBhvr>
                                        <p:cTn id="1099" dur="1" fill="hold">
                                          <p:stCondLst>
                                            <p:cond delay="499"/>
                                          </p:stCondLst>
                                        </p:cTn>
                                        <p:tgtEl>
                                          <p:spTgt spid="102"/>
                                        </p:tgtEl>
                                        <p:attrNameLst>
                                          <p:attrName>style.visibility</p:attrName>
                                        </p:attrNameLst>
                                      </p:cBhvr>
                                      <p:to>
                                        <p:strVal val="hidden"/>
                                      </p:to>
                                    </p:set>
                                  </p:childTnLst>
                                </p:cTn>
                              </p:par>
                            </p:childTnLst>
                          </p:cTn>
                        </p:par>
                        <p:par>
                          <p:cTn id="1100" fill="hold">
                            <p:stCondLst>
                              <p:cond delay="500"/>
                            </p:stCondLst>
                            <p:childTnLst>
                              <p:par>
                                <p:cTn id="1101" presetID="31" presetClass="exit" presetSubtype="0" fill="hold" grpId="1" nodeType="afterEffect">
                                  <p:stCondLst>
                                    <p:cond delay="0"/>
                                  </p:stCondLst>
                                  <p:childTnLst>
                                    <p:anim calcmode="lin" valueType="num">
                                      <p:cBhvr>
                                        <p:cTn id="1102" dur="1000"/>
                                        <p:tgtEl>
                                          <p:spTgt spid="99"/>
                                        </p:tgtEl>
                                        <p:attrNameLst>
                                          <p:attrName>ppt_w</p:attrName>
                                        </p:attrNameLst>
                                      </p:cBhvr>
                                      <p:tavLst>
                                        <p:tav tm="0">
                                          <p:val>
                                            <p:strVal val="ppt_w"/>
                                          </p:val>
                                        </p:tav>
                                        <p:tav tm="100000">
                                          <p:val>
                                            <p:fltVal val="0"/>
                                          </p:val>
                                        </p:tav>
                                      </p:tavLst>
                                    </p:anim>
                                    <p:anim calcmode="lin" valueType="num">
                                      <p:cBhvr>
                                        <p:cTn id="1103" dur="1000"/>
                                        <p:tgtEl>
                                          <p:spTgt spid="99"/>
                                        </p:tgtEl>
                                        <p:attrNameLst>
                                          <p:attrName>ppt_h</p:attrName>
                                        </p:attrNameLst>
                                      </p:cBhvr>
                                      <p:tavLst>
                                        <p:tav tm="0">
                                          <p:val>
                                            <p:strVal val="ppt_h"/>
                                          </p:val>
                                        </p:tav>
                                        <p:tav tm="100000">
                                          <p:val>
                                            <p:fltVal val="0"/>
                                          </p:val>
                                        </p:tav>
                                      </p:tavLst>
                                    </p:anim>
                                    <p:anim calcmode="lin" valueType="num">
                                      <p:cBhvr>
                                        <p:cTn id="1104" dur="1000"/>
                                        <p:tgtEl>
                                          <p:spTgt spid="99"/>
                                        </p:tgtEl>
                                        <p:attrNameLst>
                                          <p:attrName>style.rotation</p:attrName>
                                        </p:attrNameLst>
                                      </p:cBhvr>
                                      <p:tavLst>
                                        <p:tav tm="0">
                                          <p:val>
                                            <p:fltVal val="0"/>
                                          </p:val>
                                        </p:tav>
                                        <p:tav tm="100000">
                                          <p:val>
                                            <p:fltVal val="90"/>
                                          </p:val>
                                        </p:tav>
                                      </p:tavLst>
                                    </p:anim>
                                    <p:animEffect transition="out" filter="fade">
                                      <p:cBhvr>
                                        <p:cTn id="1105" dur="1000"/>
                                        <p:tgtEl>
                                          <p:spTgt spid="99"/>
                                        </p:tgtEl>
                                      </p:cBhvr>
                                    </p:animEffect>
                                    <p:set>
                                      <p:cBhvr>
                                        <p:cTn id="1106" dur="1" fill="hold">
                                          <p:stCondLst>
                                            <p:cond delay="999"/>
                                          </p:stCondLst>
                                        </p:cTn>
                                        <p:tgtEl>
                                          <p:spTgt spid="99"/>
                                        </p:tgtEl>
                                        <p:attrNameLst>
                                          <p:attrName>style.visibility</p:attrName>
                                        </p:attrNameLst>
                                      </p:cBhvr>
                                      <p:to>
                                        <p:strVal val="hidden"/>
                                      </p:to>
                                    </p:set>
                                  </p:childTnLst>
                                </p:cTn>
                              </p:par>
                            </p:childTnLst>
                          </p:cTn>
                        </p:par>
                      </p:childTnLst>
                    </p:cTn>
                  </p:par>
                  <p:par>
                    <p:cTn id="1107" fill="hold">
                      <p:stCondLst>
                        <p:cond delay="indefinite"/>
                      </p:stCondLst>
                      <p:childTnLst>
                        <p:par>
                          <p:cTn id="1108" fill="hold">
                            <p:stCondLst>
                              <p:cond delay="0"/>
                            </p:stCondLst>
                            <p:childTnLst>
                              <p:par>
                                <p:cTn id="1109" presetID="22" presetClass="exit" presetSubtype="1" fill="hold" nodeType="clickEffect">
                                  <p:stCondLst>
                                    <p:cond delay="0"/>
                                  </p:stCondLst>
                                  <p:childTnLst>
                                    <p:animEffect transition="out" filter="wipe(up)">
                                      <p:cBhvr>
                                        <p:cTn id="1110" dur="500"/>
                                        <p:tgtEl>
                                          <p:spTgt spid="64"/>
                                        </p:tgtEl>
                                      </p:cBhvr>
                                    </p:animEffect>
                                    <p:set>
                                      <p:cBhvr>
                                        <p:cTn id="1111" dur="1" fill="hold">
                                          <p:stCondLst>
                                            <p:cond delay="499"/>
                                          </p:stCondLst>
                                        </p:cTn>
                                        <p:tgtEl>
                                          <p:spTgt spid="64"/>
                                        </p:tgtEl>
                                        <p:attrNameLst>
                                          <p:attrName>style.visibility</p:attrName>
                                        </p:attrNameLst>
                                      </p:cBhvr>
                                      <p:to>
                                        <p:strVal val="hidden"/>
                                      </p:to>
                                    </p:set>
                                  </p:childTnLst>
                                </p:cTn>
                              </p:par>
                              <p:par>
                                <p:cTn id="1112" presetID="10" presetClass="exit" presetSubtype="0" fill="hold" grpId="3" nodeType="withEffect">
                                  <p:stCondLst>
                                    <p:cond delay="0"/>
                                  </p:stCondLst>
                                  <p:childTnLst>
                                    <p:animEffect transition="out" filter="fade">
                                      <p:cBhvr>
                                        <p:cTn id="1113" dur="500"/>
                                        <p:tgtEl>
                                          <p:spTgt spid="65"/>
                                        </p:tgtEl>
                                      </p:cBhvr>
                                    </p:animEffect>
                                    <p:set>
                                      <p:cBhvr>
                                        <p:cTn id="1114" dur="1" fill="hold">
                                          <p:stCondLst>
                                            <p:cond delay="499"/>
                                          </p:stCondLst>
                                        </p:cTn>
                                        <p:tgtEl>
                                          <p:spTgt spid="65"/>
                                        </p:tgtEl>
                                        <p:attrNameLst>
                                          <p:attrName>style.visibility</p:attrName>
                                        </p:attrNameLst>
                                      </p:cBhvr>
                                      <p:to>
                                        <p:strVal val="hidden"/>
                                      </p:to>
                                    </p:set>
                                  </p:childTnLst>
                                </p:cTn>
                              </p:par>
                              <p:par>
                                <p:cTn id="1115" presetID="10" presetClass="exit" presetSubtype="0" fill="hold" grpId="3" nodeType="withEffect">
                                  <p:stCondLst>
                                    <p:cond delay="0"/>
                                  </p:stCondLst>
                                  <p:childTnLst>
                                    <p:animEffect transition="out" filter="fade">
                                      <p:cBhvr>
                                        <p:cTn id="1116" dur="500"/>
                                        <p:tgtEl>
                                          <p:spTgt spid="66"/>
                                        </p:tgtEl>
                                      </p:cBhvr>
                                    </p:animEffect>
                                    <p:set>
                                      <p:cBhvr>
                                        <p:cTn id="1117" dur="1" fill="hold">
                                          <p:stCondLst>
                                            <p:cond delay="499"/>
                                          </p:stCondLst>
                                        </p:cTn>
                                        <p:tgtEl>
                                          <p:spTgt spid="66"/>
                                        </p:tgtEl>
                                        <p:attrNameLst>
                                          <p:attrName>style.visibility</p:attrName>
                                        </p:attrNameLst>
                                      </p:cBhvr>
                                      <p:to>
                                        <p:strVal val="hidden"/>
                                      </p:to>
                                    </p:set>
                                  </p:childTnLst>
                                </p:cTn>
                              </p:par>
                              <p:par>
                                <p:cTn id="1118" presetID="10" presetClass="exit" presetSubtype="0" fill="hold" grpId="1" nodeType="withEffect">
                                  <p:stCondLst>
                                    <p:cond delay="0"/>
                                  </p:stCondLst>
                                  <p:childTnLst>
                                    <p:animEffect transition="out" filter="fade">
                                      <p:cBhvr>
                                        <p:cTn id="1119" dur="500"/>
                                        <p:tgtEl>
                                          <p:spTgt spid="82"/>
                                        </p:tgtEl>
                                      </p:cBhvr>
                                    </p:animEffect>
                                    <p:set>
                                      <p:cBhvr>
                                        <p:cTn id="1120" dur="1" fill="hold">
                                          <p:stCondLst>
                                            <p:cond delay="499"/>
                                          </p:stCondLst>
                                        </p:cTn>
                                        <p:tgtEl>
                                          <p:spTgt spid="82"/>
                                        </p:tgtEl>
                                        <p:attrNameLst>
                                          <p:attrName>style.visibility</p:attrName>
                                        </p:attrNameLst>
                                      </p:cBhvr>
                                      <p:to>
                                        <p:strVal val="hidden"/>
                                      </p:to>
                                    </p:set>
                                  </p:childTnLst>
                                </p:cTn>
                              </p:par>
                              <p:par>
                                <p:cTn id="1121" presetID="10" presetClass="exit" presetSubtype="0" fill="hold" grpId="1" nodeType="withEffect">
                                  <p:stCondLst>
                                    <p:cond delay="0"/>
                                  </p:stCondLst>
                                  <p:childTnLst>
                                    <p:animEffect transition="out" filter="fade">
                                      <p:cBhvr>
                                        <p:cTn id="1122" dur="500"/>
                                        <p:tgtEl>
                                          <p:spTgt spid="83"/>
                                        </p:tgtEl>
                                      </p:cBhvr>
                                    </p:animEffect>
                                    <p:set>
                                      <p:cBhvr>
                                        <p:cTn id="1123" dur="1" fill="hold">
                                          <p:stCondLst>
                                            <p:cond delay="499"/>
                                          </p:stCondLst>
                                        </p:cTn>
                                        <p:tgtEl>
                                          <p:spTgt spid="83"/>
                                        </p:tgtEl>
                                        <p:attrNameLst>
                                          <p:attrName>style.visibility</p:attrName>
                                        </p:attrNameLst>
                                      </p:cBhvr>
                                      <p:to>
                                        <p:strVal val="hidden"/>
                                      </p:to>
                                    </p:set>
                                  </p:childTnLst>
                                </p:cTn>
                              </p:par>
                              <p:par>
                                <p:cTn id="1124" presetID="10" presetClass="exit" presetSubtype="0" fill="hold" grpId="2" nodeType="withEffect">
                                  <p:stCondLst>
                                    <p:cond delay="0"/>
                                  </p:stCondLst>
                                  <p:childTnLst>
                                    <p:animEffect transition="out" filter="fade">
                                      <p:cBhvr>
                                        <p:cTn id="1125" dur="500"/>
                                        <p:tgtEl>
                                          <p:spTgt spid="76"/>
                                        </p:tgtEl>
                                      </p:cBhvr>
                                    </p:animEffect>
                                    <p:set>
                                      <p:cBhvr>
                                        <p:cTn id="1126" dur="1" fill="hold">
                                          <p:stCondLst>
                                            <p:cond delay="499"/>
                                          </p:stCondLst>
                                        </p:cTn>
                                        <p:tgtEl>
                                          <p:spTgt spid="76"/>
                                        </p:tgtEl>
                                        <p:attrNameLst>
                                          <p:attrName>style.visibility</p:attrName>
                                        </p:attrNameLst>
                                      </p:cBhvr>
                                      <p:to>
                                        <p:strVal val="hidden"/>
                                      </p:to>
                                    </p:set>
                                  </p:childTnLst>
                                </p:cTn>
                              </p:par>
                            </p:childTnLst>
                          </p:cTn>
                        </p:par>
                        <p:par>
                          <p:cTn id="1127" fill="hold">
                            <p:stCondLst>
                              <p:cond delay="500"/>
                            </p:stCondLst>
                            <p:childTnLst>
                              <p:par>
                                <p:cTn id="1128" presetID="31" presetClass="exit" presetSubtype="0" fill="hold" grpId="1" nodeType="afterEffect">
                                  <p:stCondLst>
                                    <p:cond delay="0"/>
                                  </p:stCondLst>
                                  <p:childTnLst>
                                    <p:anim calcmode="lin" valueType="num">
                                      <p:cBhvr>
                                        <p:cTn id="1129" dur="1000"/>
                                        <p:tgtEl>
                                          <p:spTgt spid="61"/>
                                        </p:tgtEl>
                                        <p:attrNameLst>
                                          <p:attrName>ppt_w</p:attrName>
                                        </p:attrNameLst>
                                      </p:cBhvr>
                                      <p:tavLst>
                                        <p:tav tm="0">
                                          <p:val>
                                            <p:strVal val="ppt_w"/>
                                          </p:val>
                                        </p:tav>
                                        <p:tav tm="100000">
                                          <p:val>
                                            <p:fltVal val="0"/>
                                          </p:val>
                                        </p:tav>
                                      </p:tavLst>
                                    </p:anim>
                                    <p:anim calcmode="lin" valueType="num">
                                      <p:cBhvr>
                                        <p:cTn id="1130" dur="1000"/>
                                        <p:tgtEl>
                                          <p:spTgt spid="61"/>
                                        </p:tgtEl>
                                        <p:attrNameLst>
                                          <p:attrName>ppt_h</p:attrName>
                                        </p:attrNameLst>
                                      </p:cBhvr>
                                      <p:tavLst>
                                        <p:tav tm="0">
                                          <p:val>
                                            <p:strVal val="ppt_h"/>
                                          </p:val>
                                        </p:tav>
                                        <p:tav tm="100000">
                                          <p:val>
                                            <p:fltVal val="0"/>
                                          </p:val>
                                        </p:tav>
                                      </p:tavLst>
                                    </p:anim>
                                    <p:anim calcmode="lin" valueType="num">
                                      <p:cBhvr>
                                        <p:cTn id="1131" dur="1000"/>
                                        <p:tgtEl>
                                          <p:spTgt spid="61"/>
                                        </p:tgtEl>
                                        <p:attrNameLst>
                                          <p:attrName>style.rotation</p:attrName>
                                        </p:attrNameLst>
                                      </p:cBhvr>
                                      <p:tavLst>
                                        <p:tav tm="0">
                                          <p:val>
                                            <p:fltVal val="0"/>
                                          </p:val>
                                        </p:tav>
                                        <p:tav tm="100000">
                                          <p:val>
                                            <p:fltVal val="90"/>
                                          </p:val>
                                        </p:tav>
                                      </p:tavLst>
                                    </p:anim>
                                    <p:animEffect transition="out" filter="fade">
                                      <p:cBhvr>
                                        <p:cTn id="1132" dur="1000"/>
                                        <p:tgtEl>
                                          <p:spTgt spid="61"/>
                                        </p:tgtEl>
                                      </p:cBhvr>
                                    </p:animEffect>
                                    <p:set>
                                      <p:cBhvr>
                                        <p:cTn id="1133" dur="1" fill="hold">
                                          <p:stCondLst>
                                            <p:cond delay="999"/>
                                          </p:stCondLst>
                                        </p:cTn>
                                        <p:tgtEl>
                                          <p:spTgt spid="61"/>
                                        </p:tgtEl>
                                        <p:attrNameLst>
                                          <p:attrName>style.visibility</p:attrName>
                                        </p:attrNameLst>
                                      </p:cBhvr>
                                      <p:to>
                                        <p:strVal val="hidden"/>
                                      </p:to>
                                    </p:set>
                                  </p:childTnLst>
                                </p:cTn>
                              </p:par>
                            </p:childTnLst>
                          </p:cTn>
                        </p:par>
                      </p:childTnLst>
                    </p:cTn>
                  </p:par>
                  <p:par>
                    <p:cTn id="1134" fill="hold">
                      <p:stCondLst>
                        <p:cond delay="indefinite"/>
                      </p:stCondLst>
                      <p:childTnLst>
                        <p:par>
                          <p:cTn id="1135" fill="hold">
                            <p:stCondLst>
                              <p:cond delay="0"/>
                            </p:stCondLst>
                            <p:childTnLst>
                              <p:par>
                                <p:cTn id="1136" presetID="22" presetClass="exit" presetSubtype="1" fill="hold" nodeType="clickEffect">
                                  <p:stCondLst>
                                    <p:cond delay="0"/>
                                  </p:stCondLst>
                                  <p:childTnLst>
                                    <p:animEffect transition="out" filter="wipe(up)">
                                      <p:cBhvr>
                                        <p:cTn id="1137" dur="500"/>
                                        <p:tgtEl>
                                          <p:spTgt spid="60"/>
                                        </p:tgtEl>
                                      </p:cBhvr>
                                    </p:animEffect>
                                    <p:set>
                                      <p:cBhvr>
                                        <p:cTn id="1138" dur="1" fill="hold">
                                          <p:stCondLst>
                                            <p:cond delay="499"/>
                                          </p:stCondLst>
                                        </p:cTn>
                                        <p:tgtEl>
                                          <p:spTgt spid="60"/>
                                        </p:tgtEl>
                                        <p:attrNameLst>
                                          <p:attrName>style.visibility</p:attrName>
                                        </p:attrNameLst>
                                      </p:cBhvr>
                                      <p:to>
                                        <p:strVal val="hidden"/>
                                      </p:to>
                                    </p:set>
                                  </p:childTnLst>
                                </p:cTn>
                              </p:par>
                            </p:childTnLst>
                          </p:cTn>
                        </p:par>
                      </p:childTnLst>
                    </p:cTn>
                  </p:par>
                  <p:par>
                    <p:cTn id="1139" fill="hold">
                      <p:stCondLst>
                        <p:cond delay="indefinite"/>
                      </p:stCondLst>
                      <p:childTnLst>
                        <p:par>
                          <p:cTn id="1140" fill="hold">
                            <p:stCondLst>
                              <p:cond delay="0"/>
                            </p:stCondLst>
                            <p:childTnLst>
                              <p:par>
                                <p:cTn id="1141" presetID="42" presetClass="entr" presetSubtype="0" fill="hold" grpId="0" nodeType="clickEffect">
                                  <p:stCondLst>
                                    <p:cond delay="0"/>
                                  </p:stCondLst>
                                  <p:childTnLst>
                                    <p:set>
                                      <p:cBhvr>
                                        <p:cTn id="1142" dur="1" fill="hold">
                                          <p:stCondLst>
                                            <p:cond delay="0"/>
                                          </p:stCondLst>
                                        </p:cTn>
                                        <p:tgtEl>
                                          <p:spTgt spid="104"/>
                                        </p:tgtEl>
                                        <p:attrNameLst>
                                          <p:attrName>style.visibility</p:attrName>
                                        </p:attrNameLst>
                                      </p:cBhvr>
                                      <p:to>
                                        <p:strVal val="visible"/>
                                      </p:to>
                                    </p:set>
                                    <p:animEffect transition="in" filter="fade">
                                      <p:cBhvr>
                                        <p:cTn id="1143" dur="1000"/>
                                        <p:tgtEl>
                                          <p:spTgt spid="104"/>
                                        </p:tgtEl>
                                      </p:cBhvr>
                                    </p:animEffect>
                                    <p:anim calcmode="lin" valueType="num">
                                      <p:cBhvr>
                                        <p:cTn id="1144" dur="1000" fill="hold"/>
                                        <p:tgtEl>
                                          <p:spTgt spid="104"/>
                                        </p:tgtEl>
                                        <p:attrNameLst>
                                          <p:attrName>ppt_x</p:attrName>
                                        </p:attrNameLst>
                                      </p:cBhvr>
                                      <p:tavLst>
                                        <p:tav tm="0">
                                          <p:val>
                                            <p:strVal val="#ppt_x"/>
                                          </p:val>
                                        </p:tav>
                                        <p:tav tm="100000">
                                          <p:val>
                                            <p:strVal val="#ppt_x"/>
                                          </p:val>
                                        </p:tav>
                                      </p:tavLst>
                                    </p:anim>
                                    <p:anim calcmode="lin" valueType="num">
                                      <p:cBhvr>
                                        <p:cTn id="1145" dur="1000" fill="hold"/>
                                        <p:tgtEl>
                                          <p:spTgt spid="104"/>
                                        </p:tgtEl>
                                        <p:attrNameLst>
                                          <p:attrName>ppt_y</p:attrName>
                                        </p:attrNameLst>
                                      </p:cBhvr>
                                      <p:tavLst>
                                        <p:tav tm="0">
                                          <p:val>
                                            <p:strVal val="#ppt_y+.1"/>
                                          </p:val>
                                        </p:tav>
                                        <p:tav tm="100000">
                                          <p:val>
                                            <p:strVal val="#ppt_y"/>
                                          </p:val>
                                        </p:tav>
                                      </p:tavLst>
                                    </p:anim>
                                  </p:childTnLst>
                                </p:cTn>
                              </p:par>
                            </p:childTnLst>
                          </p:cTn>
                        </p:par>
                      </p:childTnLst>
                    </p:cTn>
                  </p:par>
                  <p:par>
                    <p:cTn id="1146" fill="hold">
                      <p:stCondLst>
                        <p:cond delay="indefinite"/>
                      </p:stCondLst>
                      <p:childTnLst>
                        <p:par>
                          <p:cTn id="1147" fill="hold">
                            <p:stCondLst>
                              <p:cond delay="0"/>
                            </p:stCondLst>
                            <p:childTnLst>
                              <p:par>
                                <p:cTn id="1148" presetID="42" presetClass="entr" presetSubtype="0" fill="hold" grpId="0" nodeType="clickEffect">
                                  <p:stCondLst>
                                    <p:cond delay="0"/>
                                  </p:stCondLst>
                                  <p:childTnLst>
                                    <p:set>
                                      <p:cBhvr>
                                        <p:cTn id="1149" dur="1" fill="hold">
                                          <p:stCondLst>
                                            <p:cond delay="0"/>
                                          </p:stCondLst>
                                        </p:cTn>
                                        <p:tgtEl>
                                          <p:spTgt spid="2"/>
                                        </p:tgtEl>
                                        <p:attrNameLst>
                                          <p:attrName>style.visibility</p:attrName>
                                        </p:attrNameLst>
                                      </p:cBhvr>
                                      <p:to>
                                        <p:strVal val="visible"/>
                                      </p:to>
                                    </p:set>
                                    <p:animEffect transition="in" filter="fade">
                                      <p:cBhvr>
                                        <p:cTn id="1150" dur="1000"/>
                                        <p:tgtEl>
                                          <p:spTgt spid="2"/>
                                        </p:tgtEl>
                                      </p:cBhvr>
                                    </p:animEffect>
                                    <p:anim calcmode="lin" valueType="num">
                                      <p:cBhvr>
                                        <p:cTn id="1151" dur="1000" fill="hold"/>
                                        <p:tgtEl>
                                          <p:spTgt spid="2"/>
                                        </p:tgtEl>
                                        <p:attrNameLst>
                                          <p:attrName>ppt_x</p:attrName>
                                        </p:attrNameLst>
                                      </p:cBhvr>
                                      <p:tavLst>
                                        <p:tav tm="0">
                                          <p:val>
                                            <p:strVal val="#ppt_x"/>
                                          </p:val>
                                        </p:tav>
                                        <p:tav tm="100000">
                                          <p:val>
                                            <p:strVal val="#ppt_x"/>
                                          </p:val>
                                        </p:tav>
                                      </p:tavLst>
                                    </p:anim>
                                    <p:anim calcmode="lin" valueType="num">
                                      <p:cBhvr>
                                        <p:cTn id="1152"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5" grpId="0" animBg="1"/>
      <p:bldP spid="35" grpId="1" animBg="1"/>
      <p:bldP spid="35" grpId="2" animBg="1"/>
      <p:bldP spid="35" grpId="3" animBg="1"/>
      <p:bldP spid="38" grpId="0" animBg="1"/>
      <p:bldP spid="38" grpId="1" animBg="1"/>
      <p:bldP spid="38" grpId="2" animBg="1"/>
      <p:bldP spid="38" grpId="3" animBg="1"/>
      <p:bldP spid="40" grpId="0" animBg="1"/>
      <p:bldP spid="40" grpId="1" animBg="1"/>
      <p:bldP spid="40" grpId="2" animBg="1"/>
      <p:bldP spid="40" grpId="3" animBg="1"/>
      <p:bldP spid="40" grpId="4" animBg="1"/>
      <p:bldP spid="40" grpId="5" animBg="1"/>
      <p:bldP spid="16" grpId="0" uiExpand="1" build="p" animBg="1"/>
      <p:bldP spid="4" grpId="0"/>
      <p:bldP spid="4" grpId="1"/>
      <p:bldP spid="4" grpId="2"/>
      <p:bldP spid="4" grpId="3"/>
      <p:bldP spid="4" grpId="4"/>
      <p:bldP spid="19" grpId="0"/>
      <p:bldP spid="19" grpId="1"/>
      <p:bldP spid="19" grpId="2"/>
      <p:bldP spid="19" grpId="3"/>
      <p:bldP spid="19" grpId="4"/>
      <p:bldP spid="19" grpId="5"/>
      <p:bldP spid="7" grpId="0"/>
      <p:bldP spid="37" grpId="0" animBg="1"/>
      <p:bldP spid="37" grpId="1" animBg="1"/>
      <p:bldP spid="37" grpId="2" animBg="1"/>
      <p:bldP spid="37" grpId="3" animBg="1"/>
      <p:bldP spid="37" grpId="4" animBg="1"/>
      <p:bldP spid="33" grpId="0" animBg="1"/>
      <p:bldP spid="33" grpId="1" animBg="1"/>
      <p:bldP spid="33" grpId="2" animBg="1"/>
      <p:bldP spid="33" grpId="3" animBg="1"/>
      <p:bldP spid="33" grpId="4" animBg="1"/>
      <p:bldP spid="36" grpId="0" animBg="1"/>
      <p:bldP spid="36" grpId="1" animBg="1"/>
      <p:bldP spid="36" grpId="2" animBg="1"/>
      <p:bldP spid="36" grpId="3" animBg="1"/>
      <p:bldP spid="36" grpId="4" animBg="1"/>
      <p:bldP spid="36" grpId="5" animBg="1"/>
      <p:bldP spid="39" grpId="0" animBg="1"/>
      <p:bldP spid="39" grpId="1" animBg="1"/>
      <p:bldP spid="39" grpId="2" animBg="1"/>
      <p:bldP spid="39" grpId="3" animBg="1"/>
      <p:bldP spid="39" grpId="4" animBg="1"/>
      <p:bldP spid="34" grpId="0" animBg="1"/>
      <p:bldP spid="34" grpId="1" animBg="1"/>
      <p:bldP spid="34" grpId="2" animBg="1"/>
      <p:bldP spid="11" grpId="0"/>
      <p:bldP spid="11" grpId="1"/>
      <p:bldP spid="11" grpId="2"/>
      <p:bldP spid="11" grpId="3"/>
      <p:bldP spid="11" grpId="4"/>
      <p:bldP spid="11" grpId="5"/>
      <p:bldP spid="11" grpId="6"/>
      <p:bldP spid="11" grpId="7"/>
      <p:bldP spid="11" grpId="8"/>
      <p:bldP spid="11" grpId="9"/>
      <p:bldP spid="11" grpId="10"/>
      <p:bldP spid="11" grpId="11"/>
      <p:bldP spid="11" grpId="12"/>
      <p:bldP spid="11" grpId="13"/>
      <p:bldP spid="11" grpId="14"/>
      <p:bldP spid="11" grpId="15"/>
      <p:bldP spid="11" grpId="16"/>
      <p:bldP spid="11" grpId="17"/>
      <p:bldP spid="3" grpId="0"/>
      <p:bldP spid="43" grpId="0"/>
      <p:bldP spid="44" grpId="0"/>
      <p:bldP spid="44" grpId="1"/>
      <p:bldP spid="27" grpId="0" animBg="1"/>
      <p:bldP spid="27" grpId="1" animBg="1"/>
      <p:bldP spid="46" grpId="0"/>
      <p:bldP spid="46" grpId="1"/>
      <p:bldP spid="46" grpId="2"/>
      <p:bldP spid="47" grpId="0"/>
      <p:bldP spid="47" grpId="1"/>
      <p:bldP spid="47" grpId="2"/>
      <p:bldP spid="47" grpId="3"/>
      <p:bldP spid="48" grpId="0"/>
      <p:bldP spid="48" grpId="1"/>
      <p:bldP spid="48" grpId="2"/>
      <p:bldP spid="48" grpId="3"/>
      <p:bldP spid="49" grpId="0"/>
      <p:bldP spid="49" grpId="1"/>
      <p:bldP spid="49" grpId="2"/>
      <p:bldP spid="50" grpId="0" animBg="1"/>
      <p:bldP spid="50" grpId="1" animBg="1"/>
      <p:bldP spid="51" grpId="0"/>
      <p:bldP spid="51" grpId="1"/>
      <p:bldP spid="52" grpId="0"/>
      <p:bldP spid="52" grpId="1"/>
      <p:bldP spid="55" grpId="0" animBg="1"/>
      <p:bldP spid="55" grpId="1" animBg="1"/>
      <p:bldP spid="56" grpId="0"/>
      <p:bldP spid="56" grpId="1"/>
      <p:bldP spid="58" grpId="0"/>
      <p:bldP spid="58" grpId="1"/>
      <p:bldP spid="59" grpId="0"/>
      <p:bldP spid="59" grpId="1"/>
      <p:bldP spid="59" grpId="2"/>
      <p:bldP spid="59" grpId="3"/>
      <p:bldP spid="59" grpId="4"/>
      <p:bldP spid="59" grpId="5"/>
      <p:bldP spid="59" grpId="6"/>
      <p:bldP spid="59" grpId="7"/>
      <p:bldP spid="45" grpId="0"/>
      <p:bldP spid="45" grpId="1"/>
      <p:bldP spid="45" grpId="2"/>
      <p:bldP spid="61" grpId="0" animBg="1"/>
      <p:bldP spid="61" grpId="1" animBg="1"/>
      <p:bldP spid="65" grpId="0"/>
      <p:bldP spid="65" grpId="1"/>
      <p:bldP spid="65" grpId="2"/>
      <p:bldP spid="65" grpId="3"/>
      <p:bldP spid="65" grpId="4"/>
      <p:bldP spid="66" grpId="0"/>
      <p:bldP spid="66" grpId="1"/>
      <p:bldP spid="66" grpId="2"/>
      <p:bldP spid="66" grpId="3"/>
      <p:bldP spid="68" grpId="0"/>
      <p:bldP spid="71" grpId="0"/>
      <p:bldP spid="75" grpId="0"/>
      <p:bldP spid="75" grpId="1"/>
      <p:bldP spid="75" grpId="2"/>
      <p:bldP spid="75" grpId="3"/>
      <p:bldP spid="75" grpId="4"/>
      <p:bldP spid="75" grpId="5"/>
      <p:bldP spid="75" grpId="6"/>
      <p:bldP spid="75" grpId="7"/>
      <p:bldP spid="75" grpId="8"/>
      <p:bldP spid="75" grpId="9"/>
      <p:bldP spid="76" grpId="0"/>
      <p:bldP spid="76" grpId="1"/>
      <p:bldP spid="76" grpId="2"/>
      <p:bldP spid="77" grpId="0" animBg="1"/>
      <p:bldP spid="77" grpId="1" animBg="1"/>
      <p:bldP spid="78" grpId="0"/>
      <p:bldP spid="78" grpId="1"/>
      <p:bldP spid="79" grpId="0"/>
      <p:bldP spid="79" grpId="1"/>
      <p:bldP spid="82" grpId="0"/>
      <p:bldP spid="82" grpId="1"/>
      <p:bldP spid="83" grpId="0"/>
      <p:bldP spid="83" grpId="1"/>
      <p:bldP spid="85" grpId="0"/>
      <p:bldP spid="85" grpId="1"/>
      <p:bldP spid="85" grpId="2"/>
      <p:bldP spid="86" grpId="0"/>
      <p:bldP spid="86" grpId="1"/>
      <p:bldP spid="86" grpId="2"/>
      <p:bldP spid="86" grpId="3"/>
      <p:bldP spid="87" grpId="0"/>
      <p:bldP spid="87" grpId="1"/>
      <p:bldP spid="87" grpId="2"/>
      <p:bldP spid="87" grpId="3"/>
      <p:bldP spid="87" grpId="4"/>
      <p:bldP spid="87" grpId="5"/>
      <p:bldP spid="88" grpId="0"/>
      <p:bldP spid="88" grpId="1"/>
      <p:bldP spid="88" grpId="2"/>
      <p:bldP spid="90" grpId="0" animBg="1"/>
      <p:bldP spid="90" grpId="1" animBg="1"/>
      <p:bldP spid="91" grpId="0"/>
      <p:bldP spid="91" grpId="1"/>
      <p:bldP spid="92" grpId="0"/>
      <p:bldP spid="92" grpId="1"/>
      <p:bldP spid="95" grpId="0" animBg="1"/>
      <p:bldP spid="95" grpId="1" animBg="1"/>
      <p:bldP spid="96" grpId="0"/>
      <p:bldP spid="96" grpId="1"/>
      <p:bldP spid="97" grpId="0"/>
      <p:bldP spid="97" grpId="1"/>
      <p:bldP spid="99" grpId="0" animBg="1"/>
      <p:bldP spid="99" grpId="1" animBg="1"/>
      <p:bldP spid="101" grpId="0"/>
      <p:bldP spid="101" grpId="1"/>
      <p:bldP spid="102" grpId="0"/>
      <p:bldP spid="102" grpId="1"/>
      <p:bldP spid="8" grpId="0"/>
      <p:bldP spid="103" grpId="0"/>
      <p:bldP spid="104" grpId="0"/>
      <p:bldP spid="2" grpId="0" animBg="1"/>
      <p:bldP spid="10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0154" name="组合 90153">
            <a:extLst>
              <a:ext uri="{FF2B5EF4-FFF2-40B4-BE49-F238E27FC236}">
                <a16:creationId xmlns:a16="http://schemas.microsoft.com/office/drawing/2014/main" id="{1633A3C5-D451-8629-E1B5-7C9E3E105F39}"/>
              </a:ext>
            </a:extLst>
          </p:cNvPr>
          <p:cNvGrpSpPr/>
          <p:nvPr/>
        </p:nvGrpSpPr>
        <p:grpSpPr>
          <a:xfrm>
            <a:off x="7969129" y="2914861"/>
            <a:ext cx="3381681" cy="2968226"/>
            <a:chOff x="8228978" y="2946759"/>
            <a:chExt cx="3381681" cy="2968226"/>
          </a:xfrm>
        </p:grpSpPr>
        <p:cxnSp>
          <p:nvCxnSpPr>
            <p:cNvPr id="51" name="直接连接符 50">
              <a:extLst>
                <a:ext uri="{FF2B5EF4-FFF2-40B4-BE49-F238E27FC236}">
                  <a16:creationId xmlns:a16="http://schemas.microsoft.com/office/drawing/2014/main" id="{17495658-9304-B048-2701-A258B4220397}"/>
                </a:ext>
              </a:extLst>
            </p:cNvPr>
            <p:cNvCxnSpPr>
              <a:cxnSpLocks/>
            </p:cNvCxnSpPr>
            <p:nvPr/>
          </p:nvCxnSpPr>
          <p:spPr>
            <a:xfrm flipV="1">
              <a:off x="8737830" y="5036341"/>
              <a:ext cx="178788" cy="46259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0153" name="组合 90152">
              <a:extLst>
                <a:ext uri="{FF2B5EF4-FFF2-40B4-BE49-F238E27FC236}">
                  <a16:creationId xmlns:a16="http://schemas.microsoft.com/office/drawing/2014/main" id="{718054C8-4FF5-95DC-25BD-472D4F35E31E}"/>
                </a:ext>
              </a:extLst>
            </p:cNvPr>
            <p:cNvGrpSpPr/>
            <p:nvPr/>
          </p:nvGrpSpPr>
          <p:grpSpPr>
            <a:xfrm>
              <a:off x="8228978" y="2946759"/>
              <a:ext cx="3381681" cy="2968226"/>
              <a:chOff x="8228978" y="2946759"/>
              <a:chExt cx="3381681" cy="2968226"/>
            </a:xfrm>
          </p:grpSpPr>
          <p:grpSp>
            <p:nvGrpSpPr>
              <p:cNvPr id="90149" name="组合 90148">
                <a:extLst>
                  <a:ext uri="{FF2B5EF4-FFF2-40B4-BE49-F238E27FC236}">
                    <a16:creationId xmlns:a16="http://schemas.microsoft.com/office/drawing/2014/main" id="{BF334901-929F-7870-0C07-5F8AE6DDF0AB}"/>
                  </a:ext>
                </a:extLst>
              </p:cNvPr>
              <p:cNvGrpSpPr/>
              <p:nvPr/>
            </p:nvGrpSpPr>
            <p:grpSpPr>
              <a:xfrm>
                <a:off x="8484618" y="3094509"/>
                <a:ext cx="2897551" cy="2820476"/>
                <a:chOff x="8484618" y="3094509"/>
                <a:chExt cx="2897551" cy="2820476"/>
              </a:xfrm>
            </p:grpSpPr>
            <p:cxnSp>
              <p:nvCxnSpPr>
                <p:cNvPr id="39" name="直接连接符 38">
                  <a:extLst>
                    <a:ext uri="{FF2B5EF4-FFF2-40B4-BE49-F238E27FC236}">
                      <a16:creationId xmlns:a16="http://schemas.microsoft.com/office/drawing/2014/main" id="{D4DFD790-CB85-6A5F-3419-845F8A3D3918}"/>
                    </a:ext>
                  </a:extLst>
                </p:cNvPr>
                <p:cNvCxnSpPr>
                  <a:cxnSpLocks/>
                  <a:stCxn id="18" idx="0"/>
                </p:cNvCxnSpPr>
                <p:nvPr/>
              </p:nvCxnSpPr>
              <p:spPr>
                <a:xfrm flipH="1" flipV="1">
                  <a:off x="10908778" y="4117490"/>
                  <a:ext cx="257391" cy="54864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6D0E0CF5-99F8-4033-A5CD-F25B2334F2E4}"/>
                    </a:ext>
                  </a:extLst>
                </p:cNvPr>
                <p:cNvCxnSpPr>
                  <a:cxnSpLocks/>
                </p:cNvCxnSpPr>
                <p:nvPr/>
              </p:nvCxnSpPr>
              <p:spPr>
                <a:xfrm flipV="1">
                  <a:off x="9002634" y="4162933"/>
                  <a:ext cx="254333" cy="48475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椭圆 10">
                  <a:extLst>
                    <a:ext uri="{FF2B5EF4-FFF2-40B4-BE49-F238E27FC236}">
                      <a16:creationId xmlns:a16="http://schemas.microsoft.com/office/drawing/2014/main" id="{12968715-9D3F-7F45-4411-3A3D806F037B}"/>
                    </a:ext>
                  </a:extLst>
                </p:cNvPr>
                <p:cNvSpPr/>
                <p:nvPr/>
              </p:nvSpPr>
              <p:spPr>
                <a:xfrm>
                  <a:off x="10593203" y="3748755"/>
                  <a:ext cx="432000" cy="432000"/>
                </a:xfrm>
                <a:prstGeom prst="ellipse">
                  <a:avLst/>
                </a:prstGeom>
                <a:solidFill>
                  <a:srgbClr val="CBFCF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7" name="椭圆 6">
                  <a:extLst>
                    <a:ext uri="{FF2B5EF4-FFF2-40B4-BE49-F238E27FC236}">
                      <a16:creationId xmlns:a16="http://schemas.microsoft.com/office/drawing/2014/main" id="{12968715-9D3F-7F45-4411-3A3D806F037B}"/>
                    </a:ext>
                  </a:extLst>
                </p:cNvPr>
                <p:cNvSpPr/>
                <p:nvPr/>
              </p:nvSpPr>
              <p:spPr>
                <a:xfrm>
                  <a:off x="9498767" y="4666135"/>
                  <a:ext cx="432000" cy="432000"/>
                </a:xfrm>
                <a:prstGeom prst="ellipse">
                  <a:avLst/>
                </a:prstGeom>
                <a:solidFill>
                  <a:srgbClr val="CBFCF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 name="椭圆 4">
                  <a:extLst>
                    <a:ext uri="{FF2B5EF4-FFF2-40B4-BE49-F238E27FC236}">
                      <a16:creationId xmlns:a16="http://schemas.microsoft.com/office/drawing/2014/main" id="{12968715-9D3F-7F45-4411-3A3D806F037B}"/>
                    </a:ext>
                  </a:extLst>
                </p:cNvPr>
                <p:cNvSpPr/>
                <p:nvPr/>
              </p:nvSpPr>
              <p:spPr>
                <a:xfrm>
                  <a:off x="8748001" y="4647687"/>
                  <a:ext cx="432000" cy="432000"/>
                </a:xfrm>
                <a:prstGeom prst="ellipse">
                  <a:avLst/>
                </a:prstGeom>
                <a:solidFill>
                  <a:srgbClr val="CBFCF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 name="椭圆 3">
                  <a:extLst>
                    <a:ext uri="{FF2B5EF4-FFF2-40B4-BE49-F238E27FC236}">
                      <a16:creationId xmlns:a16="http://schemas.microsoft.com/office/drawing/2014/main" id="{12968715-9D3F-7F45-4411-3A3D806F037B}"/>
                    </a:ext>
                  </a:extLst>
                </p:cNvPr>
                <p:cNvSpPr/>
                <p:nvPr/>
              </p:nvSpPr>
              <p:spPr>
                <a:xfrm>
                  <a:off x="9108036" y="3768741"/>
                  <a:ext cx="432000" cy="432000"/>
                </a:xfrm>
                <a:prstGeom prst="ellipse">
                  <a:avLst/>
                </a:prstGeom>
                <a:solidFill>
                  <a:srgbClr val="CBFCF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3" name="椭圆 2">
                  <a:extLst>
                    <a:ext uri="{FF2B5EF4-FFF2-40B4-BE49-F238E27FC236}">
                      <a16:creationId xmlns:a16="http://schemas.microsoft.com/office/drawing/2014/main" id="{12968715-9D3F-7F45-4411-3A3D806F037B}"/>
                    </a:ext>
                  </a:extLst>
                </p:cNvPr>
                <p:cNvSpPr/>
                <p:nvPr/>
              </p:nvSpPr>
              <p:spPr>
                <a:xfrm>
                  <a:off x="9844997" y="3094509"/>
                  <a:ext cx="432000" cy="432000"/>
                </a:xfrm>
                <a:prstGeom prst="ellipse">
                  <a:avLst/>
                </a:prstGeom>
                <a:solidFill>
                  <a:srgbClr val="CBFCF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a:extLst>
                    <a:ext uri="{FF2B5EF4-FFF2-40B4-BE49-F238E27FC236}">
                      <a16:creationId xmlns:a16="http://schemas.microsoft.com/office/drawing/2014/main" id="{204A0469-EFAC-40C3-8251-761A19EB2DC8}"/>
                    </a:ext>
                  </a:extLst>
                </p:cNvPr>
                <p:cNvCxnSpPr>
                  <a:cxnSpLocks/>
                  <a:endCxn id="3" idx="3"/>
                </p:cNvCxnSpPr>
                <p:nvPr/>
              </p:nvCxnSpPr>
              <p:spPr>
                <a:xfrm flipV="1">
                  <a:off x="9452708" y="3463244"/>
                  <a:ext cx="455554" cy="33267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C51A779A-DE84-4A99-AD85-C25F6F05D29E}"/>
                    </a:ext>
                  </a:extLst>
                </p:cNvPr>
                <p:cNvCxnSpPr>
                  <a:cxnSpLocks/>
                  <a:stCxn id="7" idx="0"/>
                </p:cNvCxnSpPr>
                <p:nvPr/>
              </p:nvCxnSpPr>
              <p:spPr>
                <a:xfrm flipH="1" flipV="1">
                  <a:off x="9431698" y="4160369"/>
                  <a:ext cx="283069" cy="50576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D127567D-D407-456A-AA3F-D4F6A88B03D7}"/>
                    </a:ext>
                  </a:extLst>
                </p:cNvPr>
                <p:cNvCxnSpPr>
                  <a:cxnSpLocks/>
                  <a:stCxn id="11" idx="1"/>
                </p:cNvCxnSpPr>
                <p:nvPr/>
              </p:nvCxnSpPr>
              <p:spPr>
                <a:xfrm flipH="1" flipV="1">
                  <a:off x="10187106" y="3468875"/>
                  <a:ext cx="469362" cy="34314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椭圆 17">
                  <a:extLst>
                    <a:ext uri="{FF2B5EF4-FFF2-40B4-BE49-F238E27FC236}">
                      <a16:creationId xmlns:a16="http://schemas.microsoft.com/office/drawing/2014/main" id="{5130AC67-BBD6-B89C-E5FE-F659A6810898}"/>
                    </a:ext>
                  </a:extLst>
                </p:cNvPr>
                <p:cNvSpPr/>
                <p:nvPr/>
              </p:nvSpPr>
              <p:spPr>
                <a:xfrm>
                  <a:off x="10950169" y="4666135"/>
                  <a:ext cx="432000" cy="432000"/>
                </a:xfrm>
                <a:prstGeom prst="ellipse">
                  <a:avLst/>
                </a:prstGeom>
                <a:solidFill>
                  <a:srgbClr val="CBFCF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9" name="椭圆 18">
                  <a:extLst>
                    <a:ext uri="{FF2B5EF4-FFF2-40B4-BE49-F238E27FC236}">
                      <a16:creationId xmlns:a16="http://schemas.microsoft.com/office/drawing/2014/main" id="{C8C26035-FD7D-799A-B7B9-3BC660AB074B}"/>
                    </a:ext>
                  </a:extLst>
                </p:cNvPr>
                <p:cNvSpPr/>
                <p:nvPr/>
              </p:nvSpPr>
              <p:spPr>
                <a:xfrm>
                  <a:off x="10224468" y="4671451"/>
                  <a:ext cx="432000" cy="432000"/>
                </a:xfrm>
                <a:prstGeom prst="ellipse">
                  <a:avLst/>
                </a:prstGeom>
                <a:solidFill>
                  <a:srgbClr val="CBFCF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cxnSp>
              <p:nvCxnSpPr>
                <p:cNvPr id="38" name="直接连接符 37">
                  <a:extLst>
                    <a:ext uri="{FF2B5EF4-FFF2-40B4-BE49-F238E27FC236}">
                      <a16:creationId xmlns:a16="http://schemas.microsoft.com/office/drawing/2014/main" id="{A2E68E40-E72F-B645-AB8B-908A8144262E}"/>
                    </a:ext>
                  </a:extLst>
                </p:cNvPr>
                <p:cNvCxnSpPr>
                  <a:cxnSpLocks/>
                  <a:stCxn id="19" idx="0"/>
                </p:cNvCxnSpPr>
                <p:nvPr/>
              </p:nvCxnSpPr>
              <p:spPr>
                <a:xfrm flipV="1">
                  <a:off x="10440468" y="4160369"/>
                  <a:ext cx="281211" cy="51108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50" name="椭圆 49">
                  <a:extLst>
                    <a:ext uri="{FF2B5EF4-FFF2-40B4-BE49-F238E27FC236}">
                      <a16:creationId xmlns:a16="http://schemas.microsoft.com/office/drawing/2014/main" id="{0478AB00-5533-5150-D514-84BE0237093C}"/>
                    </a:ext>
                  </a:extLst>
                </p:cNvPr>
                <p:cNvSpPr/>
                <p:nvPr/>
              </p:nvSpPr>
              <p:spPr>
                <a:xfrm>
                  <a:off x="8484618" y="5482985"/>
                  <a:ext cx="432000" cy="432000"/>
                </a:xfrm>
                <a:prstGeom prst="ellipse">
                  <a:avLst/>
                </a:prstGeom>
                <a:solidFill>
                  <a:srgbClr val="CBFCF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sp>
            <p:nvSpPr>
              <p:cNvPr id="20" name="Rectangle 38">
                <a:extLst>
                  <a:ext uri="{FF2B5EF4-FFF2-40B4-BE49-F238E27FC236}">
                    <a16:creationId xmlns:a16="http://schemas.microsoft.com/office/drawing/2014/main" id="{374790FB-EE76-474B-9093-0C5FFE2BEFBE}"/>
                  </a:ext>
                </a:extLst>
              </p:cNvPr>
              <p:cNvSpPr/>
              <p:nvPr/>
            </p:nvSpPr>
            <p:spPr>
              <a:xfrm>
                <a:off x="8825548" y="3498235"/>
                <a:ext cx="530225" cy="214312"/>
              </a:xfrm>
              <a:prstGeom prst="rect">
                <a:avLst/>
              </a:prstGeom>
              <a:noFill/>
              <a:ln w="9525">
                <a:noFill/>
              </a:ln>
            </p:spPr>
            <p:txBody>
              <a:bodyPr wrap="none" anchor="ctr" anchorCtr="0"/>
              <a:lstStyle/>
              <a:p>
                <a:pPr algn="ctr"/>
                <a:r>
                  <a:rPr lang="en-US" altLang="zh-CN" sz="2000" b="1" dirty="0">
                    <a:latin typeface="Times New Roman" panose="02020603050405020304" pitchFamily="18" charset="0"/>
                  </a:rPr>
                  <a:t>2</a:t>
                </a:r>
              </a:p>
            </p:txBody>
          </p:sp>
          <p:sp>
            <p:nvSpPr>
              <p:cNvPr id="21" name="Rectangle 38">
                <a:extLst>
                  <a:ext uri="{FF2B5EF4-FFF2-40B4-BE49-F238E27FC236}">
                    <a16:creationId xmlns:a16="http://schemas.microsoft.com/office/drawing/2014/main" id="{C4672793-026F-4E83-99DC-5B92DDF0B160}"/>
                  </a:ext>
                </a:extLst>
              </p:cNvPr>
              <p:cNvSpPr/>
              <p:nvPr/>
            </p:nvSpPr>
            <p:spPr>
              <a:xfrm>
                <a:off x="9487560" y="2946759"/>
                <a:ext cx="530225" cy="214312"/>
              </a:xfrm>
              <a:prstGeom prst="rect">
                <a:avLst/>
              </a:prstGeom>
              <a:noFill/>
              <a:ln w="9525">
                <a:noFill/>
              </a:ln>
            </p:spPr>
            <p:txBody>
              <a:bodyPr wrap="none" anchor="ctr" anchorCtr="0"/>
              <a:lstStyle/>
              <a:p>
                <a:pPr algn="ctr" eaLnBrk="1" hangingPunct="1"/>
                <a:r>
                  <a:rPr lang="en-US" altLang="zh-CN" sz="2000" b="1" dirty="0">
                    <a:latin typeface="Times New Roman" panose="02020603050405020304" pitchFamily="18" charset="0"/>
                  </a:rPr>
                  <a:t>1</a:t>
                </a:r>
              </a:p>
            </p:txBody>
          </p:sp>
          <p:sp>
            <p:nvSpPr>
              <p:cNvPr id="25" name="Rectangle 38">
                <a:extLst>
                  <a:ext uri="{FF2B5EF4-FFF2-40B4-BE49-F238E27FC236}">
                    <a16:creationId xmlns:a16="http://schemas.microsoft.com/office/drawing/2014/main" id="{6FD8DD29-0538-4D08-B06F-A37EAC92E92D}"/>
                  </a:ext>
                </a:extLst>
              </p:cNvPr>
              <p:cNvSpPr/>
              <p:nvPr/>
            </p:nvSpPr>
            <p:spPr>
              <a:xfrm>
                <a:off x="10695581" y="3484174"/>
                <a:ext cx="530225" cy="214312"/>
              </a:xfrm>
              <a:prstGeom prst="rect">
                <a:avLst/>
              </a:prstGeom>
              <a:noFill/>
              <a:ln w="9525">
                <a:noFill/>
              </a:ln>
            </p:spPr>
            <p:txBody>
              <a:bodyPr wrap="none" anchor="ctr" anchorCtr="0"/>
              <a:lstStyle/>
              <a:p>
                <a:pPr algn="ctr"/>
                <a:r>
                  <a:rPr lang="en-US" altLang="zh-CN" sz="2000" b="1" dirty="0">
                    <a:latin typeface="Times New Roman" panose="02020603050405020304" pitchFamily="18" charset="0"/>
                  </a:rPr>
                  <a:t>3</a:t>
                </a:r>
              </a:p>
            </p:txBody>
          </p:sp>
          <p:sp>
            <p:nvSpPr>
              <p:cNvPr id="26" name="Rectangle 38">
                <a:extLst>
                  <a:ext uri="{FF2B5EF4-FFF2-40B4-BE49-F238E27FC236}">
                    <a16:creationId xmlns:a16="http://schemas.microsoft.com/office/drawing/2014/main" id="{15BCF204-5B1E-4A66-B52B-DDE0276517A3}"/>
                  </a:ext>
                </a:extLst>
              </p:cNvPr>
              <p:cNvSpPr/>
              <p:nvPr/>
            </p:nvSpPr>
            <p:spPr>
              <a:xfrm>
                <a:off x="8501807" y="4444007"/>
                <a:ext cx="530225" cy="214312"/>
              </a:xfrm>
              <a:prstGeom prst="rect">
                <a:avLst/>
              </a:prstGeom>
              <a:noFill/>
              <a:ln w="9525">
                <a:noFill/>
              </a:ln>
            </p:spPr>
            <p:txBody>
              <a:bodyPr wrap="none" anchor="ctr" anchorCtr="0"/>
              <a:lstStyle/>
              <a:p>
                <a:pPr algn="ctr"/>
                <a:r>
                  <a:rPr lang="en-US" altLang="zh-CN" sz="2000" b="1" dirty="0">
                    <a:latin typeface="Times New Roman" panose="02020603050405020304" pitchFamily="18" charset="0"/>
                  </a:rPr>
                  <a:t>4</a:t>
                </a:r>
              </a:p>
            </p:txBody>
          </p:sp>
          <p:sp>
            <p:nvSpPr>
              <p:cNvPr id="27" name="Rectangle 38">
                <a:extLst>
                  <a:ext uri="{FF2B5EF4-FFF2-40B4-BE49-F238E27FC236}">
                    <a16:creationId xmlns:a16="http://schemas.microsoft.com/office/drawing/2014/main" id="{15F843E7-7656-4DEB-9B61-AE6BEA2DA591}"/>
                  </a:ext>
                </a:extLst>
              </p:cNvPr>
              <p:cNvSpPr/>
              <p:nvPr/>
            </p:nvSpPr>
            <p:spPr>
              <a:xfrm>
                <a:off x="9624385" y="4426104"/>
                <a:ext cx="530225" cy="214312"/>
              </a:xfrm>
              <a:prstGeom prst="rect">
                <a:avLst/>
              </a:prstGeom>
              <a:noFill/>
              <a:ln w="9525">
                <a:noFill/>
              </a:ln>
            </p:spPr>
            <p:txBody>
              <a:bodyPr wrap="none" anchor="ctr" anchorCtr="0"/>
              <a:lstStyle/>
              <a:p>
                <a:pPr algn="ctr"/>
                <a:r>
                  <a:rPr lang="en-US" altLang="zh-CN" sz="2000" b="1" dirty="0">
                    <a:latin typeface="Times New Roman" panose="02020603050405020304" pitchFamily="18" charset="0"/>
                  </a:rPr>
                  <a:t>5</a:t>
                </a:r>
              </a:p>
            </p:txBody>
          </p:sp>
          <p:sp>
            <p:nvSpPr>
              <p:cNvPr id="90150" name="Rectangle 38">
                <a:extLst>
                  <a:ext uri="{FF2B5EF4-FFF2-40B4-BE49-F238E27FC236}">
                    <a16:creationId xmlns:a16="http://schemas.microsoft.com/office/drawing/2014/main" id="{4B86CA99-989A-1A0B-7962-A061702F70BA}"/>
                  </a:ext>
                </a:extLst>
              </p:cNvPr>
              <p:cNvSpPr/>
              <p:nvPr/>
            </p:nvSpPr>
            <p:spPr>
              <a:xfrm>
                <a:off x="9998756" y="4442599"/>
                <a:ext cx="530225" cy="214312"/>
              </a:xfrm>
              <a:prstGeom prst="rect">
                <a:avLst/>
              </a:prstGeom>
              <a:noFill/>
              <a:ln w="9525">
                <a:noFill/>
              </a:ln>
            </p:spPr>
            <p:txBody>
              <a:bodyPr wrap="none" anchor="ctr" anchorCtr="0"/>
              <a:lstStyle/>
              <a:p>
                <a:pPr algn="ctr"/>
                <a:r>
                  <a:rPr lang="en-US" altLang="zh-CN" sz="2000" b="1" dirty="0">
                    <a:latin typeface="Times New Roman" panose="02020603050405020304" pitchFamily="18" charset="0"/>
                  </a:rPr>
                  <a:t>6</a:t>
                </a:r>
              </a:p>
            </p:txBody>
          </p:sp>
          <p:sp>
            <p:nvSpPr>
              <p:cNvPr id="90151" name="Rectangle 38">
                <a:extLst>
                  <a:ext uri="{FF2B5EF4-FFF2-40B4-BE49-F238E27FC236}">
                    <a16:creationId xmlns:a16="http://schemas.microsoft.com/office/drawing/2014/main" id="{A1118C4E-19AE-634F-5735-EE26E62ADB07}"/>
                  </a:ext>
                </a:extLst>
              </p:cNvPr>
              <p:cNvSpPr/>
              <p:nvPr/>
            </p:nvSpPr>
            <p:spPr>
              <a:xfrm>
                <a:off x="11117056" y="4436880"/>
                <a:ext cx="493603" cy="227403"/>
              </a:xfrm>
              <a:prstGeom prst="rect">
                <a:avLst/>
              </a:prstGeom>
              <a:noFill/>
              <a:ln w="9525">
                <a:noFill/>
              </a:ln>
            </p:spPr>
            <p:txBody>
              <a:bodyPr wrap="none" anchor="ctr" anchorCtr="0"/>
              <a:lstStyle/>
              <a:p>
                <a:pPr algn="ctr"/>
                <a:r>
                  <a:rPr lang="en-US" altLang="zh-CN" sz="2000" b="1" dirty="0">
                    <a:latin typeface="Times New Roman" panose="02020603050405020304" pitchFamily="18" charset="0"/>
                  </a:rPr>
                  <a:t>7</a:t>
                </a:r>
              </a:p>
            </p:txBody>
          </p:sp>
          <p:sp>
            <p:nvSpPr>
              <p:cNvPr id="90152" name="Rectangle 38">
                <a:extLst>
                  <a:ext uri="{FF2B5EF4-FFF2-40B4-BE49-F238E27FC236}">
                    <a16:creationId xmlns:a16="http://schemas.microsoft.com/office/drawing/2014/main" id="{8A17393D-1EF5-8CCF-4B4B-63EDB716A08F}"/>
                  </a:ext>
                </a:extLst>
              </p:cNvPr>
              <p:cNvSpPr/>
              <p:nvPr/>
            </p:nvSpPr>
            <p:spPr>
              <a:xfrm>
                <a:off x="8228978" y="5297453"/>
                <a:ext cx="530225" cy="214312"/>
              </a:xfrm>
              <a:prstGeom prst="rect">
                <a:avLst/>
              </a:prstGeom>
              <a:noFill/>
              <a:ln w="9525">
                <a:noFill/>
              </a:ln>
            </p:spPr>
            <p:txBody>
              <a:bodyPr wrap="none" anchor="ctr" anchorCtr="0"/>
              <a:lstStyle/>
              <a:p>
                <a:pPr algn="ctr"/>
                <a:r>
                  <a:rPr lang="en-US" altLang="zh-CN" sz="2000" b="1" dirty="0">
                    <a:latin typeface="Times New Roman" panose="02020603050405020304" pitchFamily="18" charset="0"/>
                  </a:rPr>
                  <a:t>8</a:t>
                </a:r>
              </a:p>
            </p:txBody>
          </p:sp>
        </p:grpSp>
      </p:grpSp>
      <p:grpSp>
        <p:nvGrpSpPr>
          <p:cNvPr id="90144" name="组合 90143">
            <a:extLst>
              <a:ext uri="{FF2B5EF4-FFF2-40B4-BE49-F238E27FC236}">
                <a16:creationId xmlns:a16="http://schemas.microsoft.com/office/drawing/2014/main" id="{15BF76BD-4F4D-9059-AF5B-7B2DDB38B291}"/>
              </a:ext>
            </a:extLst>
          </p:cNvPr>
          <p:cNvGrpSpPr/>
          <p:nvPr/>
        </p:nvGrpSpPr>
        <p:grpSpPr>
          <a:xfrm>
            <a:off x="7506030" y="1314226"/>
            <a:ext cx="4207823" cy="782383"/>
            <a:chOff x="7647547" y="1314226"/>
            <a:chExt cx="4207823" cy="782383"/>
          </a:xfrm>
        </p:grpSpPr>
        <p:grpSp>
          <p:nvGrpSpPr>
            <p:cNvPr id="55" name="组合 54">
              <a:extLst>
                <a:ext uri="{FF2B5EF4-FFF2-40B4-BE49-F238E27FC236}">
                  <a16:creationId xmlns:a16="http://schemas.microsoft.com/office/drawing/2014/main" id="{5FEB80BD-AAEB-4F62-52DC-86D25C92D278}"/>
                </a:ext>
              </a:extLst>
            </p:cNvPr>
            <p:cNvGrpSpPr/>
            <p:nvPr/>
          </p:nvGrpSpPr>
          <p:grpSpPr>
            <a:xfrm>
              <a:off x="9751365" y="1316099"/>
              <a:ext cx="525632" cy="780421"/>
              <a:chOff x="7881869" y="1885117"/>
              <a:chExt cx="406116" cy="583453"/>
            </a:xfrm>
          </p:grpSpPr>
          <p:sp>
            <p:nvSpPr>
              <p:cNvPr id="90121" name="矩形 90120">
                <a:extLst>
                  <a:ext uri="{FF2B5EF4-FFF2-40B4-BE49-F238E27FC236}">
                    <a16:creationId xmlns:a16="http://schemas.microsoft.com/office/drawing/2014/main" id="{95755247-5235-BE8E-6E41-B1B6189E4107}"/>
                  </a:ext>
                </a:extLst>
              </p:cNvPr>
              <p:cNvSpPr/>
              <p:nvPr/>
            </p:nvSpPr>
            <p:spPr>
              <a:xfrm>
                <a:off x="7881870" y="1885117"/>
                <a:ext cx="406115"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rgbClr val="0070C0"/>
                    </a:solidFill>
                  </a:rPr>
                  <a:t>5</a:t>
                </a:r>
                <a:endParaRPr lang="zh-CN" altLang="en-US" sz="2000" b="1" dirty="0">
                  <a:solidFill>
                    <a:srgbClr val="0070C0"/>
                  </a:solidFill>
                </a:endParaRPr>
              </a:p>
            </p:txBody>
          </p:sp>
          <p:sp>
            <p:nvSpPr>
              <p:cNvPr id="90122" name="矩形 90121">
                <a:extLst>
                  <a:ext uri="{FF2B5EF4-FFF2-40B4-BE49-F238E27FC236}">
                    <a16:creationId xmlns:a16="http://schemas.microsoft.com/office/drawing/2014/main" id="{1EC32AD7-E6F5-8963-94B5-92CC40496F4F}"/>
                  </a:ext>
                </a:extLst>
              </p:cNvPr>
              <p:cNvSpPr/>
              <p:nvPr/>
            </p:nvSpPr>
            <p:spPr>
              <a:xfrm>
                <a:off x="7881869" y="2160793"/>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6" name="组合 55">
              <a:extLst>
                <a:ext uri="{FF2B5EF4-FFF2-40B4-BE49-F238E27FC236}">
                  <a16:creationId xmlns:a16="http://schemas.microsoft.com/office/drawing/2014/main" id="{1BFC9098-EE5A-AEBF-7FAD-40D4082EB49D}"/>
                </a:ext>
              </a:extLst>
            </p:cNvPr>
            <p:cNvGrpSpPr/>
            <p:nvPr/>
          </p:nvGrpSpPr>
          <p:grpSpPr>
            <a:xfrm>
              <a:off x="7647547" y="1316099"/>
              <a:ext cx="525632" cy="780421"/>
              <a:chOff x="7881869" y="1885117"/>
              <a:chExt cx="406116" cy="583453"/>
            </a:xfrm>
          </p:grpSpPr>
          <p:sp>
            <p:nvSpPr>
              <p:cNvPr id="90119" name="矩形 90118">
                <a:extLst>
                  <a:ext uri="{FF2B5EF4-FFF2-40B4-BE49-F238E27FC236}">
                    <a16:creationId xmlns:a16="http://schemas.microsoft.com/office/drawing/2014/main" id="{770B5ADC-14B4-B99D-5B4D-FCE9C46ADBE9}"/>
                  </a:ext>
                </a:extLst>
              </p:cNvPr>
              <p:cNvSpPr/>
              <p:nvPr/>
            </p:nvSpPr>
            <p:spPr>
              <a:xfrm>
                <a:off x="7881870" y="1885117"/>
                <a:ext cx="406115"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rgbClr val="0070C0"/>
                    </a:solidFill>
                  </a:rPr>
                  <a:t>1</a:t>
                </a:r>
                <a:endParaRPr lang="zh-CN" altLang="en-US" sz="2000" b="1" dirty="0">
                  <a:solidFill>
                    <a:srgbClr val="0070C0"/>
                  </a:solidFill>
                </a:endParaRPr>
              </a:p>
            </p:txBody>
          </p:sp>
          <p:sp>
            <p:nvSpPr>
              <p:cNvPr id="90120" name="矩形 90119">
                <a:extLst>
                  <a:ext uri="{FF2B5EF4-FFF2-40B4-BE49-F238E27FC236}">
                    <a16:creationId xmlns:a16="http://schemas.microsoft.com/office/drawing/2014/main" id="{DFDB83DB-C6B6-FC4D-8EA2-E4F7E2F78C6F}"/>
                  </a:ext>
                </a:extLst>
              </p:cNvPr>
              <p:cNvSpPr/>
              <p:nvPr/>
            </p:nvSpPr>
            <p:spPr>
              <a:xfrm>
                <a:off x="7881869" y="2160793"/>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7" name="组合 56">
              <a:extLst>
                <a:ext uri="{FF2B5EF4-FFF2-40B4-BE49-F238E27FC236}">
                  <a16:creationId xmlns:a16="http://schemas.microsoft.com/office/drawing/2014/main" id="{45D45DB3-738E-A0D0-C1A5-BB7365AAF225}"/>
                </a:ext>
              </a:extLst>
            </p:cNvPr>
            <p:cNvGrpSpPr/>
            <p:nvPr/>
          </p:nvGrpSpPr>
          <p:grpSpPr>
            <a:xfrm>
              <a:off x="8173178" y="1317950"/>
              <a:ext cx="525632" cy="778659"/>
              <a:chOff x="7881869" y="1885117"/>
              <a:chExt cx="406116" cy="582136"/>
            </a:xfrm>
          </p:grpSpPr>
          <p:sp>
            <p:nvSpPr>
              <p:cNvPr id="90116" name="矩形 90115">
                <a:extLst>
                  <a:ext uri="{FF2B5EF4-FFF2-40B4-BE49-F238E27FC236}">
                    <a16:creationId xmlns:a16="http://schemas.microsoft.com/office/drawing/2014/main" id="{8DCF46DF-F6C5-E143-E959-E29C61241382}"/>
                  </a:ext>
                </a:extLst>
              </p:cNvPr>
              <p:cNvSpPr/>
              <p:nvPr/>
            </p:nvSpPr>
            <p:spPr>
              <a:xfrm>
                <a:off x="7881870" y="1885117"/>
                <a:ext cx="406115"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rgbClr val="0070C0"/>
                    </a:solidFill>
                  </a:rPr>
                  <a:t>2</a:t>
                </a:r>
                <a:endParaRPr lang="zh-CN" altLang="en-US" sz="2000" b="1" dirty="0">
                  <a:solidFill>
                    <a:srgbClr val="0070C0"/>
                  </a:solidFill>
                </a:endParaRPr>
              </a:p>
            </p:txBody>
          </p:sp>
          <p:sp>
            <p:nvSpPr>
              <p:cNvPr id="90118" name="矩形 90117">
                <a:extLst>
                  <a:ext uri="{FF2B5EF4-FFF2-40B4-BE49-F238E27FC236}">
                    <a16:creationId xmlns:a16="http://schemas.microsoft.com/office/drawing/2014/main" id="{6F945525-4D0E-6F54-161A-427537835D58}"/>
                  </a:ext>
                </a:extLst>
              </p:cNvPr>
              <p:cNvSpPr/>
              <p:nvPr/>
            </p:nvSpPr>
            <p:spPr>
              <a:xfrm>
                <a:off x="7881869" y="2159476"/>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8" name="组合 57">
              <a:extLst>
                <a:ext uri="{FF2B5EF4-FFF2-40B4-BE49-F238E27FC236}">
                  <a16:creationId xmlns:a16="http://schemas.microsoft.com/office/drawing/2014/main" id="{83C3A667-8131-C821-73AA-1C63F79F27C8}"/>
                </a:ext>
              </a:extLst>
            </p:cNvPr>
            <p:cNvGrpSpPr/>
            <p:nvPr/>
          </p:nvGrpSpPr>
          <p:grpSpPr>
            <a:xfrm>
              <a:off x="8699455" y="1315053"/>
              <a:ext cx="541058" cy="781467"/>
              <a:chOff x="7881869" y="1884335"/>
              <a:chExt cx="418035" cy="584235"/>
            </a:xfrm>
          </p:grpSpPr>
          <p:sp>
            <p:nvSpPr>
              <p:cNvPr id="90113" name="矩形 90112">
                <a:extLst>
                  <a:ext uri="{FF2B5EF4-FFF2-40B4-BE49-F238E27FC236}">
                    <a16:creationId xmlns:a16="http://schemas.microsoft.com/office/drawing/2014/main" id="{AFAE50C0-EE89-FFA2-79FF-53AFCCDDB899}"/>
                  </a:ext>
                </a:extLst>
              </p:cNvPr>
              <p:cNvSpPr/>
              <p:nvPr/>
            </p:nvSpPr>
            <p:spPr>
              <a:xfrm>
                <a:off x="7881870" y="1884335"/>
                <a:ext cx="418034" cy="3085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rgbClr val="0070C0"/>
                    </a:solidFill>
                  </a:rPr>
                  <a:t>3</a:t>
                </a:r>
                <a:endParaRPr lang="zh-CN" altLang="en-US" sz="2000" b="1" dirty="0">
                  <a:solidFill>
                    <a:srgbClr val="0070C0"/>
                  </a:solidFill>
                </a:endParaRPr>
              </a:p>
            </p:txBody>
          </p:sp>
          <p:sp>
            <p:nvSpPr>
              <p:cNvPr id="90115" name="矩形 90114">
                <a:extLst>
                  <a:ext uri="{FF2B5EF4-FFF2-40B4-BE49-F238E27FC236}">
                    <a16:creationId xmlns:a16="http://schemas.microsoft.com/office/drawing/2014/main" id="{84C3D30E-9FC2-F79A-2A7A-D21878BEB652}"/>
                  </a:ext>
                </a:extLst>
              </p:cNvPr>
              <p:cNvSpPr/>
              <p:nvPr/>
            </p:nvSpPr>
            <p:spPr>
              <a:xfrm>
                <a:off x="7881869" y="2160793"/>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9" name="组合 58">
              <a:extLst>
                <a:ext uri="{FF2B5EF4-FFF2-40B4-BE49-F238E27FC236}">
                  <a16:creationId xmlns:a16="http://schemas.microsoft.com/office/drawing/2014/main" id="{956E4BE7-E5D6-64B1-1C9C-BC4801B1311D}"/>
                </a:ext>
              </a:extLst>
            </p:cNvPr>
            <p:cNvGrpSpPr/>
            <p:nvPr/>
          </p:nvGrpSpPr>
          <p:grpSpPr>
            <a:xfrm>
              <a:off x="9225085" y="1317950"/>
              <a:ext cx="525632" cy="778659"/>
              <a:chOff x="7881869" y="1885117"/>
              <a:chExt cx="406116" cy="582136"/>
            </a:xfrm>
          </p:grpSpPr>
          <p:sp>
            <p:nvSpPr>
              <p:cNvPr id="63" name="矩形 62">
                <a:extLst>
                  <a:ext uri="{FF2B5EF4-FFF2-40B4-BE49-F238E27FC236}">
                    <a16:creationId xmlns:a16="http://schemas.microsoft.com/office/drawing/2014/main" id="{38A32DBC-566A-5892-F65E-999F78B8D084}"/>
                  </a:ext>
                </a:extLst>
              </p:cNvPr>
              <p:cNvSpPr/>
              <p:nvPr/>
            </p:nvSpPr>
            <p:spPr>
              <a:xfrm>
                <a:off x="7881870" y="1885117"/>
                <a:ext cx="406115"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rgbClr val="0070C0"/>
                    </a:solidFill>
                  </a:rPr>
                  <a:t>4</a:t>
                </a:r>
                <a:endParaRPr lang="zh-CN" altLang="en-US" sz="2000" b="1" dirty="0">
                  <a:solidFill>
                    <a:srgbClr val="0070C0"/>
                  </a:solidFill>
                </a:endParaRPr>
              </a:p>
            </p:txBody>
          </p:sp>
          <p:sp>
            <p:nvSpPr>
              <p:cNvPr id="90112" name="矩形 90111">
                <a:extLst>
                  <a:ext uri="{FF2B5EF4-FFF2-40B4-BE49-F238E27FC236}">
                    <a16:creationId xmlns:a16="http://schemas.microsoft.com/office/drawing/2014/main" id="{AEAD7174-C986-0B3A-096A-4C4A16BB4B63}"/>
                  </a:ext>
                </a:extLst>
              </p:cNvPr>
              <p:cNvSpPr/>
              <p:nvPr/>
            </p:nvSpPr>
            <p:spPr>
              <a:xfrm>
                <a:off x="7881869" y="2159476"/>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0131" name="组合 90130">
              <a:extLst>
                <a:ext uri="{FF2B5EF4-FFF2-40B4-BE49-F238E27FC236}">
                  <a16:creationId xmlns:a16="http://schemas.microsoft.com/office/drawing/2014/main" id="{64713440-1FCC-2996-10E2-107C308030D5}"/>
                </a:ext>
              </a:extLst>
            </p:cNvPr>
            <p:cNvGrpSpPr/>
            <p:nvPr/>
          </p:nvGrpSpPr>
          <p:grpSpPr>
            <a:xfrm>
              <a:off x="11329738" y="1315272"/>
              <a:ext cx="525632" cy="780421"/>
              <a:chOff x="7881869" y="1885117"/>
              <a:chExt cx="406116" cy="583453"/>
            </a:xfrm>
          </p:grpSpPr>
          <p:sp>
            <p:nvSpPr>
              <p:cNvPr id="90132" name="矩形 90131">
                <a:extLst>
                  <a:ext uri="{FF2B5EF4-FFF2-40B4-BE49-F238E27FC236}">
                    <a16:creationId xmlns:a16="http://schemas.microsoft.com/office/drawing/2014/main" id="{95401AA4-0EBC-DBAC-6159-4AB4E65B0957}"/>
                  </a:ext>
                </a:extLst>
              </p:cNvPr>
              <p:cNvSpPr/>
              <p:nvPr/>
            </p:nvSpPr>
            <p:spPr>
              <a:xfrm>
                <a:off x="7881870" y="1885117"/>
                <a:ext cx="406115"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rgbClr val="0070C0"/>
                    </a:solidFill>
                  </a:rPr>
                  <a:t>8</a:t>
                </a:r>
                <a:endParaRPr lang="zh-CN" altLang="en-US" sz="2000" b="1" dirty="0">
                  <a:solidFill>
                    <a:srgbClr val="0070C0"/>
                  </a:solidFill>
                </a:endParaRPr>
              </a:p>
            </p:txBody>
          </p:sp>
          <p:sp>
            <p:nvSpPr>
              <p:cNvPr id="90133" name="矩形 90132">
                <a:extLst>
                  <a:ext uri="{FF2B5EF4-FFF2-40B4-BE49-F238E27FC236}">
                    <a16:creationId xmlns:a16="http://schemas.microsoft.com/office/drawing/2014/main" id="{168DA9A0-1E56-3A1F-C900-FE422FE9CA06}"/>
                  </a:ext>
                </a:extLst>
              </p:cNvPr>
              <p:cNvSpPr/>
              <p:nvPr/>
            </p:nvSpPr>
            <p:spPr>
              <a:xfrm>
                <a:off x="7881869" y="2160793"/>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0134" name="组合 90133">
              <a:extLst>
                <a:ext uri="{FF2B5EF4-FFF2-40B4-BE49-F238E27FC236}">
                  <a16:creationId xmlns:a16="http://schemas.microsoft.com/office/drawing/2014/main" id="{9F6A4B64-B321-7E6A-EF65-C9C2C275C82E}"/>
                </a:ext>
              </a:extLst>
            </p:cNvPr>
            <p:cNvGrpSpPr/>
            <p:nvPr/>
          </p:nvGrpSpPr>
          <p:grpSpPr>
            <a:xfrm>
              <a:off x="10277828" y="1314226"/>
              <a:ext cx="541058" cy="781467"/>
              <a:chOff x="7881869" y="1884335"/>
              <a:chExt cx="418035" cy="584235"/>
            </a:xfrm>
          </p:grpSpPr>
          <p:sp>
            <p:nvSpPr>
              <p:cNvPr id="90135" name="矩形 90134">
                <a:extLst>
                  <a:ext uri="{FF2B5EF4-FFF2-40B4-BE49-F238E27FC236}">
                    <a16:creationId xmlns:a16="http://schemas.microsoft.com/office/drawing/2014/main" id="{90E3181B-CCE1-57B3-031D-E057512CA2BD}"/>
                  </a:ext>
                </a:extLst>
              </p:cNvPr>
              <p:cNvSpPr/>
              <p:nvPr/>
            </p:nvSpPr>
            <p:spPr>
              <a:xfrm>
                <a:off x="7881870" y="1884335"/>
                <a:ext cx="418034" cy="3085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rgbClr val="0070C0"/>
                    </a:solidFill>
                  </a:rPr>
                  <a:t>6</a:t>
                </a:r>
                <a:endParaRPr lang="zh-CN" altLang="en-US" sz="2000" b="1" dirty="0">
                  <a:solidFill>
                    <a:srgbClr val="0070C0"/>
                  </a:solidFill>
                </a:endParaRPr>
              </a:p>
            </p:txBody>
          </p:sp>
          <p:sp>
            <p:nvSpPr>
              <p:cNvPr id="90136" name="矩形 90135">
                <a:extLst>
                  <a:ext uri="{FF2B5EF4-FFF2-40B4-BE49-F238E27FC236}">
                    <a16:creationId xmlns:a16="http://schemas.microsoft.com/office/drawing/2014/main" id="{44C43F1F-132F-CFD1-1D54-A2076BF4AAB4}"/>
                  </a:ext>
                </a:extLst>
              </p:cNvPr>
              <p:cNvSpPr/>
              <p:nvPr/>
            </p:nvSpPr>
            <p:spPr>
              <a:xfrm>
                <a:off x="7881869" y="2160793"/>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0137" name="组合 90136">
              <a:extLst>
                <a:ext uri="{FF2B5EF4-FFF2-40B4-BE49-F238E27FC236}">
                  <a16:creationId xmlns:a16="http://schemas.microsoft.com/office/drawing/2014/main" id="{0ED55C82-6721-F4FD-09DF-3EE8497AC259}"/>
                </a:ext>
              </a:extLst>
            </p:cNvPr>
            <p:cNvGrpSpPr/>
            <p:nvPr/>
          </p:nvGrpSpPr>
          <p:grpSpPr>
            <a:xfrm>
              <a:off x="10803458" y="1317123"/>
              <a:ext cx="525632" cy="778659"/>
              <a:chOff x="7881869" y="1885117"/>
              <a:chExt cx="406116" cy="582136"/>
            </a:xfrm>
          </p:grpSpPr>
          <p:sp>
            <p:nvSpPr>
              <p:cNvPr id="90138" name="矩形 90137">
                <a:extLst>
                  <a:ext uri="{FF2B5EF4-FFF2-40B4-BE49-F238E27FC236}">
                    <a16:creationId xmlns:a16="http://schemas.microsoft.com/office/drawing/2014/main" id="{3013B4FB-097F-B583-6C1D-0A25764C2895}"/>
                  </a:ext>
                </a:extLst>
              </p:cNvPr>
              <p:cNvSpPr/>
              <p:nvPr/>
            </p:nvSpPr>
            <p:spPr>
              <a:xfrm>
                <a:off x="7881870" y="1885117"/>
                <a:ext cx="406115"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rgbClr val="0070C0"/>
                    </a:solidFill>
                  </a:rPr>
                  <a:t>7</a:t>
                </a:r>
                <a:endParaRPr lang="zh-CN" altLang="en-US" sz="2000" b="1" dirty="0">
                  <a:solidFill>
                    <a:srgbClr val="0070C0"/>
                  </a:solidFill>
                </a:endParaRPr>
              </a:p>
            </p:txBody>
          </p:sp>
          <p:sp>
            <p:nvSpPr>
              <p:cNvPr id="90139" name="矩形 90138">
                <a:extLst>
                  <a:ext uri="{FF2B5EF4-FFF2-40B4-BE49-F238E27FC236}">
                    <a16:creationId xmlns:a16="http://schemas.microsoft.com/office/drawing/2014/main" id="{6C79620C-FCF1-92A0-A29E-00422C656837}"/>
                  </a:ext>
                </a:extLst>
              </p:cNvPr>
              <p:cNvSpPr/>
              <p:nvPr/>
            </p:nvSpPr>
            <p:spPr>
              <a:xfrm>
                <a:off x="7881869" y="2159476"/>
                <a:ext cx="406115" cy="30777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90114" name="文本框 49"/>
          <p:cNvSpPr/>
          <p:nvPr/>
        </p:nvSpPr>
        <p:spPr>
          <a:xfrm>
            <a:off x="226659" y="1219884"/>
            <a:ext cx="6849731" cy="4788381"/>
          </a:xfrm>
          <a:prstGeom prst="rect">
            <a:avLst/>
          </a:prstGeom>
          <a:noFill/>
          <a:ln w="9525">
            <a:noFill/>
          </a:ln>
        </p:spPr>
        <p:txBody>
          <a:bodyPr lIns="180000" tIns="46800" rIns="36000"/>
          <a:lstStyle/>
          <a:p>
            <a:pPr>
              <a:lnSpc>
                <a:spcPct val="110000"/>
              </a:lnSpc>
            </a:pPr>
            <a:r>
              <a:rPr lang="en-US" altLang="zh-CN" sz="2200" b="1"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sym typeface="+mn-ea"/>
              </a:rPr>
              <a:t>typedef</a:t>
            </a:r>
            <a:r>
              <a:rPr lang="en-US" altLang="zh-CN" sz="2200" dirty="0">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sym typeface="+mn-ea"/>
              </a:rPr>
              <a:t> </a:t>
            </a:r>
            <a:r>
              <a:rPr lang="en-US" altLang="zh-CN" sz="2200" b="1" dirty="0" err="1">
                <a:latin typeface="Courier New" panose="02070309020205020404" pitchFamily="49" charset="0"/>
                <a:ea typeface="宋体" panose="02010600030101010101" pitchFamily="2" charset="-122"/>
                <a:cs typeface="Courier New" panose="02070309020205020404" pitchFamily="49" charset="0"/>
                <a:sym typeface="+mn-ea"/>
              </a:rPr>
              <a:t>SqList</a:t>
            </a:r>
            <a:r>
              <a:rPr lang="en-US" altLang="zh-CN" sz="2200" b="1" dirty="0">
                <a:latin typeface="Courier New" panose="02070309020205020404" pitchFamily="49" charset="0"/>
                <a:ea typeface="宋体" panose="02010600030101010101" pitchFamily="2" charset="-122"/>
                <a:cs typeface="Courier New" panose="02070309020205020404" pitchFamily="49" charset="0"/>
                <a:sym typeface="+mn-ea"/>
              </a:rPr>
              <a:t> Heap;  </a:t>
            </a:r>
            <a:r>
              <a:rPr lang="en-US" altLang="zh-CN" sz="2200" b="1" dirty="0">
                <a:solidFill>
                  <a:srgbClr val="0070C0"/>
                </a:solidFill>
                <a:latin typeface="Courier New" panose="02070309020205020404" pitchFamily="49" charset="0"/>
                <a:ea typeface="仿宋" panose="02010609060101010101" pitchFamily="49" charset="-122"/>
                <a:cs typeface="Courier New" panose="02070309020205020404" pitchFamily="49" charset="0"/>
                <a:sym typeface="+mn-ea"/>
              </a:rPr>
              <a:t>// </a:t>
            </a:r>
            <a:r>
              <a:rPr lang="zh-CN" altLang="en-US" sz="2200" b="1" dirty="0">
                <a:solidFill>
                  <a:srgbClr val="0070C0"/>
                </a:solidFill>
                <a:latin typeface="Courier New" panose="02070309020205020404" pitchFamily="49" charset="0"/>
                <a:ea typeface="仿宋" panose="02010609060101010101" pitchFamily="49" charset="-122"/>
                <a:cs typeface="Courier New" panose="02070309020205020404" pitchFamily="49" charset="0"/>
                <a:sym typeface="+mn-ea"/>
              </a:rPr>
              <a:t>堆为顺序表类型</a:t>
            </a:r>
            <a:endParaRPr lang="en-US" altLang="zh-CN" sz="2200" b="1" dirty="0">
              <a:solidFill>
                <a:srgbClr val="0070C0"/>
              </a:solidFill>
              <a:latin typeface="Courier New" panose="02070309020205020404" pitchFamily="49" charset="0"/>
              <a:ea typeface="仿宋" panose="02010609060101010101" pitchFamily="49" charset="-122"/>
              <a:cs typeface="Courier New" panose="02070309020205020404" pitchFamily="49" charset="0"/>
              <a:sym typeface="+mn-ea"/>
            </a:endParaRPr>
          </a:p>
          <a:p>
            <a:pPr>
              <a:lnSpc>
                <a:spcPct val="110000"/>
              </a:lnSpc>
            </a:pPr>
            <a:r>
              <a:rPr lang="en-US" altLang="zh-CN" sz="2200" b="1"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sym typeface="+mn-ea"/>
              </a:rPr>
              <a:t>void</a:t>
            </a:r>
            <a:r>
              <a:rPr lang="en-US" altLang="zh-CN" sz="2200" b="1" dirty="0">
                <a:latin typeface="Courier New" panose="02070309020205020404" pitchFamily="49" charset="0"/>
                <a:cs typeface="Courier New" panose="02070309020205020404" pitchFamily="49" charset="0"/>
                <a:sym typeface="+mn-ea"/>
              </a:rPr>
              <a:t> </a:t>
            </a:r>
            <a:r>
              <a:rPr lang="en-US" altLang="zh-CN" sz="2200" b="1" dirty="0" err="1">
                <a:latin typeface="Courier New" panose="02070309020205020404" pitchFamily="49" charset="0"/>
                <a:ea typeface="宋体" panose="02010600030101010101" pitchFamily="2" charset="-122"/>
                <a:cs typeface="Courier New" panose="02070309020205020404" pitchFamily="49" charset="0"/>
                <a:sym typeface="+mn-ea"/>
              </a:rPr>
              <a:t>HeapSort</a:t>
            </a:r>
            <a:r>
              <a:rPr lang="en-US" altLang="zh-CN" sz="2200" b="1" dirty="0">
                <a:latin typeface="Courier New" panose="02070309020205020404" pitchFamily="49" charset="0"/>
                <a:ea typeface="宋体" panose="02010600030101010101" pitchFamily="2" charset="-122"/>
                <a:cs typeface="Courier New" panose="02070309020205020404" pitchFamily="49" charset="0"/>
                <a:sym typeface="+mn-ea"/>
              </a:rPr>
              <a:t>(</a:t>
            </a:r>
            <a:r>
              <a:rPr lang="en-US" altLang="zh-CN" sz="2200" b="1" dirty="0" err="1">
                <a:latin typeface="Courier New" panose="02070309020205020404" pitchFamily="49" charset="0"/>
                <a:ea typeface="宋体" panose="02010600030101010101" pitchFamily="2" charset="-122"/>
                <a:cs typeface="Courier New" panose="02070309020205020404" pitchFamily="49" charset="0"/>
                <a:sym typeface="+mn-ea"/>
              </a:rPr>
              <a:t>SqList</a:t>
            </a:r>
            <a:r>
              <a:rPr lang="en-US" altLang="zh-CN" sz="2200" b="1" dirty="0">
                <a:latin typeface="Courier New" panose="02070309020205020404" pitchFamily="49" charset="0"/>
                <a:ea typeface="宋体" panose="02010600030101010101" pitchFamily="2" charset="-122"/>
                <a:cs typeface="Courier New" panose="02070309020205020404" pitchFamily="49" charset="0"/>
                <a:sym typeface="+mn-ea"/>
              </a:rPr>
              <a:t> L) </a:t>
            </a:r>
            <a:r>
              <a:rPr lang="en-US" altLang="zh-CN" sz="2200" b="1"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sym typeface="+mn-ea"/>
              </a:rPr>
              <a:t>{ </a:t>
            </a:r>
          </a:p>
          <a:p>
            <a:pPr>
              <a:lnSpc>
                <a:spcPct val="110000"/>
              </a:lnSpc>
            </a:pPr>
            <a:r>
              <a:rPr lang="en-US" altLang="zh-CN" sz="2200" b="1"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sym typeface="+mn-ea"/>
              </a:rPr>
              <a:t>  </a:t>
            </a:r>
            <a:r>
              <a:rPr lang="en-US" altLang="zh-CN" sz="2200" b="1" dirty="0">
                <a:solidFill>
                  <a:srgbClr val="0070C0"/>
                </a:solidFill>
                <a:latin typeface="Courier New" panose="02070309020205020404" pitchFamily="49" charset="0"/>
                <a:ea typeface="仿宋" panose="02010609060101010101" pitchFamily="49" charset="-122"/>
                <a:cs typeface="Courier New" panose="02070309020205020404" pitchFamily="49" charset="0"/>
                <a:sym typeface="+mn-ea"/>
              </a:rPr>
              <a:t>// </a:t>
            </a:r>
            <a:r>
              <a:rPr lang="zh-CN" altLang="en-US" sz="2200" b="1" dirty="0">
                <a:solidFill>
                  <a:srgbClr val="0070C0"/>
                </a:solidFill>
                <a:latin typeface="Courier New" panose="02070309020205020404" pitchFamily="49" charset="0"/>
                <a:ea typeface="仿宋" panose="02010609060101010101" pitchFamily="49" charset="-122"/>
                <a:cs typeface="Courier New" panose="02070309020205020404" pitchFamily="49" charset="0"/>
                <a:sym typeface="+mn-ea"/>
              </a:rPr>
              <a:t>对顺序表 </a:t>
            </a:r>
            <a:r>
              <a:rPr lang="en-US" altLang="zh-CN" sz="2200" b="1" dirty="0">
                <a:solidFill>
                  <a:srgbClr val="C00000"/>
                </a:solidFill>
                <a:latin typeface="Courier New" panose="02070309020205020404" pitchFamily="49" charset="0"/>
                <a:ea typeface="仿宋" panose="02010609060101010101" pitchFamily="49" charset="-122"/>
                <a:cs typeface="Courier New" panose="02070309020205020404" pitchFamily="49" charset="0"/>
                <a:sym typeface="+mn-ea"/>
              </a:rPr>
              <a:t>L</a:t>
            </a:r>
            <a:r>
              <a:rPr lang="en-US" altLang="zh-CN" sz="2200" b="1" dirty="0">
                <a:solidFill>
                  <a:srgbClr val="0070C0"/>
                </a:solidFill>
                <a:latin typeface="Courier New" panose="02070309020205020404" pitchFamily="49" charset="0"/>
                <a:ea typeface="仿宋" panose="02010609060101010101" pitchFamily="49" charset="-122"/>
                <a:cs typeface="Courier New" panose="02070309020205020404" pitchFamily="49" charset="0"/>
                <a:sym typeface="+mn-ea"/>
              </a:rPr>
              <a:t> </a:t>
            </a:r>
            <a:r>
              <a:rPr lang="zh-CN" altLang="en-US" sz="2200" b="1" dirty="0">
                <a:solidFill>
                  <a:srgbClr val="0070C0"/>
                </a:solidFill>
                <a:latin typeface="Courier New" panose="02070309020205020404" pitchFamily="49" charset="0"/>
                <a:ea typeface="仿宋" panose="02010609060101010101" pitchFamily="49" charset="-122"/>
                <a:cs typeface="Courier New" panose="02070309020205020404" pitchFamily="49" charset="0"/>
                <a:sym typeface="+mn-ea"/>
              </a:rPr>
              <a:t>堆排序</a:t>
            </a:r>
          </a:p>
          <a:p>
            <a:pPr defTabSz="914400">
              <a:lnSpc>
                <a:spcPct val="120000"/>
              </a:lnSpc>
            </a:pPr>
            <a:r>
              <a:rPr lang="zh-CN" altLang="en-US" sz="2200" b="1" dirty="0">
                <a:latin typeface="Courier New" panose="02070309020205020404" pitchFamily="49" charset="0"/>
                <a:ea typeface="宋体" panose="02010600030101010101" pitchFamily="2" charset="-122"/>
                <a:cs typeface="Courier New" panose="02070309020205020404" pitchFamily="49" charset="0"/>
                <a:sym typeface="+mn-ea"/>
              </a:rPr>
              <a:t>  </a:t>
            </a:r>
            <a:r>
              <a:rPr lang="en-US" altLang="zh-CN" sz="2200" b="1"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sym typeface="+mn-ea"/>
              </a:rPr>
              <a:t>int</a:t>
            </a:r>
            <a:r>
              <a:rPr lang="en-US" altLang="zh-CN" sz="2200" b="1" dirty="0">
                <a:latin typeface="Courier New" panose="02070309020205020404" pitchFamily="49" charset="0"/>
                <a:ea typeface="宋体" panose="02010600030101010101" pitchFamily="2" charset="-122"/>
                <a:cs typeface="Courier New" panose="02070309020205020404" pitchFamily="49" charset="0"/>
                <a:sym typeface="+mn-ea"/>
              </a:rPr>
              <a:t> </a:t>
            </a:r>
            <a:r>
              <a:rPr lang="en-US" altLang="zh-CN" sz="2200" b="1" dirty="0" err="1">
                <a:latin typeface="Courier New" panose="02070309020205020404" pitchFamily="49" charset="0"/>
                <a:ea typeface="宋体" panose="02010600030101010101" pitchFamily="2" charset="-122"/>
                <a:cs typeface="Courier New" panose="02070309020205020404" pitchFamily="49" charset="0"/>
                <a:sym typeface="+mn-ea"/>
              </a:rPr>
              <a:t>len</a:t>
            </a:r>
            <a:r>
              <a:rPr lang="en-US" altLang="zh-CN" sz="2200" b="1" dirty="0">
                <a:latin typeface="Courier New" panose="02070309020205020404" pitchFamily="49" charset="0"/>
                <a:ea typeface="宋体" panose="02010600030101010101" pitchFamily="2" charset="-122"/>
                <a:cs typeface="Courier New" panose="02070309020205020404" pitchFamily="49" charset="0"/>
                <a:sym typeface="+mn-ea"/>
              </a:rPr>
              <a:t> = L-&gt;</a:t>
            </a:r>
            <a:r>
              <a:rPr lang="en-US" altLang="zh-CN" sz="2200" b="1" dirty="0" err="1">
                <a:latin typeface="Courier New" panose="02070309020205020404" pitchFamily="49" charset="0"/>
                <a:ea typeface="宋体" panose="02010600030101010101" pitchFamily="2" charset="-122"/>
                <a:cs typeface="Courier New" panose="02070309020205020404" pitchFamily="49" charset="0"/>
                <a:sym typeface="+mn-ea"/>
              </a:rPr>
              <a:t>len</a:t>
            </a:r>
            <a:r>
              <a:rPr lang="en-US" altLang="zh-CN" sz="2200" b="1" dirty="0">
                <a:latin typeface="Courier New" panose="02070309020205020404" pitchFamily="49" charset="0"/>
                <a:ea typeface="宋体" panose="02010600030101010101" pitchFamily="2" charset="-122"/>
                <a:cs typeface="Courier New" panose="02070309020205020404" pitchFamily="49" charset="0"/>
                <a:sym typeface="+mn-ea"/>
              </a:rPr>
              <a:t>;      </a:t>
            </a:r>
            <a:r>
              <a:rPr lang="en-US" altLang="zh-CN" sz="2200" b="1" dirty="0">
                <a:solidFill>
                  <a:srgbClr val="0070C0"/>
                </a:solidFill>
                <a:latin typeface="Courier New" panose="02070309020205020404" pitchFamily="49" charset="0"/>
                <a:ea typeface="仿宋" panose="02010609060101010101" pitchFamily="49" charset="-122"/>
                <a:cs typeface="Courier New" panose="02070309020205020404" pitchFamily="49" charset="0"/>
                <a:sym typeface="+mn-ea"/>
              </a:rPr>
              <a:t>// </a:t>
            </a:r>
            <a:r>
              <a:rPr lang="zh-CN" altLang="en-US" sz="2200" b="1" dirty="0">
                <a:solidFill>
                  <a:srgbClr val="0070C0"/>
                </a:solidFill>
                <a:latin typeface="Courier New" panose="02070309020205020404" pitchFamily="49" charset="0"/>
                <a:ea typeface="仿宋" panose="02010609060101010101" pitchFamily="49" charset="-122"/>
                <a:cs typeface="Courier New" panose="02070309020205020404" pitchFamily="49" charset="0"/>
                <a:sym typeface="+mn-ea"/>
              </a:rPr>
              <a:t>保存表长</a:t>
            </a:r>
            <a:endParaRPr lang="en-US" altLang="zh-CN" sz="2200" b="1" dirty="0">
              <a:solidFill>
                <a:srgbClr val="0070C0"/>
              </a:solidFill>
              <a:latin typeface="Courier New" panose="02070309020205020404" pitchFamily="49" charset="0"/>
              <a:ea typeface="仿宋" panose="02010609060101010101" pitchFamily="49" charset="-122"/>
              <a:cs typeface="Courier New" panose="02070309020205020404" pitchFamily="49" charset="0"/>
              <a:sym typeface="+mn-ea"/>
            </a:endParaRPr>
          </a:p>
          <a:p>
            <a:pPr>
              <a:lnSpc>
                <a:spcPct val="120000"/>
              </a:lnSpc>
            </a:pPr>
            <a:r>
              <a:rPr lang="en-US" altLang="zh-CN" sz="2200" b="1"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sym typeface="+mn-ea"/>
              </a:rPr>
              <a:t>  </a:t>
            </a:r>
            <a:r>
              <a:rPr lang="en-US" altLang="zh-CN" sz="2200" b="1" dirty="0">
                <a:latin typeface="Courier New" panose="02070309020205020404" pitchFamily="49" charset="0"/>
                <a:ea typeface="宋体" panose="02010600030101010101" pitchFamily="2" charset="-122"/>
                <a:cs typeface="Courier New" panose="02070309020205020404" pitchFamily="49" charset="0"/>
                <a:sym typeface="+mn-ea"/>
              </a:rPr>
              <a:t>Heap H = </a:t>
            </a:r>
            <a:r>
              <a:rPr lang="en-US" altLang="zh-CN" sz="2200" b="1" dirty="0" err="1">
                <a:latin typeface="Courier New" panose="02070309020205020404" pitchFamily="49" charset="0"/>
                <a:ea typeface="宋体" panose="02010600030101010101" pitchFamily="2" charset="-122"/>
                <a:cs typeface="Courier New" panose="02070309020205020404" pitchFamily="49" charset="0"/>
                <a:sym typeface="+mn-ea"/>
              </a:rPr>
              <a:t>MakeHeap</a:t>
            </a:r>
            <a:r>
              <a:rPr lang="en-US" altLang="zh-CN" sz="2200" b="1" dirty="0">
                <a:latin typeface="Courier New" panose="02070309020205020404" pitchFamily="49" charset="0"/>
                <a:ea typeface="宋体" panose="02010600030101010101" pitchFamily="2" charset="-122"/>
                <a:cs typeface="Courier New" panose="02070309020205020404" pitchFamily="49" charset="0"/>
                <a:sym typeface="+mn-ea"/>
              </a:rPr>
              <a:t>(L);  </a:t>
            </a:r>
            <a:r>
              <a:rPr lang="en-US" altLang="zh-CN" sz="2200" b="1" dirty="0">
                <a:solidFill>
                  <a:srgbClr val="0070C0"/>
                </a:solidFill>
                <a:latin typeface="Courier New" panose="02070309020205020404" pitchFamily="49" charset="0"/>
                <a:ea typeface="仿宋" panose="02010609060101010101" pitchFamily="49" charset="-122"/>
                <a:cs typeface="Courier New" panose="02070309020205020404" pitchFamily="49" charset="0"/>
                <a:sym typeface="+mn-ea"/>
              </a:rPr>
              <a:t>//</a:t>
            </a:r>
            <a:r>
              <a:rPr lang="en-US" altLang="zh-CN" sz="2200" b="1"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sym typeface="+mn-ea"/>
              </a:rPr>
              <a:t> </a:t>
            </a:r>
            <a:r>
              <a:rPr lang="zh-CN" altLang="en-US" sz="2200" b="1" dirty="0">
                <a:solidFill>
                  <a:srgbClr val="0070C0"/>
                </a:solidFill>
                <a:latin typeface="Courier New" panose="02070309020205020404" pitchFamily="49" charset="0"/>
                <a:ea typeface="仿宋" panose="02010609060101010101" pitchFamily="49" charset="-122"/>
                <a:cs typeface="Courier New" panose="02070309020205020404" pitchFamily="49" charset="0"/>
                <a:sym typeface="+mn-ea"/>
              </a:rPr>
              <a:t>建成大顶堆</a:t>
            </a:r>
            <a:endParaRPr lang="en-US" altLang="zh-CN" sz="2200" b="1"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sym typeface="+mn-ea"/>
            </a:endParaRPr>
          </a:p>
          <a:p>
            <a:pPr defTabSz="914400">
              <a:lnSpc>
                <a:spcPct val="120000"/>
              </a:lnSpc>
            </a:pPr>
            <a:r>
              <a:rPr lang="en-US" altLang="zh-CN" sz="2200" b="1"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sym typeface="+mn-ea"/>
              </a:rPr>
              <a:t>  </a:t>
            </a:r>
          </a:p>
          <a:p>
            <a:pPr>
              <a:lnSpc>
                <a:spcPct val="110000"/>
              </a:lnSpc>
            </a:pPr>
            <a:endParaRPr lang="en-US" altLang="zh-CN" sz="2200" b="1"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sym typeface="+mn-ea"/>
            </a:endParaRPr>
          </a:p>
          <a:p>
            <a:pPr>
              <a:lnSpc>
                <a:spcPct val="110000"/>
              </a:lnSpc>
            </a:pPr>
            <a:endParaRPr lang="en-US" altLang="zh-CN" sz="2200" b="1"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sym typeface="+mn-ea"/>
            </a:endParaRPr>
          </a:p>
          <a:p>
            <a:pPr>
              <a:lnSpc>
                <a:spcPct val="110000"/>
              </a:lnSpc>
            </a:pPr>
            <a:endParaRPr lang="en-US" altLang="zh-CN" sz="2200" b="1"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sym typeface="+mn-ea"/>
            </a:endParaRPr>
          </a:p>
          <a:p>
            <a:pPr>
              <a:lnSpc>
                <a:spcPct val="110000"/>
              </a:lnSpc>
            </a:pPr>
            <a:endParaRPr lang="en-US" altLang="zh-CN" sz="2200" b="1"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sym typeface="+mn-ea"/>
            </a:endParaRPr>
          </a:p>
          <a:p>
            <a:pPr>
              <a:lnSpc>
                <a:spcPct val="110000"/>
              </a:lnSpc>
            </a:pPr>
            <a:endParaRPr lang="en-US" altLang="zh-CN" sz="2200" b="1"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sym typeface="+mn-ea"/>
            </a:endParaRPr>
          </a:p>
          <a:p>
            <a:pPr>
              <a:lnSpc>
                <a:spcPct val="110000"/>
              </a:lnSpc>
            </a:pPr>
            <a:r>
              <a:rPr lang="en-US" altLang="zh-CN" sz="2200" b="1"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sym typeface="+mn-ea"/>
              </a:rPr>
              <a:t>}</a:t>
            </a:r>
            <a:r>
              <a:rPr lang="en-US" altLang="zh-CN" sz="2200" b="1" dirty="0">
                <a:latin typeface="Courier New" panose="02070309020205020404" pitchFamily="49" charset="0"/>
                <a:cs typeface="Courier New" panose="02070309020205020404" pitchFamily="49" charset="0"/>
                <a:sym typeface="+mn-ea"/>
              </a:rPr>
              <a:t> </a:t>
            </a:r>
            <a:r>
              <a:rPr lang="en-US" altLang="zh-CN" sz="2200" b="1" dirty="0">
                <a:solidFill>
                  <a:srgbClr val="0070C0"/>
                </a:solidFill>
                <a:latin typeface="Courier New" panose="02070309020205020404" pitchFamily="49" charset="0"/>
                <a:ea typeface="楷体_GB2312" pitchFamily="49" charset="-122"/>
                <a:cs typeface="Courier New" panose="02070309020205020404" pitchFamily="49" charset="0"/>
                <a:sym typeface="+mn-ea"/>
              </a:rPr>
              <a:t>// </a:t>
            </a:r>
            <a:r>
              <a:rPr lang="en-US" altLang="zh-CN" sz="2200" b="1" dirty="0" err="1">
                <a:solidFill>
                  <a:srgbClr val="0070C0"/>
                </a:solidFill>
                <a:latin typeface="Courier New" panose="02070309020205020404" pitchFamily="49" charset="0"/>
                <a:ea typeface="楷体_GB2312" pitchFamily="49" charset="-122"/>
                <a:cs typeface="Courier New" panose="02070309020205020404" pitchFamily="49" charset="0"/>
                <a:sym typeface="+mn-ea"/>
              </a:rPr>
              <a:t>HeapAdjust</a:t>
            </a:r>
            <a:endParaRPr lang="en-US" altLang="zh-CN" sz="2200" b="1" dirty="0">
              <a:solidFill>
                <a:srgbClr val="0070C0"/>
              </a:solidFill>
              <a:latin typeface="Courier New" panose="02070309020205020404" pitchFamily="49" charset="0"/>
              <a:ea typeface="楷体_GB2312" pitchFamily="49" charset="-122"/>
              <a:cs typeface="Courier New" panose="02070309020205020404" pitchFamily="49" charset="0"/>
              <a:sym typeface="Calibri" panose="020F0502020204030204" pitchFamily="34" charset="0"/>
            </a:endParaRPr>
          </a:p>
        </p:txBody>
      </p:sp>
      <p:sp>
        <p:nvSpPr>
          <p:cNvPr id="6" name="Rectangle 38"/>
          <p:cNvSpPr/>
          <p:nvPr/>
        </p:nvSpPr>
        <p:spPr>
          <a:xfrm>
            <a:off x="8801895" y="3844620"/>
            <a:ext cx="530225" cy="214312"/>
          </a:xfrm>
          <a:prstGeom prst="rect">
            <a:avLst/>
          </a:prstGeom>
          <a:noFill/>
          <a:ln w="9525">
            <a:noFill/>
          </a:ln>
        </p:spPr>
        <p:txBody>
          <a:bodyPr wrap="none" lIns="36000" rIns="36000" anchor="ctr" anchorCtr="1"/>
          <a:lstStyle/>
          <a:p>
            <a:pPr algn="ctr" eaLnBrk="1" hangingPunct="1"/>
            <a:r>
              <a:rPr lang="en-US" altLang="zh-CN" sz="2400" b="1" dirty="0">
                <a:latin typeface="Times New Roman" panose="02020603050405020304" pitchFamily="18" charset="0"/>
              </a:rPr>
              <a:t>38</a:t>
            </a:r>
          </a:p>
        </p:txBody>
      </p:sp>
      <p:sp>
        <p:nvSpPr>
          <p:cNvPr id="8" name="Rectangle 41"/>
          <p:cNvSpPr/>
          <p:nvPr/>
        </p:nvSpPr>
        <p:spPr>
          <a:xfrm>
            <a:off x="10286737" y="3819857"/>
            <a:ext cx="530225" cy="214312"/>
          </a:xfrm>
          <a:prstGeom prst="rect">
            <a:avLst/>
          </a:prstGeom>
          <a:noFill/>
          <a:ln w="9525">
            <a:noFill/>
          </a:ln>
        </p:spPr>
        <p:txBody>
          <a:bodyPr wrap="none" lIns="36000" rIns="36000" anchor="ctr" anchorCtr="1"/>
          <a:lstStyle/>
          <a:p>
            <a:pPr algn="ctr" eaLnBrk="1" hangingPunct="1"/>
            <a:r>
              <a:rPr lang="en-US" altLang="zh-CN" sz="2400" b="1" dirty="0">
                <a:latin typeface="Times New Roman" panose="02020603050405020304" pitchFamily="18" charset="0"/>
              </a:rPr>
              <a:t>65</a:t>
            </a:r>
          </a:p>
        </p:txBody>
      </p:sp>
      <p:sp>
        <p:nvSpPr>
          <p:cNvPr id="9" name="Rectangle 43"/>
          <p:cNvSpPr/>
          <p:nvPr/>
        </p:nvSpPr>
        <p:spPr>
          <a:xfrm>
            <a:off x="9207762" y="4741150"/>
            <a:ext cx="530225" cy="214312"/>
          </a:xfrm>
          <a:prstGeom prst="rect">
            <a:avLst/>
          </a:prstGeom>
          <a:noFill/>
          <a:ln w="9525">
            <a:noFill/>
          </a:ln>
        </p:spPr>
        <p:txBody>
          <a:bodyPr wrap="none" lIns="36000" rIns="36000" anchor="ctr" anchorCtr="1"/>
          <a:lstStyle/>
          <a:p>
            <a:pPr algn="ctr" eaLnBrk="1" hangingPunct="1"/>
            <a:r>
              <a:rPr lang="en-US" altLang="zh-CN" sz="2400" b="1" dirty="0">
                <a:latin typeface="Times New Roman" panose="02020603050405020304" pitchFamily="18" charset="0"/>
              </a:rPr>
              <a:t>76</a:t>
            </a:r>
          </a:p>
        </p:txBody>
      </p:sp>
      <p:sp>
        <p:nvSpPr>
          <p:cNvPr id="22" name="Rectangle 45"/>
          <p:cNvSpPr/>
          <p:nvPr/>
        </p:nvSpPr>
        <p:spPr>
          <a:xfrm>
            <a:off x="9551728" y="3172396"/>
            <a:ext cx="530225" cy="214312"/>
          </a:xfrm>
          <a:prstGeom prst="rect">
            <a:avLst/>
          </a:prstGeom>
          <a:noFill/>
          <a:ln w="9525">
            <a:noFill/>
          </a:ln>
        </p:spPr>
        <p:txBody>
          <a:bodyPr wrap="none" lIns="36000" rIns="36000" anchor="ctr" anchorCtr="1"/>
          <a:lstStyle/>
          <a:p>
            <a:pPr algn="ctr" eaLnBrk="1" hangingPunct="1"/>
            <a:r>
              <a:rPr lang="en-US" altLang="zh-CN" sz="2400" b="1" dirty="0">
                <a:latin typeface="Times New Roman" panose="02020603050405020304" pitchFamily="18" charset="0"/>
              </a:rPr>
              <a:t>49</a:t>
            </a:r>
          </a:p>
        </p:txBody>
      </p:sp>
      <p:sp>
        <p:nvSpPr>
          <p:cNvPr id="23" name="Rectangle 38"/>
          <p:cNvSpPr/>
          <p:nvPr/>
        </p:nvSpPr>
        <p:spPr>
          <a:xfrm>
            <a:off x="9536035" y="2642481"/>
            <a:ext cx="530225" cy="214312"/>
          </a:xfrm>
          <a:prstGeom prst="rect">
            <a:avLst/>
          </a:prstGeom>
          <a:noFill/>
          <a:ln w="9525">
            <a:noFill/>
          </a:ln>
        </p:spPr>
        <p:txBody>
          <a:bodyPr wrap="none" anchor="ctr" anchorCtr="0"/>
          <a:lstStyle/>
          <a:p>
            <a:pPr algn="ctr" eaLnBrk="1" hangingPunct="1"/>
            <a:r>
              <a:rPr lang="en-US" altLang="zh-CN" sz="2800" b="1" dirty="0">
                <a:latin typeface="Times New Roman" panose="02020603050405020304" pitchFamily="18" charset="0"/>
              </a:rPr>
              <a:t>H</a:t>
            </a:r>
          </a:p>
        </p:txBody>
      </p:sp>
      <p:sp>
        <p:nvSpPr>
          <p:cNvPr id="24" name="Rectangle 43"/>
          <p:cNvSpPr/>
          <p:nvPr/>
        </p:nvSpPr>
        <p:spPr>
          <a:xfrm>
            <a:off x="8459560" y="4726980"/>
            <a:ext cx="530225" cy="214312"/>
          </a:xfrm>
          <a:prstGeom prst="rect">
            <a:avLst/>
          </a:prstGeom>
          <a:noFill/>
          <a:ln w="9525">
            <a:noFill/>
          </a:ln>
        </p:spPr>
        <p:txBody>
          <a:bodyPr wrap="none" lIns="36000" rIns="36000" anchor="ctr" anchorCtr="1"/>
          <a:lstStyle/>
          <a:p>
            <a:pPr algn="ctr" eaLnBrk="1" hangingPunct="1"/>
            <a:r>
              <a:rPr lang="en-US" altLang="zh-CN" sz="2400" b="1" dirty="0">
                <a:latin typeface="Times New Roman" panose="02020603050405020304" pitchFamily="18" charset="0"/>
              </a:rPr>
              <a:t>97</a:t>
            </a:r>
          </a:p>
        </p:txBody>
      </p:sp>
      <p:sp>
        <p:nvSpPr>
          <p:cNvPr id="36" name="矩形: 圆角 35">
            <a:extLst>
              <a:ext uri="{FF2B5EF4-FFF2-40B4-BE49-F238E27FC236}">
                <a16:creationId xmlns:a16="http://schemas.microsoft.com/office/drawing/2014/main" id="{CC566D92-4050-4616-AD1F-113676666C71}"/>
              </a:ext>
            </a:extLst>
          </p:cNvPr>
          <p:cNvSpPr/>
          <p:nvPr/>
        </p:nvSpPr>
        <p:spPr>
          <a:xfrm>
            <a:off x="1366211" y="260498"/>
            <a:ext cx="3430431" cy="489097"/>
          </a:xfrm>
          <a:prstGeom prst="roundRect">
            <a:avLst/>
          </a:prstGeom>
          <a:solidFill>
            <a:schemeClr val="tx2">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a:solidFill>
                  <a:srgbClr val="C00000"/>
                </a:solidFill>
                <a:effectLst>
                  <a:outerShdw blurRad="38100" dist="38100" dir="2700000" algn="tl">
                    <a:srgbClr val="000000">
                      <a:alpha val="43137"/>
                    </a:srgbClr>
                  </a:outerShdw>
                </a:effectLst>
                <a:latin typeface="+mn-ea"/>
                <a:sym typeface="微软雅黑" panose="020B0503020204020204" pitchFamily="34" charset="-122"/>
              </a:rPr>
              <a:t>算法</a:t>
            </a:r>
            <a:r>
              <a:rPr lang="en-US" altLang="zh-CN" sz="2800" b="1" dirty="0">
                <a:solidFill>
                  <a:srgbClr val="C00000"/>
                </a:solidFill>
                <a:effectLst>
                  <a:outerShdw blurRad="38100" dist="38100" dir="2700000" algn="tl">
                    <a:srgbClr val="000000">
                      <a:alpha val="43137"/>
                    </a:srgbClr>
                  </a:outerShdw>
                </a:effectLst>
                <a:latin typeface="+mn-ea"/>
                <a:sym typeface="微软雅黑" panose="020B0503020204020204" pitchFamily="34" charset="-122"/>
              </a:rPr>
              <a:t>10.9  </a:t>
            </a:r>
            <a:r>
              <a:rPr lang="zh-CN" altLang="en-US" sz="2800" b="1" dirty="0">
                <a:solidFill>
                  <a:srgbClr val="3333FF"/>
                </a:solidFill>
                <a:effectLst>
                  <a:outerShdw blurRad="38100" dist="38100" dir="2700000" algn="tl">
                    <a:srgbClr val="000000">
                      <a:alpha val="43137"/>
                    </a:srgbClr>
                  </a:outerShdw>
                </a:effectLst>
                <a:latin typeface="+mn-ea"/>
                <a:sym typeface="微软雅黑" panose="020B0503020204020204" pitchFamily="34" charset="-122"/>
              </a:rPr>
              <a:t>堆排序</a:t>
            </a:r>
          </a:p>
        </p:txBody>
      </p:sp>
      <p:sp>
        <p:nvSpPr>
          <p:cNvPr id="90123" name="Rectangle 38">
            <a:extLst>
              <a:ext uri="{FF2B5EF4-FFF2-40B4-BE49-F238E27FC236}">
                <a16:creationId xmlns:a16="http://schemas.microsoft.com/office/drawing/2014/main" id="{27F5C612-4342-01A6-473C-BEFFD7FBC097}"/>
              </a:ext>
            </a:extLst>
          </p:cNvPr>
          <p:cNvSpPr/>
          <p:nvPr/>
        </p:nvSpPr>
        <p:spPr>
          <a:xfrm>
            <a:off x="8054208" y="1784585"/>
            <a:ext cx="502184" cy="214312"/>
          </a:xfrm>
          <a:prstGeom prst="rect">
            <a:avLst/>
          </a:prstGeom>
          <a:noFill/>
          <a:ln w="9525">
            <a:noFill/>
          </a:ln>
        </p:spPr>
        <p:txBody>
          <a:bodyPr wrap="none" anchor="ctr" anchorCtr="0"/>
          <a:lstStyle/>
          <a:p>
            <a:pPr algn="ctr" eaLnBrk="1" hangingPunct="1"/>
            <a:r>
              <a:rPr lang="en-US" altLang="zh-CN" sz="2800" b="1" dirty="0">
                <a:latin typeface="Times New Roman" panose="02020603050405020304" pitchFamily="18" charset="0"/>
              </a:rPr>
              <a:t>38</a:t>
            </a:r>
          </a:p>
        </p:txBody>
      </p:sp>
      <p:sp>
        <p:nvSpPr>
          <p:cNvPr id="90124" name="Rectangle 43">
            <a:extLst>
              <a:ext uri="{FF2B5EF4-FFF2-40B4-BE49-F238E27FC236}">
                <a16:creationId xmlns:a16="http://schemas.microsoft.com/office/drawing/2014/main" id="{63A2E624-C138-D07D-8F87-D8E01652A7C7}"/>
              </a:ext>
            </a:extLst>
          </p:cNvPr>
          <p:cNvSpPr/>
          <p:nvPr/>
        </p:nvSpPr>
        <p:spPr>
          <a:xfrm>
            <a:off x="9630920" y="1786563"/>
            <a:ext cx="502184" cy="214312"/>
          </a:xfrm>
          <a:prstGeom prst="rect">
            <a:avLst/>
          </a:prstGeom>
          <a:noFill/>
          <a:ln w="9525">
            <a:noFill/>
          </a:ln>
        </p:spPr>
        <p:txBody>
          <a:bodyPr wrap="none" anchor="ctr" anchorCtr="0"/>
          <a:lstStyle/>
          <a:p>
            <a:pPr algn="ctr" eaLnBrk="1" hangingPunct="1"/>
            <a:r>
              <a:rPr lang="en-US" altLang="zh-CN" sz="2800" b="1" dirty="0">
                <a:latin typeface="Times New Roman" panose="02020603050405020304" pitchFamily="18" charset="0"/>
              </a:rPr>
              <a:t>76</a:t>
            </a:r>
          </a:p>
        </p:txBody>
      </p:sp>
      <p:sp>
        <p:nvSpPr>
          <p:cNvPr id="90125" name="Rectangle 41">
            <a:extLst>
              <a:ext uri="{FF2B5EF4-FFF2-40B4-BE49-F238E27FC236}">
                <a16:creationId xmlns:a16="http://schemas.microsoft.com/office/drawing/2014/main" id="{9DEE42FA-C792-FBF0-286B-44C3D61A0631}"/>
              </a:ext>
            </a:extLst>
          </p:cNvPr>
          <p:cNvSpPr/>
          <p:nvPr/>
        </p:nvSpPr>
        <p:spPr>
          <a:xfrm>
            <a:off x="8578749" y="1786563"/>
            <a:ext cx="502184" cy="214312"/>
          </a:xfrm>
          <a:prstGeom prst="rect">
            <a:avLst/>
          </a:prstGeom>
          <a:noFill/>
          <a:ln w="9525">
            <a:noFill/>
          </a:ln>
        </p:spPr>
        <p:txBody>
          <a:bodyPr wrap="none" anchor="ctr" anchorCtr="0"/>
          <a:lstStyle/>
          <a:p>
            <a:pPr algn="ctr" eaLnBrk="1" hangingPunct="1"/>
            <a:r>
              <a:rPr lang="en-US" altLang="zh-CN" sz="2800" b="1" dirty="0">
                <a:latin typeface="Times New Roman" panose="02020603050405020304" pitchFamily="18" charset="0"/>
              </a:rPr>
              <a:t>65</a:t>
            </a:r>
          </a:p>
        </p:txBody>
      </p:sp>
      <p:sp>
        <p:nvSpPr>
          <p:cNvPr id="90126" name="Rectangle 43">
            <a:extLst>
              <a:ext uri="{FF2B5EF4-FFF2-40B4-BE49-F238E27FC236}">
                <a16:creationId xmlns:a16="http://schemas.microsoft.com/office/drawing/2014/main" id="{D60943F4-52A5-46C8-0ABD-3D2D9C6B1FBD}"/>
              </a:ext>
            </a:extLst>
          </p:cNvPr>
          <p:cNvSpPr/>
          <p:nvPr/>
        </p:nvSpPr>
        <p:spPr>
          <a:xfrm>
            <a:off x="9106374" y="1786563"/>
            <a:ext cx="502184" cy="214312"/>
          </a:xfrm>
          <a:prstGeom prst="rect">
            <a:avLst/>
          </a:prstGeom>
          <a:noFill/>
          <a:ln w="9525">
            <a:noFill/>
          </a:ln>
        </p:spPr>
        <p:txBody>
          <a:bodyPr wrap="none" anchor="ctr" anchorCtr="0"/>
          <a:lstStyle/>
          <a:p>
            <a:pPr algn="ctr" eaLnBrk="1" hangingPunct="1"/>
            <a:r>
              <a:rPr lang="en-US" altLang="zh-CN" sz="2800" b="1" dirty="0">
                <a:latin typeface="Times New Roman" panose="02020603050405020304" pitchFamily="18" charset="0"/>
              </a:rPr>
              <a:t>97</a:t>
            </a:r>
          </a:p>
        </p:txBody>
      </p:sp>
      <p:sp>
        <p:nvSpPr>
          <p:cNvPr id="90127" name="Rectangle 45">
            <a:extLst>
              <a:ext uri="{FF2B5EF4-FFF2-40B4-BE49-F238E27FC236}">
                <a16:creationId xmlns:a16="http://schemas.microsoft.com/office/drawing/2014/main" id="{CFBBB5CA-DD1F-6BB6-61CC-63211515B6BC}"/>
              </a:ext>
            </a:extLst>
          </p:cNvPr>
          <p:cNvSpPr/>
          <p:nvPr/>
        </p:nvSpPr>
        <p:spPr>
          <a:xfrm>
            <a:off x="7529710" y="1785821"/>
            <a:ext cx="502184" cy="214312"/>
          </a:xfrm>
          <a:prstGeom prst="rect">
            <a:avLst/>
          </a:prstGeom>
          <a:noFill/>
          <a:ln w="9525">
            <a:noFill/>
          </a:ln>
        </p:spPr>
        <p:txBody>
          <a:bodyPr wrap="none" anchor="ctr" anchorCtr="0"/>
          <a:lstStyle/>
          <a:p>
            <a:pPr algn="ctr" eaLnBrk="1" hangingPunct="1"/>
            <a:r>
              <a:rPr lang="en-US" altLang="zh-CN" sz="2800" b="1" dirty="0">
                <a:latin typeface="Times New Roman" panose="02020603050405020304" pitchFamily="18" charset="0"/>
              </a:rPr>
              <a:t>49</a:t>
            </a:r>
          </a:p>
        </p:txBody>
      </p:sp>
      <p:sp>
        <p:nvSpPr>
          <p:cNvPr id="90140" name="Rectangle 43">
            <a:extLst>
              <a:ext uri="{FF2B5EF4-FFF2-40B4-BE49-F238E27FC236}">
                <a16:creationId xmlns:a16="http://schemas.microsoft.com/office/drawing/2014/main" id="{EAB7DC73-5EBE-97AE-FAB0-57D768D357DB}"/>
              </a:ext>
            </a:extLst>
          </p:cNvPr>
          <p:cNvSpPr/>
          <p:nvPr/>
        </p:nvSpPr>
        <p:spPr>
          <a:xfrm>
            <a:off x="11209293" y="1775104"/>
            <a:ext cx="502184" cy="214312"/>
          </a:xfrm>
          <a:prstGeom prst="rect">
            <a:avLst/>
          </a:prstGeom>
          <a:noFill/>
          <a:ln w="9525">
            <a:noFill/>
          </a:ln>
        </p:spPr>
        <p:txBody>
          <a:bodyPr wrap="none" anchor="ctr" anchorCtr="0"/>
          <a:lstStyle/>
          <a:p>
            <a:pPr algn="ctr" eaLnBrk="1" hangingPunct="1"/>
            <a:r>
              <a:rPr lang="en-US" altLang="zh-CN" sz="2800" b="1" u="sng" dirty="0">
                <a:solidFill>
                  <a:srgbClr val="041ABC"/>
                </a:solidFill>
                <a:latin typeface="Times New Roman" panose="02020603050405020304" pitchFamily="18" charset="0"/>
              </a:rPr>
              <a:t>49</a:t>
            </a:r>
          </a:p>
        </p:txBody>
      </p:sp>
      <p:sp>
        <p:nvSpPr>
          <p:cNvPr id="90141" name="Rectangle 41">
            <a:extLst>
              <a:ext uri="{FF2B5EF4-FFF2-40B4-BE49-F238E27FC236}">
                <a16:creationId xmlns:a16="http://schemas.microsoft.com/office/drawing/2014/main" id="{E4672C9F-3717-5D15-4D7F-E455433809CA}"/>
              </a:ext>
            </a:extLst>
          </p:cNvPr>
          <p:cNvSpPr/>
          <p:nvPr/>
        </p:nvSpPr>
        <p:spPr>
          <a:xfrm>
            <a:off x="10157122" y="1785736"/>
            <a:ext cx="502184" cy="214312"/>
          </a:xfrm>
          <a:prstGeom prst="rect">
            <a:avLst/>
          </a:prstGeom>
          <a:noFill/>
          <a:ln w="9525">
            <a:noFill/>
          </a:ln>
        </p:spPr>
        <p:txBody>
          <a:bodyPr wrap="none" anchor="ctr" anchorCtr="0"/>
          <a:lstStyle/>
          <a:p>
            <a:pPr algn="ctr" eaLnBrk="1" hangingPunct="1"/>
            <a:r>
              <a:rPr lang="en-US" altLang="zh-CN" sz="2800" b="1" dirty="0">
                <a:latin typeface="Times New Roman" panose="02020603050405020304" pitchFamily="18" charset="0"/>
              </a:rPr>
              <a:t>13</a:t>
            </a:r>
          </a:p>
        </p:txBody>
      </p:sp>
      <p:sp>
        <p:nvSpPr>
          <p:cNvPr id="90142" name="Rectangle 43">
            <a:extLst>
              <a:ext uri="{FF2B5EF4-FFF2-40B4-BE49-F238E27FC236}">
                <a16:creationId xmlns:a16="http://schemas.microsoft.com/office/drawing/2014/main" id="{D67ED439-7CCF-9995-F13F-719B73A31BE6}"/>
              </a:ext>
            </a:extLst>
          </p:cNvPr>
          <p:cNvSpPr/>
          <p:nvPr/>
        </p:nvSpPr>
        <p:spPr>
          <a:xfrm>
            <a:off x="10684747" y="1785736"/>
            <a:ext cx="502184" cy="214312"/>
          </a:xfrm>
          <a:prstGeom prst="rect">
            <a:avLst/>
          </a:prstGeom>
          <a:noFill/>
          <a:ln w="9525">
            <a:noFill/>
          </a:ln>
        </p:spPr>
        <p:txBody>
          <a:bodyPr wrap="none" anchor="ctr" anchorCtr="0"/>
          <a:lstStyle/>
          <a:p>
            <a:pPr algn="ctr" eaLnBrk="1" hangingPunct="1"/>
            <a:r>
              <a:rPr lang="en-US" altLang="zh-CN" sz="2800" b="1" dirty="0">
                <a:latin typeface="Times New Roman" panose="02020603050405020304" pitchFamily="18" charset="0"/>
              </a:rPr>
              <a:t>27</a:t>
            </a:r>
          </a:p>
        </p:txBody>
      </p:sp>
      <p:sp>
        <p:nvSpPr>
          <p:cNvPr id="12" name="Rectangle 43">
            <a:extLst>
              <a:ext uri="{FF2B5EF4-FFF2-40B4-BE49-F238E27FC236}">
                <a16:creationId xmlns:a16="http://schemas.microsoft.com/office/drawing/2014/main" id="{1A6481AF-48DC-8750-3276-2E02B87B247F}"/>
              </a:ext>
            </a:extLst>
          </p:cNvPr>
          <p:cNvSpPr/>
          <p:nvPr/>
        </p:nvSpPr>
        <p:spPr>
          <a:xfrm>
            <a:off x="10648929" y="4741150"/>
            <a:ext cx="530225" cy="214312"/>
          </a:xfrm>
          <a:prstGeom prst="rect">
            <a:avLst/>
          </a:prstGeom>
          <a:noFill/>
          <a:ln w="9525">
            <a:noFill/>
          </a:ln>
        </p:spPr>
        <p:txBody>
          <a:bodyPr wrap="none" lIns="36000" rIns="36000" anchor="ctr" anchorCtr="1"/>
          <a:lstStyle/>
          <a:p>
            <a:pPr algn="ctr" eaLnBrk="1" hangingPunct="1"/>
            <a:r>
              <a:rPr lang="en-US" altLang="zh-CN" sz="2400" b="1" dirty="0">
                <a:latin typeface="Times New Roman" panose="02020603050405020304" pitchFamily="18" charset="0"/>
              </a:rPr>
              <a:t>27</a:t>
            </a:r>
          </a:p>
        </p:txBody>
      </p:sp>
      <p:sp>
        <p:nvSpPr>
          <p:cNvPr id="13" name="Rectangle 43">
            <a:extLst>
              <a:ext uri="{FF2B5EF4-FFF2-40B4-BE49-F238E27FC236}">
                <a16:creationId xmlns:a16="http://schemas.microsoft.com/office/drawing/2014/main" id="{5463EAE4-A783-65C1-F512-0E9737F80869}"/>
              </a:ext>
            </a:extLst>
          </p:cNvPr>
          <p:cNvSpPr/>
          <p:nvPr/>
        </p:nvSpPr>
        <p:spPr>
          <a:xfrm>
            <a:off x="9927307" y="4748244"/>
            <a:ext cx="530225" cy="214312"/>
          </a:xfrm>
          <a:prstGeom prst="rect">
            <a:avLst/>
          </a:prstGeom>
          <a:noFill/>
          <a:ln w="9525">
            <a:noFill/>
          </a:ln>
        </p:spPr>
        <p:txBody>
          <a:bodyPr wrap="none" lIns="36000" rIns="36000" anchor="ctr" anchorCtr="1"/>
          <a:lstStyle/>
          <a:p>
            <a:pPr algn="ctr" eaLnBrk="1" hangingPunct="1"/>
            <a:r>
              <a:rPr lang="en-US" altLang="zh-CN" sz="2400" b="1" dirty="0">
                <a:latin typeface="Times New Roman" panose="02020603050405020304" pitchFamily="18" charset="0"/>
              </a:rPr>
              <a:t>13</a:t>
            </a:r>
          </a:p>
        </p:txBody>
      </p:sp>
      <p:sp>
        <p:nvSpPr>
          <p:cNvPr id="14" name="Rectangle 43">
            <a:extLst>
              <a:ext uri="{FF2B5EF4-FFF2-40B4-BE49-F238E27FC236}">
                <a16:creationId xmlns:a16="http://schemas.microsoft.com/office/drawing/2014/main" id="{835B95FC-7898-24C2-2AB4-D119B58074FE}"/>
              </a:ext>
            </a:extLst>
          </p:cNvPr>
          <p:cNvSpPr/>
          <p:nvPr/>
        </p:nvSpPr>
        <p:spPr>
          <a:xfrm>
            <a:off x="8195304" y="5545411"/>
            <a:ext cx="530225" cy="214312"/>
          </a:xfrm>
          <a:prstGeom prst="rect">
            <a:avLst/>
          </a:prstGeom>
          <a:noFill/>
          <a:ln w="9525">
            <a:noFill/>
          </a:ln>
        </p:spPr>
        <p:txBody>
          <a:bodyPr wrap="none" lIns="36000" rIns="36000" anchor="ctr" anchorCtr="1"/>
          <a:lstStyle/>
          <a:p>
            <a:pPr algn="ctr" eaLnBrk="1" hangingPunct="1"/>
            <a:r>
              <a:rPr lang="en-US" altLang="zh-CN" sz="2400" b="1" u="sng" dirty="0">
                <a:solidFill>
                  <a:srgbClr val="041ABC"/>
                </a:solidFill>
                <a:latin typeface="Times New Roman" panose="02020603050405020304" pitchFamily="18" charset="0"/>
              </a:rPr>
              <a:t>49</a:t>
            </a:r>
          </a:p>
        </p:txBody>
      </p:sp>
      <p:sp>
        <p:nvSpPr>
          <p:cNvPr id="15" name="文本框 14">
            <a:extLst>
              <a:ext uri="{FF2B5EF4-FFF2-40B4-BE49-F238E27FC236}">
                <a16:creationId xmlns:a16="http://schemas.microsoft.com/office/drawing/2014/main" id="{F6D19F14-EF96-4443-6EDA-49D324539C81}"/>
              </a:ext>
            </a:extLst>
          </p:cNvPr>
          <p:cNvSpPr txBox="1"/>
          <p:nvPr/>
        </p:nvSpPr>
        <p:spPr>
          <a:xfrm>
            <a:off x="5043809" y="324087"/>
            <a:ext cx="3724096" cy="461665"/>
          </a:xfrm>
          <a:prstGeom prst="rect">
            <a:avLst/>
          </a:prstGeom>
          <a:noFill/>
        </p:spPr>
        <p:txBody>
          <a:bodyPr wrap="none" rtlCol="0">
            <a:spAutoFit/>
          </a:bodyPr>
          <a:lstStyle/>
          <a:p>
            <a:r>
              <a:rPr lang="en-US" altLang="zh-CN" sz="2400" b="1" dirty="0"/>
              <a:t>—— </a:t>
            </a:r>
            <a:r>
              <a:rPr lang="zh-CN" altLang="en-US" sz="2400" b="1" dirty="0"/>
              <a:t>用</a:t>
            </a:r>
            <a:r>
              <a:rPr lang="en-US" altLang="zh-CN" sz="2400" b="1" dirty="0">
                <a:solidFill>
                  <a:srgbClr val="C00000"/>
                </a:solidFill>
                <a:effectLst>
                  <a:outerShdw blurRad="38100" dist="38100" dir="2700000" algn="tl">
                    <a:srgbClr val="000000">
                      <a:alpha val="43137"/>
                    </a:srgbClr>
                  </a:outerShdw>
                </a:effectLst>
              </a:rPr>
              <a:t>6.4</a:t>
            </a:r>
            <a:r>
              <a:rPr lang="zh-CN" altLang="en-US" sz="2400" b="1" dirty="0">
                <a:solidFill>
                  <a:srgbClr val="C00000"/>
                </a:solidFill>
                <a:effectLst>
                  <a:outerShdw blurRad="38100" dist="38100" dir="2700000" algn="tl">
                    <a:srgbClr val="000000">
                      <a:alpha val="43137"/>
                    </a:srgbClr>
                  </a:outerShdw>
                </a:effectLst>
              </a:rPr>
              <a:t>节</a:t>
            </a:r>
            <a:r>
              <a:rPr lang="zh-CN" altLang="en-US" sz="2400" b="1" dirty="0"/>
              <a:t>的</a:t>
            </a:r>
            <a:r>
              <a:rPr lang="zh-CN" altLang="en-US" sz="2400" b="1" dirty="0">
                <a:solidFill>
                  <a:srgbClr val="C00000"/>
                </a:solidFill>
                <a:effectLst>
                  <a:outerShdw blurRad="38100" dist="38100" dir="2700000" algn="tl">
                    <a:srgbClr val="000000">
                      <a:alpha val="43137"/>
                    </a:srgbClr>
                  </a:outerShdw>
                </a:effectLst>
              </a:rPr>
              <a:t>堆</a:t>
            </a:r>
            <a:r>
              <a:rPr lang="zh-CN" altLang="en-US" sz="2400" b="1" dirty="0"/>
              <a:t>进行排序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0114">
                                            <p:txEl>
                                              <p:pRg st="0" end="0"/>
                                            </p:txEl>
                                          </p:spTgt>
                                        </p:tgtEl>
                                        <p:attrNameLst>
                                          <p:attrName>style.visibility</p:attrName>
                                        </p:attrNameLst>
                                      </p:cBhvr>
                                      <p:to>
                                        <p:strVal val="visible"/>
                                      </p:to>
                                    </p:set>
                                    <p:animEffect transition="in" filter="fade">
                                      <p:cBhvr>
                                        <p:cTn id="7" dur="1000"/>
                                        <p:tgtEl>
                                          <p:spTgt spid="90114">
                                            <p:txEl>
                                              <p:pRg st="0" end="0"/>
                                            </p:txEl>
                                          </p:spTgt>
                                        </p:tgtEl>
                                      </p:cBhvr>
                                    </p:animEffect>
                                    <p:anim calcmode="lin" valueType="num">
                                      <p:cBhvr>
                                        <p:cTn id="8" dur="1000" fill="hold"/>
                                        <p:tgtEl>
                                          <p:spTgt spid="9011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9011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0114">
                                            <p:txEl>
                                              <p:pRg st="1" end="1"/>
                                            </p:txEl>
                                          </p:spTgt>
                                        </p:tgtEl>
                                        <p:attrNameLst>
                                          <p:attrName>style.visibility</p:attrName>
                                        </p:attrNameLst>
                                      </p:cBhvr>
                                      <p:to>
                                        <p:strVal val="visible"/>
                                      </p:to>
                                    </p:set>
                                    <p:animEffect transition="in" filter="fade">
                                      <p:cBhvr>
                                        <p:cTn id="14" dur="1000"/>
                                        <p:tgtEl>
                                          <p:spTgt spid="90114">
                                            <p:txEl>
                                              <p:pRg st="1" end="1"/>
                                            </p:txEl>
                                          </p:spTgt>
                                        </p:tgtEl>
                                      </p:cBhvr>
                                    </p:animEffect>
                                    <p:anim calcmode="lin" valueType="num">
                                      <p:cBhvr>
                                        <p:cTn id="15" dur="1000" fill="hold"/>
                                        <p:tgtEl>
                                          <p:spTgt spid="9011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90114">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90114">
                                            <p:txEl>
                                              <p:pRg st="11" end="11"/>
                                            </p:txEl>
                                          </p:spTgt>
                                        </p:tgtEl>
                                        <p:attrNameLst>
                                          <p:attrName>style.visibility</p:attrName>
                                        </p:attrNameLst>
                                      </p:cBhvr>
                                      <p:to>
                                        <p:strVal val="visible"/>
                                      </p:to>
                                    </p:set>
                                    <p:animEffect transition="in" filter="fade">
                                      <p:cBhvr>
                                        <p:cTn id="19" dur="1000"/>
                                        <p:tgtEl>
                                          <p:spTgt spid="90114">
                                            <p:txEl>
                                              <p:pRg st="11" end="11"/>
                                            </p:txEl>
                                          </p:spTgt>
                                        </p:tgtEl>
                                      </p:cBhvr>
                                    </p:animEffect>
                                    <p:anim calcmode="lin" valueType="num">
                                      <p:cBhvr>
                                        <p:cTn id="20" dur="1000" fill="hold"/>
                                        <p:tgtEl>
                                          <p:spTgt spid="90114">
                                            <p:txEl>
                                              <p:pRg st="11" end="11"/>
                                            </p:txEl>
                                          </p:spTgt>
                                        </p:tgtEl>
                                        <p:attrNameLst>
                                          <p:attrName>ppt_x</p:attrName>
                                        </p:attrNameLst>
                                      </p:cBhvr>
                                      <p:tavLst>
                                        <p:tav tm="0">
                                          <p:val>
                                            <p:strVal val="#ppt_x"/>
                                          </p:val>
                                        </p:tav>
                                        <p:tav tm="100000">
                                          <p:val>
                                            <p:strVal val="#ppt_x"/>
                                          </p:val>
                                        </p:tav>
                                      </p:tavLst>
                                    </p:anim>
                                    <p:anim calcmode="lin" valueType="num">
                                      <p:cBhvr>
                                        <p:cTn id="21" dur="1000" fill="hold"/>
                                        <p:tgtEl>
                                          <p:spTgt spid="90114">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90114">
                                            <p:txEl>
                                              <p:pRg st="2" end="2"/>
                                            </p:txEl>
                                          </p:spTgt>
                                        </p:tgtEl>
                                        <p:attrNameLst>
                                          <p:attrName>style.visibility</p:attrName>
                                        </p:attrNameLst>
                                      </p:cBhvr>
                                      <p:to>
                                        <p:strVal val="visible"/>
                                      </p:to>
                                    </p:set>
                                    <p:animEffect transition="in" filter="fade">
                                      <p:cBhvr>
                                        <p:cTn id="26" dur="1000"/>
                                        <p:tgtEl>
                                          <p:spTgt spid="90114">
                                            <p:txEl>
                                              <p:pRg st="2" end="2"/>
                                            </p:txEl>
                                          </p:spTgt>
                                        </p:tgtEl>
                                      </p:cBhvr>
                                    </p:animEffect>
                                    <p:anim calcmode="lin" valueType="num">
                                      <p:cBhvr>
                                        <p:cTn id="27" dur="1000" fill="hold"/>
                                        <p:tgtEl>
                                          <p:spTgt spid="90114">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9011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9015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par>
                                <p:cTn id="43" presetID="1" presetClass="entr" presetSubtype="0" fill="hold" grpId="3" nodeType="withEffect">
                                  <p:stCondLst>
                                    <p:cond delay="0"/>
                                  </p:stCondLst>
                                  <p:childTnLst>
                                    <p:set>
                                      <p:cBhvr>
                                        <p:cTn id="44" dur="1" fill="hold">
                                          <p:stCondLst>
                                            <p:cond delay="0"/>
                                          </p:stCondLst>
                                        </p:cTn>
                                        <p:tgtEl>
                                          <p:spTgt spid="14"/>
                                        </p:tgtEl>
                                        <p:attrNameLst>
                                          <p:attrName>style.visibility</p:attrName>
                                        </p:attrNameLst>
                                      </p:cBhvr>
                                      <p:to>
                                        <p:strVal val="visible"/>
                                      </p:to>
                                    </p:set>
                                  </p:childTnLst>
                                </p:cTn>
                              </p:par>
                              <p:par>
                                <p:cTn id="45" presetID="1" presetClass="entr" presetSubtype="0" fill="hold" grpId="2" nodeType="withEffect">
                                  <p:stCondLst>
                                    <p:cond delay="0"/>
                                  </p:stCondLst>
                                  <p:childTnLst>
                                    <p:set>
                                      <p:cBhvr>
                                        <p:cTn id="46" dur="1" fill="hold">
                                          <p:stCondLst>
                                            <p:cond delay="0"/>
                                          </p:stCondLst>
                                        </p:cTn>
                                        <p:tgtEl>
                                          <p:spTgt spid="13"/>
                                        </p:tgtEl>
                                        <p:attrNameLst>
                                          <p:attrName>style.visibility</p:attrName>
                                        </p:attrNameLst>
                                      </p:cBhvr>
                                      <p:to>
                                        <p:strVal val="visible"/>
                                      </p:to>
                                    </p:set>
                                  </p:childTnLst>
                                </p:cTn>
                              </p:par>
                              <p:par>
                                <p:cTn id="47" presetID="1" presetClass="entr" presetSubtype="0" fill="hold" grpId="2" nodeType="withEffect">
                                  <p:stCondLst>
                                    <p:cond delay="0"/>
                                  </p:stCondLst>
                                  <p:childTnLst>
                                    <p:set>
                                      <p:cBhvr>
                                        <p:cTn id="48" dur="1" fill="hold">
                                          <p:stCondLst>
                                            <p:cond delay="0"/>
                                          </p:stCondLst>
                                        </p:cTn>
                                        <p:tgtEl>
                                          <p:spTgt spid="1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42" presetClass="entr" presetSubtype="0" fill="hold" nodeType="clickEffect">
                                  <p:stCondLst>
                                    <p:cond delay="0"/>
                                  </p:stCondLst>
                                  <p:childTnLst>
                                    <p:set>
                                      <p:cBhvr>
                                        <p:cTn id="52" dur="1" fill="hold">
                                          <p:stCondLst>
                                            <p:cond delay="0"/>
                                          </p:stCondLst>
                                        </p:cTn>
                                        <p:tgtEl>
                                          <p:spTgt spid="90114">
                                            <p:txEl>
                                              <p:pRg st="3" end="3"/>
                                            </p:txEl>
                                          </p:spTgt>
                                        </p:tgtEl>
                                        <p:attrNameLst>
                                          <p:attrName>style.visibility</p:attrName>
                                        </p:attrNameLst>
                                      </p:cBhvr>
                                      <p:to>
                                        <p:strVal val="visible"/>
                                      </p:to>
                                    </p:set>
                                    <p:animEffect transition="in" filter="fade">
                                      <p:cBhvr>
                                        <p:cTn id="53" dur="1000"/>
                                        <p:tgtEl>
                                          <p:spTgt spid="90114">
                                            <p:txEl>
                                              <p:pRg st="3" end="3"/>
                                            </p:txEl>
                                          </p:spTgt>
                                        </p:tgtEl>
                                      </p:cBhvr>
                                    </p:animEffect>
                                    <p:anim calcmode="lin" valueType="num">
                                      <p:cBhvr>
                                        <p:cTn id="54" dur="1000" fill="hold"/>
                                        <p:tgtEl>
                                          <p:spTgt spid="90114">
                                            <p:txEl>
                                              <p:pRg st="3" end="3"/>
                                            </p:txEl>
                                          </p:spTgt>
                                        </p:tgtEl>
                                        <p:attrNameLst>
                                          <p:attrName>ppt_x</p:attrName>
                                        </p:attrNameLst>
                                      </p:cBhvr>
                                      <p:tavLst>
                                        <p:tav tm="0">
                                          <p:val>
                                            <p:strVal val="#ppt_x"/>
                                          </p:val>
                                        </p:tav>
                                        <p:tav tm="100000">
                                          <p:val>
                                            <p:strVal val="#ppt_x"/>
                                          </p:val>
                                        </p:tav>
                                      </p:tavLst>
                                    </p:anim>
                                    <p:anim calcmode="lin" valueType="num">
                                      <p:cBhvr>
                                        <p:cTn id="55" dur="1000" fill="hold"/>
                                        <p:tgtEl>
                                          <p:spTgt spid="9011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42" presetClass="entr" presetSubtype="0" fill="hold" nodeType="clickEffect">
                                  <p:stCondLst>
                                    <p:cond delay="0"/>
                                  </p:stCondLst>
                                  <p:childTnLst>
                                    <p:set>
                                      <p:cBhvr>
                                        <p:cTn id="59" dur="1" fill="hold">
                                          <p:stCondLst>
                                            <p:cond delay="0"/>
                                          </p:stCondLst>
                                        </p:cTn>
                                        <p:tgtEl>
                                          <p:spTgt spid="90114">
                                            <p:txEl>
                                              <p:pRg st="4" end="4"/>
                                            </p:txEl>
                                          </p:spTgt>
                                        </p:tgtEl>
                                        <p:attrNameLst>
                                          <p:attrName>style.visibility</p:attrName>
                                        </p:attrNameLst>
                                      </p:cBhvr>
                                      <p:to>
                                        <p:strVal val="visible"/>
                                      </p:to>
                                    </p:set>
                                    <p:animEffect transition="in" filter="fade">
                                      <p:cBhvr>
                                        <p:cTn id="60" dur="1000"/>
                                        <p:tgtEl>
                                          <p:spTgt spid="90114">
                                            <p:txEl>
                                              <p:pRg st="4" end="4"/>
                                            </p:txEl>
                                          </p:spTgt>
                                        </p:tgtEl>
                                      </p:cBhvr>
                                    </p:animEffect>
                                    <p:anim calcmode="lin" valueType="num">
                                      <p:cBhvr>
                                        <p:cTn id="61" dur="1000" fill="hold"/>
                                        <p:tgtEl>
                                          <p:spTgt spid="90114">
                                            <p:txEl>
                                              <p:pRg st="4" end="4"/>
                                            </p:txEl>
                                          </p:spTgt>
                                        </p:tgtEl>
                                        <p:attrNameLst>
                                          <p:attrName>ppt_x</p:attrName>
                                        </p:attrNameLst>
                                      </p:cBhvr>
                                      <p:tavLst>
                                        <p:tav tm="0">
                                          <p:val>
                                            <p:strVal val="#ppt_x"/>
                                          </p:val>
                                        </p:tav>
                                        <p:tav tm="100000">
                                          <p:val>
                                            <p:strVal val="#ppt_x"/>
                                          </p:val>
                                        </p:tav>
                                      </p:tavLst>
                                    </p:anim>
                                    <p:anim calcmode="lin" valueType="num">
                                      <p:cBhvr>
                                        <p:cTn id="62" dur="1000" fill="hold"/>
                                        <p:tgtEl>
                                          <p:spTgt spid="9011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63" presetClass="path" presetSubtype="0" accel="50000" decel="50000" fill="hold" grpId="2" nodeType="clickEffect">
                                  <p:stCondLst>
                                    <p:cond delay="0"/>
                                  </p:stCondLst>
                                  <p:childTnLst>
                                    <p:animMotion origin="layout" path="M 1.11022E-16 -4.44444E-6 L 0.0862 0.00024 " pathEditMode="relative" rAng="0" ptsTypes="AA">
                                      <p:cBhvr>
                                        <p:cTn id="66" dur="2000" fill="hold"/>
                                        <p:tgtEl>
                                          <p:spTgt spid="90123"/>
                                        </p:tgtEl>
                                        <p:attrNameLst>
                                          <p:attrName>ppt_x</p:attrName>
                                          <p:attrName>ppt_y</p:attrName>
                                        </p:attrNameLst>
                                      </p:cBhvr>
                                      <p:rCtr x="4310" y="0"/>
                                    </p:animMotion>
                                  </p:childTnLst>
                                </p:cTn>
                              </p:par>
                              <p:par>
                                <p:cTn id="67" presetID="35" presetClass="path" presetSubtype="0" accel="50000" decel="50000" fill="hold" grpId="1" nodeType="withEffect">
                                  <p:stCondLst>
                                    <p:cond delay="0"/>
                                  </p:stCondLst>
                                  <p:childTnLst>
                                    <p:animMotion origin="layout" path="M 2.08333E-6 4.07407E-6 L -0.0862 -0.00024 " pathEditMode="relative" rAng="0" ptsTypes="AA">
                                      <p:cBhvr>
                                        <p:cTn id="68" dur="2000" fill="hold"/>
                                        <p:tgtEl>
                                          <p:spTgt spid="90126"/>
                                        </p:tgtEl>
                                        <p:attrNameLst>
                                          <p:attrName>ppt_x</p:attrName>
                                          <p:attrName>ppt_y</p:attrName>
                                        </p:attrNameLst>
                                      </p:cBhvr>
                                      <p:rCtr x="-4310" y="-23"/>
                                    </p:animMotion>
                                  </p:childTnLst>
                                </p:cTn>
                              </p:par>
                            </p:childTnLst>
                          </p:cTn>
                        </p:par>
                        <p:par>
                          <p:cTn id="69" fill="hold">
                            <p:stCondLst>
                              <p:cond delay="2000"/>
                            </p:stCondLst>
                            <p:childTnLst>
                              <p:par>
                                <p:cTn id="70" presetID="42" presetClass="path" presetSubtype="0" accel="50000" decel="50000" fill="hold" grpId="2" nodeType="afterEffect">
                                  <p:stCondLst>
                                    <p:cond delay="0"/>
                                  </p:stCondLst>
                                  <p:childTnLst>
                                    <p:animMotion origin="layout" path="M 1.11022E-16 2.59259E-6 L -0.02943 0.13009 " pathEditMode="relative" rAng="0" ptsTypes="AA">
                                      <p:cBhvr>
                                        <p:cTn id="71" dur="2000" fill="hold"/>
                                        <p:tgtEl>
                                          <p:spTgt spid="6"/>
                                        </p:tgtEl>
                                        <p:attrNameLst>
                                          <p:attrName>ppt_x</p:attrName>
                                          <p:attrName>ppt_y</p:attrName>
                                        </p:attrNameLst>
                                      </p:cBhvr>
                                      <p:rCtr x="-1471" y="6505"/>
                                    </p:animMotion>
                                  </p:childTnLst>
                                </p:cTn>
                              </p:par>
                              <p:par>
                                <p:cTn id="72" presetID="64" presetClass="path" presetSubtype="0" accel="50000" decel="50000" fill="hold" grpId="2" nodeType="withEffect">
                                  <p:stCondLst>
                                    <p:cond delay="0"/>
                                  </p:stCondLst>
                                  <p:childTnLst>
                                    <p:animMotion origin="layout" path="M 5E-6 -1.11111E-6 L 0.028 -0.1287 " pathEditMode="relative" rAng="0" ptsTypes="AA">
                                      <p:cBhvr>
                                        <p:cTn id="73" dur="2000" fill="hold"/>
                                        <p:tgtEl>
                                          <p:spTgt spid="24"/>
                                        </p:tgtEl>
                                        <p:attrNameLst>
                                          <p:attrName>ppt_x</p:attrName>
                                          <p:attrName>ppt_y</p:attrName>
                                        </p:attrNameLst>
                                      </p:cBhvr>
                                      <p:rCtr x="1393" y="-6435"/>
                                    </p:animMotion>
                                  </p:childTnLst>
                                </p:cTn>
                              </p:par>
                            </p:childTnLst>
                          </p:cTn>
                        </p:par>
                      </p:childTnLst>
                    </p:cTn>
                  </p:par>
                  <p:par>
                    <p:cTn id="74" fill="hold">
                      <p:stCondLst>
                        <p:cond delay="indefinite"/>
                      </p:stCondLst>
                      <p:childTnLst>
                        <p:par>
                          <p:cTn id="75" fill="hold">
                            <p:stCondLst>
                              <p:cond delay="0"/>
                            </p:stCondLst>
                            <p:childTnLst>
                              <p:par>
                                <p:cTn id="76" presetID="63" presetClass="path" presetSubtype="0" accel="50000" decel="50000" fill="hold" grpId="3" nodeType="clickEffect">
                                  <p:stCondLst>
                                    <p:cond delay="0"/>
                                  </p:stCondLst>
                                  <p:childTnLst>
                                    <p:animMotion origin="layout" path="M 0.0862 0.00024 L 0.25898 -0.00254 " pathEditMode="relative" rAng="0" ptsTypes="AA">
                                      <p:cBhvr>
                                        <p:cTn id="77" dur="2000" fill="hold"/>
                                        <p:tgtEl>
                                          <p:spTgt spid="90123"/>
                                        </p:tgtEl>
                                        <p:attrNameLst>
                                          <p:attrName>ppt_x</p:attrName>
                                          <p:attrName>ppt_y</p:attrName>
                                        </p:attrNameLst>
                                      </p:cBhvr>
                                      <p:rCtr x="8633" y="-139"/>
                                    </p:animMotion>
                                  </p:childTnLst>
                                </p:cTn>
                              </p:par>
                              <p:par>
                                <p:cTn id="78" presetID="35" presetClass="path" presetSubtype="0" accel="50000" decel="50000" fill="hold" grpId="2" nodeType="withEffect">
                                  <p:stCondLst>
                                    <p:cond delay="0"/>
                                  </p:stCondLst>
                                  <p:childTnLst>
                                    <p:animMotion origin="layout" path="M -3.95833E-6 4.44444E-6 L -0.17252 0.00162 " pathEditMode="relative" rAng="0" ptsTypes="AA">
                                      <p:cBhvr>
                                        <p:cTn id="79" dur="2000" fill="hold"/>
                                        <p:tgtEl>
                                          <p:spTgt spid="90140"/>
                                        </p:tgtEl>
                                        <p:attrNameLst>
                                          <p:attrName>ppt_x</p:attrName>
                                          <p:attrName>ppt_y</p:attrName>
                                        </p:attrNameLst>
                                      </p:cBhvr>
                                      <p:rCtr x="-8633" y="69"/>
                                    </p:animMotion>
                                  </p:childTnLst>
                                </p:cTn>
                              </p:par>
                            </p:childTnLst>
                          </p:cTn>
                        </p:par>
                        <p:par>
                          <p:cTn id="80" fill="hold">
                            <p:stCondLst>
                              <p:cond delay="2000"/>
                            </p:stCondLst>
                            <p:childTnLst>
                              <p:par>
                                <p:cTn id="81" presetID="42" presetClass="path" presetSubtype="0" accel="50000" decel="50000" fill="hold" grpId="3" nodeType="afterEffect">
                                  <p:stCondLst>
                                    <p:cond delay="0"/>
                                  </p:stCondLst>
                                  <p:childTnLst>
                                    <p:animMotion origin="layout" path="M -0.02943 0.13009 L -0.05156 0.25278 " pathEditMode="relative" rAng="0" ptsTypes="AA">
                                      <p:cBhvr>
                                        <p:cTn id="82" dur="2000" fill="hold"/>
                                        <p:tgtEl>
                                          <p:spTgt spid="6"/>
                                        </p:tgtEl>
                                        <p:attrNameLst>
                                          <p:attrName>ppt_x</p:attrName>
                                          <p:attrName>ppt_y</p:attrName>
                                        </p:attrNameLst>
                                      </p:cBhvr>
                                      <p:rCtr x="-1107" y="6134"/>
                                    </p:animMotion>
                                  </p:childTnLst>
                                </p:cTn>
                              </p:par>
                              <p:par>
                                <p:cTn id="83" presetID="64" presetClass="path" presetSubtype="0" accel="50000" decel="50000" fill="hold" grpId="2" nodeType="withEffect">
                                  <p:stCondLst>
                                    <p:cond delay="0"/>
                                  </p:stCondLst>
                                  <p:childTnLst>
                                    <p:animMotion origin="layout" path="M -2.08333E-7 -4.07407E-6 L 0.02175 -0.11921 " pathEditMode="relative" rAng="0" ptsTypes="AA">
                                      <p:cBhvr>
                                        <p:cTn id="84" dur="2000" fill="hold"/>
                                        <p:tgtEl>
                                          <p:spTgt spid="14"/>
                                        </p:tgtEl>
                                        <p:attrNameLst>
                                          <p:attrName>ppt_x</p:attrName>
                                          <p:attrName>ppt_y</p:attrName>
                                        </p:attrNameLst>
                                      </p:cBhvr>
                                      <p:rCtr x="1081" y="-5972"/>
                                    </p:animMotion>
                                  </p:childTnLst>
                                </p:cTn>
                              </p:par>
                            </p:childTnLst>
                          </p:cTn>
                        </p:par>
                      </p:childTnLst>
                    </p:cTn>
                  </p:par>
                  <p:par>
                    <p:cTn id="85" fill="hold">
                      <p:stCondLst>
                        <p:cond delay="indefinite"/>
                      </p:stCondLst>
                      <p:childTnLst>
                        <p:par>
                          <p:cTn id="86" fill="hold">
                            <p:stCondLst>
                              <p:cond delay="0"/>
                            </p:stCondLst>
                            <p:childTnLst>
                              <p:par>
                                <p:cTn id="87" presetID="63" presetClass="path" presetSubtype="0" accel="50000" decel="50000" fill="hold" grpId="3" nodeType="clickEffect">
                                  <p:stCondLst>
                                    <p:cond delay="0"/>
                                  </p:stCondLst>
                                  <p:childTnLst>
                                    <p:animMotion origin="layout" path="M -1.04167E-6 4.07407E-6 L 0.0431 -0.00024 " pathEditMode="relative" rAng="0" ptsTypes="AA">
                                      <p:cBhvr>
                                        <p:cTn id="88" dur="2000" fill="hold"/>
                                        <p:tgtEl>
                                          <p:spTgt spid="90127"/>
                                        </p:tgtEl>
                                        <p:attrNameLst>
                                          <p:attrName>ppt_x</p:attrName>
                                          <p:attrName>ppt_y</p:attrName>
                                        </p:attrNameLst>
                                      </p:cBhvr>
                                      <p:rCtr x="2148" y="-23"/>
                                    </p:animMotion>
                                  </p:childTnLst>
                                </p:cTn>
                              </p:par>
                              <p:par>
                                <p:cTn id="89" presetID="35" presetClass="path" presetSubtype="0" accel="50000" decel="50000" fill="hold" grpId="2" nodeType="withEffect">
                                  <p:stCondLst>
                                    <p:cond delay="0"/>
                                  </p:stCondLst>
                                  <p:childTnLst>
                                    <p:animMotion origin="layout" path="M -0.08672 0.00092 L -0.1293 4.07407E-6 " pathEditMode="relative" rAng="0" ptsTypes="AA">
                                      <p:cBhvr>
                                        <p:cTn id="90" dur="2000" fill="hold"/>
                                        <p:tgtEl>
                                          <p:spTgt spid="90126"/>
                                        </p:tgtEl>
                                        <p:attrNameLst>
                                          <p:attrName>ppt_x</p:attrName>
                                          <p:attrName>ppt_y</p:attrName>
                                        </p:attrNameLst>
                                      </p:cBhvr>
                                      <p:rCtr x="-2135" y="-46"/>
                                    </p:animMotion>
                                  </p:childTnLst>
                                </p:cTn>
                              </p:par>
                            </p:childTnLst>
                          </p:cTn>
                        </p:par>
                        <p:par>
                          <p:cTn id="91" fill="hold">
                            <p:stCondLst>
                              <p:cond delay="2000"/>
                            </p:stCondLst>
                            <p:childTnLst>
                              <p:par>
                                <p:cTn id="92" presetID="42" presetClass="path" presetSubtype="0" accel="50000" decel="50000" fill="hold" grpId="2" nodeType="afterEffect">
                                  <p:stCondLst>
                                    <p:cond delay="0"/>
                                  </p:stCondLst>
                                  <p:childTnLst>
                                    <p:animMotion origin="layout" path="M 1.66667E-6 7.40741E-7 L -0.06159 0.09815 " pathEditMode="relative" rAng="0" ptsTypes="AA">
                                      <p:cBhvr>
                                        <p:cTn id="93" dur="2000" fill="hold"/>
                                        <p:tgtEl>
                                          <p:spTgt spid="22"/>
                                        </p:tgtEl>
                                        <p:attrNameLst>
                                          <p:attrName>ppt_x</p:attrName>
                                          <p:attrName>ppt_y</p:attrName>
                                        </p:attrNameLst>
                                      </p:cBhvr>
                                      <p:rCtr x="-3086" y="4907"/>
                                    </p:animMotion>
                                  </p:childTnLst>
                                </p:cTn>
                              </p:par>
                              <p:par>
                                <p:cTn id="94" presetID="64" presetClass="path" presetSubtype="0" accel="50000" decel="50000" fill="hold" grpId="3" nodeType="withEffect">
                                  <p:stCondLst>
                                    <p:cond delay="0"/>
                                  </p:stCondLst>
                                  <p:childTnLst>
                                    <p:animMotion origin="layout" path="M 0.028 -0.1287 L 0.08959 -0.22685 " pathEditMode="relative" rAng="0" ptsTypes="AA">
                                      <p:cBhvr>
                                        <p:cTn id="95" dur="2000" fill="hold"/>
                                        <p:tgtEl>
                                          <p:spTgt spid="24"/>
                                        </p:tgtEl>
                                        <p:attrNameLst>
                                          <p:attrName>ppt_x</p:attrName>
                                          <p:attrName>ppt_y</p:attrName>
                                        </p:attrNameLst>
                                      </p:cBhvr>
                                      <p:rCtr x="3073" y="-4907"/>
                                    </p:animMotion>
                                  </p:childTnLst>
                                </p:cTn>
                              </p:par>
                            </p:childTnLst>
                          </p:cTn>
                        </p:par>
                      </p:childTnLst>
                    </p:cTn>
                  </p:par>
                  <p:par>
                    <p:cTn id="96" fill="hold">
                      <p:stCondLst>
                        <p:cond delay="indefinite"/>
                      </p:stCondLst>
                      <p:childTnLst>
                        <p:par>
                          <p:cTn id="97" fill="hold">
                            <p:stCondLst>
                              <p:cond delay="0"/>
                            </p:stCondLst>
                            <p:childTnLst>
                              <p:par>
                                <p:cTn id="98" presetID="63" presetClass="path" presetSubtype="0" accel="50000" decel="50000" fill="hold" grpId="4" nodeType="clickEffect">
                                  <p:stCondLst>
                                    <p:cond delay="0"/>
                                  </p:stCondLst>
                                  <p:childTnLst>
                                    <p:animMotion origin="layout" path="M 0.0375 -0.00116 L 0.17266 -0.00116 " pathEditMode="relative" rAng="0" ptsTypes="AA">
                                      <p:cBhvr>
                                        <p:cTn id="99" dur="2000" fill="hold"/>
                                        <p:tgtEl>
                                          <p:spTgt spid="90127"/>
                                        </p:tgtEl>
                                        <p:attrNameLst>
                                          <p:attrName>ppt_x</p:attrName>
                                          <p:attrName>ppt_y</p:attrName>
                                        </p:attrNameLst>
                                      </p:cBhvr>
                                      <p:rCtr x="6758" y="0"/>
                                    </p:animMotion>
                                  </p:childTnLst>
                                </p:cTn>
                              </p:par>
                              <p:par>
                                <p:cTn id="100" presetID="35" presetClass="path" presetSubtype="0" accel="50000" decel="50000" fill="hold" grpId="2" nodeType="withEffect">
                                  <p:stCondLst>
                                    <p:cond delay="0"/>
                                  </p:stCondLst>
                                  <p:childTnLst>
                                    <p:animMotion origin="layout" path="M 3.125E-6 4.07407E-6 L -0.1293 -0.00024 " pathEditMode="relative" rAng="0" ptsTypes="AA">
                                      <p:cBhvr>
                                        <p:cTn id="101" dur="2000" fill="hold"/>
                                        <p:tgtEl>
                                          <p:spTgt spid="90124"/>
                                        </p:tgtEl>
                                        <p:attrNameLst>
                                          <p:attrName>ppt_x</p:attrName>
                                          <p:attrName>ppt_y</p:attrName>
                                        </p:attrNameLst>
                                      </p:cBhvr>
                                      <p:rCtr x="-6471" y="-23"/>
                                    </p:animMotion>
                                  </p:childTnLst>
                                </p:cTn>
                              </p:par>
                            </p:childTnLst>
                          </p:cTn>
                        </p:par>
                        <p:par>
                          <p:cTn id="102" fill="hold">
                            <p:stCondLst>
                              <p:cond delay="2000"/>
                            </p:stCondLst>
                            <p:childTnLst>
                              <p:par>
                                <p:cTn id="103" presetID="42" presetClass="path" presetSubtype="0" accel="50000" decel="50000" fill="hold" grpId="3" nodeType="afterEffect">
                                  <p:stCondLst>
                                    <p:cond delay="0"/>
                                  </p:stCondLst>
                                  <p:childTnLst>
                                    <p:animMotion origin="layout" path="M -0.06159 0.09815 L -0.0293 0.22893 " pathEditMode="relative" rAng="0" ptsTypes="AA">
                                      <p:cBhvr>
                                        <p:cTn id="104" dur="2000" fill="hold"/>
                                        <p:tgtEl>
                                          <p:spTgt spid="22"/>
                                        </p:tgtEl>
                                        <p:attrNameLst>
                                          <p:attrName>ppt_x</p:attrName>
                                          <p:attrName>ppt_y</p:attrName>
                                        </p:attrNameLst>
                                      </p:cBhvr>
                                      <p:rCtr x="1615" y="6528"/>
                                    </p:animMotion>
                                  </p:childTnLst>
                                </p:cTn>
                              </p:par>
                              <p:par>
                                <p:cTn id="105" presetID="64" presetClass="path" presetSubtype="0" accel="50000" decel="50000" fill="hold" grpId="2" nodeType="withEffect">
                                  <p:stCondLst>
                                    <p:cond delay="0"/>
                                  </p:stCondLst>
                                  <p:childTnLst>
                                    <p:animMotion origin="layout" path="M -3.125E-6 -4.44444E-6 L -0.03333 -0.13078 " pathEditMode="relative" rAng="0" ptsTypes="AA">
                                      <p:cBhvr>
                                        <p:cTn id="106" dur="2000" fill="hold"/>
                                        <p:tgtEl>
                                          <p:spTgt spid="9"/>
                                        </p:tgtEl>
                                        <p:attrNameLst>
                                          <p:attrName>ppt_x</p:attrName>
                                          <p:attrName>ppt_y</p:attrName>
                                        </p:attrNameLst>
                                      </p:cBhvr>
                                      <p:rCtr x="-1667" y="-6551"/>
                                    </p:animMotion>
                                  </p:childTnLst>
                                </p:cTn>
                              </p:par>
                            </p:childTnLst>
                          </p:cTn>
                        </p:par>
                        <p:par>
                          <p:cTn id="107" fill="hold">
                            <p:stCondLst>
                              <p:cond delay="4000"/>
                            </p:stCondLst>
                            <p:childTnLst>
                              <p:par>
                                <p:cTn id="108" presetID="47" presetClass="entr" presetSubtype="0" fill="hold" grpId="0" nodeType="afterEffect">
                                  <p:stCondLst>
                                    <p:cond delay="0"/>
                                  </p:stCondLst>
                                  <p:childTnLst>
                                    <p:set>
                                      <p:cBhvr>
                                        <p:cTn id="109" dur="1" fill="hold">
                                          <p:stCondLst>
                                            <p:cond delay="0"/>
                                          </p:stCondLst>
                                        </p:cTn>
                                        <p:tgtEl>
                                          <p:spTgt spid="23"/>
                                        </p:tgtEl>
                                        <p:attrNameLst>
                                          <p:attrName>style.visibility</p:attrName>
                                        </p:attrNameLst>
                                      </p:cBhvr>
                                      <p:to>
                                        <p:strVal val="visible"/>
                                      </p:to>
                                    </p:set>
                                    <p:animEffect transition="in" filter="fade">
                                      <p:cBhvr>
                                        <p:cTn id="110" dur="1000"/>
                                        <p:tgtEl>
                                          <p:spTgt spid="23"/>
                                        </p:tgtEl>
                                      </p:cBhvr>
                                    </p:animEffect>
                                    <p:anim calcmode="lin" valueType="num">
                                      <p:cBhvr>
                                        <p:cTn id="111" dur="1000" fill="hold"/>
                                        <p:tgtEl>
                                          <p:spTgt spid="23"/>
                                        </p:tgtEl>
                                        <p:attrNameLst>
                                          <p:attrName>ppt_x</p:attrName>
                                        </p:attrNameLst>
                                      </p:cBhvr>
                                      <p:tavLst>
                                        <p:tav tm="0">
                                          <p:val>
                                            <p:strVal val="#ppt_x"/>
                                          </p:val>
                                        </p:tav>
                                        <p:tav tm="100000">
                                          <p:val>
                                            <p:strVal val="#ppt_x"/>
                                          </p:val>
                                        </p:tav>
                                      </p:tavLst>
                                    </p:anim>
                                    <p:anim calcmode="lin" valueType="num">
                                      <p:cBhvr>
                                        <p:cTn id="112"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1"/>
      <p:bldP spid="21" grpId="1"/>
      <p:bldP spid="25" grpId="1"/>
      <p:bldP spid="26" grpId="1"/>
      <p:bldP spid="27" grpId="1"/>
      <p:bldP spid="90150" grpId="1"/>
      <p:bldP spid="90151" grpId="1"/>
      <p:bldP spid="90152" grpId="1"/>
      <p:bldP spid="6" grpId="0"/>
      <p:bldP spid="6" grpId="1"/>
      <p:bldP spid="6" grpId="2"/>
      <p:bldP spid="6" grpId="3"/>
      <p:bldP spid="8" grpId="0"/>
      <p:bldP spid="8" grpId="1"/>
      <p:bldP spid="9" grpId="0"/>
      <p:bldP spid="9" grpId="1"/>
      <p:bldP spid="9" grpId="2"/>
      <p:bldP spid="22" grpId="0"/>
      <p:bldP spid="22" grpId="1"/>
      <p:bldP spid="22" grpId="2"/>
      <p:bldP spid="22" grpId="3"/>
      <p:bldP spid="23" grpId="0"/>
      <p:bldP spid="23" grpId="1"/>
      <p:bldP spid="24" grpId="0"/>
      <p:bldP spid="24" grpId="1"/>
      <p:bldP spid="24" grpId="2"/>
      <p:bldP spid="24" grpId="3"/>
      <p:bldP spid="90123" grpId="0"/>
      <p:bldP spid="90123" grpId="2"/>
      <p:bldP spid="90123" grpId="3"/>
      <p:bldP spid="90124" grpId="0"/>
      <p:bldP spid="90124" grpId="2"/>
      <p:bldP spid="90125" grpId="0"/>
      <p:bldP spid="90126" grpId="0"/>
      <p:bldP spid="90126" grpId="1"/>
      <p:bldP spid="90126" grpId="2"/>
      <p:bldP spid="90127" grpId="0"/>
      <p:bldP spid="90127" grpId="3"/>
      <p:bldP spid="90127" grpId="4"/>
      <p:bldP spid="90140" grpId="0"/>
      <p:bldP spid="90140" grpId="2"/>
      <p:bldP spid="90141" grpId="0"/>
      <p:bldP spid="90142" grpId="0"/>
      <p:bldP spid="12" grpId="1"/>
      <p:bldP spid="12" grpId="2"/>
      <p:bldP spid="13" grpId="1"/>
      <p:bldP spid="13" grpId="2"/>
      <p:bldP spid="14" grpId="1"/>
      <p:bldP spid="14" grpId="2"/>
      <p:bldP spid="14" grpId="3"/>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0154" name="组合 90153">
            <a:extLst>
              <a:ext uri="{FF2B5EF4-FFF2-40B4-BE49-F238E27FC236}">
                <a16:creationId xmlns:a16="http://schemas.microsoft.com/office/drawing/2014/main" id="{1633A3C5-D451-8629-E1B5-7C9E3E105F39}"/>
              </a:ext>
            </a:extLst>
          </p:cNvPr>
          <p:cNvGrpSpPr/>
          <p:nvPr/>
        </p:nvGrpSpPr>
        <p:grpSpPr>
          <a:xfrm>
            <a:off x="7939595" y="2882498"/>
            <a:ext cx="3381681" cy="3005906"/>
            <a:chOff x="8228978" y="2909079"/>
            <a:chExt cx="3381681" cy="3005906"/>
          </a:xfrm>
        </p:grpSpPr>
        <p:cxnSp>
          <p:nvCxnSpPr>
            <p:cNvPr id="51" name="直接连接符 50">
              <a:extLst>
                <a:ext uri="{FF2B5EF4-FFF2-40B4-BE49-F238E27FC236}">
                  <a16:creationId xmlns:a16="http://schemas.microsoft.com/office/drawing/2014/main" id="{17495658-9304-B048-2701-A258B4220397}"/>
                </a:ext>
              </a:extLst>
            </p:cNvPr>
            <p:cNvCxnSpPr>
              <a:cxnSpLocks/>
            </p:cNvCxnSpPr>
            <p:nvPr/>
          </p:nvCxnSpPr>
          <p:spPr>
            <a:xfrm flipV="1">
              <a:off x="8737830" y="5036341"/>
              <a:ext cx="178788" cy="46259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0153" name="组合 90152">
              <a:extLst>
                <a:ext uri="{FF2B5EF4-FFF2-40B4-BE49-F238E27FC236}">
                  <a16:creationId xmlns:a16="http://schemas.microsoft.com/office/drawing/2014/main" id="{718054C8-4FF5-95DC-25BD-472D4F35E31E}"/>
                </a:ext>
              </a:extLst>
            </p:cNvPr>
            <p:cNvGrpSpPr/>
            <p:nvPr/>
          </p:nvGrpSpPr>
          <p:grpSpPr>
            <a:xfrm>
              <a:off x="8228978" y="2909079"/>
              <a:ext cx="3381681" cy="3005906"/>
              <a:chOff x="8228978" y="2909079"/>
              <a:chExt cx="3381681" cy="3005906"/>
            </a:xfrm>
          </p:grpSpPr>
          <p:grpSp>
            <p:nvGrpSpPr>
              <p:cNvPr id="90149" name="组合 90148">
                <a:extLst>
                  <a:ext uri="{FF2B5EF4-FFF2-40B4-BE49-F238E27FC236}">
                    <a16:creationId xmlns:a16="http://schemas.microsoft.com/office/drawing/2014/main" id="{BF334901-929F-7870-0C07-5F8AE6DDF0AB}"/>
                  </a:ext>
                </a:extLst>
              </p:cNvPr>
              <p:cNvGrpSpPr/>
              <p:nvPr/>
            </p:nvGrpSpPr>
            <p:grpSpPr>
              <a:xfrm>
                <a:off x="8484618" y="3094509"/>
                <a:ext cx="2897551" cy="2820476"/>
                <a:chOff x="8484618" y="3094509"/>
                <a:chExt cx="2897551" cy="2820476"/>
              </a:xfrm>
            </p:grpSpPr>
            <p:cxnSp>
              <p:nvCxnSpPr>
                <p:cNvPr id="39" name="直接连接符 38">
                  <a:extLst>
                    <a:ext uri="{FF2B5EF4-FFF2-40B4-BE49-F238E27FC236}">
                      <a16:creationId xmlns:a16="http://schemas.microsoft.com/office/drawing/2014/main" id="{D4DFD790-CB85-6A5F-3419-845F8A3D3918}"/>
                    </a:ext>
                  </a:extLst>
                </p:cNvPr>
                <p:cNvCxnSpPr>
                  <a:cxnSpLocks/>
                  <a:stCxn id="18" idx="0"/>
                </p:cNvCxnSpPr>
                <p:nvPr/>
              </p:nvCxnSpPr>
              <p:spPr>
                <a:xfrm flipH="1" flipV="1">
                  <a:off x="10908778" y="4117490"/>
                  <a:ext cx="257391" cy="54864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6D0E0CF5-99F8-4033-A5CD-F25B2334F2E4}"/>
                    </a:ext>
                  </a:extLst>
                </p:cNvPr>
                <p:cNvCxnSpPr>
                  <a:cxnSpLocks/>
                </p:cNvCxnSpPr>
                <p:nvPr/>
              </p:nvCxnSpPr>
              <p:spPr>
                <a:xfrm flipV="1">
                  <a:off x="9002634" y="4162933"/>
                  <a:ext cx="254333" cy="48475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椭圆 10">
                  <a:extLst>
                    <a:ext uri="{FF2B5EF4-FFF2-40B4-BE49-F238E27FC236}">
                      <a16:creationId xmlns:a16="http://schemas.microsoft.com/office/drawing/2014/main" id="{12968715-9D3F-7F45-4411-3A3D806F037B}"/>
                    </a:ext>
                  </a:extLst>
                </p:cNvPr>
                <p:cNvSpPr/>
                <p:nvPr/>
              </p:nvSpPr>
              <p:spPr>
                <a:xfrm>
                  <a:off x="10593203" y="3748755"/>
                  <a:ext cx="432000" cy="432000"/>
                </a:xfrm>
                <a:prstGeom prst="ellipse">
                  <a:avLst/>
                </a:prstGeom>
                <a:solidFill>
                  <a:srgbClr val="CBFCF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7" name="椭圆 6">
                  <a:extLst>
                    <a:ext uri="{FF2B5EF4-FFF2-40B4-BE49-F238E27FC236}">
                      <a16:creationId xmlns:a16="http://schemas.microsoft.com/office/drawing/2014/main" id="{12968715-9D3F-7F45-4411-3A3D806F037B}"/>
                    </a:ext>
                  </a:extLst>
                </p:cNvPr>
                <p:cNvSpPr/>
                <p:nvPr/>
              </p:nvSpPr>
              <p:spPr>
                <a:xfrm>
                  <a:off x="9498767" y="4666135"/>
                  <a:ext cx="432000" cy="432000"/>
                </a:xfrm>
                <a:prstGeom prst="ellipse">
                  <a:avLst/>
                </a:prstGeom>
                <a:solidFill>
                  <a:srgbClr val="CBFCF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 name="椭圆 4">
                  <a:extLst>
                    <a:ext uri="{FF2B5EF4-FFF2-40B4-BE49-F238E27FC236}">
                      <a16:creationId xmlns:a16="http://schemas.microsoft.com/office/drawing/2014/main" id="{12968715-9D3F-7F45-4411-3A3D806F037B}"/>
                    </a:ext>
                  </a:extLst>
                </p:cNvPr>
                <p:cNvSpPr/>
                <p:nvPr/>
              </p:nvSpPr>
              <p:spPr>
                <a:xfrm>
                  <a:off x="8748001" y="4647687"/>
                  <a:ext cx="432000" cy="432000"/>
                </a:xfrm>
                <a:prstGeom prst="ellipse">
                  <a:avLst/>
                </a:prstGeom>
                <a:solidFill>
                  <a:srgbClr val="CBFCF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 name="椭圆 3">
                  <a:extLst>
                    <a:ext uri="{FF2B5EF4-FFF2-40B4-BE49-F238E27FC236}">
                      <a16:creationId xmlns:a16="http://schemas.microsoft.com/office/drawing/2014/main" id="{12968715-9D3F-7F45-4411-3A3D806F037B}"/>
                    </a:ext>
                  </a:extLst>
                </p:cNvPr>
                <p:cNvSpPr/>
                <p:nvPr/>
              </p:nvSpPr>
              <p:spPr>
                <a:xfrm>
                  <a:off x="9108036" y="3768741"/>
                  <a:ext cx="432000" cy="432000"/>
                </a:xfrm>
                <a:prstGeom prst="ellipse">
                  <a:avLst/>
                </a:prstGeom>
                <a:solidFill>
                  <a:srgbClr val="CBFCF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3" name="椭圆 2">
                  <a:extLst>
                    <a:ext uri="{FF2B5EF4-FFF2-40B4-BE49-F238E27FC236}">
                      <a16:creationId xmlns:a16="http://schemas.microsoft.com/office/drawing/2014/main" id="{12968715-9D3F-7F45-4411-3A3D806F037B}"/>
                    </a:ext>
                  </a:extLst>
                </p:cNvPr>
                <p:cNvSpPr/>
                <p:nvPr/>
              </p:nvSpPr>
              <p:spPr>
                <a:xfrm>
                  <a:off x="9844997" y="3094509"/>
                  <a:ext cx="432000" cy="432000"/>
                </a:xfrm>
                <a:prstGeom prst="ellipse">
                  <a:avLst/>
                </a:prstGeom>
                <a:solidFill>
                  <a:srgbClr val="CBFCF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a:extLst>
                    <a:ext uri="{FF2B5EF4-FFF2-40B4-BE49-F238E27FC236}">
                      <a16:creationId xmlns:a16="http://schemas.microsoft.com/office/drawing/2014/main" id="{204A0469-EFAC-40C3-8251-761A19EB2DC8}"/>
                    </a:ext>
                  </a:extLst>
                </p:cNvPr>
                <p:cNvCxnSpPr>
                  <a:cxnSpLocks/>
                  <a:endCxn id="3" idx="3"/>
                </p:cNvCxnSpPr>
                <p:nvPr/>
              </p:nvCxnSpPr>
              <p:spPr>
                <a:xfrm flipV="1">
                  <a:off x="9452708" y="3463244"/>
                  <a:ext cx="455554" cy="33267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C51A779A-DE84-4A99-AD85-C25F6F05D29E}"/>
                    </a:ext>
                  </a:extLst>
                </p:cNvPr>
                <p:cNvCxnSpPr>
                  <a:cxnSpLocks/>
                  <a:stCxn id="7" idx="0"/>
                </p:cNvCxnSpPr>
                <p:nvPr/>
              </p:nvCxnSpPr>
              <p:spPr>
                <a:xfrm flipH="1" flipV="1">
                  <a:off x="9431698" y="4160369"/>
                  <a:ext cx="283069" cy="50576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D127567D-D407-456A-AA3F-D4F6A88B03D7}"/>
                    </a:ext>
                  </a:extLst>
                </p:cNvPr>
                <p:cNvCxnSpPr>
                  <a:cxnSpLocks/>
                  <a:stCxn id="11" idx="1"/>
                </p:cNvCxnSpPr>
                <p:nvPr/>
              </p:nvCxnSpPr>
              <p:spPr>
                <a:xfrm flipH="1" flipV="1">
                  <a:off x="10187106" y="3468875"/>
                  <a:ext cx="469362" cy="34314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椭圆 17">
                  <a:extLst>
                    <a:ext uri="{FF2B5EF4-FFF2-40B4-BE49-F238E27FC236}">
                      <a16:creationId xmlns:a16="http://schemas.microsoft.com/office/drawing/2014/main" id="{5130AC67-BBD6-B89C-E5FE-F659A6810898}"/>
                    </a:ext>
                  </a:extLst>
                </p:cNvPr>
                <p:cNvSpPr/>
                <p:nvPr/>
              </p:nvSpPr>
              <p:spPr>
                <a:xfrm>
                  <a:off x="10950169" y="4666135"/>
                  <a:ext cx="432000" cy="432000"/>
                </a:xfrm>
                <a:prstGeom prst="ellipse">
                  <a:avLst/>
                </a:prstGeom>
                <a:solidFill>
                  <a:srgbClr val="CBFCF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9" name="椭圆 18">
                  <a:extLst>
                    <a:ext uri="{FF2B5EF4-FFF2-40B4-BE49-F238E27FC236}">
                      <a16:creationId xmlns:a16="http://schemas.microsoft.com/office/drawing/2014/main" id="{C8C26035-FD7D-799A-B7B9-3BC660AB074B}"/>
                    </a:ext>
                  </a:extLst>
                </p:cNvPr>
                <p:cNvSpPr/>
                <p:nvPr/>
              </p:nvSpPr>
              <p:spPr>
                <a:xfrm>
                  <a:off x="10224468" y="4671451"/>
                  <a:ext cx="432000" cy="432000"/>
                </a:xfrm>
                <a:prstGeom prst="ellipse">
                  <a:avLst/>
                </a:prstGeom>
                <a:solidFill>
                  <a:srgbClr val="CBFCF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cxnSp>
              <p:nvCxnSpPr>
                <p:cNvPr id="38" name="直接连接符 37">
                  <a:extLst>
                    <a:ext uri="{FF2B5EF4-FFF2-40B4-BE49-F238E27FC236}">
                      <a16:creationId xmlns:a16="http://schemas.microsoft.com/office/drawing/2014/main" id="{A2E68E40-E72F-B645-AB8B-908A8144262E}"/>
                    </a:ext>
                  </a:extLst>
                </p:cNvPr>
                <p:cNvCxnSpPr>
                  <a:cxnSpLocks/>
                  <a:stCxn id="19" idx="0"/>
                </p:cNvCxnSpPr>
                <p:nvPr/>
              </p:nvCxnSpPr>
              <p:spPr>
                <a:xfrm flipV="1">
                  <a:off x="10440468" y="4160369"/>
                  <a:ext cx="281211" cy="51108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50" name="椭圆 49">
                  <a:extLst>
                    <a:ext uri="{FF2B5EF4-FFF2-40B4-BE49-F238E27FC236}">
                      <a16:creationId xmlns:a16="http://schemas.microsoft.com/office/drawing/2014/main" id="{0478AB00-5533-5150-D514-84BE0237093C}"/>
                    </a:ext>
                  </a:extLst>
                </p:cNvPr>
                <p:cNvSpPr/>
                <p:nvPr/>
              </p:nvSpPr>
              <p:spPr>
                <a:xfrm>
                  <a:off x="8484618" y="5482985"/>
                  <a:ext cx="432000" cy="432000"/>
                </a:xfrm>
                <a:prstGeom prst="ellipse">
                  <a:avLst/>
                </a:prstGeom>
                <a:solidFill>
                  <a:srgbClr val="CBFCF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sp>
            <p:nvSpPr>
              <p:cNvPr id="20" name="Rectangle 38">
                <a:extLst>
                  <a:ext uri="{FF2B5EF4-FFF2-40B4-BE49-F238E27FC236}">
                    <a16:creationId xmlns:a16="http://schemas.microsoft.com/office/drawing/2014/main" id="{374790FB-EE76-474B-9093-0C5FFE2BEFBE}"/>
                  </a:ext>
                </a:extLst>
              </p:cNvPr>
              <p:cNvSpPr/>
              <p:nvPr/>
            </p:nvSpPr>
            <p:spPr>
              <a:xfrm>
                <a:off x="8825548" y="3498235"/>
                <a:ext cx="530225" cy="214312"/>
              </a:xfrm>
              <a:prstGeom prst="rect">
                <a:avLst/>
              </a:prstGeom>
              <a:noFill/>
              <a:ln w="9525">
                <a:noFill/>
              </a:ln>
            </p:spPr>
            <p:txBody>
              <a:bodyPr wrap="none" anchor="ctr" anchorCtr="0"/>
              <a:lstStyle/>
              <a:p>
                <a:pPr algn="ctr"/>
                <a:r>
                  <a:rPr lang="en-US" altLang="zh-CN" sz="2000" b="1" dirty="0">
                    <a:latin typeface="Times New Roman" panose="02020603050405020304" pitchFamily="18" charset="0"/>
                  </a:rPr>
                  <a:t>2</a:t>
                </a:r>
              </a:p>
            </p:txBody>
          </p:sp>
          <p:sp>
            <p:nvSpPr>
              <p:cNvPr id="21" name="Rectangle 38">
                <a:extLst>
                  <a:ext uri="{FF2B5EF4-FFF2-40B4-BE49-F238E27FC236}">
                    <a16:creationId xmlns:a16="http://schemas.microsoft.com/office/drawing/2014/main" id="{C4672793-026F-4E83-99DC-5B92DDF0B160}"/>
                  </a:ext>
                </a:extLst>
              </p:cNvPr>
              <p:cNvSpPr/>
              <p:nvPr/>
            </p:nvSpPr>
            <p:spPr>
              <a:xfrm>
                <a:off x="9467611" y="2909079"/>
                <a:ext cx="530225" cy="214312"/>
              </a:xfrm>
              <a:prstGeom prst="rect">
                <a:avLst/>
              </a:prstGeom>
              <a:noFill/>
              <a:ln w="9525">
                <a:noFill/>
              </a:ln>
            </p:spPr>
            <p:txBody>
              <a:bodyPr wrap="none" anchor="ctr" anchorCtr="0"/>
              <a:lstStyle/>
              <a:p>
                <a:pPr algn="ctr" eaLnBrk="1" hangingPunct="1"/>
                <a:r>
                  <a:rPr lang="en-US" altLang="zh-CN" sz="2000" b="1" dirty="0">
                    <a:latin typeface="Times New Roman" panose="02020603050405020304" pitchFamily="18" charset="0"/>
                  </a:rPr>
                  <a:t>1</a:t>
                </a:r>
              </a:p>
            </p:txBody>
          </p:sp>
          <p:sp>
            <p:nvSpPr>
              <p:cNvPr id="25" name="Rectangle 38">
                <a:extLst>
                  <a:ext uri="{FF2B5EF4-FFF2-40B4-BE49-F238E27FC236}">
                    <a16:creationId xmlns:a16="http://schemas.microsoft.com/office/drawing/2014/main" id="{6FD8DD29-0538-4D08-B06F-A37EAC92E92D}"/>
                  </a:ext>
                </a:extLst>
              </p:cNvPr>
              <p:cNvSpPr/>
              <p:nvPr/>
            </p:nvSpPr>
            <p:spPr>
              <a:xfrm>
                <a:off x="10703443" y="3493042"/>
                <a:ext cx="530225" cy="214312"/>
              </a:xfrm>
              <a:prstGeom prst="rect">
                <a:avLst/>
              </a:prstGeom>
              <a:noFill/>
              <a:ln w="9525">
                <a:noFill/>
              </a:ln>
            </p:spPr>
            <p:txBody>
              <a:bodyPr wrap="none" anchor="ctr" anchorCtr="0"/>
              <a:lstStyle/>
              <a:p>
                <a:pPr algn="ctr"/>
                <a:r>
                  <a:rPr lang="en-US" altLang="zh-CN" sz="2000" b="1" dirty="0">
                    <a:latin typeface="Times New Roman" panose="02020603050405020304" pitchFamily="18" charset="0"/>
                  </a:rPr>
                  <a:t>3</a:t>
                </a:r>
              </a:p>
            </p:txBody>
          </p:sp>
          <p:sp>
            <p:nvSpPr>
              <p:cNvPr id="26" name="Rectangle 38">
                <a:extLst>
                  <a:ext uri="{FF2B5EF4-FFF2-40B4-BE49-F238E27FC236}">
                    <a16:creationId xmlns:a16="http://schemas.microsoft.com/office/drawing/2014/main" id="{15BCF204-5B1E-4A66-B52B-DDE0276517A3}"/>
                  </a:ext>
                </a:extLst>
              </p:cNvPr>
              <p:cNvSpPr/>
              <p:nvPr/>
            </p:nvSpPr>
            <p:spPr>
              <a:xfrm>
                <a:off x="8501807" y="4444007"/>
                <a:ext cx="530225" cy="214312"/>
              </a:xfrm>
              <a:prstGeom prst="rect">
                <a:avLst/>
              </a:prstGeom>
              <a:noFill/>
              <a:ln w="9525">
                <a:noFill/>
              </a:ln>
            </p:spPr>
            <p:txBody>
              <a:bodyPr wrap="none" anchor="ctr" anchorCtr="0"/>
              <a:lstStyle/>
              <a:p>
                <a:pPr algn="ctr"/>
                <a:r>
                  <a:rPr lang="en-US" altLang="zh-CN" sz="2000" b="1" dirty="0">
                    <a:latin typeface="Times New Roman" panose="02020603050405020304" pitchFamily="18" charset="0"/>
                  </a:rPr>
                  <a:t>4</a:t>
                </a:r>
              </a:p>
            </p:txBody>
          </p:sp>
          <p:sp>
            <p:nvSpPr>
              <p:cNvPr id="27" name="Rectangle 38">
                <a:extLst>
                  <a:ext uri="{FF2B5EF4-FFF2-40B4-BE49-F238E27FC236}">
                    <a16:creationId xmlns:a16="http://schemas.microsoft.com/office/drawing/2014/main" id="{15F843E7-7656-4DEB-9B61-AE6BEA2DA591}"/>
                  </a:ext>
                </a:extLst>
              </p:cNvPr>
              <p:cNvSpPr/>
              <p:nvPr/>
            </p:nvSpPr>
            <p:spPr>
              <a:xfrm>
                <a:off x="9624385" y="4426104"/>
                <a:ext cx="530225" cy="214312"/>
              </a:xfrm>
              <a:prstGeom prst="rect">
                <a:avLst/>
              </a:prstGeom>
              <a:noFill/>
              <a:ln w="9525">
                <a:noFill/>
              </a:ln>
            </p:spPr>
            <p:txBody>
              <a:bodyPr wrap="none" anchor="ctr" anchorCtr="0"/>
              <a:lstStyle/>
              <a:p>
                <a:pPr algn="ctr"/>
                <a:r>
                  <a:rPr lang="en-US" altLang="zh-CN" sz="2000" b="1" dirty="0">
                    <a:latin typeface="Times New Roman" panose="02020603050405020304" pitchFamily="18" charset="0"/>
                  </a:rPr>
                  <a:t>5</a:t>
                </a:r>
              </a:p>
            </p:txBody>
          </p:sp>
          <p:sp>
            <p:nvSpPr>
              <p:cNvPr id="90150" name="Rectangle 38">
                <a:extLst>
                  <a:ext uri="{FF2B5EF4-FFF2-40B4-BE49-F238E27FC236}">
                    <a16:creationId xmlns:a16="http://schemas.microsoft.com/office/drawing/2014/main" id="{4B86CA99-989A-1A0B-7962-A061702F70BA}"/>
                  </a:ext>
                </a:extLst>
              </p:cNvPr>
              <p:cNvSpPr/>
              <p:nvPr/>
            </p:nvSpPr>
            <p:spPr>
              <a:xfrm>
                <a:off x="9998756" y="4442599"/>
                <a:ext cx="530225" cy="214312"/>
              </a:xfrm>
              <a:prstGeom prst="rect">
                <a:avLst/>
              </a:prstGeom>
              <a:noFill/>
              <a:ln w="9525">
                <a:noFill/>
              </a:ln>
            </p:spPr>
            <p:txBody>
              <a:bodyPr wrap="none" anchor="ctr" anchorCtr="0"/>
              <a:lstStyle/>
              <a:p>
                <a:pPr algn="ctr"/>
                <a:r>
                  <a:rPr lang="en-US" altLang="zh-CN" sz="2000" b="1" dirty="0">
                    <a:latin typeface="Times New Roman" panose="02020603050405020304" pitchFamily="18" charset="0"/>
                  </a:rPr>
                  <a:t>6</a:t>
                </a:r>
              </a:p>
            </p:txBody>
          </p:sp>
          <p:sp>
            <p:nvSpPr>
              <p:cNvPr id="90151" name="Rectangle 38">
                <a:extLst>
                  <a:ext uri="{FF2B5EF4-FFF2-40B4-BE49-F238E27FC236}">
                    <a16:creationId xmlns:a16="http://schemas.microsoft.com/office/drawing/2014/main" id="{A1118C4E-19AE-634F-5735-EE26E62ADB07}"/>
                  </a:ext>
                </a:extLst>
              </p:cNvPr>
              <p:cNvSpPr/>
              <p:nvPr/>
            </p:nvSpPr>
            <p:spPr>
              <a:xfrm>
                <a:off x="11117056" y="4436880"/>
                <a:ext cx="493603" cy="227403"/>
              </a:xfrm>
              <a:prstGeom prst="rect">
                <a:avLst/>
              </a:prstGeom>
              <a:noFill/>
              <a:ln w="9525">
                <a:noFill/>
              </a:ln>
            </p:spPr>
            <p:txBody>
              <a:bodyPr wrap="none" anchor="ctr" anchorCtr="0"/>
              <a:lstStyle/>
              <a:p>
                <a:pPr algn="ctr"/>
                <a:r>
                  <a:rPr lang="en-US" altLang="zh-CN" sz="2000" b="1" dirty="0">
                    <a:latin typeface="Times New Roman" panose="02020603050405020304" pitchFamily="18" charset="0"/>
                  </a:rPr>
                  <a:t>7</a:t>
                </a:r>
              </a:p>
            </p:txBody>
          </p:sp>
          <p:sp>
            <p:nvSpPr>
              <p:cNvPr id="90152" name="Rectangle 38">
                <a:extLst>
                  <a:ext uri="{FF2B5EF4-FFF2-40B4-BE49-F238E27FC236}">
                    <a16:creationId xmlns:a16="http://schemas.microsoft.com/office/drawing/2014/main" id="{8A17393D-1EF5-8CCF-4B4B-63EDB716A08F}"/>
                  </a:ext>
                </a:extLst>
              </p:cNvPr>
              <p:cNvSpPr/>
              <p:nvPr/>
            </p:nvSpPr>
            <p:spPr>
              <a:xfrm>
                <a:off x="8228978" y="5297453"/>
                <a:ext cx="530225" cy="214312"/>
              </a:xfrm>
              <a:prstGeom prst="rect">
                <a:avLst/>
              </a:prstGeom>
              <a:noFill/>
              <a:ln w="9525">
                <a:noFill/>
              </a:ln>
            </p:spPr>
            <p:txBody>
              <a:bodyPr wrap="none" anchor="ctr" anchorCtr="0"/>
              <a:lstStyle/>
              <a:p>
                <a:pPr algn="ctr"/>
                <a:r>
                  <a:rPr lang="en-US" altLang="zh-CN" sz="2000" b="1" dirty="0">
                    <a:latin typeface="Times New Roman" panose="02020603050405020304" pitchFamily="18" charset="0"/>
                  </a:rPr>
                  <a:t>8</a:t>
                </a:r>
              </a:p>
            </p:txBody>
          </p:sp>
        </p:grpSp>
      </p:grpSp>
      <p:sp>
        <p:nvSpPr>
          <p:cNvPr id="90122" name="矩形 90121">
            <a:extLst>
              <a:ext uri="{FF2B5EF4-FFF2-40B4-BE49-F238E27FC236}">
                <a16:creationId xmlns:a16="http://schemas.microsoft.com/office/drawing/2014/main" id="{1EC32AD7-E6F5-8963-94B5-92CC40496F4F}"/>
              </a:ext>
            </a:extLst>
          </p:cNvPr>
          <p:cNvSpPr/>
          <p:nvPr/>
        </p:nvSpPr>
        <p:spPr>
          <a:xfrm>
            <a:off x="9549978" y="1684841"/>
            <a:ext cx="525631" cy="411679"/>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120" name="矩形 90119">
            <a:extLst>
              <a:ext uri="{FF2B5EF4-FFF2-40B4-BE49-F238E27FC236}">
                <a16:creationId xmlns:a16="http://schemas.microsoft.com/office/drawing/2014/main" id="{DFDB83DB-C6B6-FC4D-8EA2-E4F7E2F78C6F}"/>
              </a:ext>
            </a:extLst>
          </p:cNvPr>
          <p:cNvSpPr/>
          <p:nvPr/>
        </p:nvSpPr>
        <p:spPr>
          <a:xfrm>
            <a:off x="7446160" y="1684841"/>
            <a:ext cx="525631" cy="411679"/>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118" name="矩形 90117">
            <a:extLst>
              <a:ext uri="{FF2B5EF4-FFF2-40B4-BE49-F238E27FC236}">
                <a16:creationId xmlns:a16="http://schemas.microsoft.com/office/drawing/2014/main" id="{6F945525-4D0E-6F54-161A-427537835D58}"/>
              </a:ext>
            </a:extLst>
          </p:cNvPr>
          <p:cNvSpPr/>
          <p:nvPr/>
        </p:nvSpPr>
        <p:spPr>
          <a:xfrm>
            <a:off x="7971791" y="1684930"/>
            <a:ext cx="525631" cy="411679"/>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115" name="矩形 90114">
            <a:extLst>
              <a:ext uri="{FF2B5EF4-FFF2-40B4-BE49-F238E27FC236}">
                <a16:creationId xmlns:a16="http://schemas.microsoft.com/office/drawing/2014/main" id="{84C3D30E-9FC2-F79A-2A7A-D21878BEB652}"/>
              </a:ext>
            </a:extLst>
          </p:cNvPr>
          <p:cNvSpPr/>
          <p:nvPr/>
        </p:nvSpPr>
        <p:spPr>
          <a:xfrm>
            <a:off x="8498068" y="1684841"/>
            <a:ext cx="525630" cy="411679"/>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112" name="矩形 90111">
            <a:extLst>
              <a:ext uri="{FF2B5EF4-FFF2-40B4-BE49-F238E27FC236}">
                <a16:creationId xmlns:a16="http://schemas.microsoft.com/office/drawing/2014/main" id="{AEAD7174-C986-0B3A-096A-4C4A16BB4B63}"/>
              </a:ext>
            </a:extLst>
          </p:cNvPr>
          <p:cNvSpPr/>
          <p:nvPr/>
        </p:nvSpPr>
        <p:spPr>
          <a:xfrm>
            <a:off x="9023698" y="1684930"/>
            <a:ext cx="525631" cy="411679"/>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133" name="矩形 90132">
            <a:extLst>
              <a:ext uri="{FF2B5EF4-FFF2-40B4-BE49-F238E27FC236}">
                <a16:creationId xmlns:a16="http://schemas.microsoft.com/office/drawing/2014/main" id="{168DA9A0-1E56-3A1F-C900-FE422FE9CA06}"/>
              </a:ext>
            </a:extLst>
          </p:cNvPr>
          <p:cNvSpPr/>
          <p:nvPr/>
        </p:nvSpPr>
        <p:spPr>
          <a:xfrm>
            <a:off x="11128351" y="1684014"/>
            <a:ext cx="525631" cy="411679"/>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136" name="矩形 90135">
            <a:extLst>
              <a:ext uri="{FF2B5EF4-FFF2-40B4-BE49-F238E27FC236}">
                <a16:creationId xmlns:a16="http://schemas.microsoft.com/office/drawing/2014/main" id="{44C43F1F-132F-CFD1-1D54-A2076BF4AAB4}"/>
              </a:ext>
            </a:extLst>
          </p:cNvPr>
          <p:cNvSpPr/>
          <p:nvPr/>
        </p:nvSpPr>
        <p:spPr>
          <a:xfrm>
            <a:off x="10076441" y="1684014"/>
            <a:ext cx="525630" cy="411679"/>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 name="组合 16">
            <a:extLst>
              <a:ext uri="{FF2B5EF4-FFF2-40B4-BE49-F238E27FC236}">
                <a16:creationId xmlns:a16="http://schemas.microsoft.com/office/drawing/2014/main" id="{5EC057C1-372C-D17C-9DB6-CABC01365AD7}"/>
              </a:ext>
            </a:extLst>
          </p:cNvPr>
          <p:cNvGrpSpPr/>
          <p:nvPr/>
        </p:nvGrpSpPr>
        <p:grpSpPr>
          <a:xfrm>
            <a:off x="7446161" y="1314226"/>
            <a:ext cx="4207822" cy="415403"/>
            <a:chOff x="7647548" y="1314226"/>
            <a:chExt cx="4207822" cy="415403"/>
          </a:xfrm>
        </p:grpSpPr>
        <p:sp>
          <p:nvSpPr>
            <p:cNvPr id="90121" name="矩形 90120">
              <a:extLst>
                <a:ext uri="{FF2B5EF4-FFF2-40B4-BE49-F238E27FC236}">
                  <a16:creationId xmlns:a16="http://schemas.microsoft.com/office/drawing/2014/main" id="{95755247-5235-BE8E-6E41-B1B6189E4107}"/>
                </a:ext>
              </a:extLst>
            </p:cNvPr>
            <p:cNvSpPr/>
            <p:nvPr/>
          </p:nvSpPr>
          <p:spPr>
            <a:xfrm>
              <a:off x="9751366" y="1316099"/>
              <a:ext cx="525631" cy="4116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rgbClr val="0070C0"/>
                  </a:solidFill>
                </a:rPr>
                <a:t>5</a:t>
              </a:r>
              <a:endParaRPr lang="zh-CN" altLang="en-US" sz="2000" b="1" dirty="0">
                <a:solidFill>
                  <a:srgbClr val="0070C0"/>
                </a:solidFill>
              </a:endParaRPr>
            </a:p>
          </p:txBody>
        </p:sp>
        <p:sp>
          <p:nvSpPr>
            <p:cNvPr id="90119" name="矩形 90118">
              <a:extLst>
                <a:ext uri="{FF2B5EF4-FFF2-40B4-BE49-F238E27FC236}">
                  <a16:creationId xmlns:a16="http://schemas.microsoft.com/office/drawing/2014/main" id="{770B5ADC-14B4-B99D-5B4D-FCE9C46ADBE9}"/>
                </a:ext>
              </a:extLst>
            </p:cNvPr>
            <p:cNvSpPr/>
            <p:nvPr/>
          </p:nvSpPr>
          <p:spPr>
            <a:xfrm>
              <a:off x="7647548" y="1316099"/>
              <a:ext cx="525631" cy="4116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rgbClr val="0070C0"/>
                  </a:solidFill>
                </a:rPr>
                <a:t>1</a:t>
              </a:r>
              <a:endParaRPr lang="zh-CN" altLang="en-US" sz="2000" b="1" dirty="0">
                <a:solidFill>
                  <a:srgbClr val="0070C0"/>
                </a:solidFill>
              </a:endParaRPr>
            </a:p>
          </p:txBody>
        </p:sp>
        <p:sp>
          <p:nvSpPr>
            <p:cNvPr id="90116" name="矩形 90115">
              <a:extLst>
                <a:ext uri="{FF2B5EF4-FFF2-40B4-BE49-F238E27FC236}">
                  <a16:creationId xmlns:a16="http://schemas.microsoft.com/office/drawing/2014/main" id="{8DCF46DF-F6C5-E143-E959-E29C61241382}"/>
                </a:ext>
              </a:extLst>
            </p:cNvPr>
            <p:cNvSpPr/>
            <p:nvPr/>
          </p:nvSpPr>
          <p:spPr>
            <a:xfrm>
              <a:off x="8173179" y="1317950"/>
              <a:ext cx="525631" cy="4116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rgbClr val="0070C0"/>
                  </a:solidFill>
                </a:rPr>
                <a:t>2</a:t>
              </a:r>
              <a:endParaRPr lang="zh-CN" altLang="en-US" sz="2000" b="1" dirty="0">
                <a:solidFill>
                  <a:srgbClr val="0070C0"/>
                </a:solidFill>
              </a:endParaRPr>
            </a:p>
          </p:txBody>
        </p:sp>
        <p:sp>
          <p:nvSpPr>
            <p:cNvPr id="90113" name="矩形 90112">
              <a:extLst>
                <a:ext uri="{FF2B5EF4-FFF2-40B4-BE49-F238E27FC236}">
                  <a16:creationId xmlns:a16="http://schemas.microsoft.com/office/drawing/2014/main" id="{AFAE50C0-EE89-FFA2-79FF-53AFCCDDB899}"/>
                </a:ext>
              </a:extLst>
            </p:cNvPr>
            <p:cNvSpPr/>
            <p:nvPr/>
          </p:nvSpPr>
          <p:spPr>
            <a:xfrm>
              <a:off x="8699456" y="1315053"/>
              <a:ext cx="541057" cy="4127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rgbClr val="0070C0"/>
                  </a:solidFill>
                </a:rPr>
                <a:t>3</a:t>
              </a:r>
              <a:endParaRPr lang="zh-CN" altLang="en-US" sz="2000" b="1" dirty="0">
                <a:solidFill>
                  <a:srgbClr val="0070C0"/>
                </a:solidFill>
              </a:endParaRPr>
            </a:p>
          </p:txBody>
        </p:sp>
        <p:sp>
          <p:nvSpPr>
            <p:cNvPr id="63" name="矩形 62">
              <a:extLst>
                <a:ext uri="{FF2B5EF4-FFF2-40B4-BE49-F238E27FC236}">
                  <a16:creationId xmlns:a16="http://schemas.microsoft.com/office/drawing/2014/main" id="{38A32DBC-566A-5892-F65E-999F78B8D084}"/>
                </a:ext>
              </a:extLst>
            </p:cNvPr>
            <p:cNvSpPr/>
            <p:nvPr/>
          </p:nvSpPr>
          <p:spPr>
            <a:xfrm>
              <a:off x="9225086" y="1317950"/>
              <a:ext cx="525631" cy="4116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rgbClr val="0070C0"/>
                  </a:solidFill>
                </a:rPr>
                <a:t>4</a:t>
              </a:r>
              <a:endParaRPr lang="zh-CN" altLang="en-US" sz="2000" b="1" dirty="0">
                <a:solidFill>
                  <a:srgbClr val="0070C0"/>
                </a:solidFill>
              </a:endParaRPr>
            </a:p>
          </p:txBody>
        </p:sp>
        <p:sp>
          <p:nvSpPr>
            <p:cNvPr id="90132" name="矩形 90131">
              <a:extLst>
                <a:ext uri="{FF2B5EF4-FFF2-40B4-BE49-F238E27FC236}">
                  <a16:creationId xmlns:a16="http://schemas.microsoft.com/office/drawing/2014/main" id="{95401AA4-0EBC-DBAC-6159-4AB4E65B0957}"/>
                </a:ext>
              </a:extLst>
            </p:cNvPr>
            <p:cNvSpPr/>
            <p:nvPr/>
          </p:nvSpPr>
          <p:spPr>
            <a:xfrm>
              <a:off x="11329739" y="1315272"/>
              <a:ext cx="525631" cy="4116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rgbClr val="0070C0"/>
                  </a:solidFill>
                </a:rPr>
                <a:t>8</a:t>
              </a:r>
              <a:endParaRPr lang="zh-CN" altLang="en-US" sz="2000" b="1" dirty="0">
                <a:solidFill>
                  <a:srgbClr val="0070C0"/>
                </a:solidFill>
              </a:endParaRPr>
            </a:p>
          </p:txBody>
        </p:sp>
        <p:sp>
          <p:nvSpPr>
            <p:cNvPr id="90135" name="矩形 90134">
              <a:extLst>
                <a:ext uri="{FF2B5EF4-FFF2-40B4-BE49-F238E27FC236}">
                  <a16:creationId xmlns:a16="http://schemas.microsoft.com/office/drawing/2014/main" id="{90E3181B-CCE1-57B3-031D-E057512CA2BD}"/>
                </a:ext>
              </a:extLst>
            </p:cNvPr>
            <p:cNvSpPr/>
            <p:nvPr/>
          </p:nvSpPr>
          <p:spPr>
            <a:xfrm>
              <a:off x="10277829" y="1314226"/>
              <a:ext cx="541057" cy="4127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rgbClr val="0070C0"/>
                  </a:solidFill>
                </a:rPr>
                <a:t>6</a:t>
              </a:r>
              <a:endParaRPr lang="zh-CN" altLang="en-US" sz="2000" b="1" dirty="0">
                <a:solidFill>
                  <a:srgbClr val="0070C0"/>
                </a:solidFill>
              </a:endParaRPr>
            </a:p>
          </p:txBody>
        </p:sp>
        <p:sp>
          <p:nvSpPr>
            <p:cNvPr id="90138" name="矩形 90137">
              <a:extLst>
                <a:ext uri="{FF2B5EF4-FFF2-40B4-BE49-F238E27FC236}">
                  <a16:creationId xmlns:a16="http://schemas.microsoft.com/office/drawing/2014/main" id="{3013B4FB-097F-B583-6C1D-0A25764C2895}"/>
                </a:ext>
              </a:extLst>
            </p:cNvPr>
            <p:cNvSpPr/>
            <p:nvPr/>
          </p:nvSpPr>
          <p:spPr>
            <a:xfrm>
              <a:off x="10803459" y="1317123"/>
              <a:ext cx="525631" cy="4116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rgbClr val="0070C0"/>
                  </a:solidFill>
                </a:rPr>
                <a:t>7</a:t>
              </a:r>
              <a:endParaRPr lang="zh-CN" altLang="en-US" sz="2000" b="1" dirty="0">
                <a:solidFill>
                  <a:srgbClr val="0070C0"/>
                </a:solidFill>
              </a:endParaRPr>
            </a:p>
          </p:txBody>
        </p:sp>
      </p:grpSp>
      <p:sp>
        <p:nvSpPr>
          <p:cNvPr id="90139" name="矩形 90138">
            <a:extLst>
              <a:ext uri="{FF2B5EF4-FFF2-40B4-BE49-F238E27FC236}">
                <a16:creationId xmlns:a16="http://schemas.microsoft.com/office/drawing/2014/main" id="{6C79620C-FCF1-92A0-A29E-00422C656837}"/>
              </a:ext>
            </a:extLst>
          </p:cNvPr>
          <p:cNvSpPr/>
          <p:nvPr/>
        </p:nvSpPr>
        <p:spPr>
          <a:xfrm>
            <a:off x="10602071" y="1684103"/>
            <a:ext cx="525631" cy="411679"/>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114" name="文本框 49"/>
          <p:cNvSpPr/>
          <p:nvPr/>
        </p:nvSpPr>
        <p:spPr>
          <a:xfrm>
            <a:off x="226659" y="1219884"/>
            <a:ext cx="6849731" cy="4788381"/>
          </a:xfrm>
          <a:prstGeom prst="rect">
            <a:avLst/>
          </a:prstGeom>
          <a:noFill/>
          <a:ln w="9525">
            <a:noFill/>
          </a:ln>
        </p:spPr>
        <p:txBody>
          <a:bodyPr lIns="180000" tIns="46800" rIns="36000"/>
          <a:lstStyle/>
          <a:p>
            <a:pPr>
              <a:lnSpc>
                <a:spcPct val="110000"/>
              </a:lnSpc>
            </a:pPr>
            <a:r>
              <a:rPr lang="en-US" altLang="zh-CN" sz="2200" b="1"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sym typeface="+mn-ea"/>
              </a:rPr>
              <a:t>typedef</a:t>
            </a:r>
            <a:r>
              <a:rPr lang="en-US" altLang="zh-CN" sz="2200" dirty="0">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sym typeface="+mn-ea"/>
              </a:rPr>
              <a:t> </a:t>
            </a:r>
            <a:r>
              <a:rPr lang="en-US" altLang="zh-CN" sz="2200" b="1" dirty="0" err="1">
                <a:latin typeface="Courier New" panose="02070309020205020404" pitchFamily="49" charset="0"/>
                <a:ea typeface="宋体" panose="02010600030101010101" pitchFamily="2" charset="-122"/>
                <a:cs typeface="Courier New" panose="02070309020205020404" pitchFamily="49" charset="0"/>
                <a:sym typeface="+mn-ea"/>
              </a:rPr>
              <a:t>SqList</a:t>
            </a:r>
            <a:r>
              <a:rPr lang="en-US" altLang="zh-CN" sz="2200" b="1" dirty="0">
                <a:latin typeface="Courier New" panose="02070309020205020404" pitchFamily="49" charset="0"/>
                <a:ea typeface="宋体" panose="02010600030101010101" pitchFamily="2" charset="-122"/>
                <a:cs typeface="Courier New" panose="02070309020205020404" pitchFamily="49" charset="0"/>
                <a:sym typeface="+mn-ea"/>
              </a:rPr>
              <a:t> Heap;  </a:t>
            </a:r>
            <a:r>
              <a:rPr lang="en-US" altLang="zh-CN" sz="2200" b="1" dirty="0">
                <a:solidFill>
                  <a:srgbClr val="0070C0"/>
                </a:solidFill>
                <a:latin typeface="Courier New" panose="02070309020205020404" pitchFamily="49" charset="0"/>
                <a:ea typeface="仿宋" panose="02010609060101010101" pitchFamily="49" charset="-122"/>
                <a:cs typeface="Courier New" panose="02070309020205020404" pitchFamily="49" charset="0"/>
                <a:sym typeface="+mn-ea"/>
              </a:rPr>
              <a:t>// </a:t>
            </a:r>
            <a:r>
              <a:rPr lang="zh-CN" altLang="en-US" sz="2200" b="1" dirty="0">
                <a:solidFill>
                  <a:srgbClr val="0070C0"/>
                </a:solidFill>
                <a:latin typeface="Courier New" panose="02070309020205020404" pitchFamily="49" charset="0"/>
                <a:ea typeface="仿宋" panose="02010609060101010101" pitchFamily="49" charset="-122"/>
                <a:cs typeface="Courier New" panose="02070309020205020404" pitchFamily="49" charset="0"/>
                <a:sym typeface="+mn-ea"/>
              </a:rPr>
              <a:t>堆为顺序表类型</a:t>
            </a:r>
            <a:endParaRPr lang="en-US" altLang="zh-CN" sz="2200" b="1" dirty="0">
              <a:solidFill>
                <a:srgbClr val="0070C0"/>
              </a:solidFill>
              <a:latin typeface="Courier New" panose="02070309020205020404" pitchFamily="49" charset="0"/>
              <a:ea typeface="仿宋" panose="02010609060101010101" pitchFamily="49" charset="-122"/>
              <a:cs typeface="Courier New" panose="02070309020205020404" pitchFamily="49" charset="0"/>
              <a:sym typeface="+mn-ea"/>
            </a:endParaRPr>
          </a:p>
          <a:p>
            <a:pPr>
              <a:lnSpc>
                <a:spcPct val="110000"/>
              </a:lnSpc>
            </a:pPr>
            <a:r>
              <a:rPr lang="en-US" altLang="zh-CN" sz="2200" b="1"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sym typeface="+mn-ea"/>
              </a:rPr>
              <a:t>void</a:t>
            </a:r>
            <a:r>
              <a:rPr lang="en-US" altLang="zh-CN" sz="2200" b="1" dirty="0">
                <a:latin typeface="Courier New" panose="02070309020205020404" pitchFamily="49" charset="0"/>
                <a:cs typeface="Courier New" panose="02070309020205020404" pitchFamily="49" charset="0"/>
                <a:sym typeface="+mn-ea"/>
              </a:rPr>
              <a:t> </a:t>
            </a:r>
            <a:r>
              <a:rPr lang="en-US" altLang="zh-CN" sz="2200" b="1" dirty="0" err="1">
                <a:latin typeface="Courier New" panose="02070309020205020404" pitchFamily="49" charset="0"/>
                <a:ea typeface="宋体" panose="02010600030101010101" pitchFamily="2" charset="-122"/>
                <a:cs typeface="Courier New" panose="02070309020205020404" pitchFamily="49" charset="0"/>
                <a:sym typeface="+mn-ea"/>
              </a:rPr>
              <a:t>HeapSort</a:t>
            </a:r>
            <a:r>
              <a:rPr lang="en-US" altLang="zh-CN" sz="2200" b="1" dirty="0">
                <a:latin typeface="Courier New" panose="02070309020205020404" pitchFamily="49" charset="0"/>
                <a:ea typeface="宋体" panose="02010600030101010101" pitchFamily="2" charset="-122"/>
                <a:cs typeface="Courier New" panose="02070309020205020404" pitchFamily="49" charset="0"/>
                <a:sym typeface="+mn-ea"/>
              </a:rPr>
              <a:t>(</a:t>
            </a:r>
            <a:r>
              <a:rPr lang="en-US" altLang="zh-CN" sz="2200" b="1" dirty="0" err="1">
                <a:latin typeface="Courier New" panose="02070309020205020404" pitchFamily="49" charset="0"/>
                <a:ea typeface="宋体" panose="02010600030101010101" pitchFamily="2" charset="-122"/>
                <a:cs typeface="Courier New" panose="02070309020205020404" pitchFamily="49" charset="0"/>
                <a:sym typeface="+mn-ea"/>
              </a:rPr>
              <a:t>SqList</a:t>
            </a:r>
            <a:r>
              <a:rPr lang="en-US" altLang="zh-CN" sz="2200" b="1" dirty="0">
                <a:latin typeface="Courier New" panose="02070309020205020404" pitchFamily="49" charset="0"/>
                <a:ea typeface="宋体" panose="02010600030101010101" pitchFamily="2" charset="-122"/>
                <a:cs typeface="Courier New" panose="02070309020205020404" pitchFamily="49" charset="0"/>
                <a:sym typeface="+mn-ea"/>
              </a:rPr>
              <a:t> L) </a:t>
            </a:r>
            <a:r>
              <a:rPr lang="en-US" altLang="zh-CN" sz="2200" b="1"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sym typeface="+mn-ea"/>
              </a:rPr>
              <a:t>{ </a:t>
            </a:r>
          </a:p>
          <a:p>
            <a:pPr>
              <a:lnSpc>
                <a:spcPct val="110000"/>
              </a:lnSpc>
            </a:pPr>
            <a:r>
              <a:rPr lang="en-US" altLang="zh-CN" sz="2200" b="1"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sym typeface="+mn-ea"/>
              </a:rPr>
              <a:t>  </a:t>
            </a:r>
            <a:r>
              <a:rPr lang="en-US" altLang="zh-CN" sz="2200" b="1" dirty="0">
                <a:solidFill>
                  <a:srgbClr val="0070C0"/>
                </a:solidFill>
                <a:latin typeface="Courier New" panose="02070309020205020404" pitchFamily="49" charset="0"/>
                <a:ea typeface="仿宋" panose="02010609060101010101" pitchFamily="49" charset="-122"/>
                <a:cs typeface="Courier New" panose="02070309020205020404" pitchFamily="49" charset="0"/>
                <a:sym typeface="+mn-ea"/>
              </a:rPr>
              <a:t>// </a:t>
            </a:r>
            <a:r>
              <a:rPr lang="zh-CN" altLang="en-US" sz="2200" b="1" dirty="0">
                <a:solidFill>
                  <a:srgbClr val="0070C0"/>
                </a:solidFill>
                <a:latin typeface="Courier New" panose="02070309020205020404" pitchFamily="49" charset="0"/>
                <a:ea typeface="仿宋" panose="02010609060101010101" pitchFamily="49" charset="-122"/>
                <a:cs typeface="Courier New" panose="02070309020205020404" pitchFamily="49" charset="0"/>
                <a:sym typeface="+mn-ea"/>
              </a:rPr>
              <a:t>对顺序表 </a:t>
            </a:r>
            <a:r>
              <a:rPr lang="en-US" altLang="zh-CN" sz="2200" b="1" dirty="0">
                <a:solidFill>
                  <a:srgbClr val="C00000"/>
                </a:solidFill>
                <a:latin typeface="Courier New" panose="02070309020205020404" pitchFamily="49" charset="0"/>
                <a:ea typeface="仿宋" panose="02010609060101010101" pitchFamily="49" charset="-122"/>
                <a:cs typeface="Courier New" panose="02070309020205020404" pitchFamily="49" charset="0"/>
                <a:sym typeface="+mn-ea"/>
              </a:rPr>
              <a:t>L</a:t>
            </a:r>
            <a:r>
              <a:rPr lang="en-US" altLang="zh-CN" sz="2200" b="1" dirty="0">
                <a:solidFill>
                  <a:srgbClr val="0070C0"/>
                </a:solidFill>
                <a:latin typeface="Courier New" panose="02070309020205020404" pitchFamily="49" charset="0"/>
                <a:ea typeface="仿宋" panose="02010609060101010101" pitchFamily="49" charset="-122"/>
                <a:cs typeface="Courier New" panose="02070309020205020404" pitchFamily="49" charset="0"/>
                <a:sym typeface="+mn-ea"/>
              </a:rPr>
              <a:t> </a:t>
            </a:r>
            <a:r>
              <a:rPr lang="zh-CN" altLang="en-US" sz="2200" b="1" dirty="0">
                <a:solidFill>
                  <a:srgbClr val="0070C0"/>
                </a:solidFill>
                <a:latin typeface="Courier New" panose="02070309020205020404" pitchFamily="49" charset="0"/>
                <a:ea typeface="仿宋" panose="02010609060101010101" pitchFamily="49" charset="-122"/>
                <a:cs typeface="Courier New" panose="02070309020205020404" pitchFamily="49" charset="0"/>
                <a:sym typeface="+mn-ea"/>
              </a:rPr>
              <a:t>堆排序</a:t>
            </a:r>
          </a:p>
          <a:p>
            <a:pPr defTabSz="914400">
              <a:lnSpc>
                <a:spcPct val="120000"/>
              </a:lnSpc>
            </a:pPr>
            <a:r>
              <a:rPr lang="zh-CN" altLang="en-US" sz="2200" b="1" dirty="0">
                <a:latin typeface="Courier New" panose="02070309020205020404" pitchFamily="49" charset="0"/>
                <a:ea typeface="宋体" panose="02010600030101010101" pitchFamily="2" charset="-122"/>
                <a:cs typeface="Courier New" panose="02070309020205020404" pitchFamily="49" charset="0"/>
                <a:sym typeface="+mn-ea"/>
              </a:rPr>
              <a:t>  </a:t>
            </a:r>
            <a:r>
              <a:rPr lang="en-US" altLang="zh-CN" sz="2200" b="1"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sym typeface="+mn-ea"/>
              </a:rPr>
              <a:t>int</a:t>
            </a:r>
            <a:r>
              <a:rPr lang="en-US" altLang="zh-CN" sz="2200" b="1" dirty="0">
                <a:latin typeface="Courier New" panose="02070309020205020404" pitchFamily="49" charset="0"/>
                <a:ea typeface="宋体" panose="02010600030101010101" pitchFamily="2" charset="-122"/>
                <a:cs typeface="Courier New" panose="02070309020205020404" pitchFamily="49" charset="0"/>
                <a:sym typeface="+mn-ea"/>
              </a:rPr>
              <a:t> </a:t>
            </a:r>
            <a:r>
              <a:rPr lang="en-US" altLang="zh-CN" sz="2200" b="1" dirty="0" err="1">
                <a:latin typeface="Courier New" panose="02070309020205020404" pitchFamily="49" charset="0"/>
                <a:ea typeface="宋体" panose="02010600030101010101" pitchFamily="2" charset="-122"/>
                <a:cs typeface="Courier New" panose="02070309020205020404" pitchFamily="49" charset="0"/>
                <a:sym typeface="+mn-ea"/>
              </a:rPr>
              <a:t>len</a:t>
            </a:r>
            <a:r>
              <a:rPr lang="en-US" altLang="zh-CN" sz="2200" b="1" dirty="0">
                <a:latin typeface="Courier New" panose="02070309020205020404" pitchFamily="49" charset="0"/>
                <a:ea typeface="宋体" panose="02010600030101010101" pitchFamily="2" charset="-122"/>
                <a:cs typeface="Courier New" panose="02070309020205020404" pitchFamily="49" charset="0"/>
                <a:sym typeface="+mn-ea"/>
              </a:rPr>
              <a:t> = L-&gt;</a:t>
            </a:r>
            <a:r>
              <a:rPr lang="en-US" altLang="zh-CN" sz="2200" b="1" dirty="0" err="1">
                <a:latin typeface="Courier New" panose="02070309020205020404" pitchFamily="49" charset="0"/>
                <a:ea typeface="宋体" panose="02010600030101010101" pitchFamily="2" charset="-122"/>
                <a:cs typeface="Courier New" panose="02070309020205020404" pitchFamily="49" charset="0"/>
                <a:sym typeface="+mn-ea"/>
              </a:rPr>
              <a:t>len</a:t>
            </a:r>
            <a:r>
              <a:rPr lang="en-US" altLang="zh-CN" sz="2200" b="1" dirty="0">
                <a:latin typeface="Courier New" panose="02070309020205020404" pitchFamily="49" charset="0"/>
                <a:ea typeface="宋体" panose="02010600030101010101" pitchFamily="2" charset="-122"/>
                <a:cs typeface="Courier New" panose="02070309020205020404" pitchFamily="49" charset="0"/>
                <a:sym typeface="+mn-ea"/>
              </a:rPr>
              <a:t>;      </a:t>
            </a:r>
            <a:r>
              <a:rPr lang="en-US" altLang="zh-CN" sz="2200" b="1" dirty="0">
                <a:solidFill>
                  <a:srgbClr val="0070C0"/>
                </a:solidFill>
                <a:latin typeface="Courier New" panose="02070309020205020404" pitchFamily="49" charset="0"/>
                <a:ea typeface="仿宋" panose="02010609060101010101" pitchFamily="49" charset="-122"/>
                <a:cs typeface="Courier New" panose="02070309020205020404" pitchFamily="49" charset="0"/>
                <a:sym typeface="+mn-ea"/>
              </a:rPr>
              <a:t>// </a:t>
            </a:r>
            <a:r>
              <a:rPr lang="zh-CN" altLang="en-US" sz="2200" b="1" dirty="0">
                <a:solidFill>
                  <a:srgbClr val="0070C0"/>
                </a:solidFill>
                <a:latin typeface="Courier New" panose="02070309020205020404" pitchFamily="49" charset="0"/>
                <a:ea typeface="仿宋" panose="02010609060101010101" pitchFamily="49" charset="-122"/>
                <a:cs typeface="Courier New" panose="02070309020205020404" pitchFamily="49" charset="0"/>
                <a:sym typeface="+mn-ea"/>
              </a:rPr>
              <a:t>保存表长</a:t>
            </a:r>
            <a:endParaRPr lang="en-US" altLang="zh-CN" sz="2200" b="1" dirty="0">
              <a:solidFill>
                <a:srgbClr val="0070C0"/>
              </a:solidFill>
              <a:latin typeface="Courier New" panose="02070309020205020404" pitchFamily="49" charset="0"/>
              <a:ea typeface="仿宋" panose="02010609060101010101" pitchFamily="49" charset="-122"/>
              <a:cs typeface="Courier New" panose="02070309020205020404" pitchFamily="49" charset="0"/>
              <a:sym typeface="+mn-ea"/>
            </a:endParaRPr>
          </a:p>
          <a:p>
            <a:pPr>
              <a:lnSpc>
                <a:spcPct val="120000"/>
              </a:lnSpc>
            </a:pPr>
            <a:r>
              <a:rPr lang="en-US" altLang="zh-CN" sz="2200" b="1"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sym typeface="+mn-ea"/>
              </a:rPr>
              <a:t>  </a:t>
            </a:r>
            <a:r>
              <a:rPr lang="en-US" altLang="zh-CN" sz="2200" b="1" dirty="0">
                <a:latin typeface="Courier New" panose="02070309020205020404" pitchFamily="49" charset="0"/>
                <a:ea typeface="宋体" panose="02010600030101010101" pitchFamily="2" charset="-122"/>
                <a:cs typeface="Courier New" panose="02070309020205020404" pitchFamily="49" charset="0"/>
                <a:sym typeface="+mn-ea"/>
              </a:rPr>
              <a:t>Heap H = </a:t>
            </a:r>
            <a:r>
              <a:rPr lang="en-US" altLang="zh-CN" sz="2200" b="1" dirty="0" err="1">
                <a:latin typeface="Courier New" panose="02070309020205020404" pitchFamily="49" charset="0"/>
                <a:ea typeface="宋体" panose="02010600030101010101" pitchFamily="2" charset="-122"/>
                <a:cs typeface="Courier New" panose="02070309020205020404" pitchFamily="49" charset="0"/>
                <a:sym typeface="+mn-ea"/>
              </a:rPr>
              <a:t>MakeHeap</a:t>
            </a:r>
            <a:r>
              <a:rPr lang="en-US" altLang="zh-CN" sz="2200" b="1" dirty="0">
                <a:latin typeface="Courier New" panose="02070309020205020404" pitchFamily="49" charset="0"/>
                <a:ea typeface="宋体" panose="02010600030101010101" pitchFamily="2" charset="-122"/>
                <a:cs typeface="Courier New" panose="02070309020205020404" pitchFamily="49" charset="0"/>
                <a:sym typeface="+mn-ea"/>
              </a:rPr>
              <a:t>(L);  </a:t>
            </a:r>
            <a:r>
              <a:rPr lang="en-US" altLang="zh-CN" sz="2200" b="1" dirty="0">
                <a:solidFill>
                  <a:srgbClr val="0070C0"/>
                </a:solidFill>
                <a:latin typeface="Courier New" panose="02070309020205020404" pitchFamily="49" charset="0"/>
                <a:ea typeface="仿宋" panose="02010609060101010101" pitchFamily="49" charset="-122"/>
                <a:cs typeface="Courier New" panose="02070309020205020404" pitchFamily="49" charset="0"/>
                <a:sym typeface="+mn-ea"/>
              </a:rPr>
              <a:t>//</a:t>
            </a:r>
            <a:r>
              <a:rPr lang="en-US" altLang="zh-CN" sz="2200" b="1"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sym typeface="+mn-ea"/>
              </a:rPr>
              <a:t> </a:t>
            </a:r>
            <a:r>
              <a:rPr lang="zh-CN" altLang="en-US" sz="2200" b="1" dirty="0">
                <a:solidFill>
                  <a:srgbClr val="0070C0"/>
                </a:solidFill>
                <a:latin typeface="Courier New" panose="02070309020205020404" pitchFamily="49" charset="0"/>
                <a:ea typeface="仿宋" panose="02010609060101010101" pitchFamily="49" charset="-122"/>
                <a:cs typeface="Courier New" panose="02070309020205020404" pitchFamily="49" charset="0"/>
                <a:sym typeface="+mn-ea"/>
              </a:rPr>
              <a:t>建成大顶堆</a:t>
            </a:r>
            <a:endParaRPr lang="en-US" altLang="zh-CN" sz="2200" b="1"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sym typeface="+mn-ea"/>
            </a:endParaRPr>
          </a:p>
          <a:p>
            <a:pPr defTabSz="914400">
              <a:lnSpc>
                <a:spcPct val="120000"/>
              </a:lnSpc>
            </a:pPr>
            <a:r>
              <a:rPr lang="en-US" altLang="zh-CN" sz="2200" b="1"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sym typeface="+mn-ea"/>
              </a:rPr>
              <a:t>  while </a:t>
            </a:r>
            <a:r>
              <a:rPr lang="en-US" altLang="zh-CN" sz="2200" b="1" dirty="0">
                <a:latin typeface="Courier New" panose="02070309020205020404" pitchFamily="49" charset="0"/>
                <a:ea typeface="宋体" panose="02010600030101010101" pitchFamily="2" charset="-122"/>
                <a:cs typeface="Courier New" panose="02070309020205020404" pitchFamily="49" charset="0"/>
                <a:sym typeface="+mn-ea"/>
              </a:rPr>
              <a:t>(H-&gt;</a:t>
            </a:r>
            <a:r>
              <a:rPr lang="en-US" altLang="zh-CN" sz="2200" b="1" dirty="0" err="1">
                <a:latin typeface="Courier New" panose="02070309020205020404" pitchFamily="49" charset="0"/>
                <a:ea typeface="宋体" panose="02010600030101010101" pitchFamily="2" charset="-122"/>
                <a:cs typeface="Courier New" panose="02070309020205020404" pitchFamily="49" charset="0"/>
                <a:sym typeface="+mn-ea"/>
              </a:rPr>
              <a:t>len</a:t>
            </a:r>
            <a:r>
              <a:rPr lang="en-US" altLang="zh-CN" sz="2200" b="1" dirty="0">
                <a:latin typeface="Courier New" panose="02070309020205020404" pitchFamily="49" charset="0"/>
                <a:ea typeface="宋体" panose="02010600030101010101" pitchFamily="2" charset="-122"/>
                <a:cs typeface="Courier New" panose="02070309020205020404" pitchFamily="49" charset="0"/>
                <a:sym typeface="+mn-ea"/>
              </a:rPr>
              <a:t>&gt;1) </a:t>
            </a:r>
            <a:r>
              <a:rPr lang="en-US" altLang="zh-CN" sz="2200" b="1"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sym typeface="+mn-ea"/>
              </a:rPr>
              <a:t>{</a:t>
            </a:r>
            <a:r>
              <a:rPr lang="en-US" altLang="zh-CN" sz="2200" b="1" dirty="0">
                <a:solidFill>
                  <a:srgbClr val="CC3300"/>
                </a:solidFill>
                <a:latin typeface="Courier New" panose="02070309020205020404" pitchFamily="49" charset="0"/>
                <a:ea typeface="楷体_GB2312" pitchFamily="49" charset="-122"/>
                <a:cs typeface="Courier New" panose="02070309020205020404" pitchFamily="49" charset="0"/>
                <a:sym typeface="+mn-ea"/>
              </a:rPr>
              <a:t> </a:t>
            </a:r>
          </a:p>
          <a:p>
            <a:pPr defTabSz="914400">
              <a:lnSpc>
                <a:spcPct val="120000"/>
              </a:lnSpc>
            </a:pPr>
            <a:r>
              <a:rPr lang="en-US" altLang="zh-CN" sz="2200" b="1" dirty="0">
                <a:latin typeface="Courier New" panose="02070309020205020404" pitchFamily="49" charset="0"/>
                <a:ea typeface="宋体" panose="02010600030101010101" pitchFamily="2" charset="-122"/>
                <a:cs typeface="Courier New" panose="02070309020205020404" pitchFamily="49" charset="0"/>
                <a:sym typeface="+mn-ea"/>
              </a:rPr>
              <a:t>    </a:t>
            </a:r>
            <a:r>
              <a:rPr lang="en-US" altLang="zh-CN" sz="2200" b="1" dirty="0" err="1">
                <a:latin typeface="Courier New" panose="02070309020205020404" pitchFamily="49" charset="0"/>
                <a:ea typeface="宋体" panose="02010600030101010101" pitchFamily="2" charset="-122"/>
                <a:cs typeface="Courier New" panose="02070309020205020404" pitchFamily="49" charset="0"/>
                <a:sym typeface="+mn-ea"/>
              </a:rPr>
              <a:t>swapElem</a:t>
            </a:r>
            <a:r>
              <a:rPr lang="en-US" altLang="zh-CN" sz="2200" b="1" dirty="0">
                <a:latin typeface="Courier New" panose="02070309020205020404" pitchFamily="49" charset="0"/>
                <a:ea typeface="宋体" panose="02010600030101010101" pitchFamily="2" charset="-122"/>
                <a:cs typeface="Courier New" panose="02070309020205020404" pitchFamily="49" charset="0"/>
                <a:sym typeface="+mn-ea"/>
              </a:rPr>
              <a:t>(H, 1, H-&gt;</a:t>
            </a:r>
            <a:r>
              <a:rPr lang="en-US" altLang="zh-CN" sz="2200" b="1" dirty="0" err="1">
                <a:latin typeface="Courier New" panose="02070309020205020404" pitchFamily="49" charset="0"/>
                <a:ea typeface="宋体" panose="02010600030101010101" pitchFamily="2" charset="-122"/>
                <a:cs typeface="Courier New" panose="02070309020205020404" pitchFamily="49" charset="0"/>
                <a:sym typeface="+mn-ea"/>
              </a:rPr>
              <a:t>len</a:t>
            </a:r>
            <a:r>
              <a:rPr lang="en-US" altLang="zh-CN" sz="2200" b="1" dirty="0">
                <a:latin typeface="Courier New" panose="02070309020205020404" pitchFamily="49" charset="0"/>
                <a:ea typeface="宋体" panose="02010600030101010101" pitchFamily="2" charset="-122"/>
                <a:cs typeface="Courier New" panose="02070309020205020404" pitchFamily="49" charset="0"/>
                <a:sym typeface="+mn-ea"/>
              </a:rPr>
              <a:t>)</a:t>
            </a:r>
            <a:r>
              <a:rPr lang="en-US" altLang="zh-CN" sz="2200" b="1" dirty="0">
                <a:latin typeface="Courier New" panose="02070309020205020404" pitchFamily="49" charset="0"/>
                <a:cs typeface="Courier New" panose="02070309020205020404" pitchFamily="49" charset="0"/>
                <a:sym typeface="+mn-ea"/>
              </a:rPr>
              <a:t>; </a:t>
            </a:r>
            <a:r>
              <a:rPr lang="en-US" altLang="zh-CN" sz="2200" b="1" dirty="0">
                <a:solidFill>
                  <a:srgbClr val="0070C0"/>
                </a:solidFill>
                <a:latin typeface="Courier New" panose="02070309020205020404" pitchFamily="49" charset="0"/>
                <a:ea typeface="仿宋" panose="02010609060101010101" pitchFamily="49" charset="-122"/>
                <a:cs typeface="Courier New" panose="02070309020205020404" pitchFamily="49" charset="0"/>
                <a:sym typeface="+mn-ea"/>
              </a:rPr>
              <a:t>// </a:t>
            </a:r>
            <a:r>
              <a:rPr lang="zh-CN" altLang="en-US" sz="2200" b="1" dirty="0">
                <a:solidFill>
                  <a:srgbClr val="0070C0"/>
                </a:solidFill>
                <a:latin typeface="Courier New" panose="02070309020205020404" pitchFamily="49" charset="0"/>
                <a:ea typeface="仿宋" panose="02010609060101010101" pitchFamily="49" charset="-122"/>
                <a:cs typeface="Courier New" panose="02070309020205020404" pitchFamily="49" charset="0"/>
                <a:sym typeface="+mn-ea"/>
              </a:rPr>
              <a:t>堆顶末交换</a:t>
            </a:r>
            <a:endParaRPr lang="en-US" altLang="zh-CN" sz="2200" b="1" dirty="0">
              <a:solidFill>
                <a:srgbClr val="0070C0"/>
              </a:solidFill>
              <a:latin typeface="Courier New" panose="02070309020205020404" pitchFamily="49" charset="0"/>
              <a:ea typeface="仿宋" panose="02010609060101010101" pitchFamily="49" charset="-122"/>
              <a:cs typeface="Courier New" panose="02070309020205020404" pitchFamily="49" charset="0"/>
              <a:sym typeface="+mn-ea"/>
            </a:endParaRPr>
          </a:p>
          <a:p>
            <a:pPr>
              <a:lnSpc>
                <a:spcPct val="110000"/>
              </a:lnSpc>
            </a:pPr>
            <a:r>
              <a:rPr lang="en-US" altLang="zh-CN" sz="2200" b="1" dirty="0">
                <a:solidFill>
                  <a:srgbClr val="CC3300"/>
                </a:solidFill>
                <a:latin typeface="Courier New" panose="02070309020205020404" pitchFamily="49" charset="0"/>
                <a:ea typeface="楷体_GB2312" pitchFamily="49" charset="-122"/>
                <a:cs typeface="Courier New" panose="02070309020205020404" pitchFamily="49" charset="0"/>
                <a:sym typeface="+mn-ea"/>
              </a:rPr>
              <a:t>    </a:t>
            </a:r>
            <a:r>
              <a:rPr lang="en-US" altLang="zh-CN" sz="2200" b="1" dirty="0">
                <a:latin typeface="Courier New" panose="02070309020205020404" pitchFamily="49" charset="0"/>
                <a:ea typeface="宋体" panose="02010600030101010101" pitchFamily="2" charset="-122"/>
                <a:cs typeface="Courier New" panose="02070309020205020404" pitchFamily="49" charset="0"/>
                <a:sym typeface="+mn-ea"/>
              </a:rPr>
              <a:t>H-&gt;</a:t>
            </a:r>
            <a:r>
              <a:rPr lang="en-US" altLang="zh-CN" sz="2200" b="1" dirty="0" err="1">
                <a:latin typeface="Courier New" panose="02070309020205020404" pitchFamily="49" charset="0"/>
                <a:ea typeface="宋体" panose="02010600030101010101" pitchFamily="2" charset="-122"/>
                <a:cs typeface="Courier New" panose="02070309020205020404" pitchFamily="49" charset="0"/>
                <a:sym typeface="+mn-ea"/>
              </a:rPr>
              <a:t>len</a:t>
            </a:r>
            <a:r>
              <a:rPr lang="en-US" altLang="zh-CN" sz="2200" b="1" dirty="0">
                <a:latin typeface="Courier New" panose="02070309020205020404" pitchFamily="49" charset="0"/>
                <a:ea typeface="宋体" panose="02010600030101010101" pitchFamily="2" charset="-122"/>
                <a:cs typeface="Courier New" panose="02070309020205020404" pitchFamily="49" charset="0"/>
                <a:sym typeface="+mn-ea"/>
              </a:rPr>
              <a:t>--;               </a:t>
            </a:r>
            <a:r>
              <a:rPr lang="en-US" altLang="zh-CN" sz="2200" b="1" dirty="0">
                <a:solidFill>
                  <a:srgbClr val="0070C0"/>
                </a:solidFill>
                <a:latin typeface="Courier New" panose="02070309020205020404" pitchFamily="49" charset="0"/>
                <a:ea typeface="仿宋" panose="02010609060101010101" pitchFamily="49" charset="-122"/>
                <a:cs typeface="Courier New" panose="02070309020205020404" pitchFamily="49" charset="0"/>
                <a:sym typeface="+mn-ea"/>
              </a:rPr>
              <a:t>// </a:t>
            </a:r>
            <a:r>
              <a:rPr lang="zh-CN" altLang="en-US" sz="2200" b="1" dirty="0">
                <a:solidFill>
                  <a:srgbClr val="0070C0"/>
                </a:solidFill>
                <a:latin typeface="Courier New" panose="02070309020205020404" pitchFamily="49" charset="0"/>
                <a:ea typeface="仿宋" panose="02010609060101010101" pitchFamily="49" charset="-122"/>
                <a:cs typeface="Courier New" panose="02070309020205020404" pitchFamily="49" charset="0"/>
                <a:sym typeface="+mn-ea"/>
              </a:rPr>
              <a:t>堆长减</a:t>
            </a:r>
            <a:r>
              <a:rPr lang="en-US" altLang="zh-CN" sz="2200" b="1" dirty="0">
                <a:solidFill>
                  <a:srgbClr val="0070C0"/>
                </a:solidFill>
                <a:latin typeface="Courier New" panose="02070309020205020404" pitchFamily="49" charset="0"/>
                <a:ea typeface="仿宋" panose="02010609060101010101" pitchFamily="49" charset="-122"/>
                <a:cs typeface="Courier New" panose="02070309020205020404" pitchFamily="49" charset="0"/>
                <a:sym typeface="+mn-ea"/>
              </a:rPr>
              <a:t>1</a:t>
            </a:r>
          </a:p>
          <a:p>
            <a:pPr>
              <a:lnSpc>
                <a:spcPct val="110000"/>
              </a:lnSpc>
            </a:pPr>
            <a:r>
              <a:rPr lang="en-US" altLang="zh-CN" sz="2200" b="1" dirty="0">
                <a:latin typeface="Courier New" panose="02070309020205020404" pitchFamily="49" charset="0"/>
                <a:ea typeface="宋体" panose="02010600030101010101" pitchFamily="2" charset="-122"/>
                <a:cs typeface="Courier New" panose="02070309020205020404" pitchFamily="49" charset="0"/>
                <a:sym typeface="+mn-ea"/>
              </a:rPr>
              <a:t>    </a:t>
            </a:r>
            <a:r>
              <a:rPr lang="en-US" altLang="zh-CN" sz="2200" b="1" dirty="0" err="1">
                <a:latin typeface="Courier New" panose="02070309020205020404" pitchFamily="49" charset="0"/>
                <a:ea typeface="宋体" panose="02010600030101010101" pitchFamily="2" charset="-122"/>
                <a:cs typeface="Courier New" panose="02070309020205020404" pitchFamily="49" charset="0"/>
                <a:sym typeface="+mn-ea"/>
              </a:rPr>
              <a:t>SiftDown</a:t>
            </a:r>
            <a:r>
              <a:rPr lang="en-US" altLang="zh-CN" sz="2200" b="1" dirty="0">
                <a:latin typeface="Courier New" panose="02070309020205020404" pitchFamily="49" charset="0"/>
                <a:ea typeface="宋体" panose="02010600030101010101" pitchFamily="2" charset="-122"/>
                <a:cs typeface="Courier New" panose="02070309020205020404" pitchFamily="49" charset="0"/>
                <a:sym typeface="+mn-ea"/>
              </a:rPr>
              <a:t>(H, 1);         </a:t>
            </a:r>
            <a:r>
              <a:rPr lang="en-US" altLang="zh-CN" sz="2200" b="1" dirty="0">
                <a:solidFill>
                  <a:srgbClr val="0070C0"/>
                </a:solidFill>
                <a:latin typeface="Courier New" panose="02070309020205020404" pitchFamily="49" charset="0"/>
                <a:ea typeface="仿宋" panose="02010609060101010101" pitchFamily="49" charset="-122"/>
                <a:cs typeface="Courier New" panose="02070309020205020404" pitchFamily="49" charset="0"/>
                <a:sym typeface="+mn-ea"/>
              </a:rPr>
              <a:t>// </a:t>
            </a:r>
            <a:r>
              <a:rPr lang="zh-CN" altLang="en-US" sz="2200" b="1" dirty="0">
                <a:solidFill>
                  <a:srgbClr val="0070C0"/>
                </a:solidFill>
                <a:latin typeface="Courier New" panose="02070309020205020404" pitchFamily="49" charset="0"/>
                <a:ea typeface="仿宋" panose="02010609060101010101" pitchFamily="49" charset="-122"/>
                <a:cs typeface="Courier New" panose="02070309020205020404" pitchFamily="49" charset="0"/>
                <a:sym typeface="+mn-ea"/>
              </a:rPr>
              <a:t>调堆</a:t>
            </a:r>
            <a:endParaRPr lang="en-US" altLang="zh-CN" sz="2200" b="1" dirty="0">
              <a:solidFill>
                <a:srgbClr val="0070C0"/>
              </a:solidFill>
              <a:latin typeface="Courier New" panose="02070309020205020404" pitchFamily="49" charset="0"/>
              <a:ea typeface="仿宋" panose="02010609060101010101" pitchFamily="49" charset="-122"/>
              <a:cs typeface="Courier New" panose="02070309020205020404" pitchFamily="49" charset="0"/>
              <a:sym typeface="+mn-ea"/>
            </a:endParaRPr>
          </a:p>
          <a:p>
            <a:pPr>
              <a:lnSpc>
                <a:spcPct val="110000"/>
              </a:lnSpc>
            </a:pPr>
            <a:r>
              <a:rPr lang="en-US" altLang="zh-CN" sz="2200" b="1" dirty="0">
                <a:latin typeface="Courier New" panose="02070309020205020404" pitchFamily="49" charset="0"/>
                <a:ea typeface="宋体" panose="02010600030101010101" pitchFamily="2" charset="-122"/>
                <a:cs typeface="Courier New" panose="02070309020205020404" pitchFamily="49" charset="0"/>
                <a:sym typeface="+mn-ea"/>
              </a:rPr>
              <a:t>  </a:t>
            </a:r>
            <a:r>
              <a:rPr lang="en-US" altLang="zh-CN" sz="2200" b="1"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sym typeface="+mn-ea"/>
              </a:rPr>
              <a:t>}</a:t>
            </a:r>
          </a:p>
          <a:p>
            <a:pPr>
              <a:lnSpc>
                <a:spcPct val="110000"/>
              </a:lnSpc>
            </a:pPr>
            <a:r>
              <a:rPr lang="en-US" altLang="zh-CN" sz="2200" b="1" dirty="0">
                <a:solidFill>
                  <a:srgbClr val="CC3300"/>
                </a:solidFill>
                <a:latin typeface="Courier New" panose="02070309020205020404" pitchFamily="49" charset="0"/>
                <a:ea typeface="楷体_GB2312" pitchFamily="49" charset="-122"/>
                <a:cs typeface="Courier New" panose="02070309020205020404" pitchFamily="49" charset="0"/>
                <a:sym typeface="+mn-ea"/>
              </a:rPr>
              <a:t>  </a:t>
            </a:r>
            <a:r>
              <a:rPr lang="en-US" altLang="zh-CN" sz="2200" b="1" dirty="0">
                <a:latin typeface="Courier New" panose="02070309020205020404" pitchFamily="49" charset="0"/>
                <a:ea typeface="宋体" panose="02010600030101010101" pitchFamily="2" charset="-122"/>
                <a:cs typeface="Courier New" panose="02070309020205020404" pitchFamily="49" charset="0"/>
                <a:sym typeface="+mn-ea"/>
              </a:rPr>
              <a:t>L-&gt;</a:t>
            </a:r>
            <a:r>
              <a:rPr lang="en-US" altLang="zh-CN" sz="2200" b="1" dirty="0" err="1">
                <a:latin typeface="Courier New" panose="02070309020205020404" pitchFamily="49" charset="0"/>
                <a:ea typeface="宋体" panose="02010600030101010101" pitchFamily="2" charset="-122"/>
                <a:cs typeface="Courier New" panose="02070309020205020404" pitchFamily="49" charset="0"/>
                <a:sym typeface="+mn-ea"/>
              </a:rPr>
              <a:t>len</a:t>
            </a:r>
            <a:r>
              <a:rPr lang="en-US" altLang="zh-CN" sz="2200" b="1" dirty="0">
                <a:latin typeface="Courier New" panose="02070309020205020404" pitchFamily="49" charset="0"/>
                <a:ea typeface="宋体" panose="02010600030101010101" pitchFamily="2" charset="-122"/>
                <a:cs typeface="Courier New" panose="02070309020205020404" pitchFamily="49" charset="0"/>
                <a:sym typeface="+mn-ea"/>
              </a:rPr>
              <a:t> = </a:t>
            </a:r>
            <a:r>
              <a:rPr lang="en-US" altLang="zh-CN" sz="2200" b="1" dirty="0" err="1">
                <a:latin typeface="Courier New" panose="02070309020205020404" pitchFamily="49" charset="0"/>
                <a:ea typeface="宋体" panose="02010600030101010101" pitchFamily="2" charset="-122"/>
                <a:cs typeface="Courier New" panose="02070309020205020404" pitchFamily="49" charset="0"/>
                <a:sym typeface="+mn-ea"/>
              </a:rPr>
              <a:t>len</a:t>
            </a:r>
            <a:r>
              <a:rPr lang="en-US" altLang="zh-CN" sz="2200" b="1" dirty="0">
                <a:latin typeface="Courier New" panose="02070309020205020404" pitchFamily="49" charset="0"/>
                <a:ea typeface="宋体" panose="02010600030101010101" pitchFamily="2" charset="-122"/>
                <a:cs typeface="Courier New" panose="02070309020205020404" pitchFamily="49" charset="0"/>
                <a:sym typeface="+mn-ea"/>
              </a:rPr>
              <a:t>;  </a:t>
            </a:r>
            <a:r>
              <a:rPr lang="en-US" altLang="zh-CN" sz="2200" b="1" dirty="0">
                <a:solidFill>
                  <a:srgbClr val="0070C0"/>
                </a:solidFill>
                <a:latin typeface="Courier New" panose="02070309020205020404" pitchFamily="49" charset="0"/>
                <a:ea typeface="仿宋" panose="02010609060101010101" pitchFamily="49" charset="-122"/>
                <a:cs typeface="Courier New" panose="02070309020205020404" pitchFamily="49" charset="0"/>
                <a:sym typeface="+mn-ea"/>
              </a:rPr>
              <a:t>// </a:t>
            </a:r>
            <a:r>
              <a:rPr lang="zh-CN" altLang="en-US" sz="2200" b="1" dirty="0">
                <a:solidFill>
                  <a:srgbClr val="0070C0"/>
                </a:solidFill>
                <a:latin typeface="Courier New" panose="02070309020205020404" pitchFamily="49" charset="0"/>
                <a:ea typeface="仿宋" panose="02010609060101010101" pitchFamily="49" charset="-122"/>
                <a:cs typeface="Courier New" panose="02070309020205020404" pitchFamily="49" charset="0"/>
                <a:sym typeface="+mn-ea"/>
              </a:rPr>
              <a:t>恢复表长</a:t>
            </a:r>
            <a:endParaRPr lang="en-US" altLang="zh-CN" sz="2200" b="1" dirty="0">
              <a:solidFill>
                <a:srgbClr val="0070C0"/>
              </a:solidFill>
              <a:latin typeface="Courier New" panose="02070309020205020404" pitchFamily="49" charset="0"/>
              <a:ea typeface="仿宋" panose="02010609060101010101" pitchFamily="49" charset="-122"/>
              <a:cs typeface="Courier New" panose="02070309020205020404" pitchFamily="49" charset="0"/>
              <a:sym typeface="+mn-ea"/>
            </a:endParaRPr>
          </a:p>
          <a:p>
            <a:pPr>
              <a:lnSpc>
                <a:spcPct val="110000"/>
              </a:lnSpc>
            </a:pPr>
            <a:r>
              <a:rPr lang="en-US" altLang="zh-CN" sz="2200" b="1"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sym typeface="+mn-ea"/>
              </a:rPr>
              <a:t>}</a:t>
            </a:r>
            <a:r>
              <a:rPr lang="en-US" altLang="zh-CN" sz="2200" b="1" dirty="0">
                <a:latin typeface="Courier New" panose="02070309020205020404" pitchFamily="49" charset="0"/>
                <a:cs typeface="Courier New" panose="02070309020205020404" pitchFamily="49" charset="0"/>
                <a:sym typeface="+mn-ea"/>
              </a:rPr>
              <a:t> </a:t>
            </a:r>
            <a:r>
              <a:rPr lang="en-US" altLang="zh-CN" sz="2200" b="1" dirty="0">
                <a:solidFill>
                  <a:srgbClr val="0070C0"/>
                </a:solidFill>
                <a:latin typeface="Courier New" panose="02070309020205020404" pitchFamily="49" charset="0"/>
                <a:ea typeface="楷体_GB2312" pitchFamily="49" charset="-122"/>
                <a:cs typeface="Courier New" panose="02070309020205020404" pitchFamily="49" charset="0"/>
                <a:sym typeface="+mn-ea"/>
              </a:rPr>
              <a:t>// </a:t>
            </a:r>
            <a:r>
              <a:rPr lang="en-US" altLang="zh-CN" sz="2200" b="1" dirty="0" err="1">
                <a:solidFill>
                  <a:srgbClr val="0070C0"/>
                </a:solidFill>
                <a:latin typeface="Courier New" panose="02070309020205020404" pitchFamily="49" charset="0"/>
                <a:ea typeface="楷体_GB2312" pitchFamily="49" charset="-122"/>
                <a:cs typeface="Courier New" panose="02070309020205020404" pitchFamily="49" charset="0"/>
                <a:sym typeface="+mn-ea"/>
              </a:rPr>
              <a:t>HeapAdjust</a:t>
            </a:r>
            <a:endParaRPr lang="en-US" altLang="zh-CN" sz="2200" b="1" dirty="0">
              <a:solidFill>
                <a:srgbClr val="0070C0"/>
              </a:solidFill>
              <a:latin typeface="Courier New" panose="02070309020205020404" pitchFamily="49" charset="0"/>
              <a:ea typeface="楷体_GB2312" pitchFamily="49" charset="-122"/>
              <a:cs typeface="Courier New" panose="02070309020205020404" pitchFamily="49" charset="0"/>
              <a:sym typeface="Calibri" panose="020F0502020204030204" pitchFamily="34" charset="0"/>
            </a:endParaRPr>
          </a:p>
        </p:txBody>
      </p:sp>
      <p:sp>
        <p:nvSpPr>
          <p:cNvPr id="6" name="Rectangle 38"/>
          <p:cNvSpPr/>
          <p:nvPr/>
        </p:nvSpPr>
        <p:spPr>
          <a:xfrm>
            <a:off x="8772361" y="3849937"/>
            <a:ext cx="530225" cy="214312"/>
          </a:xfrm>
          <a:prstGeom prst="rect">
            <a:avLst/>
          </a:prstGeom>
          <a:noFill/>
          <a:ln w="9525">
            <a:noFill/>
          </a:ln>
        </p:spPr>
        <p:txBody>
          <a:bodyPr wrap="none" lIns="36000" rIns="36000" anchor="ctr" anchorCtr="1"/>
          <a:lstStyle/>
          <a:p>
            <a:pPr algn="ctr" eaLnBrk="1" hangingPunct="1"/>
            <a:r>
              <a:rPr lang="en-US" altLang="zh-CN" sz="2400" b="1" dirty="0">
                <a:latin typeface="Times New Roman" panose="02020603050405020304" pitchFamily="18" charset="0"/>
              </a:rPr>
              <a:t>76</a:t>
            </a:r>
          </a:p>
        </p:txBody>
      </p:sp>
      <p:sp>
        <p:nvSpPr>
          <p:cNvPr id="8" name="Rectangle 41"/>
          <p:cNvSpPr/>
          <p:nvPr/>
        </p:nvSpPr>
        <p:spPr>
          <a:xfrm>
            <a:off x="10257203" y="3825174"/>
            <a:ext cx="530225" cy="214312"/>
          </a:xfrm>
          <a:prstGeom prst="rect">
            <a:avLst/>
          </a:prstGeom>
          <a:noFill/>
          <a:ln w="9525">
            <a:noFill/>
          </a:ln>
        </p:spPr>
        <p:txBody>
          <a:bodyPr wrap="none" lIns="36000" rIns="36000" anchor="ctr" anchorCtr="1"/>
          <a:lstStyle/>
          <a:p>
            <a:pPr algn="ctr" eaLnBrk="1" hangingPunct="1"/>
            <a:r>
              <a:rPr lang="en-US" altLang="zh-CN" sz="2400" b="1" dirty="0">
                <a:latin typeface="Times New Roman" panose="02020603050405020304" pitchFamily="18" charset="0"/>
              </a:rPr>
              <a:t>65</a:t>
            </a:r>
          </a:p>
        </p:txBody>
      </p:sp>
      <p:sp>
        <p:nvSpPr>
          <p:cNvPr id="9" name="Rectangle 43"/>
          <p:cNvSpPr/>
          <p:nvPr/>
        </p:nvSpPr>
        <p:spPr>
          <a:xfrm>
            <a:off x="9178228" y="4746467"/>
            <a:ext cx="530225" cy="214312"/>
          </a:xfrm>
          <a:prstGeom prst="rect">
            <a:avLst/>
          </a:prstGeom>
          <a:noFill/>
          <a:ln w="9525">
            <a:noFill/>
          </a:ln>
        </p:spPr>
        <p:txBody>
          <a:bodyPr wrap="none" lIns="36000" rIns="36000" anchor="ctr" anchorCtr="1"/>
          <a:lstStyle/>
          <a:p>
            <a:pPr algn="ctr" eaLnBrk="1" hangingPunct="1"/>
            <a:r>
              <a:rPr lang="en-US" altLang="zh-CN" sz="2400" b="1" dirty="0">
                <a:latin typeface="Times New Roman" panose="02020603050405020304" pitchFamily="18" charset="0"/>
              </a:rPr>
              <a:t>49</a:t>
            </a:r>
          </a:p>
        </p:txBody>
      </p:sp>
      <p:sp>
        <p:nvSpPr>
          <p:cNvPr id="22" name="Rectangle 45"/>
          <p:cNvSpPr/>
          <p:nvPr/>
        </p:nvSpPr>
        <p:spPr>
          <a:xfrm>
            <a:off x="9522194" y="3177713"/>
            <a:ext cx="530225" cy="214312"/>
          </a:xfrm>
          <a:prstGeom prst="rect">
            <a:avLst/>
          </a:prstGeom>
          <a:noFill/>
          <a:ln w="9525">
            <a:noFill/>
          </a:ln>
        </p:spPr>
        <p:txBody>
          <a:bodyPr wrap="none" lIns="36000" rIns="36000" anchor="ctr" anchorCtr="1"/>
          <a:lstStyle/>
          <a:p>
            <a:pPr algn="ctr" eaLnBrk="1" hangingPunct="1"/>
            <a:r>
              <a:rPr lang="en-US" altLang="zh-CN" sz="2400" b="1" dirty="0">
                <a:latin typeface="Times New Roman" panose="02020603050405020304" pitchFamily="18" charset="0"/>
              </a:rPr>
              <a:t>97</a:t>
            </a:r>
          </a:p>
        </p:txBody>
      </p:sp>
      <p:sp>
        <p:nvSpPr>
          <p:cNvPr id="23" name="Rectangle 38"/>
          <p:cNvSpPr/>
          <p:nvPr/>
        </p:nvSpPr>
        <p:spPr>
          <a:xfrm>
            <a:off x="9483054" y="2617287"/>
            <a:ext cx="530225" cy="214312"/>
          </a:xfrm>
          <a:prstGeom prst="rect">
            <a:avLst/>
          </a:prstGeom>
          <a:noFill/>
          <a:ln w="9525">
            <a:noFill/>
          </a:ln>
        </p:spPr>
        <p:txBody>
          <a:bodyPr wrap="none" anchor="ctr" anchorCtr="0"/>
          <a:lstStyle/>
          <a:p>
            <a:pPr algn="ctr" eaLnBrk="1" hangingPunct="1"/>
            <a:r>
              <a:rPr lang="en-US" altLang="zh-CN" sz="2800" b="1" dirty="0">
                <a:latin typeface="Times New Roman" panose="02020603050405020304" pitchFamily="18" charset="0"/>
              </a:rPr>
              <a:t>H</a:t>
            </a:r>
          </a:p>
        </p:txBody>
      </p:sp>
      <p:sp>
        <p:nvSpPr>
          <p:cNvPr id="24" name="Rectangle 43"/>
          <p:cNvSpPr/>
          <p:nvPr/>
        </p:nvSpPr>
        <p:spPr>
          <a:xfrm>
            <a:off x="8414078" y="4721665"/>
            <a:ext cx="530225" cy="214312"/>
          </a:xfrm>
          <a:prstGeom prst="rect">
            <a:avLst/>
          </a:prstGeom>
          <a:noFill/>
          <a:ln w="9525">
            <a:noFill/>
          </a:ln>
        </p:spPr>
        <p:txBody>
          <a:bodyPr wrap="none" lIns="36000" rIns="36000" anchor="ctr" anchorCtr="1"/>
          <a:lstStyle/>
          <a:p>
            <a:pPr algn="ctr" eaLnBrk="1" hangingPunct="1"/>
            <a:r>
              <a:rPr lang="en-US" altLang="zh-CN" sz="2400" b="1" u="sng" dirty="0">
                <a:solidFill>
                  <a:srgbClr val="041ABC"/>
                </a:solidFill>
                <a:latin typeface="Times New Roman" panose="02020603050405020304" pitchFamily="18" charset="0"/>
              </a:rPr>
              <a:t>49</a:t>
            </a:r>
          </a:p>
        </p:txBody>
      </p:sp>
      <p:sp>
        <p:nvSpPr>
          <p:cNvPr id="36" name="矩形: 圆角 35">
            <a:extLst>
              <a:ext uri="{FF2B5EF4-FFF2-40B4-BE49-F238E27FC236}">
                <a16:creationId xmlns:a16="http://schemas.microsoft.com/office/drawing/2014/main" id="{CC566D92-4050-4616-AD1F-113676666C71}"/>
              </a:ext>
            </a:extLst>
          </p:cNvPr>
          <p:cNvSpPr/>
          <p:nvPr/>
        </p:nvSpPr>
        <p:spPr>
          <a:xfrm>
            <a:off x="1366211" y="260498"/>
            <a:ext cx="3987282" cy="489097"/>
          </a:xfrm>
          <a:prstGeom prst="roundRect">
            <a:avLst/>
          </a:prstGeom>
          <a:solidFill>
            <a:schemeClr val="tx2">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a:solidFill>
                  <a:srgbClr val="C00000"/>
                </a:solidFill>
                <a:effectLst>
                  <a:outerShdw blurRad="38100" dist="38100" dir="2700000" algn="tl">
                    <a:srgbClr val="000000">
                      <a:alpha val="43137"/>
                    </a:srgbClr>
                  </a:outerShdw>
                </a:effectLst>
                <a:latin typeface="+mn-ea"/>
                <a:sym typeface="微软雅黑" panose="020B0503020204020204" pitchFamily="34" charset="-122"/>
              </a:rPr>
              <a:t>算法</a:t>
            </a:r>
            <a:r>
              <a:rPr lang="en-US" altLang="zh-CN" sz="2800" b="1" dirty="0">
                <a:solidFill>
                  <a:srgbClr val="C00000"/>
                </a:solidFill>
                <a:effectLst>
                  <a:outerShdw blurRad="38100" dist="38100" dir="2700000" algn="tl">
                    <a:srgbClr val="000000">
                      <a:alpha val="43137"/>
                    </a:srgbClr>
                  </a:outerShdw>
                </a:effectLst>
                <a:latin typeface="+mn-ea"/>
                <a:sym typeface="微软雅黑" panose="020B0503020204020204" pitchFamily="34" charset="-122"/>
              </a:rPr>
              <a:t>10.9  </a:t>
            </a:r>
            <a:r>
              <a:rPr lang="zh-CN" altLang="en-US" sz="2800" b="1" dirty="0">
                <a:solidFill>
                  <a:srgbClr val="3333FF"/>
                </a:solidFill>
                <a:effectLst>
                  <a:outerShdw blurRad="38100" dist="38100" dir="2700000" algn="tl">
                    <a:srgbClr val="000000">
                      <a:alpha val="43137"/>
                    </a:srgbClr>
                  </a:outerShdw>
                </a:effectLst>
                <a:latin typeface="+mn-ea"/>
                <a:sym typeface="微软雅黑" panose="020B0503020204020204" pitchFamily="34" charset="-122"/>
              </a:rPr>
              <a:t>堆排序</a:t>
            </a:r>
            <a:r>
              <a:rPr lang="en-US" altLang="zh-CN" sz="2800" b="1" dirty="0">
                <a:solidFill>
                  <a:srgbClr val="3333FF"/>
                </a:solidFill>
                <a:effectLst>
                  <a:outerShdw blurRad="38100" dist="38100" dir="2700000" algn="tl">
                    <a:srgbClr val="000000">
                      <a:alpha val="43137"/>
                    </a:srgbClr>
                  </a:outerShdw>
                </a:effectLst>
                <a:latin typeface="+mn-ea"/>
                <a:sym typeface="微软雅黑" panose="020B0503020204020204" pitchFamily="34" charset="-122"/>
              </a:rPr>
              <a:t>(</a:t>
            </a:r>
            <a:r>
              <a:rPr lang="zh-CN" altLang="en-US" sz="2800" b="1" dirty="0">
                <a:solidFill>
                  <a:srgbClr val="3333FF"/>
                </a:solidFill>
                <a:effectLst>
                  <a:outerShdw blurRad="38100" dist="38100" dir="2700000" algn="tl">
                    <a:srgbClr val="000000">
                      <a:alpha val="43137"/>
                    </a:srgbClr>
                  </a:outerShdw>
                </a:effectLst>
                <a:latin typeface="+mn-ea"/>
                <a:sym typeface="微软雅黑" panose="020B0503020204020204" pitchFamily="34" charset="-122"/>
              </a:rPr>
              <a:t>续</a:t>
            </a:r>
            <a:r>
              <a:rPr lang="en-US" altLang="zh-CN" sz="2800" b="1" dirty="0">
                <a:solidFill>
                  <a:srgbClr val="3333FF"/>
                </a:solidFill>
                <a:effectLst>
                  <a:outerShdw blurRad="38100" dist="38100" dir="2700000" algn="tl">
                    <a:srgbClr val="000000">
                      <a:alpha val="43137"/>
                    </a:srgbClr>
                  </a:outerShdw>
                </a:effectLst>
                <a:latin typeface="+mn-ea"/>
                <a:sym typeface="微软雅黑" panose="020B0503020204020204" pitchFamily="34" charset="-122"/>
              </a:rPr>
              <a:t>)</a:t>
            </a:r>
            <a:endParaRPr lang="zh-CN" altLang="en-US" sz="2800" b="1" dirty="0">
              <a:solidFill>
                <a:srgbClr val="3333FF"/>
              </a:solidFill>
              <a:effectLst>
                <a:outerShdw blurRad="38100" dist="38100" dir="2700000" algn="tl">
                  <a:srgbClr val="000000">
                    <a:alpha val="43137"/>
                  </a:srgbClr>
                </a:outerShdw>
              </a:effectLst>
              <a:latin typeface="+mn-ea"/>
              <a:sym typeface="微软雅黑" panose="020B0503020204020204" pitchFamily="34" charset="-122"/>
            </a:endParaRPr>
          </a:p>
        </p:txBody>
      </p:sp>
      <p:sp>
        <p:nvSpPr>
          <p:cNvPr id="90123" name="Rectangle 38">
            <a:extLst>
              <a:ext uri="{FF2B5EF4-FFF2-40B4-BE49-F238E27FC236}">
                <a16:creationId xmlns:a16="http://schemas.microsoft.com/office/drawing/2014/main" id="{27F5C612-4342-01A6-473C-BEFFD7FBC097}"/>
              </a:ext>
            </a:extLst>
          </p:cNvPr>
          <p:cNvSpPr/>
          <p:nvPr/>
        </p:nvSpPr>
        <p:spPr>
          <a:xfrm>
            <a:off x="7994338" y="1784585"/>
            <a:ext cx="502184" cy="214312"/>
          </a:xfrm>
          <a:prstGeom prst="rect">
            <a:avLst/>
          </a:prstGeom>
          <a:noFill/>
          <a:ln w="9525">
            <a:noFill/>
          </a:ln>
        </p:spPr>
        <p:txBody>
          <a:bodyPr wrap="none" anchor="ctr" anchorCtr="0"/>
          <a:lstStyle/>
          <a:p>
            <a:pPr algn="ctr" eaLnBrk="1" hangingPunct="1"/>
            <a:r>
              <a:rPr lang="en-US" altLang="zh-CN" sz="2800" b="1" dirty="0">
                <a:latin typeface="Times New Roman" panose="02020603050405020304" pitchFamily="18" charset="0"/>
              </a:rPr>
              <a:t>76</a:t>
            </a:r>
          </a:p>
        </p:txBody>
      </p:sp>
      <p:sp>
        <p:nvSpPr>
          <p:cNvPr id="90124" name="Rectangle 43">
            <a:extLst>
              <a:ext uri="{FF2B5EF4-FFF2-40B4-BE49-F238E27FC236}">
                <a16:creationId xmlns:a16="http://schemas.microsoft.com/office/drawing/2014/main" id="{63A2E624-C138-D07D-8F87-D8E01652A7C7}"/>
              </a:ext>
            </a:extLst>
          </p:cNvPr>
          <p:cNvSpPr/>
          <p:nvPr/>
        </p:nvSpPr>
        <p:spPr>
          <a:xfrm>
            <a:off x="9571050" y="1786563"/>
            <a:ext cx="502184" cy="214312"/>
          </a:xfrm>
          <a:prstGeom prst="rect">
            <a:avLst/>
          </a:prstGeom>
          <a:noFill/>
          <a:ln w="9525">
            <a:noFill/>
          </a:ln>
        </p:spPr>
        <p:txBody>
          <a:bodyPr wrap="none" anchor="ctr" anchorCtr="0"/>
          <a:lstStyle/>
          <a:p>
            <a:pPr algn="ctr" eaLnBrk="1" hangingPunct="1"/>
            <a:r>
              <a:rPr lang="en-US" altLang="zh-CN" sz="2800" b="1" dirty="0">
                <a:latin typeface="Times New Roman" panose="02020603050405020304" pitchFamily="18" charset="0"/>
              </a:rPr>
              <a:t>49</a:t>
            </a:r>
          </a:p>
        </p:txBody>
      </p:sp>
      <p:sp>
        <p:nvSpPr>
          <p:cNvPr id="90125" name="Rectangle 41">
            <a:extLst>
              <a:ext uri="{FF2B5EF4-FFF2-40B4-BE49-F238E27FC236}">
                <a16:creationId xmlns:a16="http://schemas.microsoft.com/office/drawing/2014/main" id="{9DEE42FA-C792-FBF0-286B-44C3D61A0631}"/>
              </a:ext>
            </a:extLst>
          </p:cNvPr>
          <p:cNvSpPr/>
          <p:nvPr/>
        </p:nvSpPr>
        <p:spPr>
          <a:xfrm>
            <a:off x="8518879" y="1786563"/>
            <a:ext cx="502184" cy="214312"/>
          </a:xfrm>
          <a:prstGeom prst="rect">
            <a:avLst/>
          </a:prstGeom>
          <a:noFill/>
          <a:ln w="9525">
            <a:noFill/>
          </a:ln>
        </p:spPr>
        <p:txBody>
          <a:bodyPr wrap="none" anchor="ctr" anchorCtr="0"/>
          <a:lstStyle/>
          <a:p>
            <a:pPr algn="ctr" eaLnBrk="1" hangingPunct="1"/>
            <a:r>
              <a:rPr lang="en-US" altLang="zh-CN" sz="2800" b="1" dirty="0">
                <a:latin typeface="Times New Roman" panose="02020603050405020304" pitchFamily="18" charset="0"/>
              </a:rPr>
              <a:t>65</a:t>
            </a:r>
          </a:p>
        </p:txBody>
      </p:sp>
      <p:sp>
        <p:nvSpPr>
          <p:cNvPr id="90126" name="Rectangle 43">
            <a:extLst>
              <a:ext uri="{FF2B5EF4-FFF2-40B4-BE49-F238E27FC236}">
                <a16:creationId xmlns:a16="http://schemas.microsoft.com/office/drawing/2014/main" id="{D60943F4-52A5-46C8-0ABD-3D2D9C6B1FBD}"/>
              </a:ext>
            </a:extLst>
          </p:cNvPr>
          <p:cNvSpPr/>
          <p:nvPr/>
        </p:nvSpPr>
        <p:spPr>
          <a:xfrm>
            <a:off x="9046504" y="1770615"/>
            <a:ext cx="502184" cy="214312"/>
          </a:xfrm>
          <a:prstGeom prst="rect">
            <a:avLst/>
          </a:prstGeom>
          <a:noFill/>
          <a:ln w="9525">
            <a:noFill/>
          </a:ln>
        </p:spPr>
        <p:txBody>
          <a:bodyPr wrap="none" anchor="ctr" anchorCtr="0"/>
          <a:lstStyle/>
          <a:p>
            <a:pPr algn="ctr" eaLnBrk="1" hangingPunct="1"/>
            <a:r>
              <a:rPr lang="en-US" altLang="zh-CN" sz="2800" b="1" u="sng" dirty="0">
                <a:solidFill>
                  <a:srgbClr val="041ABC"/>
                </a:solidFill>
                <a:latin typeface="Times New Roman" panose="02020603050405020304" pitchFamily="18" charset="0"/>
              </a:rPr>
              <a:t>49</a:t>
            </a:r>
          </a:p>
        </p:txBody>
      </p:sp>
      <p:sp>
        <p:nvSpPr>
          <p:cNvPr id="90127" name="Rectangle 45">
            <a:extLst>
              <a:ext uri="{FF2B5EF4-FFF2-40B4-BE49-F238E27FC236}">
                <a16:creationId xmlns:a16="http://schemas.microsoft.com/office/drawing/2014/main" id="{CFBBB5CA-DD1F-6BB6-61CC-63211515B6BC}"/>
              </a:ext>
            </a:extLst>
          </p:cNvPr>
          <p:cNvSpPr/>
          <p:nvPr/>
        </p:nvSpPr>
        <p:spPr>
          <a:xfrm>
            <a:off x="7469840" y="1785821"/>
            <a:ext cx="502184" cy="214312"/>
          </a:xfrm>
          <a:prstGeom prst="rect">
            <a:avLst/>
          </a:prstGeom>
          <a:noFill/>
          <a:ln w="9525">
            <a:noFill/>
          </a:ln>
        </p:spPr>
        <p:txBody>
          <a:bodyPr wrap="none" anchor="ctr" anchorCtr="0"/>
          <a:lstStyle/>
          <a:p>
            <a:pPr algn="ctr" eaLnBrk="1" hangingPunct="1"/>
            <a:r>
              <a:rPr lang="en-US" altLang="zh-CN" sz="2800" b="1" dirty="0">
                <a:latin typeface="Times New Roman" panose="02020603050405020304" pitchFamily="18" charset="0"/>
              </a:rPr>
              <a:t>97</a:t>
            </a:r>
          </a:p>
        </p:txBody>
      </p:sp>
      <p:sp>
        <p:nvSpPr>
          <p:cNvPr id="90140" name="Rectangle 43">
            <a:extLst>
              <a:ext uri="{FF2B5EF4-FFF2-40B4-BE49-F238E27FC236}">
                <a16:creationId xmlns:a16="http://schemas.microsoft.com/office/drawing/2014/main" id="{EAB7DC73-5EBE-97AE-FAB0-57D768D357DB}"/>
              </a:ext>
            </a:extLst>
          </p:cNvPr>
          <p:cNvSpPr/>
          <p:nvPr/>
        </p:nvSpPr>
        <p:spPr>
          <a:xfrm>
            <a:off x="11149423" y="1775104"/>
            <a:ext cx="502184" cy="214312"/>
          </a:xfrm>
          <a:prstGeom prst="rect">
            <a:avLst/>
          </a:prstGeom>
          <a:noFill/>
          <a:ln w="9525">
            <a:noFill/>
          </a:ln>
        </p:spPr>
        <p:txBody>
          <a:bodyPr wrap="none" anchor="ctr" anchorCtr="0"/>
          <a:lstStyle/>
          <a:p>
            <a:pPr algn="ctr" eaLnBrk="1" hangingPunct="1"/>
            <a:r>
              <a:rPr lang="en-US" altLang="zh-CN" sz="2800" b="1" dirty="0">
                <a:latin typeface="Times New Roman" panose="02020603050405020304" pitchFamily="18" charset="0"/>
              </a:rPr>
              <a:t>38</a:t>
            </a:r>
          </a:p>
        </p:txBody>
      </p:sp>
      <p:sp>
        <p:nvSpPr>
          <p:cNvPr id="90141" name="Rectangle 41">
            <a:extLst>
              <a:ext uri="{FF2B5EF4-FFF2-40B4-BE49-F238E27FC236}">
                <a16:creationId xmlns:a16="http://schemas.microsoft.com/office/drawing/2014/main" id="{E4672C9F-3717-5D15-4D7F-E455433809CA}"/>
              </a:ext>
            </a:extLst>
          </p:cNvPr>
          <p:cNvSpPr/>
          <p:nvPr/>
        </p:nvSpPr>
        <p:spPr>
          <a:xfrm>
            <a:off x="10097252" y="1785736"/>
            <a:ext cx="502184" cy="214312"/>
          </a:xfrm>
          <a:prstGeom prst="rect">
            <a:avLst/>
          </a:prstGeom>
          <a:noFill/>
          <a:ln w="9525">
            <a:noFill/>
          </a:ln>
        </p:spPr>
        <p:txBody>
          <a:bodyPr wrap="none" anchor="ctr" anchorCtr="0"/>
          <a:lstStyle/>
          <a:p>
            <a:pPr algn="ctr" eaLnBrk="1" hangingPunct="1"/>
            <a:r>
              <a:rPr lang="en-US" altLang="zh-CN" sz="2800" b="1" dirty="0">
                <a:latin typeface="Times New Roman" panose="02020603050405020304" pitchFamily="18" charset="0"/>
              </a:rPr>
              <a:t>13</a:t>
            </a:r>
          </a:p>
        </p:txBody>
      </p:sp>
      <p:sp>
        <p:nvSpPr>
          <p:cNvPr id="90142" name="Rectangle 43">
            <a:extLst>
              <a:ext uri="{FF2B5EF4-FFF2-40B4-BE49-F238E27FC236}">
                <a16:creationId xmlns:a16="http://schemas.microsoft.com/office/drawing/2014/main" id="{D67ED439-7CCF-9995-F13F-719B73A31BE6}"/>
              </a:ext>
            </a:extLst>
          </p:cNvPr>
          <p:cNvSpPr/>
          <p:nvPr/>
        </p:nvSpPr>
        <p:spPr>
          <a:xfrm>
            <a:off x="10624877" y="1785736"/>
            <a:ext cx="502184" cy="214312"/>
          </a:xfrm>
          <a:prstGeom prst="rect">
            <a:avLst/>
          </a:prstGeom>
          <a:noFill/>
          <a:ln w="9525">
            <a:noFill/>
          </a:ln>
        </p:spPr>
        <p:txBody>
          <a:bodyPr wrap="none" anchor="ctr" anchorCtr="0"/>
          <a:lstStyle/>
          <a:p>
            <a:pPr algn="ctr" eaLnBrk="1" hangingPunct="1"/>
            <a:r>
              <a:rPr lang="en-US" altLang="zh-CN" sz="2800" b="1" dirty="0">
                <a:latin typeface="Times New Roman" panose="02020603050405020304" pitchFamily="18" charset="0"/>
              </a:rPr>
              <a:t>27</a:t>
            </a:r>
          </a:p>
        </p:txBody>
      </p:sp>
      <p:sp>
        <p:nvSpPr>
          <p:cNvPr id="12" name="Rectangle 43">
            <a:extLst>
              <a:ext uri="{FF2B5EF4-FFF2-40B4-BE49-F238E27FC236}">
                <a16:creationId xmlns:a16="http://schemas.microsoft.com/office/drawing/2014/main" id="{1A6481AF-48DC-8750-3276-2E02B87B247F}"/>
              </a:ext>
            </a:extLst>
          </p:cNvPr>
          <p:cNvSpPr/>
          <p:nvPr/>
        </p:nvSpPr>
        <p:spPr>
          <a:xfrm>
            <a:off x="10619395" y="4746467"/>
            <a:ext cx="530225" cy="214312"/>
          </a:xfrm>
          <a:prstGeom prst="rect">
            <a:avLst/>
          </a:prstGeom>
          <a:noFill/>
          <a:ln w="9525">
            <a:noFill/>
          </a:ln>
        </p:spPr>
        <p:txBody>
          <a:bodyPr wrap="none" lIns="36000" rIns="36000" anchor="ctr" anchorCtr="1"/>
          <a:lstStyle/>
          <a:p>
            <a:pPr algn="ctr" eaLnBrk="1" hangingPunct="1"/>
            <a:r>
              <a:rPr lang="en-US" altLang="zh-CN" sz="2400" b="1" dirty="0">
                <a:latin typeface="Times New Roman" panose="02020603050405020304" pitchFamily="18" charset="0"/>
              </a:rPr>
              <a:t>27</a:t>
            </a:r>
          </a:p>
        </p:txBody>
      </p:sp>
      <p:sp>
        <p:nvSpPr>
          <p:cNvPr id="13" name="Rectangle 43">
            <a:extLst>
              <a:ext uri="{FF2B5EF4-FFF2-40B4-BE49-F238E27FC236}">
                <a16:creationId xmlns:a16="http://schemas.microsoft.com/office/drawing/2014/main" id="{5463EAE4-A783-65C1-F512-0E9737F80869}"/>
              </a:ext>
            </a:extLst>
          </p:cNvPr>
          <p:cNvSpPr/>
          <p:nvPr/>
        </p:nvSpPr>
        <p:spPr>
          <a:xfrm>
            <a:off x="9897773" y="4753561"/>
            <a:ext cx="530225" cy="214312"/>
          </a:xfrm>
          <a:prstGeom prst="rect">
            <a:avLst/>
          </a:prstGeom>
          <a:noFill/>
          <a:ln w="9525">
            <a:noFill/>
          </a:ln>
        </p:spPr>
        <p:txBody>
          <a:bodyPr wrap="none" lIns="36000" rIns="36000" anchor="ctr" anchorCtr="1"/>
          <a:lstStyle/>
          <a:p>
            <a:pPr algn="ctr" eaLnBrk="1" hangingPunct="1"/>
            <a:r>
              <a:rPr lang="en-US" altLang="zh-CN" sz="2400" b="1" dirty="0">
                <a:latin typeface="Times New Roman" panose="02020603050405020304" pitchFamily="18" charset="0"/>
              </a:rPr>
              <a:t>13</a:t>
            </a:r>
          </a:p>
        </p:txBody>
      </p:sp>
      <p:sp>
        <p:nvSpPr>
          <p:cNvPr id="14" name="Rectangle 43">
            <a:extLst>
              <a:ext uri="{FF2B5EF4-FFF2-40B4-BE49-F238E27FC236}">
                <a16:creationId xmlns:a16="http://schemas.microsoft.com/office/drawing/2014/main" id="{835B95FC-7898-24C2-2AB4-D119B58074FE}"/>
              </a:ext>
            </a:extLst>
          </p:cNvPr>
          <p:cNvSpPr/>
          <p:nvPr/>
        </p:nvSpPr>
        <p:spPr>
          <a:xfrm>
            <a:off x="8160454" y="5566676"/>
            <a:ext cx="530225" cy="214312"/>
          </a:xfrm>
          <a:prstGeom prst="rect">
            <a:avLst/>
          </a:prstGeom>
          <a:noFill/>
          <a:ln w="9525">
            <a:noFill/>
          </a:ln>
        </p:spPr>
        <p:txBody>
          <a:bodyPr wrap="none" lIns="36000" rIns="36000" anchor="ctr" anchorCtr="1"/>
          <a:lstStyle/>
          <a:p>
            <a:pPr algn="ctr" eaLnBrk="1" hangingPunct="1"/>
            <a:r>
              <a:rPr lang="en-US" altLang="zh-CN" sz="2400" b="1" dirty="0">
                <a:solidFill>
                  <a:srgbClr val="041ABC"/>
                </a:solidFill>
                <a:latin typeface="Times New Roman" panose="02020603050405020304" pitchFamily="18" charset="0"/>
              </a:rPr>
              <a:t>38</a:t>
            </a:r>
          </a:p>
        </p:txBody>
      </p:sp>
      <p:sp>
        <p:nvSpPr>
          <p:cNvPr id="15" name="文本框 14">
            <a:extLst>
              <a:ext uri="{FF2B5EF4-FFF2-40B4-BE49-F238E27FC236}">
                <a16:creationId xmlns:a16="http://schemas.microsoft.com/office/drawing/2014/main" id="{F6D19F14-EF96-4443-6EDA-49D324539C81}"/>
              </a:ext>
            </a:extLst>
          </p:cNvPr>
          <p:cNvSpPr txBox="1"/>
          <p:nvPr/>
        </p:nvSpPr>
        <p:spPr>
          <a:xfrm>
            <a:off x="5551226" y="291485"/>
            <a:ext cx="3724096" cy="461665"/>
          </a:xfrm>
          <a:prstGeom prst="rect">
            <a:avLst/>
          </a:prstGeom>
          <a:noFill/>
        </p:spPr>
        <p:txBody>
          <a:bodyPr wrap="none" rtlCol="0">
            <a:spAutoFit/>
          </a:bodyPr>
          <a:lstStyle/>
          <a:p>
            <a:r>
              <a:rPr lang="en-US" altLang="zh-CN" sz="2400" b="1" dirty="0"/>
              <a:t>—— </a:t>
            </a:r>
            <a:r>
              <a:rPr lang="zh-CN" altLang="en-US" sz="2400" b="1" dirty="0"/>
              <a:t>用</a:t>
            </a:r>
            <a:r>
              <a:rPr lang="en-US" altLang="zh-CN" sz="2400" b="1" dirty="0">
                <a:solidFill>
                  <a:srgbClr val="C00000"/>
                </a:solidFill>
                <a:effectLst>
                  <a:outerShdw blurRad="38100" dist="38100" dir="2700000" algn="tl">
                    <a:srgbClr val="000000">
                      <a:alpha val="43137"/>
                    </a:srgbClr>
                  </a:outerShdw>
                </a:effectLst>
              </a:rPr>
              <a:t>6.4</a:t>
            </a:r>
            <a:r>
              <a:rPr lang="zh-CN" altLang="en-US" sz="2400" b="1" dirty="0">
                <a:solidFill>
                  <a:srgbClr val="C00000"/>
                </a:solidFill>
                <a:effectLst>
                  <a:outerShdw blurRad="38100" dist="38100" dir="2700000" algn="tl">
                    <a:srgbClr val="000000">
                      <a:alpha val="43137"/>
                    </a:srgbClr>
                  </a:outerShdw>
                </a:effectLst>
              </a:rPr>
              <a:t>节</a:t>
            </a:r>
            <a:r>
              <a:rPr lang="zh-CN" altLang="en-US" sz="2400" b="1" dirty="0"/>
              <a:t>的</a:t>
            </a:r>
            <a:r>
              <a:rPr lang="zh-CN" altLang="en-US" sz="2400" b="1" dirty="0">
                <a:solidFill>
                  <a:srgbClr val="C00000"/>
                </a:solidFill>
                <a:effectLst>
                  <a:outerShdw blurRad="38100" dist="38100" dir="2700000" algn="tl">
                    <a:srgbClr val="000000">
                      <a:alpha val="43137"/>
                    </a:srgbClr>
                  </a:outerShdw>
                </a:effectLst>
              </a:rPr>
              <a:t>堆</a:t>
            </a:r>
            <a:r>
              <a:rPr lang="zh-CN" altLang="en-US" sz="2400" b="1" dirty="0"/>
              <a:t>进行排序</a:t>
            </a:r>
          </a:p>
        </p:txBody>
      </p:sp>
      <p:sp>
        <p:nvSpPr>
          <p:cNvPr id="16" name="文本框 15">
            <a:extLst>
              <a:ext uri="{FF2B5EF4-FFF2-40B4-BE49-F238E27FC236}">
                <a16:creationId xmlns:a16="http://schemas.microsoft.com/office/drawing/2014/main" id="{C778F6C8-CFCE-E40D-E742-1B72630C154E}"/>
              </a:ext>
            </a:extLst>
          </p:cNvPr>
          <p:cNvSpPr txBox="1"/>
          <p:nvPr/>
        </p:nvSpPr>
        <p:spPr>
          <a:xfrm>
            <a:off x="11081075" y="1068007"/>
            <a:ext cx="750205" cy="276999"/>
          </a:xfrm>
          <a:prstGeom prst="rect">
            <a:avLst/>
          </a:prstGeom>
          <a:noFill/>
        </p:spPr>
        <p:txBody>
          <a:bodyPr wrap="square" lIns="0" tIns="0" rIns="0" bIns="0" rtlCol="0">
            <a:spAutoFit/>
          </a:bodyPr>
          <a:lstStyle/>
          <a:p>
            <a:r>
              <a:rPr lang="en-US" altLang="zh-CN" b="1" dirty="0">
                <a:solidFill>
                  <a:srgbClr val="C00000"/>
                </a:solidFill>
                <a:effectLst>
                  <a:outerShdw blurRad="38100" dist="38100" dir="2700000" algn="tl">
                    <a:srgbClr val="000000">
                      <a:alpha val="43137"/>
                    </a:srgbClr>
                  </a:outerShdw>
                </a:effectLst>
              </a:rPr>
              <a:t>H</a:t>
            </a:r>
            <a:r>
              <a:rPr lang="en-US" altLang="zh-CN"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-&gt;</a:t>
            </a:r>
            <a:r>
              <a:rPr lang="en-US" altLang="zh-CN" b="1" dirty="0" err="1">
                <a:solidFill>
                  <a:srgbClr val="C00000"/>
                </a:solidFill>
                <a:effectLst>
                  <a:outerShdw blurRad="38100" dist="38100" dir="2700000" algn="tl">
                    <a:srgbClr val="000000">
                      <a:alpha val="43137"/>
                    </a:srgbClr>
                  </a:outerShdw>
                </a:effectLst>
              </a:rPr>
              <a:t>len</a:t>
            </a:r>
            <a:endParaRPr lang="zh-CN" altLang="en-US" b="1" dirty="0">
              <a:solidFill>
                <a:srgbClr val="C00000"/>
              </a:solidFill>
              <a:effectLst>
                <a:outerShdw blurRad="38100" dist="38100" dir="2700000" algn="tl">
                  <a:srgbClr val="000000">
                    <a:alpha val="43137"/>
                  </a:srgbClr>
                </a:outerShdw>
              </a:effectLst>
            </a:endParaRPr>
          </a:p>
        </p:txBody>
      </p:sp>
      <p:sp>
        <p:nvSpPr>
          <p:cNvPr id="30" name="任意多边形: 形状 29">
            <a:extLst>
              <a:ext uri="{FF2B5EF4-FFF2-40B4-BE49-F238E27FC236}">
                <a16:creationId xmlns:a16="http://schemas.microsoft.com/office/drawing/2014/main" id="{9F25334F-9E8A-7702-958D-B9E35E8F676E}"/>
              </a:ext>
            </a:extLst>
          </p:cNvPr>
          <p:cNvSpPr/>
          <p:nvPr/>
        </p:nvSpPr>
        <p:spPr>
          <a:xfrm>
            <a:off x="446314" y="3499757"/>
            <a:ext cx="244929" cy="1366157"/>
          </a:xfrm>
          <a:custGeom>
            <a:avLst/>
            <a:gdLst>
              <a:gd name="connsiteX0" fmla="*/ 256254 w 310683"/>
              <a:gd name="connsiteY0" fmla="*/ 1366157 h 1366157"/>
              <a:gd name="connsiteX1" fmla="*/ 440 w 310683"/>
              <a:gd name="connsiteY1" fmla="*/ 691243 h 1366157"/>
              <a:gd name="connsiteX2" fmla="*/ 310683 w 310683"/>
              <a:gd name="connsiteY2" fmla="*/ 0 h 1366157"/>
              <a:gd name="connsiteX3" fmla="*/ 310683 w 310683"/>
              <a:gd name="connsiteY3" fmla="*/ 0 h 1366157"/>
            </a:gdLst>
            <a:ahLst/>
            <a:cxnLst>
              <a:cxn ang="0">
                <a:pos x="connsiteX0" y="connsiteY0"/>
              </a:cxn>
              <a:cxn ang="0">
                <a:pos x="connsiteX1" y="connsiteY1"/>
              </a:cxn>
              <a:cxn ang="0">
                <a:pos x="connsiteX2" y="connsiteY2"/>
              </a:cxn>
              <a:cxn ang="0">
                <a:pos x="connsiteX3" y="connsiteY3"/>
              </a:cxn>
            </a:cxnLst>
            <a:rect l="l" t="t" r="r" b="b"/>
            <a:pathLst>
              <a:path w="310683" h="1366157">
                <a:moveTo>
                  <a:pt x="256254" y="1366157"/>
                </a:moveTo>
                <a:cubicBezTo>
                  <a:pt x="123811" y="1142546"/>
                  <a:pt x="-8631" y="918936"/>
                  <a:pt x="440" y="691243"/>
                </a:cubicBezTo>
                <a:cubicBezTo>
                  <a:pt x="9511" y="463550"/>
                  <a:pt x="310683" y="0"/>
                  <a:pt x="310683" y="0"/>
                </a:cubicBezTo>
                <a:lnTo>
                  <a:pt x="310683" y="0"/>
                </a:lnTo>
              </a:path>
            </a:pathLst>
          </a:custGeom>
          <a:noFill/>
          <a:ln>
            <a:solidFill>
              <a:schemeClr val="accent2"/>
            </a:solidFill>
            <a:headEnd type="none" w="med" len="med"/>
            <a:tailEnd type="arrow"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0" name="直接箭头连接符 39">
            <a:extLst>
              <a:ext uri="{FF2B5EF4-FFF2-40B4-BE49-F238E27FC236}">
                <a16:creationId xmlns:a16="http://schemas.microsoft.com/office/drawing/2014/main" id="{8E40A912-2404-FC23-3B23-74297AC069D4}"/>
              </a:ext>
            </a:extLst>
          </p:cNvPr>
          <p:cNvCxnSpPr/>
          <p:nvPr/>
        </p:nvCxnSpPr>
        <p:spPr>
          <a:xfrm>
            <a:off x="892629" y="3565071"/>
            <a:ext cx="0" cy="1188490"/>
          </a:xfrm>
          <a:prstGeom prst="straightConnector1">
            <a:avLst/>
          </a:prstGeom>
          <a:ln>
            <a:solidFill>
              <a:schemeClr val="accent2"/>
            </a:solidFill>
            <a:headEnd type="none" w="med" len="med"/>
            <a:tailEnd type="arrow" w="lg" len="lg"/>
          </a:ln>
        </p:spPr>
        <p:style>
          <a:lnRef idx="2">
            <a:schemeClr val="accent1"/>
          </a:lnRef>
          <a:fillRef idx="0">
            <a:schemeClr val="accent1"/>
          </a:fillRef>
          <a:effectRef idx="1">
            <a:schemeClr val="accent1"/>
          </a:effectRef>
          <a:fontRef idx="minor">
            <a:schemeClr val="tx1"/>
          </a:fontRef>
        </p:style>
      </p:cxnSp>
      <p:cxnSp>
        <p:nvCxnSpPr>
          <p:cNvPr id="42" name="直接连接符 41">
            <a:extLst>
              <a:ext uri="{FF2B5EF4-FFF2-40B4-BE49-F238E27FC236}">
                <a16:creationId xmlns:a16="http://schemas.microsoft.com/office/drawing/2014/main" id="{7EB01DFD-453F-E590-674A-1C37C535C84A}"/>
              </a:ext>
            </a:extLst>
          </p:cNvPr>
          <p:cNvCxnSpPr/>
          <p:nvPr/>
        </p:nvCxnSpPr>
        <p:spPr>
          <a:xfrm>
            <a:off x="1723505" y="3527467"/>
            <a:ext cx="1740131"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43" name="直接连接符 42">
            <a:extLst>
              <a:ext uri="{FF2B5EF4-FFF2-40B4-BE49-F238E27FC236}">
                <a16:creationId xmlns:a16="http://schemas.microsoft.com/office/drawing/2014/main" id="{E6610A97-2A3C-7565-69AD-BBB6F2E6002B}"/>
              </a:ext>
            </a:extLst>
          </p:cNvPr>
          <p:cNvCxnSpPr>
            <a:cxnSpLocks/>
          </p:cNvCxnSpPr>
          <p:nvPr/>
        </p:nvCxnSpPr>
        <p:spPr>
          <a:xfrm>
            <a:off x="640079" y="5431083"/>
            <a:ext cx="2302626"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0114">
                                            <p:txEl>
                                              <p:pRg st="5" end="5"/>
                                            </p:txEl>
                                          </p:spTgt>
                                        </p:tgtEl>
                                        <p:attrNameLst>
                                          <p:attrName>style.visibility</p:attrName>
                                        </p:attrNameLst>
                                      </p:cBhvr>
                                      <p:to>
                                        <p:strVal val="visible"/>
                                      </p:to>
                                    </p:set>
                                    <p:animEffect transition="in" filter="fade">
                                      <p:cBhvr>
                                        <p:cTn id="7" dur="1000"/>
                                        <p:tgtEl>
                                          <p:spTgt spid="90114">
                                            <p:txEl>
                                              <p:pRg st="5" end="5"/>
                                            </p:txEl>
                                          </p:spTgt>
                                        </p:tgtEl>
                                      </p:cBhvr>
                                    </p:animEffect>
                                    <p:anim calcmode="lin" valueType="num">
                                      <p:cBhvr>
                                        <p:cTn id="8" dur="1000" fill="hold"/>
                                        <p:tgtEl>
                                          <p:spTgt spid="90114">
                                            <p:txEl>
                                              <p:pRg st="5" end="5"/>
                                            </p:txEl>
                                          </p:spTgt>
                                        </p:tgtEl>
                                        <p:attrNameLst>
                                          <p:attrName>ppt_x</p:attrName>
                                        </p:attrNameLst>
                                      </p:cBhvr>
                                      <p:tavLst>
                                        <p:tav tm="0">
                                          <p:val>
                                            <p:strVal val="#ppt_x"/>
                                          </p:val>
                                        </p:tav>
                                        <p:tav tm="100000">
                                          <p:val>
                                            <p:strVal val="#ppt_x"/>
                                          </p:val>
                                        </p:tav>
                                      </p:tavLst>
                                    </p:anim>
                                    <p:anim calcmode="lin" valueType="num">
                                      <p:cBhvr>
                                        <p:cTn id="9" dur="1000" fill="hold"/>
                                        <p:tgtEl>
                                          <p:spTgt spid="90114">
                                            <p:txEl>
                                              <p:pRg st="5" end="5"/>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90114">
                                            <p:txEl>
                                              <p:pRg st="9" end="9"/>
                                            </p:txEl>
                                          </p:spTgt>
                                        </p:tgtEl>
                                        <p:attrNameLst>
                                          <p:attrName>style.visibility</p:attrName>
                                        </p:attrNameLst>
                                      </p:cBhvr>
                                      <p:to>
                                        <p:strVal val="visible"/>
                                      </p:to>
                                    </p:set>
                                    <p:animEffect transition="in" filter="fade">
                                      <p:cBhvr>
                                        <p:cTn id="12" dur="1000"/>
                                        <p:tgtEl>
                                          <p:spTgt spid="90114">
                                            <p:txEl>
                                              <p:pRg st="9" end="9"/>
                                            </p:txEl>
                                          </p:spTgt>
                                        </p:tgtEl>
                                      </p:cBhvr>
                                    </p:animEffect>
                                    <p:anim calcmode="lin" valueType="num">
                                      <p:cBhvr>
                                        <p:cTn id="13" dur="1000" fill="hold"/>
                                        <p:tgtEl>
                                          <p:spTgt spid="90114">
                                            <p:txEl>
                                              <p:pRg st="9" end="9"/>
                                            </p:txEl>
                                          </p:spTgt>
                                        </p:tgtEl>
                                        <p:attrNameLst>
                                          <p:attrName>ppt_x</p:attrName>
                                        </p:attrNameLst>
                                      </p:cBhvr>
                                      <p:tavLst>
                                        <p:tav tm="0">
                                          <p:val>
                                            <p:strVal val="#ppt_x"/>
                                          </p:val>
                                        </p:tav>
                                        <p:tav tm="100000">
                                          <p:val>
                                            <p:strVal val="#ppt_x"/>
                                          </p:val>
                                        </p:tav>
                                      </p:tavLst>
                                    </p:anim>
                                    <p:anim calcmode="lin" valueType="num">
                                      <p:cBhvr>
                                        <p:cTn id="14" dur="1000" fill="hold"/>
                                        <p:tgtEl>
                                          <p:spTgt spid="90114">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90114">
                                            <p:txEl>
                                              <p:pRg st="6" end="6"/>
                                            </p:txEl>
                                          </p:spTgt>
                                        </p:tgtEl>
                                        <p:attrNameLst>
                                          <p:attrName>style.visibility</p:attrName>
                                        </p:attrNameLst>
                                      </p:cBhvr>
                                      <p:to>
                                        <p:strVal val="visible"/>
                                      </p:to>
                                    </p:set>
                                    <p:animEffect transition="in" filter="fade">
                                      <p:cBhvr>
                                        <p:cTn id="19" dur="1000"/>
                                        <p:tgtEl>
                                          <p:spTgt spid="90114">
                                            <p:txEl>
                                              <p:pRg st="6" end="6"/>
                                            </p:txEl>
                                          </p:spTgt>
                                        </p:tgtEl>
                                      </p:cBhvr>
                                    </p:animEffect>
                                    <p:anim calcmode="lin" valueType="num">
                                      <p:cBhvr>
                                        <p:cTn id="20" dur="1000" fill="hold"/>
                                        <p:tgtEl>
                                          <p:spTgt spid="90114">
                                            <p:txEl>
                                              <p:pRg st="6" end="6"/>
                                            </p:txEl>
                                          </p:spTgt>
                                        </p:tgtEl>
                                        <p:attrNameLst>
                                          <p:attrName>ppt_x</p:attrName>
                                        </p:attrNameLst>
                                      </p:cBhvr>
                                      <p:tavLst>
                                        <p:tav tm="0">
                                          <p:val>
                                            <p:strVal val="#ppt_x"/>
                                          </p:val>
                                        </p:tav>
                                        <p:tav tm="100000">
                                          <p:val>
                                            <p:strVal val="#ppt_x"/>
                                          </p:val>
                                        </p:tav>
                                      </p:tavLst>
                                    </p:anim>
                                    <p:anim calcmode="lin" valueType="num">
                                      <p:cBhvr>
                                        <p:cTn id="21" dur="1000" fill="hold"/>
                                        <p:tgtEl>
                                          <p:spTgt spid="9011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63" presetClass="path" presetSubtype="0" accel="50000" decel="50000" fill="hold" grpId="1" nodeType="clickEffect">
                                  <p:stCondLst>
                                    <p:cond delay="0"/>
                                  </p:stCondLst>
                                  <p:childTnLst>
                                    <p:animMotion origin="layout" path="M -3.125E-6 4.07407E-6 L 0.30157 4.07407E-6 " pathEditMode="relative" rAng="0" ptsTypes="AA">
                                      <p:cBhvr>
                                        <p:cTn id="25" dur="2000" fill="hold"/>
                                        <p:tgtEl>
                                          <p:spTgt spid="90127"/>
                                        </p:tgtEl>
                                        <p:attrNameLst>
                                          <p:attrName>ppt_x</p:attrName>
                                          <p:attrName>ppt_y</p:attrName>
                                        </p:attrNameLst>
                                      </p:cBhvr>
                                      <p:rCtr x="15078" y="0"/>
                                    </p:animMotion>
                                  </p:childTnLst>
                                </p:cTn>
                              </p:par>
                              <p:par>
                                <p:cTn id="26" presetID="35" presetClass="path" presetSubtype="0" accel="50000" decel="50000" fill="hold" grpId="1" nodeType="withEffect">
                                  <p:stCondLst>
                                    <p:cond delay="0"/>
                                  </p:stCondLst>
                                  <p:childTnLst>
                                    <p:animMotion origin="layout" path="M 3.95833E-6 4.44444E-6 L -0.30183 0.00162 " pathEditMode="relative" rAng="0" ptsTypes="AA">
                                      <p:cBhvr>
                                        <p:cTn id="27" dur="2000" fill="hold"/>
                                        <p:tgtEl>
                                          <p:spTgt spid="90140"/>
                                        </p:tgtEl>
                                        <p:attrNameLst>
                                          <p:attrName>ppt_x</p:attrName>
                                          <p:attrName>ppt_y</p:attrName>
                                        </p:attrNameLst>
                                      </p:cBhvr>
                                      <p:rCtr x="-15091" y="69"/>
                                    </p:animMotion>
                                  </p:childTnLst>
                                </p:cTn>
                              </p:par>
                            </p:childTnLst>
                          </p:cTn>
                        </p:par>
                        <p:par>
                          <p:cTn id="28" fill="hold">
                            <p:stCondLst>
                              <p:cond delay="2000"/>
                            </p:stCondLst>
                            <p:childTnLst>
                              <p:par>
                                <p:cTn id="29" presetID="3" presetClass="emph" presetSubtype="2" fill="hold" grpId="2" nodeType="afterEffect">
                                  <p:stCondLst>
                                    <p:cond delay="0"/>
                                  </p:stCondLst>
                                  <p:childTnLst>
                                    <p:animClr clrSpc="rgb" dir="cw">
                                      <p:cBhvr override="childStyle">
                                        <p:cTn id="30" dur="1000" fill="hold"/>
                                        <p:tgtEl>
                                          <p:spTgt spid="90127"/>
                                        </p:tgtEl>
                                        <p:attrNameLst>
                                          <p:attrName>style.color</p:attrName>
                                        </p:attrNameLst>
                                      </p:cBhvr>
                                      <p:to>
                                        <a:srgbClr val="C00000"/>
                                      </p:to>
                                    </p:animClr>
                                  </p:childTnLst>
                                </p:cTn>
                              </p:par>
                              <p:par>
                                <p:cTn id="31" presetID="42" presetClass="path" presetSubtype="0" accel="50000" decel="50000" fill="hold" grpId="2" nodeType="withEffect">
                                  <p:stCondLst>
                                    <p:cond delay="0"/>
                                  </p:stCondLst>
                                  <p:childTnLst>
                                    <p:animMotion origin="layout" path="M -4.375E-6 4.81481E-6 L -0.11263 0.35046 " pathEditMode="relative" rAng="0" ptsTypes="AA">
                                      <p:cBhvr>
                                        <p:cTn id="32" dur="2000" fill="hold"/>
                                        <p:tgtEl>
                                          <p:spTgt spid="22"/>
                                        </p:tgtEl>
                                        <p:attrNameLst>
                                          <p:attrName>ppt_x</p:attrName>
                                          <p:attrName>ppt_y</p:attrName>
                                        </p:attrNameLst>
                                      </p:cBhvr>
                                      <p:rCtr x="-5638" y="17523"/>
                                    </p:animMotion>
                                  </p:childTnLst>
                                </p:cTn>
                              </p:par>
                              <p:par>
                                <p:cTn id="33" presetID="64" presetClass="path" presetSubtype="0" accel="50000" decel="50000" fill="hold" grpId="2" nodeType="withEffect">
                                  <p:stCondLst>
                                    <p:cond delay="0"/>
                                  </p:stCondLst>
                                  <p:childTnLst>
                                    <p:animMotion origin="layout" path="M 4.375E-6 -4.81481E-6 L 0.11171 -0.34837 " pathEditMode="relative" rAng="0" ptsTypes="AA">
                                      <p:cBhvr>
                                        <p:cTn id="34" dur="2000" fill="hold"/>
                                        <p:tgtEl>
                                          <p:spTgt spid="14"/>
                                        </p:tgtEl>
                                        <p:attrNameLst>
                                          <p:attrName>ppt_x</p:attrName>
                                          <p:attrName>ppt_y</p:attrName>
                                        </p:attrNameLst>
                                      </p:cBhvr>
                                      <p:rCtr x="5586" y="-17431"/>
                                    </p:animMotion>
                                  </p:childTnLst>
                                </p:cTn>
                              </p:par>
                            </p:childTnLst>
                          </p:cTn>
                        </p:par>
                        <p:par>
                          <p:cTn id="35" fill="hold">
                            <p:stCondLst>
                              <p:cond delay="4000"/>
                            </p:stCondLst>
                            <p:childTnLst>
                              <p:par>
                                <p:cTn id="36" presetID="3" presetClass="emph" presetSubtype="2" fill="hold" grpId="3" nodeType="afterEffect">
                                  <p:stCondLst>
                                    <p:cond delay="0"/>
                                  </p:stCondLst>
                                  <p:childTnLst>
                                    <p:animClr clrSpc="rgb" dir="cw">
                                      <p:cBhvr override="childStyle">
                                        <p:cTn id="37" dur="1000" fill="hold"/>
                                        <p:tgtEl>
                                          <p:spTgt spid="22"/>
                                        </p:tgtEl>
                                        <p:attrNameLst>
                                          <p:attrName>style.color</p:attrName>
                                        </p:attrNameLst>
                                      </p:cBhvr>
                                      <p:to>
                                        <a:srgbClr val="C00000"/>
                                      </p:to>
                                    </p:animClr>
                                  </p:childTnLst>
                                </p:cTn>
                              </p:par>
                            </p:childTnLst>
                          </p:cTn>
                        </p:par>
                        <p:par>
                          <p:cTn id="38" fill="hold">
                            <p:stCondLst>
                              <p:cond delay="5000"/>
                            </p:stCondLst>
                            <p:childTnLst>
                              <p:par>
                                <p:cTn id="39" presetID="42" presetClass="entr" presetSubtype="0" fill="hold" nodeType="afterEffect">
                                  <p:stCondLst>
                                    <p:cond delay="0"/>
                                  </p:stCondLst>
                                  <p:childTnLst>
                                    <p:set>
                                      <p:cBhvr>
                                        <p:cTn id="40" dur="1" fill="hold">
                                          <p:stCondLst>
                                            <p:cond delay="0"/>
                                          </p:stCondLst>
                                        </p:cTn>
                                        <p:tgtEl>
                                          <p:spTgt spid="90114">
                                            <p:txEl>
                                              <p:pRg st="7" end="7"/>
                                            </p:txEl>
                                          </p:spTgt>
                                        </p:tgtEl>
                                        <p:attrNameLst>
                                          <p:attrName>style.visibility</p:attrName>
                                        </p:attrNameLst>
                                      </p:cBhvr>
                                      <p:to>
                                        <p:strVal val="visible"/>
                                      </p:to>
                                    </p:set>
                                    <p:animEffect transition="in" filter="fade">
                                      <p:cBhvr>
                                        <p:cTn id="41" dur="1000"/>
                                        <p:tgtEl>
                                          <p:spTgt spid="90114">
                                            <p:txEl>
                                              <p:pRg st="7" end="7"/>
                                            </p:txEl>
                                          </p:spTgt>
                                        </p:tgtEl>
                                      </p:cBhvr>
                                    </p:animEffect>
                                    <p:anim calcmode="lin" valueType="num">
                                      <p:cBhvr>
                                        <p:cTn id="42" dur="1000" fill="hold"/>
                                        <p:tgtEl>
                                          <p:spTgt spid="90114">
                                            <p:txEl>
                                              <p:pRg st="7" end="7"/>
                                            </p:txEl>
                                          </p:spTgt>
                                        </p:tgtEl>
                                        <p:attrNameLst>
                                          <p:attrName>ppt_x</p:attrName>
                                        </p:attrNameLst>
                                      </p:cBhvr>
                                      <p:tavLst>
                                        <p:tav tm="0">
                                          <p:val>
                                            <p:strVal val="#ppt_x"/>
                                          </p:val>
                                        </p:tav>
                                        <p:tav tm="100000">
                                          <p:val>
                                            <p:strVal val="#ppt_x"/>
                                          </p:val>
                                        </p:tav>
                                      </p:tavLst>
                                    </p:anim>
                                    <p:anim calcmode="lin" valueType="num">
                                      <p:cBhvr>
                                        <p:cTn id="43" dur="1000" fill="hold"/>
                                        <p:tgtEl>
                                          <p:spTgt spid="9011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35" presetClass="path" presetSubtype="0" accel="50000" decel="50000" fill="hold" grpId="0" nodeType="clickEffect">
                                  <p:stCondLst>
                                    <p:cond delay="0"/>
                                  </p:stCondLst>
                                  <p:childTnLst>
                                    <p:animMotion origin="layout" path="M -3.33333E-6 4.07407E-6 L -0.0431 -0.00024 " pathEditMode="relative" rAng="0" ptsTypes="AA">
                                      <p:cBhvr>
                                        <p:cTn id="47" dur="2000" fill="hold"/>
                                        <p:tgtEl>
                                          <p:spTgt spid="16"/>
                                        </p:tgtEl>
                                        <p:attrNameLst>
                                          <p:attrName>ppt_x</p:attrName>
                                          <p:attrName>ppt_y</p:attrName>
                                        </p:attrNameLst>
                                      </p:cBhvr>
                                      <p:rCtr x="-2161" y="-23"/>
                                    </p:animMotion>
                                  </p:childTnLst>
                                </p:cTn>
                              </p:par>
                              <p:par>
                                <p:cTn id="48" presetID="1" presetClass="emph" presetSubtype="2" fill="hold" nodeType="withEffect">
                                  <p:stCondLst>
                                    <p:cond delay="0"/>
                                  </p:stCondLst>
                                  <p:childTnLst>
                                    <p:animClr clrSpc="rgb" dir="cw">
                                      <p:cBhvr>
                                        <p:cTn id="49" dur="2000" fill="hold"/>
                                        <p:tgtEl>
                                          <p:spTgt spid="90133"/>
                                        </p:tgtEl>
                                        <p:attrNameLst>
                                          <p:attrName>fillcolor</p:attrName>
                                        </p:attrNameLst>
                                      </p:cBhvr>
                                      <p:to>
                                        <a:srgbClr val="D9F2D0"/>
                                      </p:to>
                                    </p:animClr>
                                    <p:set>
                                      <p:cBhvr>
                                        <p:cTn id="50" dur="2000" fill="hold"/>
                                        <p:tgtEl>
                                          <p:spTgt spid="90133"/>
                                        </p:tgtEl>
                                        <p:attrNameLst>
                                          <p:attrName>fill.type</p:attrName>
                                        </p:attrNameLst>
                                      </p:cBhvr>
                                      <p:to>
                                        <p:strVal val="solid"/>
                                      </p:to>
                                    </p:set>
                                    <p:set>
                                      <p:cBhvr>
                                        <p:cTn id="51" dur="2000" fill="hold"/>
                                        <p:tgtEl>
                                          <p:spTgt spid="90133"/>
                                        </p:tgtEl>
                                        <p:attrNameLst>
                                          <p:attrName>fill.on</p:attrName>
                                        </p:attrNameLst>
                                      </p:cBhvr>
                                      <p:to>
                                        <p:strVal val="true"/>
                                      </p:to>
                                    </p:set>
                                  </p:childTnLst>
                                </p:cTn>
                              </p:par>
                            </p:childTnLst>
                          </p:cTn>
                        </p:par>
                        <p:par>
                          <p:cTn id="52" fill="hold">
                            <p:stCondLst>
                              <p:cond delay="2000"/>
                            </p:stCondLst>
                            <p:childTnLst>
                              <p:par>
                                <p:cTn id="53" presetID="42" presetClass="entr" presetSubtype="0" fill="hold" nodeType="afterEffect">
                                  <p:stCondLst>
                                    <p:cond delay="0"/>
                                  </p:stCondLst>
                                  <p:childTnLst>
                                    <p:set>
                                      <p:cBhvr>
                                        <p:cTn id="54" dur="1" fill="hold">
                                          <p:stCondLst>
                                            <p:cond delay="0"/>
                                          </p:stCondLst>
                                        </p:cTn>
                                        <p:tgtEl>
                                          <p:spTgt spid="90114">
                                            <p:txEl>
                                              <p:pRg st="8" end="8"/>
                                            </p:txEl>
                                          </p:spTgt>
                                        </p:tgtEl>
                                        <p:attrNameLst>
                                          <p:attrName>style.visibility</p:attrName>
                                        </p:attrNameLst>
                                      </p:cBhvr>
                                      <p:to>
                                        <p:strVal val="visible"/>
                                      </p:to>
                                    </p:set>
                                    <p:animEffect transition="in" filter="fade">
                                      <p:cBhvr>
                                        <p:cTn id="55" dur="1000"/>
                                        <p:tgtEl>
                                          <p:spTgt spid="90114">
                                            <p:txEl>
                                              <p:pRg st="8" end="8"/>
                                            </p:txEl>
                                          </p:spTgt>
                                        </p:tgtEl>
                                      </p:cBhvr>
                                    </p:animEffect>
                                    <p:anim calcmode="lin" valueType="num">
                                      <p:cBhvr>
                                        <p:cTn id="56" dur="1000" fill="hold"/>
                                        <p:tgtEl>
                                          <p:spTgt spid="90114">
                                            <p:txEl>
                                              <p:pRg st="8" end="8"/>
                                            </p:txEl>
                                          </p:spTgt>
                                        </p:tgtEl>
                                        <p:attrNameLst>
                                          <p:attrName>ppt_x</p:attrName>
                                        </p:attrNameLst>
                                      </p:cBhvr>
                                      <p:tavLst>
                                        <p:tav tm="0">
                                          <p:val>
                                            <p:strVal val="#ppt_x"/>
                                          </p:val>
                                        </p:tav>
                                        <p:tav tm="100000">
                                          <p:val>
                                            <p:strVal val="#ppt_x"/>
                                          </p:val>
                                        </p:tav>
                                      </p:tavLst>
                                    </p:anim>
                                    <p:anim calcmode="lin" valueType="num">
                                      <p:cBhvr>
                                        <p:cTn id="57" dur="1000" fill="hold"/>
                                        <p:tgtEl>
                                          <p:spTgt spid="90114">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63" presetClass="path" presetSubtype="0" accel="50000" decel="50000" fill="hold" grpId="2" nodeType="clickEffect">
                                  <p:stCondLst>
                                    <p:cond delay="0"/>
                                  </p:stCondLst>
                                  <p:childTnLst>
                                    <p:animMotion origin="layout" path="M -0.30183 0.00162 L -0.25873 0.00092 " pathEditMode="relative" rAng="0" ptsTypes="AA">
                                      <p:cBhvr>
                                        <p:cTn id="61" dur="2000" fill="hold"/>
                                        <p:tgtEl>
                                          <p:spTgt spid="90140"/>
                                        </p:tgtEl>
                                        <p:attrNameLst>
                                          <p:attrName>ppt_x</p:attrName>
                                          <p:attrName>ppt_y</p:attrName>
                                        </p:attrNameLst>
                                      </p:cBhvr>
                                      <p:rCtr x="2148" y="-46"/>
                                    </p:animMotion>
                                  </p:childTnLst>
                                </p:cTn>
                              </p:par>
                              <p:par>
                                <p:cTn id="62" presetID="35" presetClass="path" presetSubtype="0" accel="50000" decel="50000" fill="hold" grpId="1" nodeType="withEffect">
                                  <p:stCondLst>
                                    <p:cond delay="0"/>
                                  </p:stCondLst>
                                  <p:childTnLst>
                                    <p:animMotion origin="layout" path="M -2.08333E-6 -4.44444E-6 L -0.0431 0.00023 " pathEditMode="relative" rAng="0" ptsTypes="AA">
                                      <p:cBhvr>
                                        <p:cTn id="63" dur="2000" fill="hold"/>
                                        <p:tgtEl>
                                          <p:spTgt spid="90123"/>
                                        </p:tgtEl>
                                        <p:attrNameLst>
                                          <p:attrName>ppt_x</p:attrName>
                                          <p:attrName>ppt_y</p:attrName>
                                        </p:attrNameLst>
                                      </p:cBhvr>
                                      <p:rCtr x="-2253" y="0"/>
                                    </p:animMotion>
                                  </p:childTnLst>
                                </p:cTn>
                              </p:par>
                            </p:childTnLst>
                          </p:cTn>
                        </p:par>
                        <p:par>
                          <p:cTn id="64" fill="hold">
                            <p:stCondLst>
                              <p:cond delay="2000"/>
                            </p:stCondLst>
                            <p:childTnLst>
                              <p:par>
                                <p:cTn id="65" presetID="42" presetClass="path" presetSubtype="0" accel="50000" decel="50000" fill="hold" grpId="3" nodeType="afterEffect">
                                  <p:stCondLst>
                                    <p:cond delay="0"/>
                                  </p:stCondLst>
                                  <p:childTnLst>
                                    <p:animMotion origin="layout" path="M 0.11171 -0.34837 L 0.05039 -0.24907 " pathEditMode="relative" rAng="0" ptsTypes="AA">
                                      <p:cBhvr>
                                        <p:cTn id="66" dur="2000" fill="hold"/>
                                        <p:tgtEl>
                                          <p:spTgt spid="14"/>
                                        </p:tgtEl>
                                        <p:attrNameLst>
                                          <p:attrName>ppt_x</p:attrName>
                                          <p:attrName>ppt_y</p:attrName>
                                        </p:attrNameLst>
                                      </p:cBhvr>
                                      <p:rCtr x="-3073" y="4954"/>
                                    </p:animMotion>
                                  </p:childTnLst>
                                </p:cTn>
                              </p:par>
                              <p:par>
                                <p:cTn id="67" presetID="64" presetClass="path" presetSubtype="0" accel="50000" decel="50000" fill="hold" grpId="2" nodeType="withEffect">
                                  <p:stCondLst>
                                    <p:cond delay="0"/>
                                  </p:stCondLst>
                                  <p:childTnLst>
                                    <p:animMotion origin="layout" path="M 3.95833E-6 -1.85185E-6 L 0.06146 -0.09791 " pathEditMode="relative" rAng="0" ptsTypes="AA">
                                      <p:cBhvr>
                                        <p:cTn id="68" dur="2000" fill="hold"/>
                                        <p:tgtEl>
                                          <p:spTgt spid="6"/>
                                        </p:tgtEl>
                                        <p:attrNameLst>
                                          <p:attrName>ppt_x</p:attrName>
                                          <p:attrName>ppt_y</p:attrName>
                                        </p:attrNameLst>
                                      </p:cBhvr>
                                      <p:rCtr x="2943" y="-4954"/>
                                    </p:animMotion>
                                  </p:childTnLst>
                                </p:cTn>
                              </p:par>
                            </p:childTnLst>
                          </p:cTn>
                        </p:par>
                        <p:par>
                          <p:cTn id="69" fill="hold">
                            <p:stCondLst>
                              <p:cond delay="4000"/>
                            </p:stCondLst>
                            <p:childTnLst>
                              <p:par>
                                <p:cTn id="70" presetID="63" presetClass="path" presetSubtype="0" accel="50000" decel="50000" fill="hold" grpId="3" nodeType="afterEffect">
                                  <p:stCondLst>
                                    <p:cond delay="0"/>
                                  </p:stCondLst>
                                  <p:childTnLst>
                                    <p:animMotion origin="layout" path="M -0.25873 0.00092 L -0.17201 0.00162 " pathEditMode="relative" rAng="0" ptsTypes="AA">
                                      <p:cBhvr>
                                        <p:cTn id="71" dur="2000" fill="hold"/>
                                        <p:tgtEl>
                                          <p:spTgt spid="90140"/>
                                        </p:tgtEl>
                                        <p:attrNameLst>
                                          <p:attrName>ppt_x</p:attrName>
                                          <p:attrName>ppt_y</p:attrName>
                                        </p:attrNameLst>
                                      </p:cBhvr>
                                      <p:rCtr x="4336" y="23"/>
                                    </p:animMotion>
                                  </p:childTnLst>
                                </p:cTn>
                              </p:par>
                              <p:par>
                                <p:cTn id="72" presetID="35" presetClass="path" presetSubtype="0" accel="50000" decel="50000" fill="hold" grpId="1" nodeType="withEffect">
                                  <p:stCondLst>
                                    <p:cond delay="0"/>
                                  </p:stCondLst>
                                  <p:childTnLst>
                                    <p:animMotion origin="layout" path="M -2.08333E-7 -1.11111E-6 L -0.08633 0.00209 " pathEditMode="relative" rAng="0" ptsTypes="AA">
                                      <p:cBhvr>
                                        <p:cTn id="73" dur="2000" fill="hold"/>
                                        <p:tgtEl>
                                          <p:spTgt spid="90126"/>
                                        </p:tgtEl>
                                        <p:attrNameLst>
                                          <p:attrName>ppt_x</p:attrName>
                                          <p:attrName>ppt_y</p:attrName>
                                        </p:attrNameLst>
                                      </p:cBhvr>
                                      <p:rCtr x="-4323" y="116"/>
                                    </p:animMotion>
                                  </p:childTnLst>
                                </p:cTn>
                              </p:par>
                            </p:childTnLst>
                          </p:cTn>
                        </p:par>
                        <p:par>
                          <p:cTn id="74" fill="hold">
                            <p:stCondLst>
                              <p:cond delay="6000"/>
                            </p:stCondLst>
                            <p:childTnLst>
                              <p:par>
                                <p:cTn id="75" presetID="42" presetClass="path" presetSubtype="0" accel="50000" decel="50000" fill="hold" grpId="4" nodeType="afterEffect">
                                  <p:stCondLst>
                                    <p:cond delay="0"/>
                                  </p:stCondLst>
                                  <p:childTnLst>
                                    <p:animMotion origin="layout" path="M 0.05039 -0.24907 L 0.02174 -0.12152 " pathEditMode="relative" rAng="0" ptsTypes="AA">
                                      <p:cBhvr>
                                        <p:cTn id="76" dur="2000" fill="hold"/>
                                        <p:tgtEl>
                                          <p:spTgt spid="14"/>
                                        </p:tgtEl>
                                        <p:attrNameLst>
                                          <p:attrName>ppt_x</p:attrName>
                                          <p:attrName>ppt_y</p:attrName>
                                        </p:attrNameLst>
                                      </p:cBhvr>
                                      <p:rCtr x="-1432" y="6366"/>
                                    </p:animMotion>
                                  </p:childTnLst>
                                </p:cTn>
                              </p:par>
                              <p:par>
                                <p:cTn id="77" presetID="64" presetClass="path" presetSubtype="0" accel="50000" decel="50000" fill="hold" grpId="2" nodeType="withEffect">
                                  <p:stCondLst>
                                    <p:cond delay="0"/>
                                  </p:stCondLst>
                                  <p:childTnLst>
                                    <p:animMotion origin="layout" path="M 1.04167E-6 4.81481E-6 L 0.02942 -0.12708 " pathEditMode="relative" rAng="0" ptsTypes="AA">
                                      <p:cBhvr>
                                        <p:cTn id="78" dur="2000" fill="hold"/>
                                        <p:tgtEl>
                                          <p:spTgt spid="24"/>
                                        </p:tgtEl>
                                        <p:attrNameLst>
                                          <p:attrName>ppt_x</p:attrName>
                                          <p:attrName>ppt_y</p:attrName>
                                        </p:attrNameLst>
                                      </p:cBhvr>
                                      <p:rCtr x="1406" y="-6366"/>
                                    </p:animMotion>
                                  </p:childTnLst>
                                </p:cTn>
                              </p:par>
                            </p:childTnLst>
                          </p:cTn>
                        </p:par>
                        <p:par>
                          <p:cTn id="79" fill="hold">
                            <p:stCondLst>
                              <p:cond delay="8000"/>
                            </p:stCondLst>
                            <p:childTnLst>
                              <p:par>
                                <p:cTn id="80" presetID="22" presetClass="entr" presetSubtype="4" fill="hold" grpId="0" nodeType="afterEffect">
                                  <p:stCondLst>
                                    <p:cond delay="0"/>
                                  </p:stCondLst>
                                  <p:childTnLst>
                                    <p:set>
                                      <p:cBhvr>
                                        <p:cTn id="81" dur="1" fill="hold">
                                          <p:stCondLst>
                                            <p:cond delay="0"/>
                                          </p:stCondLst>
                                        </p:cTn>
                                        <p:tgtEl>
                                          <p:spTgt spid="30"/>
                                        </p:tgtEl>
                                        <p:attrNameLst>
                                          <p:attrName>style.visibility</p:attrName>
                                        </p:attrNameLst>
                                      </p:cBhvr>
                                      <p:to>
                                        <p:strVal val="visible"/>
                                      </p:to>
                                    </p:set>
                                    <p:animEffect transition="in" filter="wipe(down)">
                                      <p:cBhvr>
                                        <p:cTn id="82" dur="1000"/>
                                        <p:tgtEl>
                                          <p:spTgt spid="30"/>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1" fill="hold" nodeType="clickEffect">
                                  <p:stCondLst>
                                    <p:cond delay="0"/>
                                  </p:stCondLst>
                                  <p:childTnLst>
                                    <p:set>
                                      <p:cBhvr>
                                        <p:cTn id="86" dur="1" fill="hold">
                                          <p:stCondLst>
                                            <p:cond delay="0"/>
                                          </p:stCondLst>
                                        </p:cTn>
                                        <p:tgtEl>
                                          <p:spTgt spid="40"/>
                                        </p:tgtEl>
                                        <p:attrNameLst>
                                          <p:attrName>style.visibility</p:attrName>
                                        </p:attrNameLst>
                                      </p:cBhvr>
                                      <p:to>
                                        <p:strVal val="visible"/>
                                      </p:to>
                                    </p:set>
                                    <p:animEffect transition="in" filter="wipe(up)">
                                      <p:cBhvr>
                                        <p:cTn id="87" dur="1000"/>
                                        <p:tgtEl>
                                          <p:spTgt spid="40"/>
                                        </p:tgtEl>
                                      </p:cBhvr>
                                    </p:animEffect>
                                  </p:childTnLst>
                                </p:cTn>
                              </p:par>
                            </p:childTnLst>
                          </p:cTn>
                        </p:par>
                        <p:par>
                          <p:cTn id="88" fill="hold">
                            <p:stCondLst>
                              <p:cond delay="1000"/>
                            </p:stCondLst>
                            <p:childTnLst>
                              <p:par>
                                <p:cTn id="89" presetID="63" presetClass="path" presetSubtype="0" accel="50000" decel="50000" fill="hold" grpId="2" nodeType="afterEffect">
                                  <p:stCondLst>
                                    <p:cond delay="0"/>
                                  </p:stCondLst>
                                  <p:childTnLst>
                                    <p:animMotion origin="layout" path="M -0.0431 0.00024 L 0.21589 -0.00069 " pathEditMode="relative" rAng="0" ptsTypes="AA">
                                      <p:cBhvr>
                                        <p:cTn id="90" dur="1500" fill="hold"/>
                                        <p:tgtEl>
                                          <p:spTgt spid="90123"/>
                                        </p:tgtEl>
                                        <p:attrNameLst>
                                          <p:attrName>ppt_x</p:attrName>
                                          <p:attrName>ppt_y</p:attrName>
                                        </p:attrNameLst>
                                      </p:cBhvr>
                                      <p:rCtr x="12943" y="-46"/>
                                    </p:animMotion>
                                  </p:childTnLst>
                                </p:cTn>
                              </p:par>
                              <p:par>
                                <p:cTn id="91" presetID="35" presetClass="path" presetSubtype="0" accel="50000" decel="50000" fill="hold" grpId="1" nodeType="withEffect">
                                  <p:stCondLst>
                                    <p:cond delay="0"/>
                                  </p:stCondLst>
                                  <p:childTnLst>
                                    <p:animMotion origin="layout" path="M 2.70833E-6 4.07407E-6 L -0.25886 4.07407E-6 " pathEditMode="relative" rAng="0" ptsTypes="AA">
                                      <p:cBhvr>
                                        <p:cTn id="92" dur="1500" fill="hold"/>
                                        <p:tgtEl>
                                          <p:spTgt spid="90142"/>
                                        </p:tgtEl>
                                        <p:attrNameLst>
                                          <p:attrName>ppt_x</p:attrName>
                                          <p:attrName>ppt_y</p:attrName>
                                        </p:attrNameLst>
                                      </p:cBhvr>
                                      <p:rCtr x="-12930" y="0"/>
                                    </p:animMotion>
                                  </p:childTnLst>
                                </p:cTn>
                              </p:par>
                            </p:childTnLst>
                          </p:cTn>
                        </p:par>
                        <p:par>
                          <p:cTn id="93" fill="hold">
                            <p:stCondLst>
                              <p:cond delay="2500"/>
                            </p:stCondLst>
                            <p:childTnLst>
                              <p:par>
                                <p:cTn id="94" presetID="3" presetClass="emph" presetSubtype="2" fill="hold" grpId="3" nodeType="afterEffect">
                                  <p:stCondLst>
                                    <p:cond delay="0"/>
                                  </p:stCondLst>
                                  <p:childTnLst>
                                    <p:animClr clrSpc="rgb" dir="cw">
                                      <p:cBhvr override="childStyle">
                                        <p:cTn id="95" dur="1000" fill="hold"/>
                                        <p:tgtEl>
                                          <p:spTgt spid="90123"/>
                                        </p:tgtEl>
                                        <p:attrNameLst>
                                          <p:attrName>style.color</p:attrName>
                                        </p:attrNameLst>
                                      </p:cBhvr>
                                      <p:to>
                                        <a:srgbClr val="C00000"/>
                                      </p:to>
                                    </p:animClr>
                                  </p:childTnLst>
                                </p:cTn>
                              </p:par>
                              <p:par>
                                <p:cTn id="96" presetID="42" presetClass="path" presetSubtype="0" accel="50000" decel="50000" fill="hold" grpId="3" nodeType="withEffect">
                                  <p:stCondLst>
                                    <p:cond delay="0"/>
                                  </p:stCondLst>
                                  <p:childTnLst>
                                    <p:animMotion origin="layout" path="M 0.06145 -0.09791 L 0.15091 0.13148 " pathEditMode="relative" rAng="0" ptsTypes="AA">
                                      <p:cBhvr>
                                        <p:cTn id="97" dur="1500" fill="hold"/>
                                        <p:tgtEl>
                                          <p:spTgt spid="6"/>
                                        </p:tgtEl>
                                        <p:attrNameLst>
                                          <p:attrName>ppt_x</p:attrName>
                                          <p:attrName>ppt_y</p:attrName>
                                        </p:attrNameLst>
                                      </p:cBhvr>
                                      <p:rCtr x="4466" y="11458"/>
                                    </p:animMotion>
                                  </p:childTnLst>
                                </p:cTn>
                              </p:par>
                              <p:par>
                                <p:cTn id="98" presetID="64" presetClass="path" presetSubtype="0" accel="50000" decel="50000" fill="hold" grpId="2" nodeType="withEffect">
                                  <p:stCondLst>
                                    <p:cond delay="0"/>
                                  </p:stCondLst>
                                  <p:childTnLst>
                                    <p:animMotion origin="layout" path="M 1.66667E-6 1.11111E-6 L -0.08998 -0.22871 " pathEditMode="relative" rAng="0" ptsTypes="AA">
                                      <p:cBhvr>
                                        <p:cTn id="99" dur="1500" fill="hold"/>
                                        <p:tgtEl>
                                          <p:spTgt spid="12"/>
                                        </p:tgtEl>
                                        <p:attrNameLst>
                                          <p:attrName>ppt_x</p:attrName>
                                          <p:attrName>ppt_y</p:attrName>
                                        </p:attrNameLst>
                                      </p:cBhvr>
                                      <p:rCtr x="-4505" y="-11528"/>
                                    </p:animMotion>
                                  </p:childTnLst>
                                </p:cTn>
                              </p:par>
                            </p:childTnLst>
                          </p:cTn>
                        </p:par>
                        <p:par>
                          <p:cTn id="100" fill="hold">
                            <p:stCondLst>
                              <p:cond delay="4000"/>
                            </p:stCondLst>
                            <p:childTnLst>
                              <p:par>
                                <p:cTn id="101" presetID="3" presetClass="emph" presetSubtype="2" fill="hold" grpId="4" nodeType="afterEffect">
                                  <p:stCondLst>
                                    <p:cond delay="0"/>
                                  </p:stCondLst>
                                  <p:childTnLst>
                                    <p:animClr clrSpc="rgb" dir="cw">
                                      <p:cBhvr override="childStyle">
                                        <p:cTn id="102" dur="1000" fill="hold"/>
                                        <p:tgtEl>
                                          <p:spTgt spid="6"/>
                                        </p:tgtEl>
                                        <p:attrNameLst>
                                          <p:attrName>style.color</p:attrName>
                                        </p:attrNameLst>
                                      </p:cBhvr>
                                      <p:to>
                                        <a:srgbClr val="C00000"/>
                                      </p:to>
                                    </p:animClr>
                                  </p:childTnLst>
                                </p:cTn>
                              </p:par>
                              <p:par>
                                <p:cTn id="103" presetID="35" presetClass="path" presetSubtype="0" accel="50000" decel="50000" fill="hold" grpId="1" nodeType="withEffect">
                                  <p:stCondLst>
                                    <p:cond delay="0"/>
                                  </p:stCondLst>
                                  <p:childTnLst>
                                    <p:animMotion origin="layout" path="M -0.0431 -0.00024 L -0.0875 0.00046 " pathEditMode="relative" rAng="0" ptsTypes="AA">
                                      <p:cBhvr>
                                        <p:cTn id="104" dur="1500" fill="hold"/>
                                        <p:tgtEl>
                                          <p:spTgt spid="16"/>
                                        </p:tgtEl>
                                        <p:attrNameLst>
                                          <p:attrName>ppt_x</p:attrName>
                                          <p:attrName>ppt_y</p:attrName>
                                        </p:attrNameLst>
                                      </p:cBhvr>
                                      <p:rCtr x="-2227" y="23"/>
                                    </p:animMotion>
                                  </p:childTnLst>
                                </p:cTn>
                              </p:par>
                              <p:par>
                                <p:cTn id="105" presetID="1" presetClass="emph" presetSubtype="2" fill="hold" nodeType="withEffect">
                                  <p:stCondLst>
                                    <p:cond delay="0"/>
                                  </p:stCondLst>
                                  <p:childTnLst>
                                    <p:animClr clrSpc="rgb" dir="cw">
                                      <p:cBhvr>
                                        <p:cTn id="106" dur="1500" fill="hold"/>
                                        <p:tgtEl>
                                          <p:spTgt spid="90139"/>
                                        </p:tgtEl>
                                        <p:attrNameLst>
                                          <p:attrName>fillcolor</p:attrName>
                                        </p:attrNameLst>
                                      </p:cBhvr>
                                      <p:to>
                                        <a:srgbClr val="D9F2D0"/>
                                      </p:to>
                                    </p:animClr>
                                    <p:set>
                                      <p:cBhvr>
                                        <p:cTn id="107" dur="1500" fill="hold"/>
                                        <p:tgtEl>
                                          <p:spTgt spid="90139"/>
                                        </p:tgtEl>
                                        <p:attrNameLst>
                                          <p:attrName>fill.type</p:attrName>
                                        </p:attrNameLst>
                                      </p:cBhvr>
                                      <p:to>
                                        <p:strVal val="solid"/>
                                      </p:to>
                                    </p:set>
                                    <p:set>
                                      <p:cBhvr>
                                        <p:cTn id="108" dur="1500" fill="hold"/>
                                        <p:tgtEl>
                                          <p:spTgt spid="90139"/>
                                        </p:tgtEl>
                                        <p:attrNameLst>
                                          <p:attrName>fill.on</p:attrName>
                                        </p:attrNameLst>
                                      </p:cBhvr>
                                      <p:to>
                                        <p:strVal val="true"/>
                                      </p:to>
                                    </p:set>
                                  </p:childTnLst>
                                </p:cTn>
                              </p:par>
                            </p:childTnLst>
                          </p:cTn>
                        </p:par>
                        <p:par>
                          <p:cTn id="109" fill="hold">
                            <p:stCondLst>
                              <p:cond delay="5500"/>
                            </p:stCondLst>
                            <p:childTnLst>
                              <p:par>
                                <p:cTn id="110" presetID="63" presetClass="path" presetSubtype="0" accel="50000" decel="50000" fill="hold" grpId="2" nodeType="afterEffect">
                                  <p:stCondLst>
                                    <p:cond delay="0"/>
                                  </p:stCondLst>
                                  <p:childTnLst>
                                    <p:animMotion origin="layout" path="M -0.25886 4.07407E-6 L -0.17253 4.07407E-6 " pathEditMode="relative" rAng="0" ptsTypes="AA">
                                      <p:cBhvr>
                                        <p:cTn id="111" dur="1500" fill="hold"/>
                                        <p:tgtEl>
                                          <p:spTgt spid="90142"/>
                                        </p:tgtEl>
                                        <p:attrNameLst>
                                          <p:attrName>ppt_x</p:attrName>
                                          <p:attrName>ppt_y</p:attrName>
                                        </p:attrNameLst>
                                      </p:cBhvr>
                                      <p:rCtr x="4310" y="0"/>
                                    </p:animMotion>
                                  </p:childTnLst>
                                </p:cTn>
                              </p:par>
                              <p:par>
                                <p:cTn id="112" presetID="35" presetClass="path" presetSubtype="0" accel="50000" decel="50000" fill="hold" grpId="1" nodeType="withEffect">
                                  <p:stCondLst>
                                    <p:cond delay="0"/>
                                  </p:stCondLst>
                                  <p:childTnLst>
                                    <p:animMotion origin="layout" path="M -8.33333E-7 4.07407E-6 L -0.08607 4.07407E-6 " pathEditMode="relative" rAng="0" ptsTypes="AA">
                                      <p:cBhvr>
                                        <p:cTn id="113" dur="1500" fill="hold"/>
                                        <p:tgtEl>
                                          <p:spTgt spid="90125"/>
                                        </p:tgtEl>
                                        <p:attrNameLst>
                                          <p:attrName>ppt_x</p:attrName>
                                          <p:attrName>ppt_y</p:attrName>
                                        </p:attrNameLst>
                                      </p:cBhvr>
                                      <p:rCtr x="-4336" y="0"/>
                                    </p:animMotion>
                                  </p:childTnLst>
                                </p:cTn>
                              </p:par>
                            </p:childTnLst>
                          </p:cTn>
                        </p:par>
                        <p:par>
                          <p:cTn id="114" fill="hold">
                            <p:stCondLst>
                              <p:cond delay="7000"/>
                            </p:stCondLst>
                            <p:childTnLst>
                              <p:par>
                                <p:cTn id="115" presetID="42" presetClass="path" presetSubtype="0" accel="50000" decel="50000" fill="hold" grpId="3" nodeType="afterEffect">
                                  <p:stCondLst>
                                    <p:cond delay="0"/>
                                  </p:stCondLst>
                                  <p:childTnLst>
                                    <p:animMotion origin="layout" path="M -0.08998 -0.2287 L -0.0293 -0.13704 " pathEditMode="relative" rAng="0" ptsTypes="AA">
                                      <p:cBhvr>
                                        <p:cTn id="116" dur="1500" fill="hold"/>
                                        <p:tgtEl>
                                          <p:spTgt spid="12"/>
                                        </p:tgtEl>
                                        <p:attrNameLst>
                                          <p:attrName>ppt_x</p:attrName>
                                          <p:attrName>ppt_y</p:attrName>
                                        </p:attrNameLst>
                                      </p:cBhvr>
                                      <p:rCtr x="3034" y="4583"/>
                                    </p:animMotion>
                                  </p:childTnLst>
                                </p:cTn>
                              </p:par>
                              <p:par>
                                <p:cTn id="117" presetID="64" presetClass="path" presetSubtype="0" accel="50000" decel="50000" fill="hold" grpId="2" nodeType="withEffect">
                                  <p:stCondLst>
                                    <p:cond delay="0"/>
                                  </p:stCondLst>
                                  <p:childTnLst>
                                    <p:animMotion origin="layout" path="M -8.33333E-7 3.7037E-7 L -0.06029 -0.09444 " pathEditMode="relative" rAng="0" ptsTypes="AA">
                                      <p:cBhvr>
                                        <p:cTn id="118" dur="1500" fill="hold"/>
                                        <p:tgtEl>
                                          <p:spTgt spid="8"/>
                                        </p:tgtEl>
                                        <p:attrNameLst>
                                          <p:attrName>ppt_x</p:attrName>
                                          <p:attrName>ppt_y</p:attrName>
                                        </p:attrNameLst>
                                      </p:cBhvr>
                                      <p:rCtr x="-3086" y="-4792"/>
                                    </p:animMotion>
                                  </p:childTnLst>
                                </p:cTn>
                              </p:par>
                            </p:childTnLst>
                          </p:cTn>
                        </p:par>
                      </p:childTnLst>
                    </p:cTn>
                  </p:par>
                  <p:par>
                    <p:cTn id="119" fill="hold">
                      <p:stCondLst>
                        <p:cond delay="indefinite"/>
                      </p:stCondLst>
                      <p:childTnLst>
                        <p:par>
                          <p:cTn id="120" fill="hold">
                            <p:stCondLst>
                              <p:cond delay="0"/>
                            </p:stCondLst>
                            <p:childTnLst>
                              <p:par>
                                <p:cTn id="121" presetID="32" presetClass="emph" presetSubtype="0" fill="hold" grpId="1" nodeType="clickEffect">
                                  <p:stCondLst>
                                    <p:cond delay="0"/>
                                  </p:stCondLst>
                                  <p:childTnLst>
                                    <p:animRot by="120000">
                                      <p:cBhvr>
                                        <p:cTn id="122" dur="100" fill="hold">
                                          <p:stCondLst>
                                            <p:cond delay="0"/>
                                          </p:stCondLst>
                                        </p:cTn>
                                        <p:tgtEl>
                                          <p:spTgt spid="30"/>
                                        </p:tgtEl>
                                        <p:attrNameLst>
                                          <p:attrName>r</p:attrName>
                                        </p:attrNameLst>
                                      </p:cBhvr>
                                    </p:animRot>
                                    <p:animRot by="-240000">
                                      <p:cBhvr>
                                        <p:cTn id="123" dur="200" fill="hold">
                                          <p:stCondLst>
                                            <p:cond delay="200"/>
                                          </p:stCondLst>
                                        </p:cTn>
                                        <p:tgtEl>
                                          <p:spTgt spid="30"/>
                                        </p:tgtEl>
                                        <p:attrNameLst>
                                          <p:attrName>r</p:attrName>
                                        </p:attrNameLst>
                                      </p:cBhvr>
                                    </p:animRot>
                                    <p:animRot by="240000">
                                      <p:cBhvr>
                                        <p:cTn id="124" dur="200" fill="hold">
                                          <p:stCondLst>
                                            <p:cond delay="400"/>
                                          </p:stCondLst>
                                        </p:cTn>
                                        <p:tgtEl>
                                          <p:spTgt spid="30"/>
                                        </p:tgtEl>
                                        <p:attrNameLst>
                                          <p:attrName>r</p:attrName>
                                        </p:attrNameLst>
                                      </p:cBhvr>
                                    </p:animRot>
                                    <p:animRot by="-240000">
                                      <p:cBhvr>
                                        <p:cTn id="125" dur="200" fill="hold">
                                          <p:stCondLst>
                                            <p:cond delay="600"/>
                                          </p:stCondLst>
                                        </p:cTn>
                                        <p:tgtEl>
                                          <p:spTgt spid="30"/>
                                        </p:tgtEl>
                                        <p:attrNameLst>
                                          <p:attrName>r</p:attrName>
                                        </p:attrNameLst>
                                      </p:cBhvr>
                                    </p:animRot>
                                    <p:animRot by="120000">
                                      <p:cBhvr>
                                        <p:cTn id="126" dur="200" fill="hold">
                                          <p:stCondLst>
                                            <p:cond delay="800"/>
                                          </p:stCondLst>
                                        </p:cTn>
                                        <p:tgtEl>
                                          <p:spTgt spid="30"/>
                                        </p:tgtEl>
                                        <p:attrNameLst>
                                          <p:attrName>r</p:attrName>
                                        </p:attrNameLst>
                                      </p:cBhvr>
                                    </p:animRot>
                                  </p:childTnLst>
                                </p:cTn>
                              </p:par>
                            </p:childTnLst>
                          </p:cTn>
                        </p:par>
                        <p:par>
                          <p:cTn id="127" fill="hold">
                            <p:stCondLst>
                              <p:cond delay="1000"/>
                            </p:stCondLst>
                            <p:childTnLst>
                              <p:par>
                                <p:cTn id="128" presetID="32" presetClass="emph" presetSubtype="0" fill="hold" nodeType="afterEffect">
                                  <p:stCondLst>
                                    <p:cond delay="0"/>
                                  </p:stCondLst>
                                  <p:childTnLst>
                                    <p:animRot by="120000">
                                      <p:cBhvr>
                                        <p:cTn id="129" dur="100" fill="hold">
                                          <p:stCondLst>
                                            <p:cond delay="0"/>
                                          </p:stCondLst>
                                        </p:cTn>
                                        <p:tgtEl>
                                          <p:spTgt spid="40"/>
                                        </p:tgtEl>
                                        <p:attrNameLst>
                                          <p:attrName>r</p:attrName>
                                        </p:attrNameLst>
                                      </p:cBhvr>
                                    </p:animRot>
                                    <p:animRot by="-240000">
                                      <p:cBhvr>
                                        <p:cTn id="130" dur="200" fill="hold">
                                          <p:stCondLst>
                                            <p:cond delay="200"/>
                                          </p:stCondLst>
                                        </p:cTn>
                                        <p:tgtEl>
                                          <p:spTgt spid="40"/>
                                        </p:tgtEl>
                                        <p:attrNameLst>
                                          <p:attrName>r</p:attrName>
                                        </p:attrNameLst>
                                      </p:cBhvr>
                                    </p:animRot>
                                    <p:animRot by="240000">
                                      <p:cBhvr>
                                        <p:cTn id="131" dur="200" fill="hold">
                                          <p:stCondLst>
                                            <p:cond delay="400"/>
                                          </p:stCondLst>
                                        </p:cTn>
                                        <p:tgtEl>
                                          <p:spTgt spid="40"/>
                                        </p:tgtEl>
                                        <p:attrNameLst>
                                          <p:attrName>r</p:attrName>
                                        </p:attrNameLst>
                                      </p:cBhvr>
                                    </p:animRot>
                                    <p:animRot by="-240000">
                                      <p:cBhvr>
                                        <p:cTn id="132" dur="200" fill="hold">
                                          <p:stCondLst>
                                            <p:cond delay="600"/>
                                          </p:stCondLst>
                                        </p:cTn>
                                        <p:tgtEl>
                                          <p:spTgt spid="40"/>
                                        </p:tgtEl>
                                        <p:attrNameLst>
                                          <p:attrName>r</p:attrName>
                                        </p:attrNameLst>
                                      </p:cBhvr>
                                    </p:animRot>
                                    <p:animRot by="120000">
                                      <p:cBhvr>
                                        <p:cTn id="133" dur="200" fill="hold">
                                          <p:stCondLst>
                                            <p:cond delay="800"/>
                                          </p:stCondLst>
                                        </p:cTn>
                                        <p:tgtEl>
                                          <p:spTgt spid="40"/>
                                        </p:tgtEl>
                                        <p:attrNameLst>
                                          <p:attrName>r</p:attrName>
                                        </p:attrNameLst>
                                      </p:cBhvr>
                                    </p:animRot>
                                  </p:childTnLst>
                                </p:cTn>
                              </p:par>
                            </p:childTnLst>
                          </p:cTn>
                        </p:par>
                      </p:childTnLst>
                    </p:cTn>
                  </p:par>
                  <p:par>
                    <p:cTn id="134" fill="hold">
                      <p:stCondLst>
                        <p:cond delay="indefinite"/>
                      </p:stCondLst>
                      <p:childTnLst>
                        <p:par>
                          <p:cTn id="135" fill="hold">
                            <p:stCondLst>
                              <p:cond delay="0"/>
                            </p:stCondLst>
                            <p:childTnLst>
                              <p:par>
                                <p:cTn id="136" presetID="63" presetClass="path" presetSubtype="0" accel="50000" decel="50000" fill="hold" grpId="2" nodeType="clickEffect">
                                  <p:stCondLst>
                                    <p:cond delay="0"/>
                                  </p:stCondLst>
                                  <p:childTnLst>
                                    <p:animMotion origin="layout" path="M -0.08607 3.33333E-6 L 0.13099 0.00023 " pathEditMode="relative" rAng="0" ptsTypes="AA">
                                      <p:cBhvr>
                                        <p:cTn id="137" dur="1500" fill="hold"/>
                                        <p:tgtEl>
                                          <p:spTgt spid="90125"/>
                                        </p:tgtEl>
                                        <p:attrNameLst>
                                          <p:attrName>ppt_x</p:attrName>
                                          <p:attrName>ppt_y</p:attrName>
                                        </p:attrNameLst>
                                      </p:cBhvr>
                                      <p:rCtr x="10924" y="162"/>
                                    </p:animMotion>
                                  </p:childTnLst>
                                </p:cTn>
                              </p:par>
                              <p:par>
                                <p:cTn id="138" presetID="35" presetClass="path" presetSubtype="0" accel="50000" decel="50000" fill="hold" grpId="1" nodeType="withEffect">
                                  <p:stCondLst>
                                    <p:cond delay="0"/>
                                  </p:stCondLst>
                                  <p:childTnLst>
                                    <p:animMotion origin="layout" path="M 2.08333E-6 4.07407E-6 L -0.2155 2.59259E-6 " pathEditMode="relative" rAng="0" ptsTypes="AA">
                                      <p:cBhvr>
                                        <p:cTn id="139" dur="1500" fill="hold"/>
                                        <p:tgtEl>
                                          <p:spTgt spid="90141"/>
                                        </p:tgtEl>
                                        <p:attrNameLst>
                                          <p:attrName>ppt_x</p:attrName>
                                          <p:attrName>ppt_y</p:attrName>
                                        </p:attrNameLst>
                                      </p:cBhvr>
                                      <p:rCtr x="-10820" y="0"/>
                                    </p:animMotion>
                                  </p:childTnLst>
                                </p:cTn>
                              </p:par>
                            </p:childTnLst>
                          </p:cTn>
                        </p:par>
                        <p:par>
                          <p:cTn id="140" fill="hold">
                            <p:stCondLst>
                              <p:cond delay="1500"/>
                            </p:stCondLst>
                            <p:childTnLst>
                              <p:par>
                                <p:cTn id="141" presetID="3" presetClass="emph" presetSubtype="2" fill="hold" grpId="3" nodeType="afterEffect">
                                  <p:stCondLst>
                                    <p:cond delay="0"/>
                                  </p:stCondLst>
                                  <p:childTnLst>
                                    <p:animClr clrSpc="rgb" dir="cw">
                                      <p:cBhvr override="childStyle">
                                        <p:cTn id="142" dur="1000" fill="hold"/>
                                        <p:tgtEl>
                                          <p:spTgt spid="90125"/>
                                        </p:tgtEl>
                                        <p:attrNameLst>
                                          <p:attrName>style.color</p:attrName>
                                        </p:attrNameLst>
                                      </p:cBhvr>
                                      <p:to>
                                        <a:srgbClr val="C00000"/>
                                      </p:to>
                                    </p:animClr>
                                  </p:childTnLst>
                                </p:cTn>
                              </p:par>
                            </p:childTnLst>
                          </p:cTn>
                        </p:par>
                        <p:par>
                          <p:cTn id="143" fill="hold">
                            <p:stCondLst>
                              <p:cond delay="2500"/>
                            </p:stCondLst>
                            <p:childTnLst>
                              <p:par>
                                <p:cTn id="144" presetID="42" presetClass="path" presetSubtype="0" accel="50000" decel="50000" fill="hold" grpId="3" nodeType="afterEffect">
                                  <p:stCondLst>
                                    <p:cond delay="0"/>
                                  </p:stCondLst>
                                  <p:childTnLst>
                                    <p:animMotion origin="layout" path="M -0.06029 -0.09444 L -0.02982 0.13611 " pathEditMode="relative" rAng="0" ptsTypes="AA">
                                      <p:cBhvr>
                                        <p:cTn id="145" dur="1500" fill="hold"/>
                                        <p:tgtEl>
                                          <p:spTgt spid="8"/>
                                        </p:tgtEl>
                                        <p:attrNameLst>
                                          <p:attrName>ppt_x</p:attrName>
                                          <p:attrName>ppt_y</p:attrName>
                                        </p:attrNameLst>
                                      </p:cBhvr>
                                      <p:rCtr x="1523" y="11528"/>
                                    </p:animMotion>
                                  </p:childTnLst>
                                </p:cTn>
                              </p:par>
                              <p:par>
                                <p:cTn id="146" presetID="64" presetClass="path" presetSubtype="0" accel="50000" decel="50000" fill="hold" grpId="2" nodeType="withEffect">
                                  <p:stCondLst>
                                    <p:cond delay="0"/>
                                  </p:stCondLst>
                                  <p:childTnLst>
                                    <p:animMotion origin="layout" path="M -3.75E-6 -4.81481E-6 L -0.03086 -0.22962 " pathEditMode="relative" rAng="0" ptsTypes="AA">
                                      <p:cBhvr>
                                        <p:cTn id="147" dur="1500" fill="hold"/>
                                        <p:tgtEl>
                                          <p:spTgt spid="13"/>
                                        </p:tgtEl>
                                        <p:attrNameLst>
                                          <p:attrName>ppt_x</p:attrName>
                                          <p:attrName>ppt_y</p:attrName>
                                        </p:attrNameLst>
                                      </p:cBhvr>
                                      <p:rCtr x="-1549" y="-11481"/>
                                    </p:animMotion>
                                  </p:childTnLst>
                                </p:cTn>
                              </p:par>
                            </p:childTnLst>
                          </p:cTn>
                        </p:par>
                        <p:par>
                          <p:cTn id="148" fill="hold">
                            <p:stCondLst>
                              <p:cond delay="4000"/>
                            </p:stCondLst>
                            <p:childTnLst>
                              <p:par>
                                <p:cTn id="149" presetID="3" presetClass="emph" presetSubtype="2" fill="hold" grpId="4" nodeType="afterEffect">
                                  <p:stCondLst>
                                    <p:cond delay="0"/>
                                  </p:stCondLst>
                                  <p:childTnLst>
                                    <p:animClr clrSpc="rgb" dir="cw">
                                      <p:cBhvr override="childStyle">
                                        <p:cTn id="150" dur="1000" fill="hold"/>
                                        <p:tgtEl>
                                          <p:spTgt spid="8"/>
                                        </p:tgtEl>
                                        <p:attrNameLst>
                                          <p:attrName>style.color</p:attrName>
                                        </p:attrNameLst>
                                      </p:cBhvr>
                                      <p:to>
                                        <a:srgbClr val="C00000"/>
                                      </p:to>
                                    </p:animClr>
                                  </p:childTnLst>
                                </p:cTn>
                              </p:par>
                            </p:childTnLst>
                          </p:cTn>
                        </p:par>
                        <p:par>
                          <p:cTn id="151" fill="hold">
                            <p:stCondLst>
                              <p:cond delay="5000"/>
                            </p:stCondLst>
                            <p:childTnLst>
                              <p:par>
                                <p:cTn id="152" presetID="35" presetClass="path" presetSubtype="0" accel="50000" decel="50000" fill="hold" grpId="2" nodeType="afterEffect">
                                  <p:stCondLst>
                                    <p:cond delay="0"/>
                                  </p:stCondLst>
                                  <p:childTnLst>
                                    <p:animMotion origin="layout" path="M -0.0875 0.00046 L -0.12773 4.07407E-6 " pathEditMode="relative" rAng="0" ptsTypes="AA">
                                      <p:cBhvr>
                                        <p:cTn id="153" dur="1500" fill="hold"/>
                                        <p:tgtEl>
                                          <p:spTgt spid="16"/>
                                        </p:tgtEl>
                                        <p:attrNameLst>
                                          <p:attrName>ppt_x</p:attrName>
                                          <p:attrName>ppt_y</p:attrName>
                                        </p:attrNameLst>
                                      </p:cBhvr>
                                      <p:rCtr x="-2018" y="-23"/>
                                    </p:animMotion>
                                  </p:childTnLst>
                                </p:cTn>
                              </p:par>
                              <p:par>
                                <p:cTn id="154" presetID="1" presetClass="emph" presetSubtype="2" fill="hold" nodeType="withEffect">
                                  <p:stCondLst>
                                    <p:cond delay="0"/>
                                  </p:stCondLst>
                                  <p:childTnLst>
                                    <p:animClr clrSpc="rgb" dir="cw">
                                      <p:cBhvr>
                                        <p:cTn id="155" dur="1500" fill="hold"/>
                                        <p:tgtEl>
                                          <p:spTgt spid="90136"/>
                                        </p:tgtEl>
                                        <p:attrNameLst>
                                          <p:attrName>fillcolor</p:attrName>
                                        </p:attrNameLst>
                                      </p:cBhvr>
                                      <p:to>
                                        <a:srgbClr val="D9F2D0"/>
                                      </p:to>
                                    </p:animClr>
                                    <p:set>
                                      <p:cBhvr>
                                        <p:cTn id="156" dur="1500" fill="hold"/>
                                        <p:tgtEl>
                                          <p:spTgt spid="90136"/>
                                        </p:tgtEl>
                                        <p:attrNameLst>
                                          <p:attrName>fill.type</p:attrName>
                                        </p:attrNameLst>
                                      </p:cBhvr>
                                      <p:to>
                                        <p:strVal val="solid"/>
                                      </p:to>
                                    </p:set>
                                    <p:set>
                                      <p:cBhvr>
                                        <p:cTn id="157" dur="1500" fill="hold"/>
                                        <p:tgtEl>
                                          <p:spTgt spid="90136"/>
                                        </p:tgtEl>
                                        <p:attrNameLst>
                                          <p:attrName>fill.on</p:attrName>
                                        </p:attrNameLst>
                                      </p:cBhvr>
                                      <p:to>
                                        <p:strVal val="true"/>
                                      </p:to>
                                    </p:set>
                                  </p:childTnLst>
                                </p:cTn>
                              </p:par>
                            </p:childTnLst>
                          </p:cTn>
                        </p:par>
                        <p:par>
                          <p:cTn id="158" fill="hold">
                            <p:stCondLst>
                              <p:cond delay="6500"/>
                            </p:stCondLst>
                            <p:childTnLst>
                              <p:par>
                                <p:cTn id="159" presetID="63" presetClass="path" presetSubtype="0" accel="50000" decel="50000" fill="hold" grpId="2" nodeType="afterEffect">
                                  <p:stCondLst>
                                    <p:cond delay="0"/>
                                  </p:stCondLst>
                                  <p:childTnLst>
                                    <p:animMotion origin="layout" path="M -0.2155 4.07407E-6 L -0.17239 -0.00023 " pathEditMode="relative" rAng="0" ptsTypes="AA">
                                      <p:cBhvr>
                                        <p:cTn id="160" dur="1500" fill="hold"/>
                                        <p:tgtEl>
                                          <p:spTgt spid="90141"/>
                                        </p:tgtEl>
                                        <p:attrNameLst>
                                          <p:attrName>ppt_x</p:attrName>
                                          <p:attrName>ppt_y</p:attrName>
                                        </p:attrNameLst>
                                      </p:cBhvr>
                                      <p:rCtr x="2057" y="-394"/>
                                    </p:animMotion>
                                  </p:childTnLst>
                                </p:cTn>
                              </p:par>
                              <p:par>
                                <p:cTn id="161" presetID="35" presetClass="path" presetSubtype="0" accel="50000" decel="50000" fill="hold" grpId="2" nodeType="withEffect">
                                  <p:stCondLst>
                                    <p:cond delay="0"/>
                                  </p:stCondLst>
                                  <p:childTnLst>
                                    <p:animMotion origin="layout" path="M -0.08633 0.00162 L -0.12942 0.00232 " pathEditMode="relative" rAng="0" ptsTypes="AA">
                                      <p:cBhvr>
                                        <p:cTn id="162" dur="1500" fill="hold"/>
                                        <p:tgtEl>
                                          <p:spTgt spid="90126"/>
                                        </p:tgtEl>
                                        <p:attrNameLst>
                                          <p:attrName>ppt_x</p:attrName>
                                          <p:attrName>ppt_y</p:attrName>
                                        </p:attrNameLst>
                                      </p:cBhvr>
                                      <p:rCtr x="-2344" y="185"/>
                                    </p:animMotion>
                                  </p:childTnLst>
                                </p:cTn>
                              </p:par>
                            </p:childTnLst>
                          </p:cTn>
                        </p:par>
                        <p:par>
                          <p:cTn id="163" fill="hold">
                            <p:stCondLst>
                              <p:cond delay="8000"/>
                            </p:stCondLst>
                            <p:childTnLst>
                              <p:par>
                                <p:cTn id="164" presetID="42" presetClass="path" presetSubtype="0" accel="50000" decel="50000" fill="hold" grpId="3" nodeType="afterEffect">
                                  <p:stCondLst>
                                    <p:cond delay="0"/>
                                  </p:stCondLst>
                                  <p:childTnLst>
                                    <p:animMotion origin="layout" path="M -0.03086 -0.22962 L -0.09231 -0.13171 " pathEditMode="relative" rAng="0" ptsTypes="AA">
                                      <p:cBhvr>
                                        <p:cTn id="165" dur="1500" fill="hold"/>
                                        <p:tgtEl>
                                          <p:spTgt spid="13"/>
                                        </p:tgtEl>
                                        <p:attrNameLst>
                                          <p:attrName>ppt_x</p:attrName>
                                          <p:attrName>ppt_y</p:attrName>
                                        </p:attrNameLst>
                                      </p:cBhvr>
                                      <p:rCtr x="-3073" y="4884"/>
                                    </p:animMotion>
                                  </p:childTnLst>
                                </p:cTn>
                              </p:par>
                              <p:par>
                                <p:cTn id="166" presetID="64" presetClass="path" presetSubtype="0" accel="50000" decel="50000" fill="hold" grpId="3" nodeType="withEffect">
                                  <p:stCondLst>
                                    <p:cond delay="0"/>
                                  </p:stCondLst>
                                  <p:childTnLst>
                                    <p:animMotion origin="layout" path="M 0.02956 -0.1257 L 0.09089 -0.225 " pathEditMode="relative" rAng="0" ptsTypes="AA">
                                      <p:cBhvr>
                                        <p:cTn id="167" dur="1500" fill="hold"/>
                                        <p:tgtEl>
                                          <p:spTgt spid="24"/>
                                        </p:tgtEl>
                                        <p:attrNameLst>
                                          <p:attrName>ppt_x</p:attrName>
                                          <p:attrName>ppt_y</p:attrName>
                                        </p:attrNameLst>
                                      </p:cBhvr>
                                      <p:rCtr x="2943" y="-5023"/>
                                    </p:animMotion>
                                  </p:childTnLst>
                                </p:cTn>
                              </p:par>
                            </p:childTnLst>
                          </p:cTn>
                        </p:par>
                        <p:par>
                          <p:cTn id="168" fill="hold">
                            <p:stCondLst>
                              <p:cond delay="9500"/>
                            </p:stCondLst>
                            <p:childTnLst>
                              <p:par>
                                <p:cTn id="169" presetID="63" presetClass="path" presetSubtype="0" accel="50000" decel="50000" fill="hold" grpId="3" nodeType="afterEffect">
                                  <p:stCondLst>
                                    <p:cond delay="0"/>
                                  </p:stCondLst>
                                  <p:childTnLst>
                                    <p:animMotion origin="layout" path="M -0.1724 -0.0007 L -0.04375 0.00023 " pathEditMode="relative" rAng="0" ptsTypes="AA">
                                      <p:cBhvr>
                                        <p:cTn id="170" dur="1500" fill="hold"/>
                                        <p:tgtEl>
                                          <p:spTgt spid="90141"/>
                                        </p:tgtEl>
                                        <p:attrNameLst>
                                          <p:attrName>ppt_x</p:attrName>
                                          <p:attrName>ppt_y</p:attrName>
                                        </p:attrNameLst>
                                      </p:cBhvr>
                                      <p:rCtr x="6432" y="46"/>
                                    </p:animMotion>
                                  </p:childTnLst>
                                </p:cTn>
                              </p:par>
                              <p:par>
                                <p:cTn id="171" presetID="35" presetClass="path" presetSubtype="0" accel="50000" decel="50000" fill="hold" grpId="1" nodeType="withEffect">
                                  <p:stCondLst>
                                    <p:cond delay="0"/>
                                  </p:stCondLst>
                                  <p:childTnLst>
                                    <p:animMotion origin="layout" path="M 1.04167E-6 4.07407E-6 L -0.12929 -0.00023 " pathEditMode="relative" rAng="0" ptsTypes="AA">
                                      <p:cBhvr>
                                        <p:cTn id="172" dur="1500" fill="hold"/>
                                        <p:tgtEl>
                                          <p:spTgt spid="90124"/>
                                        </p:tgtEl>
                                        <p:attrNameLst>
                                          <p:attrName>ppt_x</p:attrName>
                                          <p:attrName>ppt_y</p:attrName>
                                        </p:attrNameLst>
                                      </p:cBhvr>
                                      <p:rCtr x="-6380" y="139"/>
                                    </p:animMotion>
                                  </p:childTnLst>
                                </p:cTn>
                              </p:par>
                            </p:childTnLst>
                          </p:cTn>
                        </p:par>
                        <p:par>
                          <p:cTn id="173" fill="hold">
                            <p:stCondLst>
                              <p:cond delay="11000"/>
                            </p:stCondLst>
                            <p:childTnLst>
                              <p:par>
                                <p:cTn id="174" presetID="42" presetClass="path" presetSubtype="0" accel="50000" decel="50000" fill="hold" grpId="4" nodeType="afterEffect">
                                  <p:stCondLst>
                                    <p:cond delay="0"/>
                                  </p:stCondLst>
                                  <p:childTnLst>
                                    <p:animMotion origin="layout" path="M -0.09218 -0.13032 L -0.0595 0.00093 " pathEditMode="relative" rAng="0" ptsTypes="AA">
                                      <p:cBhvr>
                                        <p:cTn id="175" dur="1500" fill="hold"/>
                                        <p:tgtEl>
                                          <p:spTgt spid="13"/>
                                        </p:tgtEl>
                                        <p:attrNameLst>
                                          <p:attrName>ppt_x</p:attrName>
                                          <p:attrName>ppt_y</p:attrName>
                                        </p:attrNameLst>
                                      </p:cBhvr>
                                      <p:rCtr x="1628" y="6551"/>
                                    </p:animMotion>
                                  </p:childTnLst>
                                </p:cTn>
                              </p:par>
                              <p:par>
                                <p:cTn id="176" presetID="64" presetClass="path" presetSubtype="0" accel="50000" decel="50000" fill="hold" grpId="2" nodeType="withEffect">
                                  <p:stCondLst>
                                    <p:cond delay="0"/>
                                  </p:stCondLst>
                                  <p:childTnLst>
                                    <p:animMotion origin="layout" path="M 6.25E-7 1.11111E-6 L -0.03334 -0.13079 " pathEditMode="relative" rAng="0" ptsTypes="AA">
                                      <p:cBhvr>
                                        <p:cTn id="177" dur="1500" fill="hold"/>
                                        <p:tgtEl>
                                          <p:spTgt spid="9"/>
                                        </p:tgtEl>
                                        <p:attrNameLst>
                                          <p:attrName>ppt_x</p:attrName>
                                          <p:attrName>ppt_y</p:attrName>
                                        </p:attrNameLst>
                                      </p:cBhvr>
                                      <p:rCtr x="-1745" y="-6713"/>
                                    </p:animMotion>
                                  </p:childTnLst>
                                </p:cTn>
                              </p:par>
                            </p:childTnLst>
                          </p:cTn>
                        </p:par>
                      </p:childTnLst>
                    </p:cTn>
                  </p:par>
                  <p:par>
                    <p:cTn id="178" fill="hold">
                      <p:stCondLst>
                        <p:cond delay="indefinite"/>
                      </p:stCondLst>
                      <p:childTnLst>
                        <p:par>
                          <p:cTn id="179" fill="hold">
                            <p:stCondLst>
                              <p:cond delay="0"/>
                            </p:stCondLst>
                            <p:childTnLst>
                              <p:par>
                                <p:cTn id="180" presetID="32" presetClass="emph" presetSubtype="0" fill="hold" grpId="2" nodeType="clickEffect">
                                  <p:stCondLst>
                                    <p:cond delay="0"/>
                                  </p:stCondLst>
                                  <p:childTnLst>
                                    <p:animRot by="120000">
                                      <p:cBhvr>
                                        <p:cTn id="181" dur="100" fill="hold">
                                          <p:stCondLst>
                                            <p:cond delay="0"/>
                                          </p:stCondLst>
                                        </p:cTn>
                                        <p:tgtEl>
                                          <p:spTgt spid="30"/>
                                        </p:tgtEl>
                                        <p:attrNameLst>
                                          <p:attrName>r</p:attrName>
                                        </p:attrNameLst>
                                      </p:cBhvr>
                                    </p:animRot>
                                    <p:animRot by="-240000">
                                      <p:cBhvr>
                                        <p:cTn id="182" dur="200" fill="hold">
                                          <p:stCondLst>
                                            <p:cond delay="200"/>
                                          </p:stCondLst>
                                        </p:cTn>
                                        <p:tgtEl>
                                          <p:spTgt spid="30"/>
                                        </p:tgtEl>
                                        <p:attrNameLst>
                                          <p:attrName>r</p:attrName>
                                        </p:attrNameLst>
                                      </p:cBhvr>
                                    </p:animRot>
                                    <p:animRot by="240000">
                                      <p:cBhvr>
                                        <p:cTn id="183" dur="200" fill="hold">
                                          <p:stCondLst>
                                            <p:cond delay="400"/>
                                          </p:stCondLst>
                                        </p:cTn>
                                        <p:tgtEl>
                                          <p:spTgt spid="30"/>
                                        </p:tgtEl>
                                        <p:attrNameLst>
                                          <p:attrName>r</p:attrName>
                                        </p:attrNameLst>
                                      </p:cBhvr>
                                    </p:animRot>
                                    <p:animRot by="-240000">
                                      <p:cBhvr>
                                        <p:cTn id="184" dur="200" fill="hold">
                                          <p:stCondLst>
                                            <p:cond delay="600"/>
                                          </p:stCondLst>
                                        </p:cTn>
                                        <p:tgtEl>
                                          <p:spTgt spid="30"/>
                                        </p:tgtEl>
                                        <p:attrNameLst>
                                          <p:attrName>r</p:attrName>
                                        </p:attrNameLst>
                                      </p:cBhvr>
                                    </p:animRot>
                                    <p:animRot by="120000">
                                      <p:cBhvr>
                                        <p:cTn id="185" dur="200" fill="hold">
                                          <p:stCondLst>
                                            <p:cond delay="800"/>
                                          </p:stCondLst>
                                        </p:cTn>
                                        <p:tgtEl>
                                          <p:spTgt spid="30"/>
                                        </p:tgtEl>
                                        <p:attrNameLst>
                                          <p:attrName>r</p:attrName>
                                        </p:attrNameLst>
                                      </p:cBhvr>
                                    </p:animRot>
                                  </p:childTnLst>
                                </p:cTn>
                              </p:par>
                            </p:childTnLst>
                          </p:cTn>
                        </p:par>
                        <p:par>
                          <p:cTn id="186" fill="hold">
                            <p:stCondLst>
                              <p:cond delay="1000"/>
                            </p:stCondLst>
                            <p:childTnLst>
                              <p:par>
                                <p:cTn id="187" presetID="32" presetClass="emph" presetSubtype="0" fill="hold" nodeType="afterEffect">
                                  <p:stCondLst>
                                    <p:cond delay="0"/>
                                  </p:stCondLst>
                                  <p:childTnLst>
                                    <p:animRot by="120000">
                                      <p:cBhvr>
                                        <p:cTn id="188" dur="100" fill="hold">
                                          <p:stCondLst>
                                            <p:cond delay="0"/>
                                          </p:stCondLst>
                                        </p:cTn>
                                        <p:tgtEl>
                                          <p:spTgt spid="40"/>
                                        </p:tgtEl>
                                        <p:attrNameLst>
                                          <p:attrName>r</p:attrName>
                                        </p:attrNameLst>
                                      </p:cBhvr>
                                    </p:animRot>
                                    <p:animRot by="-240000">
                                      <p:cBhvr>
                                        <p:cTn id="189" dur="200" fill="hold">
                                          <p:stCondLst>
                                            <p:cond delay="200"/>
                                          </p:stCondLst>
                                        </p:cTn>
                                        <p:tgtEl>
                                          <p:spTgt spid="40"/>
                                        </p:tgtEl>
                                        <p:attrNameLst>
                                          <p:attrName>r</p:attrName>
                                        </p:attrNameLst>
                                      </p:cBhvr>
                                    </p:animRot>
                                    <p:animRot by="240000">
                                      <p:cBhvr>
                                        <p:cTn id="190" dur="200" fill="hold">
                                          <p:stCondLst>
                                            <p:cond delay="400"/>
                                          </p:stCondLst>
                                        </p:cTn>
                                        <p:tgtEl>
                                          <p:spTgt spid="40"/>
                                        </p:tgtEl>
                                        <p:attrNameLst>
                                          <p:attrName>r</p:attrName>
                                        </p:attrNameLst>
                                      </p:cBhvr>
                                    </p:animRot>
                                    <p:animRot by="-240000">
                                      <p:cBhvr>
                                        <p:cTn id="191" dur="200" fill="hold">
                                          <p:stCondLst>
                                            <p:cond delay="600"/>
                                          </p:stCondLst>
                                        </p:cTn>
                                        <p:tgtEl>
                                          <p:spTgt spid="40"/>
                                        </p:tgtEl>
                                        <p:attrNameLst>
                                          <p:attrName>r</p:attrName>
                                        </p:attrNameLst>
                                      </p:cBhvr>
                                    </p:animRot>
                                    <p:animRot by="120000">
                                      <p:cBhvr>
                                        <p:cTn id="192" dur="200" fill="hold">
                                          <p:stCondLst>
                                            <p:cond delay="800"/>
                                          </p:stCondLst>
                                        </p:cTn>
                                        <p:tgtEl>
                                          <p:spTgt spid="40"/>
                                        </p:tgtEl>
                                        <p:attrNameLst>
                                          <p:attrName>r</p:attrName>
                                        </p:attrNameLst>
                                      </p:cBhvr>
                                    </p:animRot>
                                  </p:childTnLst>
                                </p:cTn>
                              </p:par>
                            </p:childTnLst>
                          </p:cTn>
                        </p:par>
                        <p:par>
                          <p:cTn id="193" fill="hold">
                            <p:stCondLst>
                              <p:cond delay="2000"/>
                            </p:stCondLst>
                            <p:childTnLst>
                              <p:par>
                                <p:cTn id="194" presetID="63" presetClass="path" presetSubtype="0" accel="50000" decel="50000" fill="hold" grpId="3" nodeType="afterEffect">
                                  <p:stCondLst>
                                    <p:cond delay="0"/>
                                  </p:stCondLst>
                                  <p:childTnLst>
                                    <p:animMotion origin="layout" path="M -0.12943 0.00232 L 0.04297 0.00231 " pathEditMode="relative" rAng="0" ptsTypes="AA">
                                      <p:cBhvr>
                                        <p:cTn id="195" dur="1500" fill="hold"/>
                                        <p:tgtEl>
                                          <p:spTgt spid="90126"/>
                                        </p:tgtEl>
                                        <p:attrNameLst>
                                          <p:attrName>ppt_x</p:attrName>
                                          <p:attrName>ppt_y</p:attrName>
                                        </p:attrNameLst>
                                      </p:cBhvr>
                                      <p:rCtr x="8568" y="-46"/>
                                    </p:animMotion>
                                  </p:childTnLst>
                                </p:cTn>
                              </p:par>
                              <p:par>
                                <p:cTn id="196" presetID="35" presetClass="path" presetSubtype="0" accel="50000" decel="50000" fill="hold" grpId="4" nodeType="withEffect">
                                  <p:stCondLst>
                                    <p:cond delay="0"/>
                                  </p:stCondLst>
                                  <p:childTnLst>
                                    <p:animMotion origin="layout" path="M -0.04375 0.00023 L -0.21549 2.59259E-6 " pathEditMode="relative" rAng="0" ptsTypes="AA">
                                      <p:cBhvr>
                                        <p:cTn id="197" dur="1500" fill="hold"/>
                                        <p:tgtEl>
                                          <p:spTgt spid="90141"/>
                                        </p:tgtEl>
                                        <p:attrNameLst>
                                          <p:attrName>ppt_x</p:attrName>
                                          <p:attrName>ppt_y</p:attrName>
                                        </p:attrNameLst>
                                      </p:cBhvr>
                                      <p:rCtr x="-8724" y="0"/>
                                    </p:animMotion>
                                  </p:childTnLst>
                                </p:cTn>
                              </p:par>
                            </p:childTnLst>
                          </p:cTn>
                        </p:par>
                        <p:par>
                          <p:cTn id="198" fill="hold">
                            <p:stCondLst>
                              <p:cond delay="3500"/>
                            </p:stCondLst>
                            <p:childTnLst>
                              <p:par>
                                <p:cTn id="199" presetID="3" presetClass="emph" presetSubtype="2" fill="hold" grpId="4" nodeType="afterEffect">
                                  <p:stCondLst>
                                    <p:cond delay="0"/>
                                  </p:stCondLst>
                                  <p:childTnLst>
                                    <p:animClr clrSpc="rgb" dir="cw">
                                      <p:cBhvr override="childStyle">
                                        <p:cTn id="200" dur="1000" fill="hold"/>
                                        <p:tgtEl>
                                          <p:spTgt spid="90126"/>
                                        </p:tgtEl>
                                        <p:attrNameLst>
                                          <p:attrName>style.color</p:attrName>
                                        </p:attrNameLst>
                                      </p:cBhvr>
                                      <p:to>
                                        <a:srgbClr val="C00000"/>
                                      </p:to>
                                    </p:animClr>
                                  </p:childTnLst>
                                </p:cTn>
                              </p:par>
                            </p:childTnLst>
                          </p:cTn>
                        </p:par>
                        <p:par>
                          <p:cTn id="201" fill="hold">
                            <p:stCondLst>
                              <p:cond delay="4500"/>
                            </p:stCondLst>
                            <p:childTnLst>
                              <p:par>
                                <p:cTn id="202" presetID="42" presetClass="path" presetSubtype="0" accel="50000" decel="50000" fill="hold" grpId="4" nodeType="afterEffect">
                                  <p:stCondLst>
                                    <p:cond delay="0"/>
                                  </p:stCondLst>
                                  <p:childTnLst>
                                    <p:animMotion origin="layout" path="M 0.09088 -0.225 L 0.06277 0.00371 " pathEditMode="relative" rAng="0" ptsTypes="AA">
                                      <p:cBhvr>
                                        <p:cTn id="203" dur="1500" fill="hold"/>
                                        <p:tgtEl>
                                          <p:spTgt spid="24"/>
                                        </p:tgtEl>
                                        <p:attrNameLst>
                                          <p:attrName>ppt_x</p:attrName>
                                          <p:attrName>ppt_y</p:attrName>
                                        </p:attrNameLst>
                                      </p:cBhvr>
                                      <p:rCtr x="-1536" y="11250"/>
                                    </p:animMotion>
                                  </p:childTnLst>
                                </p:cTn>
                              </p:par>
                              <p:par>
                                <p:cTn id="204" presetID="64" presetClass="path" presetSubtype="0" accel="50000" decel="50000" fill="hold" grpId="5" nodeType="withEffect">
                                  <p:stCondLst>
                                    <p:cond delay="0"/>
                                  </p:stCondLst>
                                  <p:childTnLst>
                                    <p:animMotion origin="layout" path="M -0.0595 0.00093 L -0.03086 -0.22962 " pathEditMode="relative" rAng="0" ptsTypes="AA">
                                      <p:cBhvr>
                                        <p:cTn id="205" dur="1500" fill="hold"/>
                                        <p:tgtEl>
                                          <p:spTgt spid="13"/>
                                        </p:tgtEl>
                                        <p:attrNameLst>
                                          <p:attrName>ppt_x</p:attrName>
                                          <p:attrName>ppt_y</p:attrName>
                                        </p:attrNameLst>
                                      </p:cBhvr>
                                      <p:rCtr x="1432" y="-11528"/>
                                    </p:animMotion>
                                  </p:childTnLst>
                                </p:cTn>
                              </p:par>
                            </p:childTnLst>
                          </p:cTn>
                        </p:par>
                        <p:par>
                          <p:cTn id="206" fill="hold">
                            <p:stCondLst>
                              <p:cond delay="6000"/>
                            </p:stCondLst>
                            <p:childTnLst>
                              <p:par>
                                <p:cTn id="207" presetID="3" presetClass="emph" presetSubtype="2" fill="hold" grpId="5" nodeType="afterEffect">
                                  <p:stCondLst>
                                    <p:cond delay="0"/>
                                  </p:stCondLst>
                                  <p:childTnLst>
                                    <p:animClr clrSpc="rgb" dir="cw">
                                      <p:cBhvr override="childStyle">
                                        <p:cTn id="208" dur="1000" fill="hold"/>
                                        <p:tgtEl>
                                          <p:spTgt spid="24"/>
                                        </p:tgtEl>
                                        <p:attrNameLst>
                                          <p:attrName>style.color</p:attrName>
                                        </p:attrNameLst>
                                      </p:cBhvr>
                                      <p:to>
                                        <a:srgbClr val="C00000"/>
                                      </p:to>
                                    </p:animClr>
                                  </p:childTnLst>
                                </p:cTn>
                              </p:par>
                            </p:childTnLst>
                          </p:cTn>
                        </p:par>
                        <p:par>
                          <p:cTn id="209" fill="hold">
                            <p:stCondLst>
                              <p:cond delay="7000"/>
                            </p:stCondLst>
                            <p:childTnLst>
                              <p:par>
                                <p:cTn id="210" presetID="35" presetClass="path" presetSubtype="0" accel="50000" decel="50000" fill="hold" grpId="3" nodeType="afterEffect">
                                  <p:stCondLst>
                                    <p:cond delay="0"/>
                                  </p:stCondLst>
                                  <p:childTnLst>
                                    <p:animMotion origin="layout" path="M -0.12773 4.07407E-6 L -0.17395 4.07407E-6 " pathEditMode="relative" rAng="0" ptsTypes="AA">
                                      <p:cBhvr>
                                        <p:cTn id="211" dur="1500" fill="hold"/>
                                        <p:tgtEl>
                                          <p:spTgt spid="16"/>
                                        </p:tgtEl>
                                        <p:attrNameLst>
                                          <p:attrName>ppt_x</p:attrName>
                                          <p:attrName>ppt_y</p:attrName>
                                        </p:attrNameLst>
                                      </p:cBhvr>
                                      <p:rCtr x="-2318" y="0"/>
                                    </p:animMotion>
                                  </p:childTnLst>
                                </p:cTn>
                              </p:par>
                              <p:par>
                                <p:cTn id="212" presetID="1" presetClass="emph" presetSubtype="2" fill="hold" nodeType="withEffect">
                                  <p:stCondLst>
                                    <p:cond delay="0"/>
                                  </p:stCondLst>
                                  <p:childTnLst>
                                    <p:animClr clrSpc="rgb" dir="cw">
                                      <p:cBhvr>
                                        <p:cTn id="213" dur="1500" fill="hold"/>
                                        <p:tgtEl>
                                          <p:spTgt spid="90122"/>
                                        </p:tgtEl>
                                        <p:attrNameLst>
                                          <p:attrName>fillcolor</p:attrName>
                                        </p:attrNameLst>
                                      </p:cBhvr>
                                      <p:to>
                                        <a:srgbClr val="D9F2D0"/>
                                      </p:to>
                                    </p:animClr>
                                    <p:set>
                                      <p:cBhvr>
                                        <p:cTn id="214" dur="1500" fill="hold"/>
                                        <p:tgtEl>
                                          <p:spTgt spid="90122"/>
                                        </p:tgtEl>
                                        <p:attrNameLst>
                                          <p:attrName>fill.type</p:attrName>
                                        </p:attrNameLst>
                                      </p:cBhvr>
                                      <p:to>
                                        <p:strVal val="solid"/>
                                      </p:to>
                                    </p:set>
                                    <p:set>
                                      <p:cBhvr>
                                        <p:cTn id="215" dur="1500" fill="hold"/>
                                        <p:tgtEl>
                                          <p:spTgt spid="90122"/>
                                        </p:tgtEl>
                                        <p:attrNameLst>
                                          <p:attrName>fill.on</p:attrName>
                                        </p:attrNameLst>
                                      </p:cBhvr>
                                      <p:to>
                                        <p:strVal val="true"/>
                                      </p:to>
                                    </p:set>
                                  </p:childTnLst>
                                </p:cTn>
                              </p:par>
                            </p:childTnLst>
                          </p:cTn>
                        </p:par>
                        <p:par>
                          <p:cTn id="216" fill="hold">
                            <p:stCondLst>
                              <p:cond delay="8500"/>
                            </p:stCondLst>
                            <p:childTnLst>
                              <p:par>
                                <p:cTn id="217" presetID="63" presetClass="path" presetSubtype="0" accel="50000" decel="50000" fill="hold" grpId="5" nodeType="afterEffect">
                                  <p:stCondLst>
                                    <p:cond delay="0"/>
                                  </p:stCondLst>
                                  <p:childTnLst>
                                    <p:animMotion origin="layout" path="M -0.2155 4.07407E-6 L -0.17239 -0.00023 " pathEditMode="relative" rAng="0" ptsTypes="AA">
                                      <p:cBhvr>
                                        <p:cTn id="218" dur="1500" fill="hold"/>
                                        <p:tgtEl>
                                          <p:spTgt spid="90141"/>
                                        </p:tgtEl>
                                        <p:attrNameLst>
                                          <p:attrName>ppt_x</p:attrName>
                                          <p:attrName>ppt_y</p:attrName>
                                        </p:attrNameLst>
                                      </p:cBhvr>
                                      <p:rCtr x="2018" y="139"/>
                                    </p:animMotion>
                                  </p:childTnLst>
                                </p:cTn>
                              </p:par>
                              <p:par>
                                <p:cTn id="219" presetID="35" presetClass="path" presetSubtype="0" accel="50000" decel="50000" fill="hold" grpId="2" nodeType="withEffect">
                                  <p:stCondLst>
                                    <p:cond delay="0"/>
                                  </p:stCondLst>
                                  <p:childTnLst>
                                    <p:animMotion origin="layout" path="M -0.1293 -0.0007 L -0.1724 4.81481E-6 " pathEditMode="relative" rAng="0" ptsTypes="AA">
                                      <p:cBhvr>
                                        <p:cTn id="220" dur="1500" fill="hold"/>
                                        <p:tgtEl>
                                          <p:spTgt spid="90124"/>
                                        </p:tgtEl>
                                        <p:attrNameLst>
                                          <p:attrName>ppt_x</p:attrName>
                                          <p:attrName>ppt_y</p:attrName>
                                        </p:attrNameLst>
                                      </p:cBhvr>
                                      <p:rCtr x="-2161" y="185"/>
                                    </p:animMotion>
                                  </p:childTnLst>
                                </p:cTn>
                              </p:par>
                            </p:childTnLst>
                          </p:cTn>
                        </p:par>
                        <p:par>
                          <p:cTn id="221" fill="hold">
                            <p:stCondLst>
                              <p:cond delay="10000"/>
                            </p:stCondLst>
                            <p:childTnLst>
                              <p:par>
                                <p:cTn id="222" presetID="42" presetClass="path" presetSubtype="0" accel="50000" decel="50000" fill="hold" grpId="6" nodeType="afterEffect">
                                  <p:stCondLst>
                                    <p:cond delay="0"/>
                                  </p:stCondLst>
                                  <p:childTnLst>
                                    <p:animMotion origin="layout" path="M -0.03086 -0.22962 L -0.09231 -0.13171 " pathEditMode="relative" rAng="0" ptsTypes="AA">
                                      <p:cBhvr>
                                        <p:cTn id="223" dur="1500" fill="hold"/>
                                        <p:tgtEl>
                                          <p:spTgt spid="13"/>
                                        </p:tgtEl>
                                        <p:attrNameLst>
                                          <p:attrName>ppt_x</p:attrName>
                                          <p:attrName>ppt_y</p:attrName>
                                        </p:attrNameLst>
                                      </p:cBhvr>
                                      <p:rCtr x="-3073" y="4884"/>
                                    </p:animMotion>
                                  </p:childTnLst>
                                </p:cTn>
                              </p:par>
                              <p:par>
                                <p:cTn id="224" presetID="64" presetClass="path" presetSubtype="0" accel="50000" decel="50000" fill="hold" grpId="3" nodeType="withEffect">
                                  <p:stCondLst>
                                    <p:cond delay="0"/>
                                  </p:stCondLst>
                                  <p:childTnLst>
                                    <p:animMotion origin="layout" path="M -0.0332 -0.1294 L 0.02812 -0.2287 " pathEditMode="relative" rAng="0" ptsTypes="AA">
                                      <p:cBhvr>
                                        <p:cTn id="225" dur="1500" fill="hold"/>
                                        <p:tgtEl>
                                          <p:spTgt spid="9"/>
                                        </p:tgtEl>
                                        <p:attrNameLst>
                                          <p:attrName>ppt_x</p:attrName>
                                          <p:attrName>ppt_y</p:attrName>
                                        </p:attrNameLst>
                                      </p:cBhvr>
                                      <p:rCtr x="2943" y="-5023"/>
                                    </p:animMotion>
                                  </p:childTnLst>
                                </p:cTn>
                              </p:par>
                            </p:childTnLst>
                          </p:cTn>
                        </p:par>
                        <p:par>
                          <p:cTn id="226" fill="hold">
                            <p:stCondLst>
                              <p:cond delay="11500"/>
                            </p:stCondLst>
                            <p:childTnLst>
                              <p:par>
                                <p:cTn id="227" presetID="63" presetClass="path" presetSubtype="0" accel="50000" decel="50000" fill="hold" grpId="6" nodeType="afterEffect">
                                  <p:stCondLst>
                                    <p:cond delay="0"/>
                                  </p:stCondLst>
                                  <p:childTnLst>
                                    <p:animMotion origin="layout" path="M -0.1724 -0.0007 L -0.08607 -0.00231 " pathEditMode="relative" rAng="0" ptsTypes="AA">
                                      <p:cBhvr>
                                        <p:cTn id="228" dur="1500" fill="hold"/>
                                        <p:tgtEl>
                                          <p:spTgt spid="90141"/>
                                        </p:tgtEl>
                                        <p:attrNameLst>
                                          <p:attrName>ppt_x</p:attrName>
                                          <p:attrName>ppt_y</p:attrName>
                                        </p:attrNameLst>
                                      </p:cBhvr>
                                      <p:rCtr x="4115" y="-208"/>
                                    </p:animMotion>
                                  </p:childTnLst>
                                </p:cTn>
                              </p:par>
                              <p:par>
                                <p:cTn id="229" presetID="35" presetClass="path" presetSubtype="0" accel="50000" decel="50000" fill="hold" grpId="4" nodeType="withEffect">
                                  <p:stCondLst>
                                    <p:cond delay="0"/>
                                  </p:stCondLst>
                                  <p:childTnLst>
                                    <p:animMotion origin="layout" path="M -0.17201 0.00162 L -0.25873 0.00139 " pathEditMode="relative" rAng="0" ptsTypes="AA">
                                      <p:cBhvr>
                                        <p:cTn id="230" dur="1500" fill="hold"/>
                                        <p:tgtEl>
                                          <p:spTgt spid="90140"/>
                                        </p:tgtEl>
                                        <p:attrNameLst>
                                          <p:attrName>ppt_x</p:attrName>
                                          <p:attrName>ppt_y</p:attrName>
                                        </p:attrNameLst>
                                      </p:cBhvr>
                                      <p:rCtr x="-4297" y="0"/>
                                    </p:animMotion>
                                  </p:childTnLst>
                                </p:cTn>
                              </p:par>
                            </p:childTnLst>
                          </p:cTn>
                        </p:par>
                        <p:par>
                          <p:cTn id="231" fill="hold">
                            <p:stCondLst>
                              <p:cond delay="13000"/>
                            </p:stCondLst>
                            <p:childTnLst>
                              <p:par>
                                <p:cTn id="232" presetID="42" presetClass="path" presetSubtype="0" accel="50000" decel="50000" fill="hold" grpId="7" nodeType="afterEffect">
                                  <p:stCondLst>
                                    <p:cond delay="0"/>
                                  </p:stCondLst>
                                  <p:childTnLst>
                                    <p:animMotion origin="layout" path="M -0.09218 -0.13032 L -0.12174 -0.00462 " pathEditMode="relative" rAng="0" ptsTypes="AA">
                                      <p:cBhvr>
                                        <p:cTn id="233" dur="1500" fill="hold"/>
                                        <p:tgtEl>
                                          <p:spTgt spid="13"/>
                                        </p:tgtEl>
                                        <p:attrNameLst>
                                          <p:attrName>ppt_x</p:attrName>
                                          <p:attrName>ppt_y</p:attrName>
                                        </p:attrNameLst>
                                      </p:cBhvr>
                                      <p:rCtr x="-1484" y="6273"/>
                                    </p:animMotion>
                                  </p:childTnLst>
                                </p:cTn>
                              </p:par>
                              <p:par>
                                <p:cTn id="234" presetID="64" presetClass="path" presetSubtype="0" accel="50000" decel="50000" fill="hold" grpId="5" nodeType="withEffect">
                                  <p:stCondLst>
                                    <p:cond delay="0"/>
                                  </p:stCondLst>
                                  <p:childTnLst>
                                    <p:animMotion origin="layout" path="M 0.02174 -0.12152 L 0.05026 -0.25046 " pathEditMode="relative" rAng="0" ptsTypes="AA">
                                      <p:cBhvr>
                                        <p:cTn id="235" dur="1500" fill="hold"/>
                                        <p:tgtEl>
                                          <p:spTgt spid="14"/>
                                        </p:tgtEl>
                                        <p:attrNameLst>
                                          <p:attrName>ppt_x</p:attrName>
                                          <p:attrName>ppt_y</p:attrName>
                                        </p:attrNameLst>
                                      </p:cBhvr>
                                      <p:rCtr x="1367" y="-6481"/>
                                    </p:animMotion>
                                  </p:childTnLst>
                                </p:cTn>
                              </p:par>
                            </p:childTnLst>
                          </p:cTn>
                        </p:par>
                      </p:childTnLst>
                    </p:cTn>
                  </p:par>
                  <p:par>
                    <p:cTn id="236" fill="hold">
                      <p:stCondLst>
                        <p:cond delay="indefinite"/>
                      </p:stCondLst>
                      <p:childTnLst>
                        <p:par>
                          <p:cTn id="237" fill="hold">
                            <p:stCondLst>
                              <p:cond delay="0"/>
                            </p:stCondLst>
                            <p:childTnLst>
                              <p:par>
                                <p:cTn id="238" presetID="32" presetClass="emph" presetSubtype="0" fill="hold" grpId="3" nodeType="clickEffect">
                                  <p:stCondLst>
                                    <p:cond delay="0"/>
                                  </p:stCondLst>
                                  <p:childTnLst>
                                    <p:animRot by="120000">
                                      <p:cBhvr>
                                        <p:cTn id="239" dur="100" fill="hold">
                                          <p:stCondLst>
                                            <p:cond delay="0"/>
                                          </p:stCondLst>
                                        </p:cTn>
                                        <p:tgtEl>
                                          <p:spTgt spid="30"/>
                                        </p:tgtEl>
                                        <p:attrNameLst>
                                          <p:attrName>r</p:attrName>
                                        </p:attrNameLst>
                                      </p:cBhvr>
                                    </p:animRot>
                                    <p:animRot by="-240000">
                                      <p:cBhvr>
                                        <p:cTn id="240" dur="200" fill="hold">
                                          <p:stCondLst>
                                            <p:cond delay="200"/>
                                          </p:stCondLst>
                                        </p:cTn>
                                        <p:tgtEl>
                                          <p:spTgt spid="30"/>
                                        </p:tgtEl>
                                        <p:attrNameLst>
                                          <p:attrName>r</p:attrName>
                                        </p:attrNameLst>
                                      </p:cBhvr>
                                    </p:animRot>
                                    <p:animRot by="240000">
                                      <p:cBhvr>
                                        <p:cTn id="241" dur="200" fill="hold">
                                          <p:stCondLst>
                                            <p:cond delay="400"/>
                                          </p:stCondLst>
                                        </p:cTn>
                                        <p:tgtEl>
                                          <p:spTgt spid="30"/>
                                        </p:tgtEl>
                                        <p:attrNameLst>
                                          <p:attrName>r</p:attrName>
                                        </p:attrNameLst>
                                      </p:cBhvr>
                                    </p:animRot>
                                    <p:animRot by="-240000">
                                      <p:cBhvr>
                                        <p:cTn id="242" dur="200" fill="hold">
                                          <p:stCondLst>
                                            <p:cond delay="600"/>
                                          </p:stCondLst>
                                        </p:cTn>
                                        <p:tgtEl>
                                          <p:spTgt spid="30"/>
                                        </p:tgtEl>
                                        <p:attrNameLst>
                                          <p:attrName>r</p:attrName>
                                        </p:attrNameLst>
                                      </p:cBhvr>
                                    </p:animRot>
                                    <p:animRot by="120000">
                                      <p:cBhvr>
                                        <p:cTn id="243" dur="200" fill="hold">
                                          <p:stCondLst>
                                            <p:cond delay="800"/>
                                          </p:stCondLst>
                                        </p:cTn>
                                        <p:tgtEl>
                                          <p:spTgt spid="30"/>
                                        </p:tgtEl>
                                        <p:attrNameLst>
                                          <p:attrName>r</p:attrName>
                                        </p:attrNameLst>
                                      </p:cBhvr>
                                    </p:animRot>
                                  </p:childTnLst>
                                </p:cTn>
                              </p:par>
                            </p:childTnLst>
                          </p:cTn>
                        </p:par>
                        <p:par>
                          <p:cTn id="244" fill="hold">
                            <p:stCondLst>
                              <p:cond delay="1000"/>
                            </p:stCondLst>
                            <p:childTnLst>
                              <p:par>
                                <p:cTn id="245" presetID="32" presetClass="emph" presetSubtype="0" fill="hold" nodeType="afterEffect">
                                  <p:stCondLst>
                                    <p:cond delay="0"/>
                                  </p:stCondLst>
                                  <p:childTnLst>
                                    <p:animRot by="120000">
                                      <p:cBhvr>
                                        <p:cTn id="246" dur="100" fill="hold">
                                          <p:stCondLst>
                                            <p:cond delay="0"/>
                                          </p:stCondLst>
                                        </p:cTn>
                                        <p:tgtEl>
                                          <p:spTgt spid="40"/>
                                        </p:tgtEl>
                                        <p:attrNameLst>
                                          <p:attrName>r</p:attrName>
                                        </p:attrNameLst>
                                      </p:cBhvr>
                                    </p:animRot>
                                    <p:animRot by="-240000">
                                      <p:cBhvr>
                                        <p:cTn id="247" dur="200" fill="hold">
                                          <p:stCondLst>
                                            <p:cond delay="200"/>
                                          </p:stCondLst>
                                        </p:cTn>
                                        <p:tgtEl>
                                          <p:spTgt spid="40"/>
                                        </p:tgtEl>
                                        <p:attrNameLst>
                                          <p:attrName>r</p:attrName>
                                        </p:attrNameLst>
                                      </p:cBhvr>
                                    </p:animRot>
                                    <p:animRot by="240000">
                                      <p:cBhvr>
                                        <p:cTn id="248" dur="200" fill="hold">
                                          <p:stCondLst>
                                            <p:cond delay="400"/>
                                          </p:stCondLst>
                                        </p:cTn>
                                        <p:tgtEl>
                                          <p:spTgt spid="40"/>
                                        </p:tgtEl>
                                        <p:attrNameLst>
                                          <p:attrName>r</p:attrName>
                                        </p:attrNameLst>
                                      </p:cBhvr>
                                    </p:animRot>
                                    <p:animRot by="-240000">
                                      <p:cBhvr>
                                        <p:cTn id="249" dur="200" fill="hold">
                                          <p:stCondLst>
                                            <p:cond delay="600"/>
                                          </p:stCondLst>
                                        </p:cTn>
                                        <p:tgtEl>
                                          <p:spTgt spid="40"/>
                                        </p:tgtEl>
                                        <p:attrNameLst>
                                          <p:attrName>r</p:attrName>
                                        </p:attrNameLst>
                                      </p:cBhvr>
                                    </p:animRot>
                                    <p:animRot by="120000">
                                      <p:cBhvr>
                                        <p:cTn id="250" dur="200" fill="hold">
                                          <p:stCondLst>
                                            <p:cond delay="800"/>
                                          </p:stCondLst>
                                        </p:cTn>
                                        <p:tgtEl>
                                          <p:spTgt spid="40"/>
                                        </p:tgtEl>
                                        <p:attrNameLst>
                                          <p:attrName>r</p:attrName>
                                        </p:attrNameLst>
                                      </p:cBhvr>
                                    </p:animRot>
                                  </p:childTnLst>
                                </p:cTn>
                              </p:par>
                            </p:childTnLst>
                          </p:cTn>
                        </p:par>
                        <p:par>
                          <p:cTn id="251" fill="hold">
                            <p:stCondLst>
                              <p:cond delay="2000"/>
                            </p:stCondLst>
                            <p:childTnLst>
                              <p:par>
                                <p:cTn id="252" presetID="63" presetClass="path" presetSubtype="0" accel="50000" decel="50000" fill="hold" grpId="3" nodeType="afterEffect">
                                  <p:stCondLst>
                                    <p:cond delay="0"/>
                                  </p:stCondLst>
                                  <p:childTnLst>
                                    <p:animMotion origin="layout" path="M -0.1724 4.07407E-6 L -0.04297 -0.00231 " pathEditMode="relative" rAng="0" ptsTypes="AA">
                                      <p:cBhvr>
                                        <p:cTn id="253" dur="1500" fill="hold"/>
                                        <p:tgtEl>
                                          <p:spTgt spid="90124"/>
                                        </p:tgtEl>
                                        <p:attrNameLst>
                                          <p:attrName>ppt_x</p:attrName>
                                          <p:attrName>ppt_y</p:attrName>
                                        </p:attrNameLst>
                                      </p:cBhvr>
                                      <p:rCtr x="6484" y="0"/>
                                    </p:animMotion>
                                  </p:childTnLst>
                                </p:cTn>
                              </p:par>
                              <p:par>
                                <p:cTn id="254" presetID="35" presetClass="path" presetSubtype="0" accel="50000" decel="50000" fill="hold" grpId="7" nodeType="withEffect">
                                  <p:stCondLst>
                                    <p:cond delay="0"/>
                                  </p:stCondLst>
                                  <p:childTnLst>
                                    <p:animMotion origin="layout" path="M -0.08568 4.07407E-6 L -0.2155 4.81481E-6 " pathEditMode="relative" rAng="0" ptsTypes="AA">
                                      <p:cBhvr>
                                        <p:cTn id="255" dur="1500" fill="hold"/>
                                        <p:tgtEl>
                                          <p:spTgt spid="90141"/>
                                        </p:tgtEl>
                                        <p:attrNameLst>
                                          <p:attrName>ppt_x</p:attrName>
                                          <p:attrName>ppt_y</p:attrName>
                                        </p:attrNameLst>
                                      </p:cBhvr>
                                      <p:rCtr x="-6589" y="139"/>
                                    </p:animMotion>
                                  </p:childTnLst>
                                </p:cTn>
                              </p:par>
                            </p:childTnLst>
                          </p:cTn>
                        </p:par>
                        <p:par>
                          <p:cTn id="256" fill="hold">
                            <p:stCondLst>
                              <p:cond delay="3500"/>
                            </p:stCondLst>
                            <p:childTnLst>
                              <p:par>
                                <p:cTn id="257" presetID="3" presetClass="emph" presetSubtype="2" fill="hold" grpId="4" nodeType="afterEffect">
                                  <p:stCondLst>
                                    <p:cond delay="0"/>
                                  </p:stCondLst>
                                  <p:childTnLst>
                                    <p:animClr clrSpc="rgb" dir="cw">
                                      <p:cBhvr override="childStyle">
                                        <p:cTn id="258" dur="1000" fill="hold"/>
                                        <p:tgtEl>
                                          <p:spTgt spid="90124"/>
                                        </p:tgtEl>
                                        <p:attrNameLst>
                                          <p:attrName>style.color</p:attrName>
                                        </p:attrNameLst>
                                      </p:cBhvr>
                                      <p:to>
                                        <a:srgbClr val="C00000"/>
                                      </p:to>
                                    </p:animClr>
                                  </p:childTnLst>
                                </p:cTn>
                              </p:par>
                              <p:par>
                                <p:cTn id="259" presetID="42" presetClass="path" presetSubtype="0" accel="50000" decel="50000" fill="hold" grpId="4" nodeType="withEffect">
                                  <p:stCondLst>
                                    <p:cond delay="0"/>
                                  </p:stCondLst>
                                  <p:childTnLst>
                                    <p:animMotion origin="layout" path="M 0.02812 -0.2287 L -0.06276 -0.0037 " pathEditMode="relative" rAng="0" ptsTypes="AA">
                                      <p:cBhvr>
                                        <p:cTn id="260" dur="1500" fill="hold"/>
                                        <p:tgtEl>
                                          <p:spTgt spid="9"/>
                                        </p:tgtEl>
                                        <p:attrNameLst>
                                          <p:attrName>ppt_x</p:attrName>
                                          <p:attrName>ppt_y</p:attrName>
                                        </p:attrNameLst>
                                      </p:cBhvr>
                                      <p:rCtr x="-4401" y="11528"/>
                                    </p:animMotion>
                                  </p:childTnLst>
                                </p:cTn>
                              </p:par>
                              <p:par>
                                <p:cTn id="261" presetID="64" presetClass="path" presetSubtype="0" accel="50000" decel="50000" fill="hold" grpId="8" nodeType="withEffect">
                                  <p:stCondLst>
                                    <p:cond delay="0"/>
                                  </p:stCondLst>
                                  <p:childTnLst>
                                    <p:animMotion origin="layout" path="M -0.12083 -0.00277 L -0.03086 -0.22962 " pathEditMode="relative" rAng="0" ptsTypes="AA">
                                      <p:cBhvr>
                                        <p:cTn id="262" dur="1500" fill="hold"/>
                                        <p:tgtEl>
                                          <p:spTgt spid="13"/>
                                        </p:tgtEl>
                                        <p:attrNameLst>
                                          <p:attrName>ppt_x</p:attrName>
                                          <p:attrName>ppt_y</p:attrName>
                                        </p:attrNameLst>
                                      </p:cBhvr>
                                      <p:rCtr x="4492" y="-11343"/>
                                    </p:animMotion>
                                  </p:childTnLst>
                                </p:cTn>
                              </p:par>
                            </p:childTnLst>
                          </p:cTn>
                        </p:par>
                        <p:par>
                          <p:cTn id="263" fill="hold">
                            <p:stCondLst>
                              <p:cond delay="5000"/>
                            </p:stCondLst>
                            <p:childTnLst>
                              <p:par>
                                <p:cTn id="264" presetID="3" presetClass="emph" presetSubtype="2" fill="hold" grpId="5" nodeType="afterEffect">
                                  <p:stCondLst>
                                    <p:cond delay="0"/>
                                  </p:stCondLst>
                                  <p:childTnLst>
                                    <p:animClr clrSpc="rgb" dir="cw">
                                      <p:cBhvr override="childStyle">
                                        <p:cTn id="265" dur="1000" fill="hold"/>
                                        <p:tgtEl>
                                          <p:spTgt spid="9"/>
                                        </p:tgtEl>
                                        <p:attrNameLst>
                                          <p:attrName>style.color</p:attrName>
                                        </p:attrNameLst>
                                      </p:cBhvr>
                                      <p:to>
                                        <a:srgbClr val="C00000"/>
                                      </p:to>
                                    </p:animClr>
                                  </p:childTnLst>
                                </p:cTn>
                              </p:par>
                            </p:childTnLst>
                          </p:cTn>
                        </p:par>
                        <p:par>
                          <p:cTn id="266" fill="hold">
                            <p:stCondLst>
                              <p:cond delay="6000"/>
                            </p:stCondLst>
                            <p:childTnLst>
                              <p:par>
                                <p:cTn id="267" presetID="35" presetClass="path" presetSubtype="0" accel="50000" decel="50000" fill="hold" grpId="4" nodeType="afterEffect">
                                  <p:stCondLst>
                                    <p:cond delay="0"/>
                                  </p:stCondLst>
                                  <p:childTnLst>
                                    <p:animMotion origin="layout" path="M -0.17395 4.07407E-6 L -0.21705 0.00069 " pathEditMode="relative" rAng="0" ptsTypes="AA">
                                      <p:cBhvr>
                                        <p:cTn id="268" dur="1500" fill="hold"/>
                                        <p:tgtEl>
                                          <p:spTgt spid="16"/>
                                        </p:tgtEl>
                                        <p:attrNameLst>
                                          <p:attrName>ppt_x</p:attrName>
                                          <p:attrName>ppt_y</p:attrName>
                                        </p:attrNameLst>
                                      </p:cBhvr>
                                      <p:rCtr x="-2161" y="23"/>
                                    </p:animMotion>
                                  </p:childTnLst>
                                </p:cTn>
                              </p:par>
                              <p:par>
                                <p:cTn id="269" presetID="1" presetClass="emph" presetSubtype="2" fill="hold" nodeType="withEffect">
                                  <p:stCondLst>
                                    <p:cond delay="0"/>
                                  </p:stCondLst>
                                  <p:childTnLst>
                                    <p:animClr clrSpc="rgb" dir="cw">
                                      <p:cBhvr>
                                        <p:cTn id="270" dur="1500" fill="hold"/>
                                        <p:tgtEl>
                                          <p:spTgt spid="90112"/>
                                        </p:tgtEl>
                                        <p:attrNameLst>
                                          <p:attrName>fillcolor</p:attrName>
                                        </p:attrNameLst>
                                      </p:cBhvr>
                                      <p:to>
                                        <a:srgbClr val="D9F2D0"/>
                                      </p:to>
                                    </p:animClr>
                                    <p:set>
                                      <p:cBhvr>
                                        <p:cTn id="271" dur="1500" fill="hold"/>
                                        <p:tgtEl>
                                          <p:spTgt spid="90112"/>
                                        </p:tgtEl>
                                        <p:attrNameLst>
                                          <p:attrName>fill.type</p:attrName>
                                        </p:attrNameLst>
                                      </p:cBhvr>
                                      <p:to>
                                        <p:strVal val="solid"/>
                                      </p:to>
                                    </p:set>
                                    <p:set>
                                      <p:cBhvr>
                                        <p:cTn id="272" dur="1500" fill="hold"/>
                                        <p:tgtEl>
                                          <p:spTgt spid="90112"/>
                                        </p:tgtEl>
                                        <p:attrNameLst>
                                          <p:attrName>fill.on</p:attrName>
                                        </p:attrNameLst>
                                      </p:cBhvr>
                                      <p:to>
                                        <p:strVal val="true"/>
                                      </p:to>
                                    </p:set>
                                  </p:childTnLst>
                                </p:cTn>
                              </p:par>
                            </p:childTnLst>
                          </p:cTn>
                        </p:par>
                        <p:par>
                          <p:cTn id="273" fill="hold">
                            <p:stCondLst>
                              <p:cond delay="7500"/>
                            </p:stCondLst>
                            <p:childTnLst>
                              <p:par>
                                <p:cTn id="274" presetID="63" presetClass="path" presetSubtype="0" accel="50000" decel="50000" fill="hold" grpId="8" nodeType="afterEffect">
                                  <p:stCondLst>
                                    <p:cond delay="0"/>
                                  </p:stCondLst>
                                  <p:childTnLst>
                                    <p:animMotion origin="layout" path="M -0.2155 4.07407E-6 L -0.1724 -0.00023 " pathEditMode="relative" rAng="0" ptsTypes="AA">
                                      <p:cBhvr>
                                        <p:cTn id="275" dur="1500" fill="hold"/>
                                        <p:tgtEl>
                                          <p:spTgt spid="90141"/>
                                        </p:tgtEl>
                                        <p:attrNameLst>
                                          <p:attrName>ppt_x</p:attrName>
                                          <p:attrName>ppt_y</p:attrName>
                                        </p:attrNameLst>
                                      </p:cBhvr>
                                      <p:rCtr x="2148" y="-394"/>
                                    </p:animMotion>
                                  </p:childTnLst>
                                </p:cTn>
                              </p:par>
                              <p:par>
                                <p:cTn id="276" presetID="35" presetClass="path" presetSubtype="0" accel="50000" decel="50000" fill="hold" grpId="5" nodeType="withEffect">
                                  <p:stCondLst>
                                    <p:cond delay="0"/>
                                  </p:stCondLst>
                                  <p:childTnLst>
                                    <p:animMotion origin="layout" path="M -0.25873 0.00093 L -0.30183 0.00162 " pathEditMode="relative" rAng="0" ptsTypes="AA">
                                      <p:cBhvr>
                                        <p:cTn id="277" dur="1500" fill="hold"/>
                                        <p:tgtEl>
                                          <p:spTgt spid="90140"/>
                                        </p:tgtEl>
                                        <p:attrNameLst>
                                          <p:attrName>ppt_x</p:attrName>
                                          <p:attrName>ppt_y</p:attrName>
                                        </p:attrNameLst>
                                      </p:cBhvr>
                                      <p:rCtr x="-2161" y="-162"/>
                                    </p:animMotion>
                                  </p:childTnLst>
                                </p:cTn>
                              </p:par>
                            </p:childTnLst>
                          </p:cTn>
                        </p:par>
                        <p:par>
                          <p:cTn id="278" fill="hold">
                            <p:stCondLst>
                              <p:cond delay="9000"/>
                            </p:stCondLst>
                            <p:childTnLst>
                              <p:par>
                                <p:cTn id="279" presetID="42" presetClass="path" presetSubtype="0" accel="50000" decel="50000" fill="hold" grpId="10" nodeType="afterEffect">
                                  <p:stCondLst>
                                    <p:cond delay="0"/>
                                  </p:stCondLst>
                                  <p:childTnLst>
                                    <p:animMotion origin="layout" path="M -0.03086 -0.22962 L -0.09231 -0.13171 " pathEditMode="relative" rAng="0" ptsTypes="AA">
                                      <p:cBhvr>
                                        <p:cTn id="280" dur="1500" fill="hold"/>
                                        <p:tgtEl>
                                          <p:spTgt spid="13"/>
                                        </p:tgtEl>
                                        <p:attrNameLst>
                                          <p:attrName>ppt_x</p:attrName>
                                          <p:attrName>ppt_y</p:attrName>
                                        </p:attrNameLst>
                                      </p:cBhvr>
                                      <p:rCtr x="-3073" y="4884"/>
                                    </p:animMotion>
                                  </p:childTnLst>
                                </p:cTn>
                              </p:par>
                              <p:par>
                                <p:cTn id="281" presetID="64" presetClass="path" presetSubtype="0" accel="50000" decel="50000" fill="hold" grpId="6" nodeType="withEffect">
                                  <p:stCondLst>
                                    <p:cond delay="0"/>
                                  </p:stCondLst>
                                  <p:childTnLst>
                                    <p:animMotion origin="layout" path="M 0.05039 -0.24907 L 0.11172 -0.34838 " pathEditMode="relative" rAng="0" ptsTypes="AA">
                                      <p:cBhvr>
                                        <p:cTn id="282" dur="1500" fill="hold"/>
                                        <p:tgtEl>
                                          <p:spTgt spid="14"/>
                                        </p:tgtEl>
                                        <p:attrNameLst>
                                          <p:attrName>ppt_x</p:attrName>
                                          <p:attrName>ppt_y</p:attrName>
                                        </p:attrNameLst>
                                      </p:cBhvr>
                                      <p:rCtr x="3255" y="-4884"/>
                                    </p:animMotion>
                                  </p:childTnLst>
                                </p:cTn>
                              </p:par>
                            </p:childTnLst>
                          </p:cTn>
                        </p:par>
                      </p:childTnLst>
                    </p:cTn>
                  </p:par>
                  <p:par>
                    <p:cTn id="283" fill="hold">
                      <p:stCondLst>
                        <p:cond delay="indefinite"/>
                      </p:stCondLst>
                      <p:childTnLst>
                        <p:par>
                          <p:cTn id="284" fill="hold">
                            <p:stCondLst>
                              <p:cond delay="0"/>
                            </p:stCondLst>
                            <p:childTnLst>
                              <p:par>
                                <p:cTn id="285" presetID="32" presetClass="emph" presetSubtype="0" fill="hold" grpId="4" nodeType="clickEffect">
                                  <p:stCondLst>
                                    <p:cond delay="0"/>
                                  </p:stCondLst>
                                  <p:childTnLst>
                                    <p:animRot by="120000">
                                      <p:cBhvr>
                                        <p:cTn id="286" dur="100" fill="hold">
                                          <p:stCondLst>
                                            <p:cond delay="0"/>
                                          </p:stCondLst>
                                        </p:cTn>
                                        <p:tgtEl>
                                          <p:spTgt spid="30"/>
                                        </p:tgtEl>
                                        <p:attrNameLst>
                                          <p:attrName>r</p:attrName>
                                        </p:attrNameLst>
                                      </p:cBhvr>
                                    </p:animRot>
                                    <p:animRot by="-240000">
                                      <p:cBhvr>
                                        <p:cTn id="287" dur="200" fill="hold">
                                          <p:stCondLst>
                                            <p:cond delay="200"/>
                                          </p:stCondLst>
                                        </p:cTn>
                                        <p:tgtEl>
                                          <p:spTgt spid="30"/>
                                        </p:tgtEl>
                                        <p:attrNameLst>
                                          <p:attrName>r</p:attrName>
                                        </p:attrNameLst>
                                      </p:cBhvr>
                                    </p:animRot>
                                    <p:animRot by="240000">
                                      <p:cBhvr>
                                        <p:cTn id="288" dur="200" fill="hold">
                                          <p:stCondLst>
                                            <p:cond delay="400"/>
                                          </p:stCondLst>
                                        </p:cTn>
                                        <p:tgtEl>
                                          <p:spTgt spid="30"/>
                                        </p:tgtEl>
                                        <p:attrNameLst>
                                          <p:attrName>r</p:attrName>
                                        </p:attrNameLst>
                                      </p:cBhvr>
                                    </p:animRot>
                                    <p:animRot by="-240000">
                                      <p:cBhvr>
                                        <p:cTn id="289" dur="200" fill="hold">
                                          <p:stCondLst>
                                            <p:cond delay="600"/>
                                          </p:stCondLst>
                                        </p:cTn>
                                        <p:tgtEl>
                                          <p:spTgt spid="30"/>
                                        </p:tgtEl>
                                        <p:attrNameLst>
                                          <p:attrName>r</p:attrName>
                                        </p:attrNameLst>
                                      </p:cBhvr>
                                    </p:animRot>
                                    <p:animRot by="120000">
                                      <p:cBhvr>
                                        <p:cTn id="290" dur="200" fill="hold">
                                          <p:stCondLst>
                                            <p:cond delay="800"/>
                                          </p:stCondLst>
                                        </p:cTn>
                                        <p:tgtEl>
                                          <p:spTgt spid="30"/>
                                        </p:tgtEl>
                                        <p:attrNameLst>
                                          <p:attrName>r</p:attrName>
                                        </p:attrNameLst>
                                      </p:cBhvr>
                                    </p:animRot>
                                  </p:childTnLst>
                                </p:cTn>
                              </p:par>
                            </p:childTnLst>
                          </p:cTn>
                        </p:par>
                        <p:par>
                          <p:cTn id="291" fill="hold">
                            <p:stCondLst>
                              <p:cond delay="1000"/>
                            </p:stCondLst>
                            <p:childTnLst>
                              <p:par>
                                <p:cTn id="292" presetID="32" presetClass="emph" presetSubtype="0" fill="hold" nodeType="afterEffect">
                                  <p:stCondLst>
                                    <p:cond delay="0"/>
                                  </p:stCondLst>
                                  <p:childTnLst>
                                    <p:animRot by="120000">
                                      <p:cBhvr>
                                        <p:cTn id="293" dur="100" fill="hold">
                                          <p:stCondLst>
                                            <p:cond delay="0"/>
                                          </p:stCondLst>
                                        </p:cTn>
                                        <p:tgtEl>
                                          <p:spTgt spid="40"/>
                                        </p:tgtEl>
                                        <p:attrNameLst>
                                          <p:attrName>r</p:attrName>
                                        </p:attrNameLst>
                                      </p:cBhvr>
                                    </p:animRot>
                                    <p:animRot by="-240000">
                                      <p:cBhvr>
                                        <p:cTn id="294" dur="200" fill="hold">
                                          <p:stCondLst>
                                            <p:cond delay="200"/>
                                          </p:stCondLst>
                                        </p:cTn>
                                        <p:tgtEl>
                                          <p:spTgt spid="40"/>
                                        </p:tgtEl>
                                        <p:attrNameLst>
                                          <p:attrName>r</p:attrName>
                                        </p:attrNameLst>
                                      </p:cBhvr>
                                    </p:animRot>
                                    <p:animRot by="240000">
                                      <p:cBhvr>
                                        <p:cTn id="295" dur="200" fill="hold">
                                          <p:stCondLst>
                                            <p:cond delay="400"/>
                                          </p:stCondLst>
                                        </p:cTn>
                                        <p:tgtEl>
                                          <p:spTgt spid="40"/>
                                        </p:tgtEl>
                                        <p:attrNameLst>
                                          <p:attrName>r</p:attrName>
                                        </p:attrNameLst>
                                      </p:cBhvr>
                                    </p:animRot>
                                    <p:animRot by="-240000">
                                      <p:cBhvr>
                                        <p:cTn id="296" dur="200" fill="hold">
                                          <p:stCondLst>
                                            <p:cond delay="600"/>
                                          </p:stCondLst>
                                        </p:cTn>
                                        <p:tgtEl>
                                          <p:spTgt spid="40"/>
                                        </p:tgtEl>
                                        <p:attrNameLst>
                                          <p:attrName>r</p:attrName>
                                        </p:attrNameLst>
                                      </p:cBhvr>
                                    </p:animRot>
                                    <p:animRot by="120000">
                                      <p:cBhvr>
                                        <p:cTn id="297" dur="200" fill="hold">
                                          <p:stCondLst>
                                            <p:cond delay="800"/>
                                          </p:stCondLst>
                                        </p:cTn>
                                        <p:tgtEl>
                                          <p:spTgt spid="40"/>
                                        </p:tgtEl>
                                        <p:attrNameLst>
                                          <p:attrName>r</p:attrName>
                                        </p:attrNameLst>
                                      </p:cBhvr>
                                    </p:animRot>
                                  </p:childTnLst>
                                </p:cTn>
                              </p:par>
                            </p:childTnLst>
                          </p:cTn>
                        </p:par>
                        <p:par>
                          <p:cTn id="298" fill="hold">
                            <p:stCondLst>
                              <p:cond delay="2000"/>
                            </p:stCondLst>
                            <p:childTnLst>
                              <p:par>
                                <p:cTn id="299" presetID="63" presetClass="path" presetSubtype="0" accel="50000" decel="50000" fill="hold" grpId="6" nodeType="afterEffect">
                                  <p:stCondLst>
                                    <p:cond delay="0"/>
                                  </p:stCondLst>
                                  <p:childTnLst>
                                    <p:animMotion origin="layout" path="M -0.30183 0.00162 L -0.21576 0.00162 " pathEditMode="relative" rAng="0" ptsTypes="AA">
                                      <p:cBhvr>
                                        <p:cTn id="300" dur="1500" fill="hold"/>
                                        <p:tgtEl>
                                          <p:spTgt spid="90140"/>
                                        </p:tgtEl>
                                        <p:attrNameLst>
                                          <p:attrName>ppt_x</p:attrName>
                                          <p:attrName>ppt_y</p:attrName>
                                        </p:attrNameLst>
                                      </p:cBhvr>
                                      <p:rCtr x="4310" y="0"/>
                                    </p:animMotion>
                                  </p:childTnLst>
                                </p:cTn>
                              </p:par>
                              <p:par>
                                <p:cTn id="301" presetID="35" presetClass="path" presetSubtype="0" accel="50000" decel="50000" fill="hold" grpId="3" nodeType="withEffect">
                                  <p:stCondLst>
                                    <p:cond delay="0"/>
                                  </p:stCondLst>
                                  <p:childTnLst>
                                    <p:animMotion origin="layout" path="M -0.17253 4.07407E-6 L -0.25886 4.07407E-6 " pathEditMode="relative" rAng="0" ptsTypes="AA">
                                      <p:cBhvr>
                                        <p:cTn id="302" dur="1500" fill="hold"/>
                                        <p:tgtEl>
                                          <p:spTgt spid="90142"/>
                                        </p:tgtEl>
                                        <p:attrNameLst>
                                          <p:attrName>ppt_x</p:attrName>
                                          <p:attrName>ppt_y</p:attrName>
                                        </p:attrNameLst>
                                      </p:cBhvr>
                                      <p:rCtr x="-4362" y="0"/>
                                    </p:animMotion>
                                  </p:childTnLst>
                                </p:cTn>
                              </p:par>
                            </p:childTnLst>
                          </p:cTn>
                        </p:par>
                        <p:par>
                          <p:cTn id="303" fill="hold">
                            <p:stCondLst>
                              <p:cond delay="3500"/>
                            </p:stCondLst>
                            <p:childTnLst>
                              <p:par>
                                <p:cTn id="304" presetID="3" presetClass="emph" presetSubtype="2" fill="hold" grpId="7" nodeType="afterEffect">
                                  <p:stCondLst>
                                    <p:cond delay="0"/>
                                  </p:stCondLst>
                                  <p:childTnLst>
                                    <p:animClr clrSpc="rgb" dir="cw">
                                      <p:cBhvr override="childStyle">
                                        <p:cTn id="305" dur="1000" fill="hold"/>
                                        <p:tgtEl>
                                          <p:spTgt spid="90140"/>
                                        </p:tgtEl>
                                        <p:attrNameLst>
                                          <p:attrName>style.color</p:attrName>
                                        </p:attrNameLst>
                                      </p:cBhvr>
                                      <p:to>
                                        <a:srgbClr val="C00000"/>
                                      </p:to>
                                    </p:animClr>
                                  </p:childTnLst>
                                </p:cTn>
                              </p:par>
                              <p:par>
                                <p:cTn id="306" presetID="42" presetClass="path" presetSubtype="0" accel="50000" decel="50000" fill="hold" grpId="7" nodeType="withEffect">
                                  <p:stCondLst>
                                    <p:cond delay="0"/>
                                  </p:stCondLst>
                                  <p:childTnLst>
                                    <p:animMotion origin="layout" path="M 0.11171 -0.34837 L 0.172 -0.25394 " pathEditMode="relative" rAng="0" ptsTypes="AA">
                                      <p:cBhvr>
                                        <p:cTn id="307" dur="1500" fill="hold"/>
                                        <p:tgtEl>
                                          <p:spTgt spid="14"/>
                                        </p:tgtEl>
                                        <p:attrNameLst>
                                          <p:attrName>ppt_x</p:attrName>
                                          <p:attrName>ppt_y</p:attrName>
                                        </p:attrNameLst>
                                      </p:cBhvr>
                                      <p:rCtr x="3034" y="4583"/>
                                    </p:animMotion>
                                  </p:childTnLst>
                                </p:cTn>
                              </p:par>
                              <p:par>
                                <p:cTn id="308" presetID="64" presetClass="path" presetSubtype="0" accel="50000" decel="50000" fill="hold" grpId="4" nodeType="withEffect">
                                  <p:stCondLst>
                                    <p:cond delay="0"/>
                                  </p:stCondLst>
                                  <p:childTnLst>
                                    <p:animMotion origin="layout" path="M -0.0293 -0.13704 L -0.08998 -0.2287 " pathEditMode="relative" rAng="0" ptsTypes="AA">
                                      <p:cBhvr>
                                        <p:cTn id="309" dur="1500" fill="hold"/>
                                        <p:tgtEl>
                                          <p:spTgt spid="12"/>
                                        </p:tgtEl>
                                        <p:attrNameLst>
                                          <p:attrName>ppt_x</p:attrName>
                                          <p:attrName>ppt_y</p:attrName>
                                        </p:attrNameLst>
                                      </p:cBhvr>
                                      <p:rCtr x="-3099" y="-4306"/>
                                    </p:animMotion>
                                  </p:childTnLst>
                                </p:cTn>
                              </p:par>
                            </p:childTnLst>
                          </p:cTn>
                        </p:par>
                        <p:par>
                          <p:cTn id="310" fill="hold">
                            <p:stCondLst>
                              <p:cond delay="5000"/>
                            </p:stCondLst>
                            <p:childTnLst>
                              <p:par>
                                <p:cTn id="311" presetID="3" presetClass="emph" presetSubtype="2" fill="hold" grpId="8" nodeType="afterEffect">
                                  <p:stCondLst>
                                    <p:cond delay="0"/>
                                  </p:stCondLst>
                                  <p:childTnLst>
                                    <p:animClr clrSpc="rgb" dir="cw">
                                      <p:cBhvr override="childStyle">
                                        <p:cTn id="312" dur="1000" fill="hold"/>
                                        <p:tgtEl>
                                          <p:spTgt spid="14"/>
                                        </p:tgtEl>
                                        <p:attrNameLst>
                                          <p:attrName>style.color</p:attrName>
                                        </p:attrNameLst>
                                      </p:cBhvr>
                                      <p:to>
                                        <a:srgbClr val="C00000"/>
                                      </p:to>
                                    </p:animClr>
                                  </p:childTnLst>
                                </p:cTn>
                              </p:par>
                            </p:childTnLst>
                          </p:cTn>
                        </p:par>
                        <p:par>
                          <p:cTn id="313" fill="hold">
                            <p:stCondLst>
                              <p:cond delay="6000"/>
                            </p:stCondLst>
                            <p:childTnLst>
                              <p:par>
                                <p:cTn id="314" presetID="35" presetClass="path" presetSubtype="0" accel="50000" decel="50000" fill="hold" grpId="5" nodeType="afterEffect">
                                  <p:stCondLst>
                                    <p:cond delay="0"/>
                                  </p:stCondLst>
                                  <p:childTnLst>
                                    <p:animMotion origin="layout" path="M -0.21705 0.00069 L -0.26054 0.00115 " pathEditMode="relative" rAng="0" ptsTypes="AA">
                                      <p:cBhvr>
                                        <p:cTn id="315" dur="1500" fill="hold"/>
                                        <p:tgtEl>
                                          <p:spTgt spid="16"/>
                                        </p:tgtEl>
                                        <p:attrNameLst>
                                          <p:attrName>ppt_x</p:attrName>
                                          <p:attrName>ppt_y</p:attrName>
                                        </p:attrNameLst>
                                      </p:cBhvr>
                                      <p:rCtr x="-2174" y="23"/>
                                    </p:animMotion>
                                  </p:childTnLst>
                                </p:cTn>
                              </p:par>
                              <p:par>
                                <p:cTn id="316" presetID="1" presetClass="emph" presetSubtype="2" fill="hold" nodeType="withEffect">
                                  <p:stCondLst>
                                    <p:cond delay="0"/>
                                  </p:stCondLst>
                                  <p:childTnLst>
                                    <p:animClr clrSpc="rgb" dir="cw">
                                      <p:cBhvr>
                                        <p:cTn id="317" dur="1500" fill="hold"/>
                                        <p:tgtEl>
                                          <p:spTgt spid="90115"/>
                                        </p:tgtEl>
                                        <p:attrNameLst>
                                          <p:attrName>fillcolor</p:attrName>
                                        </p:attrNameLst>
                                      </p:cBhvr>
                                      <p:to>
                                        <a:srgbClr val="D9F2D0"/>
                                      </p:to>
                                    </p:animClr>
                                    <p:set>
                                      <p:cBhvr>
                                        <p:cTn id="318" dur="1500" fill="hold"/>
                                        <p:tgtEl>
                                          <p:spTgt spid="90115"/>
                                        </p:tgtEl>
                                        <p:attrNameLst>
                                          <p:attrName>fill.type</p:attrName>
                                        </p:attrNameLst>
                                      </p:cBhvr>
                                      <p:to>
                                        <p:strVal val="solid"/>
                                      </p:to>
                                    </p:set>
                                    <p:set>
                                      <p:cBhvr>
                                        <p:cTn id="319" dur="1500" fill="hold"/>
                                        <p:tgtEl>
                                          <p:spTgt spid="90115"/>
                                        </p:tgtEl>
                                        <p:attrNameLst>
                                          <p:attrName>fill.on</p:attrName>
                                        </p:attrNameLst>
                                      </p:cBhvr>
                                      <p:to>
                                        <p:strVal val="true"/>
                                      </p:to>
                                    </p:set>
                                  </p:childTnLst>
                                </p:cTn>
                              </p:par>
                            </p:childTnLst>
                          </p:cTn>
                        </p:par>
                      </p:childTnLst>
                    </p:cTn>
                  </p:par>
                  <p:par>
                    <p:cTn id="320" fill="hold">
                      <p:stCondLst>
                        <p:cond delay="indefinite"/>
                      </p:stCondLst>
                      <p:childTnLst>
                        <p:par>
                          <p:cTn id="321" fill="hold">
                            <p:stCondLst>
                              <p:cond delay="0"/>
                            </p:stCondLst>
                            <p:childTnLst>
                              <p:par>
                                <p:cTn id="322" presetID="32" presetClass="emph" presetSubtype="0" fill="hold" grpId="5" nodeType="clickEffect">
                                  <p:stCondLst>
                                    <p:cond delay="0"/>
                                  </p:stCondLst>
                                  <p:childTnLst>
                                    <p:animRot by="120000">
                                      <p:cBhvr>
                                        <p:cTn id="323" dur="100" fill="hold">
                                          <p:stCondLst>
                                            <p:cond delay="0"/>
                                          </p:stCondLst>
                                        </p:cTn>
                                        <p:tgtEl>
                                          <p:spTgt spid="30"/>
                                        </p:tgtEl>
                                        <p:attrNameLst>
                                          <p:attrName>r</p:attrName>
                                        </p:attrNameLst>
                                      </p:cBhvr>
                                    </p:animRot>
                                    <p:animRot by="-240000">
                                      <p:cBhvr>
                                        <p:cTn id="324" dur="200" fill="hold">
                                          <p:stCondLst>
                                            <p:cond delay="200"/>
                                          </p:stCondLst>
                                        </p:cTn>
                                        <p:tgtEl>
                                          <p:spTgt spid="30"/>
                                        </p:tgtEl>
                                        <p:attrNameLst>
                                          <p:attrName>r</p:attrName>
                                        </p:attrNameLst>
                                      </p:cBhvr>
                                    </p:animRot>
                                    <p:animRot by="240000">
                                      <p:cBhvr>
                                        <p:cTn id="325" dur="200" fill="hold">
                                          <p:stCondLst>
                                            <p:cond delay="400"/>
                                          </p:stCondLst>
                                        </p:cTn>
                                        <p:tgtEl>
                                          <p:spTgt spid="30"/>
                                        </p:tgtEl>
                                        <p:attrNameLst>
                                          <p:attrName>r</p:attrName>
                                        </p:attrNameLst>
                                      </p:cBhvr>
                                    </p:animRot>
                                    <p:animRot by="-240000">
                                      <p:cBhvr>
                                        <p:cTn id="326" dur="200" fill="hold">
                                          <p:stCondLst>
                                            <p:cond delay="600"/>
                                          </p:stCondLst>
                                        </p:cTn>
                                        <p:tgtEl>
                                          <p:spTgt spid="30"/>
                                        </p:tgtEl>
                                        <p:attrNameLst>
                                          <p:attrName>r</p:attrName>
                                        </p:attrNameLst>
                                      </p:cBhvr>
                                    </p:animRot>
                                    <p:animRot by="120000">
                                      <p:cBhvr>
                                        <p:cTn id="327" dur="200" fill="hold">
                                          <p:stCondLst>
                                            <p:cond delay="800"/>
                                          </p:stCondLst>
                                        </p:cTn>
                                        <p:tgtEl>
                                          <p:spTgt spid="30"/>
                                        </p:tgtEl>
                                        <p:attrNameLst>
                                          <p:attrName>r</p:attrName>
                                        </p:attrNameLst>
                                      </p:cBhvr>
                                    </p:animRot>
                                  </p:childTnLst>
                                </p:cTn>
                              </p:par>
                            </p:childTnLst>
                          </p:cTn>
                        </p:par>
                        <p:par>
                          <p:cTn id="328" fill="hold">
                            <p:stCondLst>
                              <p:cond delay="1000"/>
                            </p:stCondLst>
                            <p:childTnLst>
                              <p:par>
                                <p:cTn id="329" presetID="32" presetClass="emph" presetSubtype="0" fill="hold" nodeType="afterEffect">
                                  <p:stCondLst>
                                    <p:cond delay="0"/>
                                  </p:stCondLst>
                                  <p:childTnLst>
                                    <p:animRot by="120000">
                                      <p:cBhvr>
                                        <p:cTn id="330" dur="100" fill="hold">
                                          <p:stCondLst>
                                            <p:cond delay="0"/>
                                          </p:stCondLst>
                                        </p:cTn>
                                        <p:tgtEl>
                                          <p:spTgt spid="40"/>
                                        </p:tgtEl>
                                        <p:attrNameLst>
                                          <p:attrName>r</p:attrName>
                                        </p:attrNameLst>
                                      </p:cBhvr>
                                    </p:animRot>
                                    <p:animRot by="-240000">
                                      <p:cBhvr>
                                        <p:cTn id="331" dur="200" fill="hold">
                                          <p:stCondLst>
                                            <p:cond delay="200"/>
                                          </p:stCondLst>
                                        </p:cTn>
                                        <p:tgtEl>
                                          <p:spTgt spid="40"/>
                                        </p:tgtEl>
                                        <p:attrNameLst>
                                          <p:attrName>r</p:attrName>
                                        </p:attrNameLst>
                                      </p:cBhvr>
                                    </p:animRot>
                                    <p:animRot by="240000">
                                      <p:cBhvr>
                                        <p:cTn id="332" dur="200" fill="hold">
                                          <p:stCondLst>
                                            <p:cond delay="400"/>
                                          </p:stCondLst>
                                        </p:cTn>
                                        <p:tgtEl>
                                          <p:spTgt spid="40"/>
                                        </p:tgtEl>
                                        <p:attrNameLst>
                                          <p:attrName>r</p:attrName>
                                        </p:attrNameLst>
                                      </p:cBhvr>
                                    </p:animRot>
                                    <p:animRot by="-240000">
                                      <p:cBhvr>
                                        <p:cTn id="333" dur="200" fill="hold">
                                          <p:stCondLst>
                                            <p:cond delay="600"/>
                                          </p:stCondLst>
                                        </p:cTn>
                                        <p:tgtEl>
                                          <p:spTgt spid="40"/>
                                        </p:tgtEl>
                                        <p:attrNameLst>
                                          <p:attrName>r</p:attrName>
                                        </p:attrNameLst>
                                      </p:cBhvr>
                                    </p:animRot>
                                    <p:animRot by="120000">
                                      <p:cBhvr>
                                        <p:cTn id="334" dur="200" fill="hold">
                                          <p:stCondLst>
                                            <p:cond delay="800"/>
                                          </p:stCondLst>
                                        </p:cTn>
                                        <p:tgtEl>
                                          <p:spTgt spid="40"/>
                                        </p:tgtEl>
                                        <p:attrNameLst>
                                          <p:attrName>r</p:attrName>
                                        </p:attrNameLst>
                                      </p:cBhvr>
                                    </p:animRot>
                                  </p:childTnLst>
                                </p:cTn>
                              </p:par>
                            </p:childTnLst>
                          </p:cTn>
                        </p:par>
                        <p:par>
                          <p:cTn id="335" fill="hold">
                            <p:stCondLst>
                              <p:cond delay="2000"/>
                            </p:stCondLst>
                            <p:childTnLst>
                              <p:par>
                                <p:cTn id="336" presetID="63" presetClass="path" presetSubtype="0" accel="50000" decel="50000" fill="hold" grpId="4" nodeType="afterEffect">
                                  <p:stCondLst>
                                    <p:cond delay="0"/>
                                  </p:stCondLst>
                                  <p:childTnLst>
                                    <p:animMotion origin="layout" path="M -0.25886 4.07407E-6 L -0.21576 -0.00023 " pathEditMode="relative" rAng="0" ptsTypes="AA">
                                      <p:cBhvr>
                                        <p:cTn id="337" dur="1500" fill="hold"/>
                                        <p:tgtEl>
                                          <p:spTgt spid="90142"/>
                                        </p:tgtEl>
                                        <p:attrNameLst>
                                          <p:attrName>ppt_x</p:attrName>
                                          <p:attrName>ppt_y</p:attrName>
                                        </p:attrNameLst>
                                      </p:cBhvr>
                                      <p:rCtr x="2148" y="139"/>
                                    </p:animMotion>
                                  </p:childTnLst>
                                </p:cTn>
                              </p:par>
                              <p:par>
                                <p:cTn id="338" presetID="35" presetClass="path" presetSubtype="0" accel="50000" decel="50000" fill="hold" grpId="9" nodeType="withEffect">
                                  <p:stCondLst>
                                    <p:cond delay="0"/>
                                  </p:stCondLst>
                                  <p:childTnLst>
                                    <p:animMotion origin="layout" path="M -0.1724 -0.0007 L -0.2155 4.81481E-6 " pathEditMode="relative" rAng="0" ptsTypes="AA">
                                      <p:cBhvr>
                                        <p:cTn id="339" dur="1500" fill="hold"/>
                                        <p:tgtEl>
                                          <p:spTgt spid="90141"/>
                                        </p:tgtEl>
                                        <p:attrNameLst>
                                          <p:attrName>ppt_x</p:attrName>
                                          <p:attrName>ppt_y</p:attrName>
                                        </p:attrNameLst>
                                      </p:cBhvr>
                                      <p:rCtr x="-2161" y="185"/>
                                    </p:animMotion>
                                  </p:childTnLst>
                                </p:cTn>
                              </p:par>
                            </p:childTnLst>
                          </p:cTn>
                        </p:par>
                        <p:par>
                          <p:cTn id="340" fill="hold">
                            <p:stCondLst>
                              <p:cond delay="3500"/>
                            </p:stCondLst>
                            <p:childTnLst>
                              <p:par>
                                <p:cTn id="341" presetID="3" presetClass="emph" presetSubtype="2" fill="hold" grpId="5" nodeType="afterEffect">
                                  <p:stCondLst>
                                    <p:cond delay="0"/>
                                  </p:stCondLst>
                                  <p:childTnLst>
                                    <p:animClr clrSpc="rgb" dir="cw">
                                      <p:cBhvr override="childStyle">
                                        <p:cTn id="342" dur="1000" fill="hold"/>
                                        <p:tgtEl>
                                          <p:spTgt spid="90142"/>
                                        </p:tgtEl>
                                        <p:attrNameLst>
                                          <p:attrName>style.color</p:attrName>
                                        </p:attrNameLst>
                                      </p:cBhvr>
                                      <p:to>
                                        <a:srgbClr val="C00000"/>
                                      </p:to>
                                    </p:animClr>
                                  </p:childTnLst>
                                </p:cTn>
                              </p:par>
                              <p:par>
                                <p:cTn id="343" presetID="42" presetClass="path" presetSubtype="0" accel="50000" decel="50000" fill="hold" grpId="5" nodeType="withEffect">
                                  <p:stCondLst>
                                    <p:cond delay="0"/>
                                  </p:stCondLst>
                                  <p:childTnLst>
                                    <p:animMotion origin="layout" path="M -0.08998 -0.2287 L -0.15144 -0.13079 " pathEditMode="relative" rAng="0" ptsTypes="AA">
                                      <p:cBhvr>
                                        <p:cTn id="344" dur="1500" fill="hold"/>
                                        <p:tgtEl>
                                          <p:spTgt spid="12"/>
                                        </p:tgtEl>
                                        <p:attrNameLst>
                                          <p:attrName>ppt_x</p:attrName>
                                          <p:attrName>ppt_y</p:attrName>
                                        </p:attrNameLst>
                                      </p:cBhvr>
                                      <p:rCtr x="-3138" y="4954"/>
                                    </p:animMotion>
                                  </p:childTnLst>
                                </p:cTn>
                              </p:par>
                              <p:par>
                                <p:cTn id="345" presetID="64" presetClass="path" presetSubtype="0" accel="50000" decel="50000" fill="hold" grpId="11" nodeType="withEffect">
                                  <p:stCondLst>
                                    <p:cond delay="0"/>
                                  </p:stCondLst>
                                  <p:childTnLst>
                                    <p:animMotion origin="layout" path="M -0.09218 -0.13032 L -0.03086 -0.22963 " pathEditMode="relative" rAng="0" ptsTypes="AA">
                                      <p:cBhvr>
                                        <p:cTn id="346" dur="1500" fill="hold"/>
                                        <p:tgtEl>
                                          <p:spTgt spid="13"/>
                                        </p:tgtEl>
                                        <p:attrNameLst>
                                          <p:attrName>ppt_x</p:attrName>
                                          <p:attrName>ppt_y</p:attrName>
                                        </p:attrNameLst>
                                      </p:cBhvr>
                                      <p:rCtr x="2943" y="-5023"/>
                                    </p:animMotion>
                                  </p:childTnLst>
                                </p:cTn>
                              </p:par>
                            </p:childTnLst>
                          </p:cTn>
                        </p:par>
                        <p:par>
                          <p:cTn id="347" fill="hold">
                            <p:stCondLst>
                              <p:cond delay="5000"/>
                            </p:stCondLst>
                            <p:childTnLst>
                              <p:par>
                                <p:cTn id="348" presetID="3" presetClass="emph" presetSubtype="2" fill="hold" grpId="6" nodeType="afterEffect">
                                  <p:stCondLst>
                                    <p:cond delay="0"/>
                                  </p:stCondLst>
                                  <p:childTnLst>
                                    <p:animClr clrSpc="rgb" dir="cw">
                                      <p:cBhvr override="childStyle">
                                        <p:cTn id="349" dur="1000" fill="hold"/>
                                        <p:tgtEl>
                                          <p:spTgt spid="12"/>
                                        </p:tgtEl>
                                        <p:attrNameLst>
                                          <p:attrName>style.color</p:attrName>
                                        </p:attrNameLst>
                                      </p:cBhvr>
                                      <p:to>
                                        <a:srgbClr val="C00000"/>
                                      </p:to>
                                    </p:animClr>
                                  </p:childTnLst>
                                </p:cTn>
                              </p:par>
                            </p:childTnLst>
                          </p:cTn>
                        </p:par>
                        <p:par>
                          <p:cTn id="350" fill="hold">
                            <p:stCondLst>
                              <p:cond delay="6000"/>
                            </p:stCondLst>
                            <p:childTnLst>
                              <p:par>
                                <p:cTn id="351" presetID="35" presetClass="path" presetSubtype="0" accel="50000" decel="50000" fill="hold" grpId="6" nodeType="afterEffect">
                                  <p:stCondLst>
                                    <p:cond delay="0"/>
                                  </p:stCondLst>
                                  <p:childTnLst>
                                    <p:animMotion origin="layout" path="M -0.26055 0.00115 L -0.30547 0.00069 " pathEditMode="relative" rAng="0" ptsTypes="AA">
                                      <p:cBhvr>
                                        <p:cTn id="352" dur="1500" fill="hold"/>
                                        <p:tgtEl>
                                          <p:spTgt spid="16"/>
                                        </p:tgtEl>
                                        <p:attrNameLst>
                                          <p:attrName>ppt_x</p:attrName>
                                          <p:attrName>ppt_y</p:attrName>
                                        </p:attrNameLst>
                                      </p:cBhvr>
                                      <p:rCtr x="-2161" y="-116"/>
                                    </p:animMotion>
                                  </p:childTnLst>
                                </p:cTn>
                              </p:par>
                              <p:par>
                                <p:cTn id="353" presetID="1" presetClass="emph" presetSubtype="2" fill="hold" nodeType="withEffect">
                                  <p:stCondLst>
                                    <p:cond delay="0"/>
                                  </p:stCondLst>
                                  <p:childTnLst>
                                    <p:animClr clrSpc="rgb" dir="cw">
                                      <p:cBhvr>
                                        <p:cTn id="354" dur="1500" fill="hold"/>
                                        <p:tgtEl>
                                          <p:spTgt spid="90118"/>
                                        </p:tgtEl>
                                        <p:attrNameLst>
                                          <p:attrName>fillcolor</p:attrName>
                                        </p:attrNameLst>
                                      </p:cBhvr>
                                      <p:to>
                                        <a:srgbClr val="D9F2D0"/>
                                      </p:to>
                                    </p:animClr>
                                    <p:set>
                                      <p:cBhvr>
                                        <p:cTn id="355" dur="1500" fill="hold"/>
                                        <p:tgtEl>
                                          <p:spTgt spid="90118"/>
                                        </p:tgtEl>
                                        <p:attrNameLst>
                                          <p:attrName>fill.type</p:attrName>
                                        </p:attrNameLst>
                                      </p:cBhvr>
                                      <p:to>
                                        <p:strVal val="solid"/>
                                      </p:to>
                                    </p:set>
                                    <p:set>
                                      <p:cBhvr>
                                        <p:cTn id="356" dur="1500" fill="hold"/>
                                        <p:tgtEl>
                                          <p:spTgt spid="90118"/>
                                        </p:tgtEl>
                                        <p:attrNameLst>
                                          <p:attrName>fill.on</p:attrName>
                                        </p:attrNameLst>
                                      </p:cBhvr>
                                      <p:to>
                                        <p:strVal val="true"/>
                                      </p:to>
                                    </p:set>
                                  </p:childTnLst>
                                </p:cTn>
                              </p:par>
                            </p:childTnLst>
                          </p:cTn>
                        </p:par>
                      </p:childTnLst>
                    </p:cTn>
                  </p:par>
                  <p:par>
                    <p:cTn id="357" fill="hold">
                      <p:stCondLst>
                        <p:cond delay="indefinite"/>
                      </p:stCondLst>
                      <p:childTnLst>
                        <p:par>
                          <p:cTn id="358" fill="hold">
                            <p:stCondLst>
                              <p:cond delay="0"/>
                            </p:stCondLst>
                            <p:childTnLst>
                              <p:par>
                                <p:cTn id="359" presetID="32" presetClass="emph" presetSubtype="0" fill="hold" grpId="6" nodeType="clickEffect">
                                  <p:stCondLst>
                                    <p:cond delay="0"/>
                                  </p:stCondLst>
                                  <p:childTnLst>
                                    <p:animRot by="120000">
                                      <p:cBhvr>
                                        <p:cTn id="360" dur="100" fill="hold">
                                          <p:stCondLst>
                                            <p:cond delay="0"/>
                                          </p:stCondLst>
                                        </p:cTn>
                                        <p:tgtEl>
                                          <p:spTgt spid="30"/>
                                        </p:tgtEl>
                                        <p:attrNameLst>
                                          <p:attrName>r</p:attrName>
                                        </p:attrNameLst>
                                      </p:cBhvr>
                                    </p:animRot>
                                    <p:animRot by="-240000">
                                      <p:cBhvr>
                                        <p:cTn id="361" dur="200" fill="hold">
                                          <p:stCondLst>
                                            <p:cond delay="200"/>
                                          </p:stCondLst>
                                        </p:cTn>
                                        <p:tgtEl>
                                          <p:spTgt spid="30"/>
                                        </p:tgtEl>
                                        <p:attrNameLst>
                                          <p:attrName>r</p:attrName>
                                        </p:attrNameLst>
                                      </p:cBhvr>
                                    </p:animRot>
                                    <p:animRot by="240000">
                                      <p:cBhvr>
                                        <p:cTn id="362" dur="200" fill="hold">
                                          <p:stCondLst>
                                            <p:cond delay="400"/>
                                          </p:stCondLst>
                                        </p:cTn>
                                        <p:tgtEl>
                                          <p:spTgt spid="30"/>
                                        </p:tgtEl>
                                        <p:attrNameLst>
                                          <p:attrName>r</p:attrName>
                                        </p:attrNameLst>
                                      </p:cBhvr>
                                    </p:animRot>
                                    <p:animRot by="-240000">
                                      <p:cBhvr>
                                        <p:cTn id="363" dur="200" fill="hold">
                                          <p:stCondLst>
                                            <p:cond delay="600"/>
                                          </p:stCondLst>
                                        </p:cTn>
                                        <p:tgtEl>
                                          <p:spTgt spid="30"/>
                                        </p:tgtEl>
                                        <p:attrNameLst>
                                          <p:attrName>r</p:attrName>
                                        </p:attrNameLst>
                                      </p:cBhvr>
                                    </p:animRot>
                                    <p:animRot by="120000">
                                      <p:cBhvr>
                                        <p:cTn id="364" dur="200" fill="hold">
                                          <p:stCondLst>
                                            <p:cond delay="800"/>
                                          </p:stCondLst>
                                        </p:cTn>
                                        <p:tgtEl>
                                          <p:spTgt spid="30"/>
                                        </p:tgtEl>
                                        <p:attrNameLst>
                                          <p:attrName>r</p:attrName>
                                        </p:attrNameLst>
                                      </p:cBhvr>
                                    </p:animRot>
                                  </p:childTnLst>
                                </p:cTn>
                              </p:par>
                            </p:childTnLst>
                          </p:cTn>
                        </p:par>
                        <p:par>
                          <p:cTn id="365" fill="hold">
                            <p:stCondLst>
                              <p:cond delay="1000"/>
                            </p:stCondLst>
                            <p:childTnLst>
                              <p:par>
                                <p:cTn id="366" presetID="22" presetClass="entr" presetSubtype="8" fill="hold" nodeType="afterEffect">
                                  <p:stCondLst>
                                    <p:cond delay="0"/>
                                  </p:stCondLst>
                                  <p:childTnLst>
                                    <p:set>
                                      <p:cBhvr>
                                        <p:cTn id="367" dur="1" fill="hold">
                                          <p:stCondLst>
                                            <p:cond delay="0"/>
                                          </p:stCondLst>
                                        </p:cTn>
                                        <p:tgtEl>
                                          <p:spTgt spid="42"/>
                                        </p:tgtEl>
                                        <p:attrNameLst>
                                          <p:attrName>style.visibility</p:attrName>
                                        </p:attrNameLst>
                                      </p:cBhvr>
                                      <p:to>
                                        <p:strVal val="visible"/>
                                      </p:to>
                                    </p:set>
                                    <p:animEffect transition="in" filter="wipe(left)">
                                      <p:cBhvr>
                                        <p:cTn id="368" dur="500"/>
                                        <p:tgtEl>
                                          <p:spTgt spid="42"/>
                                        </p:tgtEl>
                                      </p:cBhvr>
                                    </p:animEffect>
                                  </p:childTnLst>
                                </p:cTn>
                              </p:par>
                            </p:childTnLst>
                          </p:cTn>
                        </p:par>
                      </p:childTnLst>
                    </p:cTn>
                  </p:par>
                  <p:par>
                    <p:cTn id="369" fill="hold">
                      <p:stCondLst>
                        <p:cond delay="indefinite"/>
                      </p:stCondLst>
                      <p:childTnLst>
                        <p:par>
                          <p:cTn id="370" fill="hold">
                            <p:stCondLst>
                              <p:cond delay="0"/>
                            </p:stCondLst>
                            <p:childTnLst>
                              <p:par>
                                <p:cTn id="371" presetID="32" presetClass="emph" presetSubtype="0" fill="hold" nodeType="clickEffect">
                                  <p:stCondLst>
                                    <p:cond delay="0"/>
                                  </p:stCondLst>
                                  <p:childTnLst>
                                    <p:animRot by="120000">
                                      <p:cBhvr>
                                        <p:cTn id="372" dur="100" fill="hold">
                                          <p:stCondLst>
                                            <p:cond delay="0"/>
                                          </p:stCondLst>
                                        </p:cTn>
                                        <p:tgtEl>
                                          <p:spTgt spid="42"/>
                                        </p:tgtEl>
                                        <p:attrNameLst>
                                          <p:attrName>r</p:attrName>
                                        </p:attrNameLst>
                                      </p:cBhvr>
                                    </p:animRot>
                                    <p:animRot by="-240000">
                                      <p:cBhvr>
                                        <p:cTn id="373" dur="200" fill="hold">
                                          <p:stCondLst>
                                            <p:cond delay="200"/>
                                          </p:stCondLst>
                                        </p:cTn>
                                        <p:tgtEl>
                                          <p:spTgt spid="42"/>
                                        </p:tgtEl>
                                        <p:attrNameLst>
                                          <p:attrName>r</p:attrName>
                                        </p:attrNameLst>
                                      </p:cBhvr>
                                    </p:animRot>
                                    <p:animRot by="240000">
                                      <p:cBhvr>
                                        <p:cTn id="374" dur="200" fill="hold">
                                          <p:stCondLst>
                                            <p:cond delay="400"/>
                                          </p:stCondLst>
                                        </p:cTn>
                                        <p:tgtEl>
                                          <p:spTgt spid="42"/>
                                        </p:tgtEl>
                                        <p:attrNameLst>
                                          <p:attrName>r</p:attrName>
                                        </p:attrNameLst>
                                      </p:cBhvr>
                                    </p:animRot>
                                    <p:animRot by="-240000">
                                      <p:cBhvr>
                                        <p:cTn id="375" dur="200" fill="hold">
                                          <p:stCondLst>
                                            <p:cond delay="600"/>
                                          </p:stCondLst>
                                        </p:cTn>
                                        <p:tgtEl>
                                          <p:spTgt spid="42"/>
                                        </p:tgtEl>
                                        <p:attrNameLst>
                                          <p:attrName>r</p:attrName>
                                        </p:attrNameLst>
                                      </p:cBhvr>
                                    </p:animRot>
                                    <p:animRot by="120000">
                                      <p:cBhvr>
                                        <p:cTn id="376" dur="200" fill="hold">
                                          <p:stCondLst>
                                            <p:cond delay="800"/>
                                          </p:stCondLst>
                                        </p:cTn>
                                        <p:tgtEl>
                                          <p:spTgt spid="42"/>
                                        </p:tgtEl>
                                        <p:attrNameLst>
                                          <p:attrName>r</p:attrName>
                                        </p:attrNameLst>
                                      </p:cBhvr>
                                    </p:animRot>
                                  </p:childTnLst>
                                </p:cTn>
                              </p:par>
                            </p:childTnLst>
                          </p:cTn>
                        </p:par>
                        <p:par>
                          <p:cTn id="377" fill="hold">
                            <p:stCondLst>
                              <p:cond delay="1000"/>
                            </p:stCondLst>
                            <p:childTnLst>
                              <p:par>
                                <p:cTn id="378" presetID="10" presetClass="exit" presetSubtype="0" fill="hold" grpId="7" nodeType="afterEffect">
                                  <p:stCondLst>
                                    <p:cond delay="0"/>
                                  </p:stCondLst>
                                  <p:childTnLst>
                                    <p:animEffect transition="out" filter="fade">
                                      <p:cBhvr>
                                        <p:cTn id="379" dur="500"/>
                                        <p:tgtEl>
                                          <p:spTgt spid="30"/>
                                        </p:tgtEl>
                                      </p:cBhvr>
                                    </p:animEffect>
                                    <p:set>
                                      <p:cBhvr>
                                        <p:cTn id="380" dur="1" fill="hold">
                                          <p:stCondLst>
                                            <p:cond delay="499"/>
                                          </p:stCondLst>
                                        </p:cTn>
                                        <p:tgtEl>
                                          <p:spTgt spid="30"/>
                                        </p:tgtEl>
                                        <p:attrNameLst>
                                          <p:attrName>style.visibility</p:attrName>
                                        </p:attrNameLst>
                                      </p:cBhvr>
                                      <p:to>
                                        <p:strVal val="hidden"/>
                                      </p:to>
                                    </p:set>
                                  </p:childTnLst>
                                </p:cTn>
                              </p:par>
                              <p:par>
                                <p:cTn id="381" presetID="10" presetClass="exit" presetSubtype="0" fill="hold" nodeType="withEffect">
                                  <p:stCondLst>
                                    <p:cond delay="0"/>
                                  </p:stCondLst>
                                  <p:childTnLst>
                                    <p:animEffect transition="out" filter="fade">
                                      <p:cBhvr>
                                        <p:cTn id="382" dur="500"/>
                                        <p:tgtEl>
                                          <p:spTgt spid="40"/>
                                        </p:tgtEl>
                                      </p:cBhvr>
                                    </p:animEffect>
                                    <p:set>
                                      <p:cBhvr>
                                        <p:cTn id="383" dur="1" fill="hold">
                                          <p:stCondLst>
                                            <p:cond delay="499"/>
                                          </p:stCondLst>
                                        </p:cTn>
                                        <p:tgtEl>
                                          <p:spTgt spid="40"/>
                                        </p:tgtEl>
                                        <p:attrNameLst>
                                          <p:attrName>style.visibility</p:attrName>
                                        </p:attrNameLst>
                                      </p:cBhvr>
                                      <p:to>
                                        <p:strVal val="hidden"/>
                                      </p:to>
                                    </p:set>
                                  </p:childTnLst>
                                </p:cTn>
                              </p:par>
                              <p:par>
                                <p:cTn id="384" presetID="10" presetClass="exit" presetSubtype="0" fill="hold" nodeType="withEffect">
                                  <p:stCondLst>
                                    <p:cond delay="0"/>
                                  </p:stCondLst>
                                  <p:childTnLst>
                                    <p:animEffect transition="out" filter="fade">
                                      <p:cBhvr>
                                        <p:cTn id="385" dur="500"/>
                                        <p:tgtEl>
                                          <p:spTgt spid="42"/>
                                        </p:tgtEl>
                                      </p:cBhvr>
                                    </p:animEffect>
                                    <p:set>
                                      <p:cBhvr>
                                        <p:cTn id="386" dur="1" fill="hold">
                                          <p:stCondLst>
                                            <p:cond delay="499"/>
                                          </p:stCondLst>
                                        </p:cTn>
                                        <p:tgtEl>
                                          <p:spTgt spid="42"/>
                                        </p:tgtEl>
                                        <p:attrNameLst>
                                          <p:attrName>style.visibility</p:attrName>
                                        </p:attrNameLst>
                                      </p:cBhvr>
                                      <p:to>
                                        <p:strVal val="hidden"/>
                                      </p:to>
                                    </p:set>
                                  </p:childTnLst>
                                </p:cTn>
                              </p:par>
                            </p:childTnLst>
                          </p:cTn>
                        </p:par>
                        <p:par>
                          <p:cTn id="387" fill="hold">
                            <p:stCondLst>
                              <p:cond delay="1500"/>
                            </p:stCondLst>
                            <p:childTnLst>
                              <p:par>
                                <p:cTn id="388" presetID="42" presetClass="entr" presetSubtype="0" fill="hold" nodeType="afterEffect">
                                  <p:stCondLst>
                                    <p:cond delay="0"/>
                                  </p:stCondLst>
                                  <p:childTnLst>
                                    <p:set>
                                      <p:cBhvr>
                                        <p:cTn id="389" dur="1" fill="hold">
                                          <p:stCondLst>
                                            <p:cond delay="0"/>
                                          </p:stCondLst>
                                        </p:cTn>
                                        <p:tgtEl>
                                          <p:spTgt spid="90114">
                                            <p:txEl>
                                              <p:pRg st="10" end="10"/>
                                            </p:txEl>
                                          </p:spTgt>
                                        </p:tgtEl>
                                        <p:attrNameLst>
                                          <p:attrName>style.visibility</p:attrName>
                                        </p:attrNameLst>
                                      </p:cBhvr>
                                      <p:to>
                                        <p:strVal val="visible"/>
                                      </p:to>
                                    </p:set>
                                    <p:animEffect transition="in" filter="fade">
                                      <p:cBhvr>
                                        <p:cTn id="390" dur="1000"/>
                                        <p:tgtEl>
                                          <p:spTgt spid="90114">
                                            <p:txEl>
                                              <p:pRg st="10" end="10"/>
                                            </p:txEl>
                                          </p:spTgt>
                                        </p:tgtEl>
                                      </p:cBhvr>
                                    </p:animEffect>
                                    <p:anim calcmode="lin" valueType="num">
                                      <p:cBhvr>
                                        <p:cTn id="391" dur="1000" fill="hold"/>
                                        <p:tgtEl>
                                          <p:spTgt spid="90114">
                                            <p:txEl>
                                              <p:pRg st="10" end="10"/>
                                            </p:txEl>
                                          </p:spTgt>
                                        </p:tgtEl>
                                        <p:attrNameLst>
                                          <p:attrName>ppt_x</p:attrName>
                                        </p:attrNameLst>
                                      </p:cBhvr>
                                      <p:tavLst>
                                        <p:tav tm="0">
                                          <p:val>
                                            <p:strVal val="#ppt_x"/>
                                          </p:val>
                                        </p:tav>
                                        <p:tav tm="100000">
                                          <p:val>
                                            <p:strVal val="#ppt_x"/>
                                          </p:val>
                                        </p:tav>
                                      </p:tavLst>
                                    </p:anim>
                                    <p:anim calcmode="lin" valueType="num">
                                      <p:cBhvr>
                                        <p:cTn id="392" dur="1000" fill="hold"/>
                                        <p:tgtEl>
                                          <p:spTgt spid="90114">
                                            <p:txEl>
                                              <p:pRg st="10" end="10"/>
                                            </p:txEl>
                                          </p:spTgt>
                                        </p:tgtEl>
                                        <p:attrNameLst>
                                          <p:attrName>ppt_y</p:attrName>
                                        </p:attrNameLst>
                                      </p:cBhvr>
                                      <p:tavLst>
                                        <p:tav tm="0">
                                          <p:val>
                                            <p:strVal val="#ppt_y+.1"/>
                                          </p:val>
                                        </p:tav>
                                        <p:tav tm="100000">
                                          <p:val>
                                            <p:strVal val="#ppt_y"/>
                                          </p:val>
                                        </p:tav>
                                      </p:tavLst>
                                    </p:anim>
                                  </p:childTnLst>
                                </p:cTn>
                              </p:par>
                            </p:childTnLst>
                          </p:cTn>
                        </p:par>
                        <p:par>
                          <p:cTn id="393" fill="hold">
                            <p:stCondLst>
                              <p:cond delay="2500"/>
                            </p:stCondLst>
                            <p:childTnLst>
                              <p:par>
                                <p:cTn id="394" presetID="22" presetClass="entr" presetSubtype="8" fill="hold" nodeType="afterEffect">
                                  <p:stCondLst>
                                    <p:cond delay="0"/>
                                  </p:stCondLst>
                                  <p:childTnLst>
                                    <p:set>
                                      <p:cBhvr>
                                        <p:cTn id="395" dur="1" fill="hold">
                                          <p:stCondLst>
                                            <p:cond delay="0"/>
                                          </p:stCondLst>
                                        </p:cTn>
                                        <p:tgtEl>
                                          <p:spTgt spid="43"/>
                                        </p:tgtEl>
                                        <p:attrNameLst>
                                          <p:attrName>style.visibility</p:attrName>
                                        </p:attrNameLst>
                                      </p:cBhvr>
                                      <p:to>
                                        <p:strVal val="visible"/>
                                      </p:to>
                                    </p:set>
                                    <p:animEffect transition="in" filter="wipe(left)">
                                      <p:cBhvr>
                                        <p:cTn id="396" dur="500"/>
                                        <p:tgtEl>
                                          <p:spTgt spid="43"/>
                                        </p:tgtEl>
                                      </p:cBhvr>
                                    </p:animEffect>
                                  </p:childTnLst>
                                </p:cTn>
                              </p:par>
                            </p:childTnLst>
                          </p:cTn>
                        </p:par>
                      </p:childTnLst>
                    </p:cTn>
                  </p:par>
                  <p:par>
                    <p:cTn id="397" fill="hold">
                      <p:stCondLst>
                        <p:cond delay="indefinite"/>
                      </p:stCondLst>
                      <p:childTnLst>
                        <p:par>
                          <p:cTn id="398" fill="hold">
                            <p:stCondLst>
                              <p:cond delay="0"/>
                            </p:stCondLst>
                            <p:childTnLst>
                              <p:par>
                                <p:cTn id="399" presetID="63" presetClass="path" presetSubtype="0" accel="50000" decel="50000" fill="hold" grpId="7" nodeType="clickEffect">
                                  <p:stCondLst>
                                    <p:cond delay="0"/>
                                  </p:stCondLst>
                                  <p:childTnLst>
                                    <p:animMotion origin="layout" path="M -0.30547 0.00069 L -3.33333E-6 -4.44444E-6 " pathEditMode="relative" rAng="0" ptsTypes="AA">
                                      <p:cBhvr>
                                        <p:cTn id="400" dur="2000" fill="hold"/>
                                        <p:tgtEl>
                                          <p:spTgt spid="16"/>
                                        </p:tgtEl>
                                        <p:attrNameLst>
                                          <p:attrName>ppt_x</p:attrName>
                                          <p:attrName>ppt_y</p:attrName>
                                        </p:attrNameLst>
                                      </p:cBhvr>
                                      <p:rCtr x="15273" y="-46"/>
                                    </p:animMotion>
                                  </p:childTnLst>
                                </p:cTn>
                              </p:par>
                              <p:par>
                                <p:cTn id="401" presetID="3" presetClass="emph" presetSubtype="2" fill="hold" grpId="10" nodeType="withEffect">
                                  <p:stCondLst>
                                    <p:cond delay="0"/>
                                  </p:stCondLst>
                                  <p:childTnLst>
                                    <p:animClr clrSpc="rgb" dir="cw">
                                      <p:cBhvr override="childStyle">
                                        <p:cTn id="402" dur="2000" fill="hold"/>
                                        <p:tgtEl>
                                          <p:spTgt spid="90141"/>
                                        </p:tgtEl>
                                        <p:attrNameLst>
                                          <p:attrName>style.color</p:attrName>
                                        </p:attrNameLst>
                                      </p:cBhvr>
                                      <p:to>
                                        <a:srgbClr val="C00000"/>
                                      </p:to>
                                    </p:animClr>
                                  </p:childTnLst>
                                </p:cTn>
                              </p:par>
                              <p:par>
                                <p:cTn id="403" presetID="3" presetClass="emph" presetSubtype="2" fill="hold" grpId="12" nodeType="withEffect">
                                  <p:stCondLst>
                                    <p:cond delay="0"/>
                                  </p:stCondLst>
                                  <p:childTnLst>
                                    <p:animClr clrSpc="rgb" dir="cw">
                                      <p:cBhvr override="childStyle">
                                        <p:cTn id="404" dur="2000" fill="hold"/>
                                        <p:tgtEl>
                                          <p:spTgt spid="13"/>
                                        </p:tgtEl>
                                        <p:attrNameLst>
                                          <p:attrName>style.color</p:attrName>
                                        </p:attrNameLst>
                                      </p:cBhvr>
                                      <p:to>
                                        <a:srgbClr val="C00000"/>
                                      </p:to>
                                    </p:animClr>
                                  </p:childTnLst>
                                </p:cTn>
                              </p:par>
                              <p:par>
                                <p:cTn id="405" presetID="1" presetClass="emph" presetSubtype="2" fill="hold" nodeType="withEffect">
                                  <p:stCondLst>
                                    <p:cond delay="0"/>
                                  </p:stCondLst>
                                  <p:childTnLst>
                                    <p:animClr clrSpc="rgb" dir="cw">
                                      <p:cBhvr>
                                        <p:cTn id="406" dur="2000" fill="hold"/>
                                        <p:tgtEl>
                                          <p:spTgt spid="90120"/>
                                        </p:tgtEl>
                                        <p:attrNameLst>
                                          <p:attrName>fillcolor</p:attrName>
                                        </p:attrNameLst>
                                      </p:cBhvr>
                                      <p:to>
                                        <a:srgbClr val="D9F2D0"/>
                                      </p:to>
                                    </p:animClr>
                                    <p:set>
                                      <p:cBhvr>
                                        <p:cTn id="407" dur="2000" fill="hold"/>
                                        <p:tgtEl>
                                          <p:spTgt spid="90120"/>
                                        </p:tgtEl>
                                        <p:attrNameLst>
                                          <p:attrName>fill.type</p:attrName>
                                        </p:attrNameLst>
                                      </p:cBhvr>
                                      <p:to>
                                        <p:strVal val="solid"/>
                                      </p:to>
                                    </p:set>
                                    <p:set>
                                      <p:cBhvr>
                                        <p:cTn id="408" dur="2000" fill="hold"/>
                                        <p:tgtEl>
                                          <p:spTgt spid="90120"/>
                                        </p:tgtEl>
                                        <p:attrNameLst>
                                          <p:attrName>fill.on</p:attrName>
                                        </p:attrNameLst>
                                      </p:cBhvr>
                                      <p:to>
                                        <p:strVal val="true"/>
                                      </p:to>
                                    </p:set>
                                  </p:childTnLst>
                                </p:cTn>
                              </p:par>
                            </p:childTnLst>
                          </p:cTn>
                        </p:par>
                        <p:par>
                          <p:cTn id="409" fill="hold">
                            <p:stCondLst>
                              <p:cond delay="2000"/>
                            </p:stCondLst>
                            <p:childTnLst>
                              <p:par>
                                <p:cTn id="410" presetID="10" presetClass="exit" presetSubtype="0" fill="hold" nodeType="afterEffect">
                                  <p:stCondLst>
                                    <p:cond delay="0"/>
                                  </p:stCondLst>
                                  <p:childTnLst>
                                    <p:animEffect transition="out" filter="fade">
                                      <p:cBhvr>
                                        <p:cTn id="411" dur="500"/>
                                        <p:tgtEl>
                                          <p:spTgt spid="43"/>
                                        </p:tgtEl>
                                      </p:cBhvr>
                                    </p:animEffect>
                                    <p:set>
                                      <p:cBhvr>
                                        <p:cTn id="412" dur="1" fill="hold">
                                          <p:stCondLst>
                                            <p:cond delay="499"/>
                                          </p:stCondLst>
                                        </p:cTn>
                                        <p:tgtEl>
                                          <p:spTgt spid="4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5" grpId="0"/>
      <p:bldP spid="26" grpId="0"/>
      <p:bldP spid="27" grpId="0"/>
      <p:bldP spid="90150" grpId="0"/>
      <p:bldP spid="90151" grpId="0"/>
      <p:bldP spid="90152" grpId="0"/>
      <p:bldP spid="6" grpId="1"/>
      <p:bldP spid="6" grpId="2"/>
      <p:bldP spid="6" grpId="3"/>
      <p:bldP spid="6" grpId="4"/>
      <p:bldP spid="8" grpId="1"/>
      <p:bldP spid="8" grpId="2"/>
      <p:bldP spid="8" grpId="3"/>
      <p:bldP spid="8" grpId="4"/>
      <p:bldP spid="9" grpId="1"/>
      <p:bldP spid="9" grpId="2"/>
      <p:bldP spid="9" grpId="3"/>
      <p:bldP spid="9" grpId="4"/>
      <p:bldP spid="9" grpId="5"/>
      <p:bldP spid="22" grpId="1"/>
      <p:bldP spid="22" grpId="2"/>
      <p:bldP spid="22" grpId="3"/>
      <p:bldP spid="23" grpId="1"/>
      <p:bldP spid="24" grpId="1"/>
      <p:bldP spid="24" grpId="2"/>
      <p:bldP spid="24" grpId="3"/>
      <p:bldP spid="24" grpId="4"/>
      <p:bldP spid="24" grpId="5"/>
      <p:bldP spid="90123" grpId="0"/>
      <p:bldP spid="90123" grpId="1"/>
      <p:bldP spid="90123" grpId="2"/>
      <p:bldP spid="90123" grpId="3"/>
      <p:bldP spid="90124" grpId="0"/>
      <p:bldP spid="90124" grpId="1"/>
      <p:bldP spid="90124" grpId="2"/>
      <p:bldP spid="90124" grpId="3"/>
      <p:bldP spid="90124" grpId="4"/>
      <p:bldP spid="90125" grpId="0"/>
      <p:bldP spid="90125" grpId="1"/>
      <p:bldP spid="90125" grpId="2"/>
      <p:bldP spid="90125" grpId="3"/>
      <p:bldP spid="90126" grpId="0"/>
      <p:bldP spid="90126" grpId="1"/>
      <p:bldP spid="90126" grpId="2"/>
      <p:bldP spid="90126" grpId="3"/>
      <p:bldP spid="90126" grpId="4"/>
      <p:bldP spid="90127" grpId="0"/>
      <p:bldP spid="90127" grpId="1"/>
      <p:bldP spid="90127" grpId="2"/>
      <p:bldP spid="90140" grpId="0"/>
      <p:bldP spid="90140" grpId="1"/>
      <p:bldP spid="90140" grpId="2"/>
      <p:bldP spid="90140" grpId="3"/>
      <p:bldP spid="90140" grpId="4"/>
      <p:bldP spid="90140" grpId="5"/>
      <p:bldP spid="90140" grpId="6"/>
      <p:bldP spid="90140" grpId="7"/>
      <p:bldP spid="90141" grpId="0"/>
      <p:bldP spid="90141" grpId="1"/>
      <p:bldP spid="90141" grpId="2"/>
      <p:bldP spid="90141" grpId="3"/>
      <p:bldP spid="90141" grpId="4"/>
      <p:bldP spid="90141" grpId="5"/>
      <p:bldP spid="90141" grpId="6"/>
      <p:bldP spid="90141" grpId="7"/>
      <p:bldP spid="90141" grpId="8"/>
      <p:bldP spid="90141" grpId="9"/>
      <p:bldP spid="90141" grpId="10"/>
      <p:bldP spid="90142" grpId="0"/>
      <p:bldP spid="90142" grpId="1"/>
      <p:bldP spid="90142" grpId="2"/>
      <p:bldP spid="90142" grpId="3"/>
      <p:bldP spid="90142" grpId="4"/>
      <p:bldP spid="90142" grpId="5"/>
      <p:bldP spid="12" grpId="1"/>
      <p:bldP spid="12" grpId="2"/>
      <p:bldP spid="12" grpId="3"/>
      <p:bldP spid="12" grpId="4"/>
      <p:bldP spid="12" grpId="5"/>
      <p:bldP spid="12" grpId="6"/>
      <p:bldP spid="13" grpId="1"/>
      <p:bldP spid="13" grpId="2"/>
      <p:bldP spid="13" grpId="3"/>
      <p:bldP spid="13" grpId="4"/>
      <p:bldP spid="13" grpId="5"/>
      <p:bldP spid="13" grpId="6"/>
      <p:bldP spid="13" grpId="7"/>
      <p:bldP spid="13" grpId="8"/>
      <p:bldP spid="13" grpId="10"/>
      <p:bldP spid="13" grpId="11"/>
      <p:bldP spid="13" grpId="12"/>
      <p:bldP spid="14" grpId="1"/>
      <p:bldP spid="14" grpId="2"/>
      <p:bldP spid="14" grpId="3"/>
      <p:bldP spid="14" grpId="4"/>
      <p:bldP spid="14" grpId="5"/>
      <p:bldP spid="14" grpId="6"/>
      <p:bldP spid="14" grpId="7"/>
      <p:bldP spid="14" grpId="8"/>
      <p:bldP spid="16" grpId="0"/>
      <p:bldP spid="16" grpId="1"/>
      <p:bldP spid="16" grpId="2"/>
      <p:bldP spid="16" grpId="3"/>
      <p:bldP spid="16" grpId="4"/>
      <p:bldP spid="16" grpId="5"/>
      <p:bldP spid="16" grpId="6"/>
      <p:bldP spid="16" grpId="7"/>
      <p:bldP spid="30" grpId="0" animBg="1"/>
      <p:bldP spid="30" grpId="1" animBg="1"/>
      <p:bldP spid="30" grpId="2" animBg="1"/>
      <p:bldP spid="30" grpId="3" animBg="1"/>
      <p:bldP spid="30" grpId="4" animBg="1"/>
      <p:bldP spid="30" grpId="5" animBg="1"/>
      <p:bldP spid="30" grpId="6" animBg="1"/>
      <p:bldP spid="30" grpId="7"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85592E8D-4B2D-4921-86AA-CCFB998713A9}"/>
              </a:ext>
            </a:extLst>
          </p:cNvPr>
          <p:cNvGrpSpPr/>
          <p:nvPr/>
        </p:nvGrpSpPr>
        <p:grpSpPr>
          <a:xfrm>
            <a:off x="7005226" y="1317285"/>
            <a:ext cx="4849474" cy="1909204"/>
            <a:chOff x="1905000" y="1143000"/>
            <a:chExt cx="8382000" cy="4343400"/>
          </a:xfrm>
        </p:grpSpPr>
        <p:sp>
          <p:nvSpPr>
            <p:cNvPr id="18434" name="Rectangle 2">
              <a:extLst>
                <a:ext uri="{FF2B5EF4-FFF2-40B4-BE49-F238E27FC236}">
                  <a16:creationId xmlns:a16="http://schemas.microsoft.com/office/drawing/2014/main" id="{EB4553BE-646C-41BA-9DF8-106E2387C6CE}"/>
                </a:ext>
              </a:extLst>
            </p:cNvPr>
            <p:cNvSpPr>
              <a:spLocks noChangeArrowheads="1"/>
            </p:cNvSpPr>
            <p:nvPr/>
          </p:nvSpPr>
          <p:spPr bwMode="auto">
            <a:xfrm>
              <a:off x="1905000" y="1143000"/>
              <a:ext cx="4191000" cy="990600"/>
            </a:xfrm>
            <a:prstGeom prst="rect">
              <a:avLst/>
            </a:prstGeom>
            <a:pattFill prst="wdUpDiag">
              <a:fgClr>
                <a:schemeClr val="bg1"/>
              </a:fgClr>
              <a:bgClr>
                <a:schemeClr val="tx2">
                  <a:lumMod val="10000"/>
                  <a:lumOff val="90000"/>
                </a:schemeClr>
              </a:bgClr>
            </a:pattFill>
            <a:ln w="25400">
              <a:solidFill>
                <a:srgbClr val="6666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r>
                <a:rPr kumimoji="1" lang="zh-CN" altLang="en-US" sz="2000" b="1" dirty="0">
                  <a:solidFill>
                    <a:srgbClr val="0070C0"/>
                  </a:solidFill>
                  <a:latin typeface="华文中宋" panose="02010600040101010101" pitchFamily="2" charset="-122"/>
                  <a:ea typeface="华文中宋" panose="02010600040101010101" pitchFamily="2" charset="-122"/>
                </a:rPr>
                <a:t>有序序列 </a:t>
              </a:r>
              <a:r>
                <a:rPr kumimoji="1" lang="en-US" altLang="zh-CN" sz="2000" b="1" dirty="0">
                  <a:solidFill>
                    <a:srgbClr val="0070C0"/>
                  </a:solidFill>
                  <a:latin typeface="Times New Roman" panose="02020603050405020304" pitchFamily="18" charset="0"/>
                  <a:ea typeface="楷体_GB2312" pitchFamily="49" charset="-122"/>
                </a:rPr>
                <a:t>R[</a:t>
              </a:r>
              <a:r>
                <a:rPr kumimoji="1" lang="en-US" altLang="zh-CN" sz="2000" b="1" dirty="0" err="1">
                  <a:solidFill>
                    <a:srgbClr val="0070C0"/>
                  </a:solidFill>
                  <a:latin typeface="Times New Roman" panose="02020603050405020304" pitchFamily="18" charset="0"/>
                  <a:ea typeface="楷体_GB2312" pitchFamily="49" charset="-122"/>
                </a:rPr>
                <a:t>i</a:t>
              </a:r>
              <a:r>
                <a:rPr kumimoji="1" lang="en-US" altLang="zh-CN" sz="2000" b="1" dirty="0">
                  <a:solidFill>
                    <a:srgbClr val="0070C0"/>
                  </a:solidFill>
                  <a:latin typeface="Times New Roman" panose="02020603050405020304" pitchFamily="18" charset="0"/>
                  <a:ea typeface="楷体_GB2312" pitchFamily="49" charset="-122"/>
                </a:rPr>
                <a:t>..m]</a:t>
              </a:r>
            </a:p>
          </p:txBody>
        </p:sp>
        <p:grpSp>
          <p:nvGrpSpPr>
            <p:cNvPr id="18446" name="Group 14">
              <a:extLst>
                <a:ext uri="{FF2B5EF4-FFF2-40B4-BE49-F238E27FC236}">
                  <a16:creationId xmlns:a16="http://schemas.microsoft.com/office/drawing/2014/main" id="{2B8818DE-6311-42A2-8CF9-CFB32C1E82FB}"/>
                </a:ext>
              </a:extLst>
            </p:cNvPr>
            <p:cNvGrpSpPr>
              <a:grpSpLocks/>
            </p:cNvGrpSpPr>
            <p:nvPr/>
          </p:nvGrpSpPr>
          <p:grpSpPr bwMode="auto">
            <a:xfrm>
              <a:off x="1905000" y="2133600"/>
              <a:ext cx="8382000" cy="2438400"/>
              <a:chOff x="240" y="1344"/>
              <a:chExt cx="5280" cy="1536"/>
            </a:xfrm>
          </p:grpSpPr>
          <p:sp>
            <p:nvSpPr>
              <p:cNvPr id="18436" name="Text Box 4">
                <a:extLst>
                  <a:ext uri="{FF2B5EF4-FFF2-40B4-BE49-F238E27FC236}">
                    <a16:creationId xmlns:a16="http://schemas.microsoft.com/office/drawing/2014/main" id="{4684AA0D-D920-4789-9200-858A1343AADC}"/>
                  </a:ext>
                </a:extLst>
              </p:cNvPr>
              <p:cNvSpPr txBox="1">
                <a:spLocks noChangeArrowheads="1"/>
              </p:cNvSpPr>
              <p:nvPr/>
            </p:nvSpPr>
            <p:spPr bwMode="auto">
              <a:xfrm>
                <a:off x="2419" y="1728"/>
                <a:ext cx="2844" cy="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lnSpc>
                    <a:spcPct val="115000"/>
                  </a:lnSpc>
                  <a:spcBef>
                    <a:spcPct val="0"/>
                  </a:spcBef>
                  <a:spcAft>
                    <a:spcPct val="0"/>
                  </a:spcAft>
                </a:pPr>
                <a:r>
                  <a:rPr kumimoji="1" lang="en-US" altLang="zh-CN" sz="2000" b="1" dirty="0">
                    <a:solidFill>
                      <a:srgbClr val="041ABC"/>
                    </a:solidFill>
                    <a:latin typeface="Times New Roman" panose="02020603050405020304" pitchFamily="18" charset="0"/>
                    <a:ea typeface="楷体_GB2312" pitchFamily="49" charset="-122"/>
                  </a:rPr>
                  <a:t>     </a:t>
                </a:r>
                <a:r>
                  <a:rPr kumimoji="1" lang="zh-CN" altLang="en-US" sz="2000" b="1" dirty="0">
                    <a:solidFill>
                      <a:srgbClr val="041ABC"/>
                    </a:solidFill>
                    <a:latin typeface="Times New Roman" panose="02020603050405020304" pitchFamily="18" charset="0"/>
                    <a:ea typeface="楷体_GB2312" pitchFamily="49" charset="-122"/>
                  </a:rPr>
                  <a:t>经复制归并得到</a:t>
                </a:r>
              </a:p>
            </p:txBody>
          </p:sp>
          <p:sp>
            <p:nvSpPr>
              <p:cNvPr id="18437" name="AutoShape 5">
                <a:extLst>
                  <a:ext uri="{FF2B5EF4-FFF2-40B4-BE49-F238E27FC236}">
                    <a16:creationId xmlns:a16="http://schemas.microsoft.com/office/drawing/2014/main" id="{B1C4EA3F-5281-46AF-A42B-6AED7BB345B2}"/>
                  </a:ext>
                </a:extLst>
              </p:cNvPr>
              <p:cNvSpPr>
                <a:spLocks noChangeArrowheads="1"/>
              </p:cNvSpPr>
              <p:nvPr/>
            </p:nvSpPr>
            <p:spPr bwMode="auto">
              <a:xfrm>
                <a:off x="1872" y="1488"/>
                <a:ext cx="674" cy="1248"/>
              </a:xfrm>
              <a:prstGeom prst="downArrow">
                <a:avLst>
                  <a:gd name="adj1" fmla="val 61361"/>
                  <a:gd name="adj2" fmla="val 78009"/>
                </a:avLst>
              </a:prstGeom>
              <a:solidFill>
                <a:srgbClr val="C0C0C0"/>
              </a:soli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fontAlgn="base">
                  <a:spcBef>
                    <a:spcPct val="0"/>
                  </a:spcBef>
                  <a:spcAft>
                    <a:spcPct val="0"/>
                  </a:spcAft>
                </a:pPr>
                <a:endParaRPr kumimoji="1" lang="zh-CN" altLang="en-US" sz="2000">
                  <a:solidFill>
                    <a:srgbClr val="000000"/>
                  </a:solidFill>
                  <a:latin typeface="Times New Roman" panose="02020603050405020304" pitchFamily="18" charset="0"/>
                  <a:ea typeface="华文行楷" panose="02010800040101010101" pitchFamily="2" charset="-122"/>
                </a:endParaRPr>
              </a:p>
            </p:txBody>
          </p:sp>
          <p:sp>
            <p:nvSpPr>
              <p:cNvPr id="18439" name="Line 7">
                <a:extLst>
                  <a:ext uri="{FF2B5EF4-FFF2-40B4-BE49-F238E27FC236}">
                    <a16:creationId xmlns:a16="http://schemas.microsoft.com/office/drawing/2014/main" id="{B32F1899-4C49-405E-9B54-665F42C3820B}"/>
                  </a:ext>
                </a:extLst>
              </p:cNvPr>
              <p:cNvSpPr>
                <a:spLocks noChangeShapeType="1"/>
              </p:cNvSpPr>
              <p:nvPr/>
            </p:nvSpPr>
            <p:spPr bwMode="auto">
              <a:xfrm>
                <a:off x="5520" y="1344"/>
                <a:ext cx="0" cy="1536"/>
              </a:xfrm>
              <a:prstGeom prst="line">
                <a:avLst/>
              </a:prstGeom>
              <a:noFill/>
              <a:ln w="38100">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zh-CN" altLang="en-US" sz="2000">
                  <a:solidFill>
                    <a:srgbClr val="000000"/>
                  </a:solidFill>
                  <a:latin typeface="Times New Roman" panose="02020603050405020304" pitchFamily="18" charset="0"/>
                  <a:ea typeface="华文行楷" panose="02010800040101010101" pitchFamily="2" charset="-122"/>
                </a:endParaRPr>
              </a:p>
            </p:txBody>
          </p:sp>
          <p:sp>
            <p:nvSpPr>
              <p:cNvPr id="18440" name="Line 8">
                <a:extLst>
                  <a:ext uri="{FF2B5EF4-FFF2-40B4-BE49-F238E27FC236}">
                    <a16:creationId xmlns:a16="http://schemas.microsoft.com/office/drawing/2014/main" id="{9E259698-6BF2-4365-9785-94335463318E}"/>
                  </a:ext>
                </a:extLst>
              </p:cNvPr>
              <p:cNvSpPr>
                <a:spLocks noChangeShapeType="1"/>
              </p:cNvSpPr>
              <p:nvPr/>
            </p:nvSpPr>
            <p:spPr bwMode="auto">
              <a:xfrm>
                <a:off x="240" y="1344"/>
                <a:ext cx="0" cy="1536"/>
              </a:xfrm>
              <a:prstGeom prst="line">
                <a:avLst/>
              </a:prstGeom>
              <a:noFill/>
              <a:ln w="38100">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zh-CN" altLang="en-US" sz="2000">
                  <a:solidFill>
                    <a:srgbClr val="000000"/>
                  </a:solidFill>
                  <a:latin typeface="Times New Roman" panose="02020603050405020304" pitchFamily="18" charset="0"/>
                  <a:ea typeface="华文行楷" panose="02010800040101010101" pitchFamily="2" charset="-122"/>
                </a:endParaRPr>
              </a:p>
            </p:txBody>
          </p:sp>
        </p:grpSp>
        <p:sp>
          <p:nvSpPr>
            <p:cNvPr id="18444" name="Rectangle 12">
              <a:extLst>
                <a:ext uri="{FF2B5EF4-FFF2-40B4-BE49-F238E27FC236}">
                  <a16:creationId xmlns:a16="http://schemas.microsoft.com/office/drawing/2014/main" id="{BD70C71E-3BAE-4446-9872-45A67C6C7B1A}"/>
                </a:ext>
              </a:extLst>
            </p:cNvPr>
            <p:cNvSpPr>
              <a:spLocks noChangeArrowheads="1"/>
            </p:cNvSpPr>
            <p:nvPr/>
          </p:nvSpPr>
          <p:spPr bwMode="auto">
            <a:xfrm>
              <a:off x="6096000" y="1143000"/>
              <a:ext cx="4191000" cy="990600"/>
            </a:xfrm>
            <a:prstGeom prst="rect">
              <a:avLst/>
            </a:prstGeom>
            <a:pattFill prst="wdUpDiag">
              <a:fgClr>
                <a:schemeClr val="bg1"/>
              </a:fgClr>
              <a:bgClr>
                <a:schemeClr val="tx2">
                  <a:lumMod val="10000"/>
                  <a:lumOff val="90000"/>
                </a:schemeClr>
              </a:bgClr>
            </a:pattFill>
            <a:ln w="25400">
              <a:solidFill>
                <a:srgbClr val="6666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r>
                <a:rPr kumimoji="1" lang="zh-CN" altLang="en-US" sz="2000" b="1" dirty="0">
                  <a:solidFill>
                    <a:srgbClr val="0070C0"/>
                  </a:solidFill>
                  <a:latin typeface="华文中宋" panose="02010600040101010101" pitchFamily="2" charset="-122"/>
                  <a:ea typeface="华文中宋" panose="02010600040101010101" pitchFamily="2" charset="-122"/>
                </a:rPr>
                <a:t>有序序列 </a:t>
              </a:r>
              <a:r>
                <a:rPr kumimoji="1" lang="en-US" altLang="zh-CN" sz="2000" b="1" dirty="0">
                  <a:solidFill>
                    <a:srgbClr val="0070C0"/>
                  </a:solidFill>
                  <a:latin typeface="Times New Roman" panose="02020603050405020304" pitchFamily="18" charset="0"/>
                  <a:ea typeface="楷体_GB2312" pitchFamily="49" charset="-122"/>
                </a:rPr>
                <a:t>R[m+1..n]</a:t>
              </a:r>
            </a:p>
          </p:txBody>
        </p:sp>
        <p:sp>
          <p:nvSpPr>
            <p:cNvPr id="18445" name="Rectangle 13">
              <a:extLst>
                <a:ext uri="{FF2B5EF4-FFF2-40B4-BE49-F238E27FC236}">
                  <a16:creationId xmlns:a16="http://schemas.microsoft.com/office/drawing/2014/main" id="{73168EA4-F42D-454F-85A9-D6912D4DF2C6}"/>
                </a:ext>
              </a:extLst>
            </p:cNvPr>
            <p:cNvSpPr>
              <a:spLocks noChangeArrowheads="1"/>
            </p:cNvSpPr>
            <p:nvPr/>
          </p:nvSpPr>
          <p:spPr bwMode="auto">
            <a:xfrm>
              <a:off x="1905000" y="4572000"/>
              <a:ext cx="8382000" cy="914400"/>
            </a:xfrm>
            <a:prstGeom prst="rect">
              <a:avLst/>
            </a:prstGeom>
            <a:pattFill prst="wdUpDiag">
              <a:fgClr>
                <a:schemeClr val="bg1"/>
              </a:fgClr>
              <a:bgClr>
                <a:schemeClr val="accent6">
                  <a:lumMod val="20000"/>
                  <a:lumOff val="80000"/>
                </a:schemeClr>
              </a:bgClr>
            </a:pattFill>
            <a:ln w="25400">
              <a:solidFill>
                <a:srgbClr val="6666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r>
                <a:rPr kumimoji="1" lang="zh-CN" altLang="en-US" sz="2000" b="1" dirty="0">
                  <a:solidFill>
                    <a:schemeClr val="accent6">
                      <a:lumMod val="50000"/>
                    </a:schemeClr>
                  </a:solidFill>
                  <a:latin typeface="华文中宋" panose="02010600040101010101" pitchFamily="2" charset="-122"/>
                  <a:ea typeface="华文中宋" panose="02010600040101010101" pitchFamily="2" charset="-122"/>
                </a:rPr>
                <a:t>有序序列 </a:t>
              </a:r>
              <a:r>
                <a:rPr kumimoji="1" lang="en-US" altLang="zh-CN" sz="2000" b="1" dirty="0">
                  <a:solidFill>
                    <a:schemeClr val="accent6">
                      <a:lumMod val="50000"/>
                    </a:schemeClr>
                  </a:solidFill>
                  <a:latin typeface="Times New Roman" panose="02020603050405020304" pitchFamily="18" charset="0"/>
                  <a:ea typeface="楷体_GB2312" pitchFamily="49" charset="-122"/>
                </a:rPr>
                <a:t>R[</a:t>
              </a:r>
              <a:r>
                <a:rPr kumimoji="1" lang="en-US" altLang="zh-CN" sz="2000" b="1" dirty="0" err="1">
                  <a:solidFill>
                    <a:schemeClr val="accent6">
                      <a:lumMod val="50000"/>
                    </a:schemeClr>
                  </a:solidFill>
                  <a:latin typeface="Times New Roman" panose="02020603050405020304" pitchFamily="18" charset="0"/>
                  <a:ea typeface="楷体_GB2312" pitchFamily="49" charset="-122"/>
                </a:rPr>
                <a:t>i</a:t>
              </a:r>
              <a:r>
                <a:rPr kumimoji="1" lang="en-US" altLang="zh-CN" sz="2000" b="1" dirty="0">
                  <a:solidFill>
                    <a:schemeClr val="accent6">
                      <a:lumMod val="50000"/>
                    </a:schemeClr>
                  </a:solidFill>
                  <a:latin typeface="Times New Roman" panose="02020603050405020304" pitchFamily="18" charset="0"/>
                  <a:ea typeface="楷体_GB2312" pitchFamily="49" charset="-122"/>
                </a:rPr>
                <a:t>..m]</a:t>
              </a:r>
            </a:p>
          </p:txBody>
        </p:sp>
      </p:grpSp>
      <p:sp>
        <p:nvSpPr>
          <p:cNvPr id="12" name="文本框 11">
            <a:extLst>
              <a:ext uri="{FF2B5EF4-FFF2-40B4-BE49-F238E27FC236}">
                <a16:creationId xmlns:a16="http://schemas.microsoft.com/office/drawing/2014/main" id="{A0DEF845-D486-4875-B706-F45D67F87580}"/>
              </a:ext>
            </a:extLst>
          </p:cNvPr>
          <p:cNvSpPr txBox="1"/>
          <p:nvPr/>
        </p:nvSpPr>
        <p:spPr>
          <a:xfrm>
            <a:off x="316462" y="3298860"/>
            <a:ext cx="6283912" cy="3293209"/>
          </a:xfrm>
          <a:prstGeom prst="rect">
            <a:avLst/>
          </a:prstGeom>
          <a:solidFill>
            <a:srgbClr val="FEF0D2"/>
          </a:solidFill>
          <a:ln w="12700">
            <a:solidFill>
              <a:schemeClr val="bg2">
                <a:lumMod val="50000"/>
              </a:schemeClr>
            </a:solidFill>
          </a:ln>
        </p:spPr>
        <p:txBody>
          <a:bodyPr wrap="square">
            <a:spAutoFit/>
          </a:bodyPr>
          <a:lstStyle/>
          <a:p>
            <a:r>
              <a:rPr lang="en-US" altLang="zh-CN" sz="1600" b="1" dirty="0" err="1">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RcdType</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altLang="zh-CN" sz="1600" b="1" dirty="0" err="1">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auxR</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void</a:t>
            </a:r>
            <a:r>
              <a:rPr lang="zh-CN" altLang="en-US" sz="1600" b="1" dirty="0">
                <a:latin typeface="Courier New" panose="02070309020205020404" pitchFamily="49" charset="0"/>
                <a:cs typeface="Courier New" panose="02070309020205020404" pitchFamily="49" charset="0"/>
              </a:rPr>
              <a:t> Merge(RcdType R[],</a:t>
            </a:r>
            <a:r>
              <a:rPr lang="en-US" altLang="zh-CN"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zh-CN" altLang="en-US" sz="1600" b="1" dirty="0">
                <a:latin typeface="Courier New" panose="02070309020205020404" pitchFamily="49" charset="0"/>
                <a:cs typeface="Courier New" panose="02070309020205020404" pitchFamily="49" charset="0"/>
              </a:rPr>
              <a:t> i,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zh-CN" altLang="en-US" sz="1600" b="1" dirty="0">
                <a:latin typeface="Courier New" panose="02070309020205020404" pitchFamily="49" charset="0"/>
                <a:cs typeface="Courier New" panose="02070309020205020404" pitchFamily="49" charset="0"/>
              </a:rPr>
              <a:t> m,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zh-CN" altLang="en-US" sz="1600" b="1" dirty="0">
                <a:latin typeface="Courier New" panose="02070309020205020404" pitchFamily="49" charset="0"/>
                <a:cs typeface="Courier New" panose="02070309020205020404" pitchFamily="49" charset="0"/>
              </a:rPr>
              <a:t> n)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r>
              <a:rPr lang="zh-CN" altLang="en-US" sz="1600" b="1" dirty="0">
                <a:latin typeface="Courier New" panose="02070309020205020404" pitchFamily="49" charset="0"/>
                <a:cs typeface="Courier New" panose="02070309020205020404" pitchFamily="49" charset="0"/>
              </a:rPr>
              <a:t>  </a:t>
            </a:r>
            <a:r>
              <a:rPr lang="zh-CN" altLang="en-US" sz="1600" b="1" dirty="0">
                <a:solidFill>
                  <a:srgbClr val="2045E0"/>
                </a:solidFill>
                <a:latin typeface="Courier New" panose="02070309020205020404" pitchFamily="49" charset="0"/>
                <a:ea typeface="仿宋" panose="02010609060101010101" pitchFamily="49" charset="-122"/>
                <a:cs typeface="Courier New" panose="02070309020205020404" pitchFamily="49" charset="0"/>
              </a:rPr>
              <a:t>// 将有序的R[i..m]和R[m+1..n]归并为有序的R[i..n]</a:t>
            </a:r>
            <a:endParaRPr lang="en-US" altLang="zh-CN" sz="1600" b="1" dirty="0">
              <a:solidFill>
                <a:srgbClr val="2045E0"/>
              </a:solidFill>
              <a:latin typeface="Courier New" panose="02070309020205020404" pitchFamily="49" charset="0"/>
              <a:ea typeface="仿宋" panose="02010609060101010101" pitchFamily="49" charset="-122"/>
              <a:cs typeface="Courier New" panose="02070309020205020404" pitchFamily="49" charset="0"/>
            </a:endParaRPr>
          </a:p>
          <a:p>
            <a:r>
              <a:rPr lang="en-US" altLang="zh-CN" sz="1600" b="1" dirty="0">
                <a:solidFill>
                  <a:srgbClr val="2045E0"/>
                </a:solidFill>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int</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err="1">
                <a:latin typeface="Courier New" panose="02070309020205020404" pitchFamily="49" charset="0"/>
                <a:ea typeface="仿宋" panose="02010609060101010101" pitchFamily="49" charset="-122"/>
                <a:cs typeface="Courier New" panose="02070309020205020404" pitchFamily="49" charset="0"/>
              </a:rPr>
              <a:t>i</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j;</a:t>
            </a:r>
            <a:endParaRPr lang="zh-CN" altLang="en-US" sz="1600" b="1" dirty="0">
              <a:latin typeface="Courier New" panose="02070309020205020404" pitchFamily="49" charset="0"/>
              <a:ea typeface="仿宋" panose="02010609060101010101" pitchFamily="49" charset="-122"/>
              <a:cs typeface="Courier New" panose="02070309020205020404" pitchFamily="49" charset="0"/>
            </a:endParaRPr>
          </a:p>
          <a:p>
            <a:r>
              <a:rPr lang="zh-CN" altLang="en-US"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for</a:t>
            </a:r>
            <a:r>
              <a:rPr lang="en-US" altLang="zh-CN" sz="1600" b="1" dirty="0">
                <a:latin typeface="Courier New" panose="02070309020205020404" pitchFamily="49" charset="0"/>
                <a:cs typeface="Courier New" panose="02070309020205020404" pitchFamily="49" charset="0"/>
              </a:rPr>
              <a:t>(j=</a:t>
            </a:r>
            <a:r>
              <a:rPr lang="en-US" altLang="zh-CN" sz="1600" b="1" dirty="0" err="1">
                <a:latin typeface="Courier New" panose="02070309020205020404" pitchFamily="49" charset="0"/>
                <a:cs typeface="Courier New" panose="02070309020205020404" pitchFamily="49" charset="0"/>
              </a:rPr>
              <a:t>i</a:t>
            </a:r>
            <a:r>
              <a:rPr lang="en-US" altLang="zh-CN" sz="1600" b="1" dirty="0">
                <a:latin typeface="Courier New" panose="02070309020205020404" pitchFamily="49" charset="0"/>
                <a:cs typeface="Courier New" panose="02070309020205020404" pitchFamily="49" charset="0"/>
              </a:rPr>
              <a:t>; j&lt;=n; ++j) </a:t>
            </a:r>
            <a:r>
              <a:rPr lang="en-US" altLang="zh-CN" sz="1600" b="1" dirty="0" err="1">
                <a:latin typeface="Courier New" panose="02070309020205020404" pitchFamily="49" charset="0"/>
                <a:cs typeface="Courier New" panose="02070309020205020404" pitchFamily="49" charset="0"/>
              </a:rPr>
              <a:t>auxR</a:t>
            </a:r>
            <a:r>
              <a:rPr lang="en-US" altLang="zh-CN" sz="1600" b="1" dirty="0">
                <a:latin typeface="Courier New" panose="02070309020205020404" pitchFamily="49" charset="0"/>
                <a:cs typeface="Courier New" panose="02070309020205020404" pitchFamily="49" charset="0"/>
              </a:rPr>
              <a:t>[j]=R[j]; </a:t>
            </a:r>
            <a:r>
              <a:rPr lang="en-US" altLang="zh-CN" sz="1600" b="1" dirty="0">
                <a:solidFill>
                  <a:srgbClr val="2045E0"/>
                </a:solidFill>
                <a:latin typeface="Courier New" panose="02070309020205020404" pitchFamily="49" charset="0"/>
                <a:ea typeface="仿宋" panose="02010609060101010101" pitchFamily="49" charset="-122"/>
                <a:cs typeface="Courier New" panose="02070309020205020404" pitchFamily="49" charset="0"/>
              </a:rPr>
              <a:t>//</a:t>
            </a:r>
            <a:r>
              <a:rPr lang="zh-CN" altLang="en-US" sz="1600" b="1" dirty="0">
                <a:solidFill>
                  <a:srgbClr val="2045E0"/>
                </a:solidFill>
                <a:latin typeface="Courier New" panose="02070309020205020404" pitchFamily="49" charset="0"/>
                <a:ea typeface="仿宋" panose="02010609060101010101" pitchFamily="49" charset="-122"/>
                <a:cs typeface="Courier New" panose="02070309020205020404" pitchFamily="49" charset="0"/>
              </a:rPr>
              <a:t>复制到辅助数组</a:t>
            </a:r>
            <a:endParaRPr lang="en-US" altLang="zh-CN" sz="1600" b="1" dirty="0">
              <a:solidFill>
                <a:srgbClr val="2045E0"/>
              </a:solidFill>
              <a:latin typeface="Courier New" panose="02070309020205020404" pitchFamily="49" charset="0"/>
              <a:ea typeface="仿宋" panose="02010609060101010101" pitchFamily="49" charset="-122"/>
              <a:cs typeface="Courier New" panose="02070309020205020404" pitchFamily="49" charset="0"/>
            </a:endParaRPr>
          </a:p>
          <a:p>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for</a:t>
            </a:r>
            <a:r>
              <a:rPr lang="zh-CN" altLang="en-US" sz="1600" b="1" dirty="0">
                <a:latin typeface="Courier New" panose="02070309020205020404" pitchFamily="49" charset="0"/>
                <a:cs typeface="Courier New" panose="02070309020205020404" pitchFamily="49" charset="0"/>
              </a:rPr>
              <a:t>(j=m+1,k=i; i&lt;=m &amp;&amp; j&lt;=n; ++k) </a:t>
            </a:r>
            <a:r>
              <a:rPr lang="zh-CN" altLang="en-US" sz="1600" b="1" dirty="0">
                <a:solidFill>
                  <a:srgbClr val="2045E0"/>
                </a:solidFill>
                <a:latin typeface="Courier New" panose="02070309020205020404" pitchFamily="49" charset="0"/>
                <a:ea typeface="仿宋" panose="02010609060101010101" pitchFamily="49" charset="-122"/>
                <a:cs typeface="Courier New" panose="02070309020205020404" pitchFamily="49" charset="0"/>
              </a:rPr>
              <a:t>//复制</a:t>
            </a:r>
            <a:r>
              <a:rPr lang="en-US" altLang="zh-CN" sz="1600" b="1" dirty="0">
                <a:solidFill>
                  <a:srgbClr val="2045E0"/>
                </a:solidFill>
                <a:latin typeface="Courier New" panose="02070309020205020404" pitchFamily="49" charset="0"/>
                <a:ea typeface="仿宋" panose="02010609060101010101" pitchFamily="49" charset="-122"/>
                <a:cs typeface="Courier New" panose="02070309020205020404" pitchFamily="49" charset="0"/>
              </a:rPr>
              <a:t>aux</a:t>
            </a:r>
            <a:r>
              <a:rPr lang="zh-CN" altLang="en-US" sz="1600" b="1" dirty="0">
                <a:solidFill>
                  <a:srgbClr val="2045E0"/>
                </a:solidFill>
                <a:latin typeface="Courier New" panose="02070309020205020404" pitchFamily="49" charset="0"/>
                <a:ea typeface="仿宋" panose="02010609060101010101" pitchFamily="49" charset="-122"/>
                <a:cs typeface="Courier New" panose="02070309020205020404" pitchFamily="49" charset="0"/>
              </a:rPr>
              <a:t>R到R</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600" b="1" dirty="0">
                <a:latin typeface="Courier New" panose="02070309020205020404" pitchFamily="49" charset="0"/>
                <a:cs typeface="Courier New" panose="02070309020205020404" pitchFamily="49" charset="0"/>
              </a:rPr>
              <a:t>(</a:t>
            </a:r>
            <a:r>
              <a:rPr lang="en-US" altLang="zh-CN" sz="1600" b="1" dirty="0">
                <a:latin typeface="Courier New" panose="02070309020205020404" pitchFamily="49" charset="0"/>
                <a:cs typeface="Courier New" panose="02070309020205020404" pitchFamily="49" charset="0"/>
              </a:rPr>
              <a:t>aux</a:t>
            </a:r>
            <a:r>
              <a:rPr lang="zh-CN" altLang="en-US" sz="1600" b="1" dirty="0">
                <a:latin typeface="Courier New" panose="02070309020205020404" pitchFamily="49" charset="0"/>
                <a:cs typeface="Courier New" panose="02070309020205020404" pitchFamily="49" charset="0"/>
              </a:rPr>
              <a:t>R[i].key&lt;=</a:t>
            </a:r>
            <a:r>
              <a:rPr lang="en-US" altLang="zh-CN" sz="1600" b="1" dirty="0">
                <a:latin typeface="Courier New" panose="02070309020205020404" pitchFamily="49" charset="0"/>
                <a:cs typeface="Courier New" panose="02070309020205020404" pitchFamily="49" charset="0"/>
              </a:rPr>
              <a:t>aux</a:t>
            </a:r>
            <a:r>
              <a:rPr lang="zh-CN" altLang="en-US" sz="1600" b="1" dirty="0">
                <a:latin typeface="Courier New" panose="02070309020205020404" pitchFamily="49" charset="0"/>
                <a:cs typeface="Courier New" panose="02070309020205020404" pitchFamily="49" charset="0"/>
              </a:rPr>
              <a:t>R[j].key) R[k]=</a:t>
            </a:r>
            <a:r>
              <a:rPr lang="en-US" altLang="zh-CN" sz="1600" b="1" dirty="0">
                <a:latin typeface="Courier New" panose="02070309020205020404" pitchFamily="49" charset="0"/>
                <a:cs typeface="Courier New" panose="02070309020205020404" pitchFamily="49" charset="0"/>
              </a:rPr>
              <a:t>aux</a:t>
            </a:r>
            <a:r>
              <a:rPr lang="zh-CN" altLang="en-US" sz="1600" b="1" dirty="0">
                <a:latin typeface="Courier New" panose="02070309020205020404" pitchFamily="49" charset="0"/>
                <a:cs typeface="Courier New" panose="02070309020205020404" pitchFamily="49" charset="0"/>
              </a:rPr>
              <a:t>R[i++];</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else</a:t>
            </a:r>
            <a:r>
              <a:rPr lang="zh-CN" altLang="en-US" sz="1600" b="1" dirty="0">
                <a:latin typeface="Courier New" panose="02070309020205020404" pitchFamily="49" charset="0"/>
                <a:cs typeface="Courier New" panose="02070309020205020404" pitchFamily="49" charset="0"/>
              </a:rPr>
              <a:t> R[k]=</a:t>
            </a:r>
            <a:r>
              <a:rPr lang="en-US" altLang="zh-CN" sz="1600" b="1" dirty="0">
                <a:latin typeface="Courier New" panose="02070309020205020404" pitchFamily="49" charset="0"/>
                <a:cs typeface="Courier New" panose="02070309020205020404" pitchFamily="49" charset="0"/>
              </a:rPr>
              <a:t>aux</a:t>
            </a:r>
            <a:r>
              <a:rPr lang="zh-CN" altLang="en-US" sz="1600" b="1" dirty="0">
                <a:latin typeface="Courier New" panose="02070309020205020404" pitchFamily="49" charset="0"/>
                <a:cs typeface="Courier New" panose="02070309020205020404" pitchFamily="49" charset="0"/>
              </a:rPr>
              <a:t>R[j++];</a:t>
            </a:r>
          </a:p>
          <a:p>
            <a:r>
              <a:rPr lang="zh-CN" altLang="en-US" sz="1600" b="1" dirty="0">
                <a:latin typeface="Courier New" panose="02070309020205020404" pitchFamily="49" charset="0"/>
                <a:cs typeface="Courier New" panose="02070309020205020404" pitchFamily="49" charset="0"/>
              </a:rPr>
              <a:t>  </a:t>
            </a:r>
            <a:r>
              <a:rPr lang="zh-CN" altLang="en-US" sz="1600" b="1" dirty="0">
                <a:solidFill>
                  <a:srgbClr val="2045E0"/>
                </a:solidFill>
                <a:latin typeface="Courier New" panose="02070309020205020404" pitchFamily="49" charset="0"/>
                <a:ea typeface="仿宋" panose="02010609060101010101" pitchFamily="49" charset="-122"/>
                <a:cs typeface="Courier New" panose="02070309020205020404" pitchFamily="49" charset="0"/>
              </a:rPr>
              <a:t>// 将剩余</a:t>
            </a:r>
            <a:r>
              <a:rPr lang="en-US" altLang="zh-CN" sz="1600" b="1" dirty="0">
                <a:solidFill>
                  <a:srgbClr val="2045E0"/>
                </a:solidFill>
                <a:latin typeface="Courier New" panose="02070309020205020404" pitchFamily="49" charset="0"/>
                <a:ea typeface="仿宋" panose="02010609060101010101" pitchFamily="49" charset="-122"/>
                <a:cs typeface="Courier New" panose="02070309020205020404" pitchFamily="49" charset="0"/>
              </a:rPr>
              <a:t>aux</a:t>
            </a:r>
            <a:r>
              <a:rPr lang="zh-CN" altLang="en-US" sz="1600" b="1" dirty="0">
                <a:solidFill>
                  <a:srgbClr val="2045E0"/>
                </a:solidFill>
                <a:latin typeface="Courier New" panose="02070309020205020404" pitchFamily="49" charset="0"/>
                <a:ea typeface="仿宋" panose="02010609060101010101" pitchFamily="49" charset="-122"/>
                <a:cs typeface="Courier New" panose="02070309020205020404" pitchFamily="49" charset="0"/>
              </a:rPr>
              <a:t>R[i..m]复制到R</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while</a:t>
            </a:r>
            <a:r>
              <a:rPr lang="zh-CN" altLang="en-US" sz="1600" b="1" dirty="0">
                <a:latin typeface="Courier New" panose="02070309020205020404" pitchFamily="49" charset="0"/>
                <a:cs typeface="Courier New" panose="02070309020205020404" pitchFamily="49" charset="0"/>
              </a:rPr>
              <a:t>(k&lt;=n &amp;&amp; i&lt;=m) R[k++]=</a:t>
            </a:r>
            <a:r>
              <a:rPr lang="en-US" altLang="zh-CN" sz="1600" b="1" dirty="0">
                <a:latin typeface="Courier New" panose="02070309020205020404" pitchFamily="49" charset="0"/>
                <a:cs typeface="Courier New" panose="02070309020205020404" pitchFamily="49" charset="0"/>
              </a:rPr>
              <a:t>aux</a:t>
            </a:r>
            <a:r>
              <a:rPr lang="zh-CN" altLang="en-US" sz="1600" b="1" dirty="0">
                <a:latin typeface="Courier New" panose="02070309020205020404" pitchFamily="49" charset="0"/>
                <a:cs typeface="Courier New" panose="02070309020205020404" pitchFamily="49" charset="0"/>
              </a:rPr>
              <a:t>R[i++];</a:t>
            </a:r>
          </a:p>
          <a:p>
            <a:r>
              <a:rPr lang="zh-CN" altLang="en-US" sz="1600" b="1" dirty="0">
                <a:latin typeface="Courier New" panose="02070309020205020404" pitchFamily="49" charset="0"/>
                <a:cs typeface="Courier New" panose="02070309020205020404" pitchFamily="49" charset="0"/>
              </a:rPr>
              <a:t>  </a:t>
            </a:r>
            <a:r>
              <a:rPr lang="zh-CN" altLang="en-US" sz="1600" b="1" dirty="0">
                <a:solidFill>
                  <a:srgbClr val="2045E0"/>
                </a:solidFill>
                <a:latin typeface="Courier New" panose="02070309020205020404" pitchFamily="49" charset="0"/>
                <a:ea typeface="仿宋" panose="02010609060101010101" pitchFamily="49" charset="-122"/>
                <a:cs typeface="Courier New" panose="02070309020205020404" pitchFamily="49" charset="0"/>
              </a:rPr>
              <a:t>// 将剩余的</a:t>
            </a:r>
            <a:r>
              <a:rPr lang="en-US" altLang="zh-CN" sz="1600" b="1" dirty="0">
                <a:solidFill>
                  <a:srgbClr val="2045E0"/>
                </a:solidFill>
                <a:latin typeface="Courier New" panose="02070309020205020404" pitchFamily="49" charset="0"/>
                <a:ea typeface="仿宋" panose="02010609060101010101" pitchFamily="49" charset="-122"/>
                <a:cs typeface="Courier New" panose="02070309020205020404" pitchFamily="49" charset="0"/>
              </a:rPr>
              <a:t>aux</a:t>
            </a:r>
            <a:r>
              <a:rPr lang="zh-CN" altLang="en-US" sz="1600" b="1" dirty="0">
                <a:solidFill>
                  <a:srgbClr val="2045E0"/>
                </a:solidFill>
                <a:latin typeface="Courier New" panose="02070309020205020404" pitchFamily="49" charset="0"/>
                <a:ea typeface="仿宋" panose="02010609060101010101" pitchFamily="49" charset="-122"/>
                <a:cs typeface="Courier New" panose="02070309020205020404" pitchFamily="49" charset="0"/>
              </a:rPr>
              <a:t>R[j..n]复制到R</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while</a:t>
            </a:r>
            <a:r>
              <a:rPr lang="zh-CN" altLang="en-US" sz="1600" b="1" dirty="0">
                <a:latin typeface="Courier New" panose="02070309020205020404" pitchFamily="49" charset="0"/>
                <a:cs typeface="Courier New" panose="02070309020205020404" pitchFamily="49" charset="0"/>
              </a:rPr>
              <a:t>(k&lt;=n &amp;&amp; j&lt;=n) R[k++]=</a:t>
            </a:r>
            <a:r>
              <a:rPr lang="en-US" altLang="zh-CN" sz="1600" b="1" dirty="0">
                <a:latin typeface="Courier New" panose="02070309020205020404" pitchFamily="49" charset="0"/>
                <a:cs typeface="Courier New" panose="02070309020205020404" pitchFamily="49" charset="0"/>
              </a:rPr>
              <a:t>aux</a:t>
            </a:r>
            <a:r>
              <a:rPr lang="zh-CN" altLang="en-US" sz="1600" b="1" dirty="0">
                <a:latin typeface="Courier New" panose="02070309020205020404" pitchFamily="49" charset="0"/>
                <a:cs typeface="Courier New" panose="02070309020205020404" pitchFamily="49" charset="0"/>
              </a:rPr>
              <a:t>R[j++];</a:t>
            </a:r>
          </a:p>
          <a:p>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 </a:t>
            </a:r>
            <a:r>
              <a:rPr lang="zh-CN" altLang="en-US" sz="1600" b="1" dirty="0">
                <a:solidFill>
                  <a:srgbClr val="2045E0"/>
                </a:solidFill>
                <a:latin typeface="Courier New" panose="02070309020205020404" pitchFamily="49" charset="0"/>
                <a:ea typeface="仿宋" panose="02010609060101010101" pitchFamily="49" charset="-122"/>
                <a:cs typeface="Courier New" panose="02070309020205020404" pitchFamily="49" charset="0"/>
              </a:rPr>
              <a:t>// Merge </a:t>
            </a:r>
            <a:r>
              <a:rPr lang="zh-CN" altLang="en-US" sz="1600" b="1" dirty="0">
                <a:solidFill>
                  <a:srgbClr val="C00000"/>
                </a:solidFill>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算法10.1</a:t>
            </a:r>
            <a:r>
              <a:rPr lang="en-US" altLang="zh-CN" sz="1600" b="1" dirty="0">
                <a:solidFill>
                  <a:srgbClr val="C00000"/>
                </a:solidFill>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0</a:t>
            </a:r>
            <a:endParaRPr lang="zh-CN" altLang="en-US" sz="1600" b="1" dirty="0">
              <a:solidFill>
                <a:srgbClr val="C00000"/>
              </a:solidFill>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endParaRPr>
          </a:p>
        </p:txBody>
      </p:sp>
      <p:sp>
        <p:nvSpPr>
          <p:cNvPr id="13" name="Text Box 8">
            <a:extLst>
              <a:ext uri="{FF2B5EF4-FFF2-40B4-BE49-F238E27FC236}">
                <a16:creationId xmlns:a16="http://schemas.microsoft.com/office/drawing/2014/main" id="{D0AF4FC7-8857-4CBD-A396-216E3C011945}"/>
              </a:ext>
            </a:extLst>
          </p:cNvPr>
          <p:cNvSpPr txBox="1">
            <a:spLocks noChangeArrowheads="1"/>
          </p:cNvSpPr>
          <p:nvPr/>
        </p:nvSpPr>
        <p:spPr bwMode="auto">
          <a:xfrm>
            <a:off x="6912161" y="4514130"/>
            <a:ext cx="4690205" cy="349702"/>
          </a:xfrm>
          <a:prstGeom prst="rect">
            <a:avLst/>
          </a:prstGeom>
          <a:solidFill>
            <a:schemeClr val="accent1">
              <a:lumMod val="20000"/>
              <a:lumOff val="80000"/>
            </a:schemeClr>
          </a:solidFill>
          <a:ln>
            <a:noFill/>
          </a:ln>
          <a:effectLst/>
        </p:spPr>
        <p:txBody>
          <a:bodyPr wrap="square" lIns="36000" tIns="36000" rIns="36000" bIns="36000">
            <a:spAutoFit/>
          </a:bodyPr>
          <a:lstStyle/>
          <a:p>
            <a:pPr fontAlgn="base">
              <a:spcBef>
                <a:spcPct val="0"/>
              </a:spcBef>
              <a:spcAft>
                <a:spcPct val="0"/>
              </a:spcAft>
            </a:pPr>
            <a:r>
              <a:rPr kumimoji="1" lang="en-US" altLang="zh-CN" b="1" dirty="0" err="1">
                <a:latin typeface="Courier New" panose="02070309020205020404" pitchFamily="49" charset="0"/>
                <a:ea typeface="宋体" panose="02010600030101010101" pitchFamily="2" charset="-122"/>
                <a:cs typeface="Courier New" panose="02070309020205020404" pitchFamily="49" charset="0"/>
              </a:rPr>
              <a:t>auxR</a:t>
            </a:r>
            <a:endParaRPr kumimoji="1" lang="en-US" altLang="zh-CN" b="1" dirty="0">
              <a:solidFill>
                <a:srgbClr val="000000"/>
              </a:solidFill>
              <a:latin typeface="Courier New" panose="02070309020205020404" pitchFamily="49" charset="0"/>
              <a:ea typeface="宋体" panose="02010600030101010101" pitchFamily="2" charset="-122"/>
              <a:cs typeface="Courier New" panose="02070309020205020404" pitchFamily="49" charset="0"/>
            </a:endParaRPr>
          </a:p>
        </p:txBody>
      </p:sp>
      <p:sp>
        <p:nvSpPr>
          <p:cNvPr id="14" name="Text Box 12">
            <a:extLst>
              <a:ext uri="{FF2B5EF4-FFF2-40B4-BE49-F238E27FC236}">
                <a16:creationId xmlns:a16="http://schemas.microsoft.com/office/drawing/2014/main" id="{37119143-DA99-4FC7-A797-5A6341AFC709}"/>
              </a:ext>
            </a:extLst>
          </p:cNvPr>
          <p:cNvSpPr txBox="1">
            <a:spLocks noChangeArrowheads="1"/>
          </p:cNvSpPr>
          <p:nvPr/>
        </p:nvSpPr>
        <p:spPr bwMode="auto">
          <a:xfrm>
            <a:off x="9778698" y="4535559"/>
            <a:ext cx="1763354" cy="276999"/>
          </a:xfrm>
          <a:prstGeom prst="rect">
            <a:avLst/>
          </a:prstGeom>
          <a:noFill/>
          <a:ln>
            <a:noFill/>
          </a:ln>
          <a:effectLst/>
        </p:spPr>
        <p:txBody>
          <a:bodyPr wrap="none" lIns="36000" tIns="0" rIns="36000" bIns="0">
            <a:spAutoFit/>
          </a:bodyPr>
          <a:lstStyle/>
          <a:p>
            <a:pPr fontAlgn="base">
              <a:spcBef>
                <a:spcPct val="0"/>
              </a:spcBef>
              <a:spcAft>
                <a:spcPct val="0"/>
              </a:spcAft>
            </a:pPr>
            <a:r>
              <a:rPr kumimoji="1" lang="en-US" altLang="zh-CN" b="1" dirty="0">
                <a:solidFill>
                  <a:srgbClr val="9900CC"/>
                </a:solidFill>
                <a:latin typeface="Courier New" panose="02070309020205020404" pitchFamily="49" charset="0"/>
                <a:ea typeface="宋体" panose="02010600030101010101" pitchFamily="2" charset="-122"/>
                <a:cs typeface="Courier New" panose="02070309020205020404" pitchFamily="49" charset="0"/>
              </a:rPr>
              <a:t>[13, 27, 76]</a:t>
            </a:r>
            <a:endParaRPr kumimoji="1" lang="en-US" altLang="zh-CN" b="1" dirty="0">
              <a:solidFill>
                <a:srgbClr val="000000"/>
              </a:solidFill>
              <a:latin typeface="Courier New" panose="02070309020205020404" pitchFamily="49" charset="0"/>
              <a:ea typeface="宋体" panose="02010600030101010101" pitchFamily="2" charset="-122"/>
              <a:cs typeface="Courier New" panose="02070309020205020404" pitchFamily="49" charset="0"/>
            </a:endParaRPr>
          </a:p>
        </p:txBody>
      </p:sp>
      <p:sp>
        <p:nvSpPr>
          <p:cNvPr id="15" name="Text Box 13">
            <a:extLst>
              <a:ext uri="{FF2B5EF4-FFF2-40B4-BE49-F238E27FC236}">
                <a16:creationId xmlns:a16="http://schemas.microsoft.com/office/drawing/2014/main" id="{4CFC1C8D-C87A-4953-B2BC-04051D7AB058}"/>
              </a:ext>
            </a:extLst>
          </p:cNvPr>
          <p:cNvSpPr txBox="1">
            <a:spLocks noChangeArrowheads="1"/>
          </p:cNvSpPr>
          <p:nvPr/>
        </p:nvSpPr>
        <p:spPr bwMode="auto">
          <a:xfrm>
            <a:off x="7314358" y="5149017"/>
            <a:ext cx="43593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spAutoFit/>
          </a:bodyPr>
          <a:lstStyle/>
          <a:p>
            <a:pPr fontAlgn="base">
              <a:spcBef>
                <a:spcPct val="0"/>
              </a:spcBef>
              <a:spcAft>
                <a:spcPct val="0"/>
              </a:spcAft>
            </a:pPr>
            <a:r>
              <a:rPr kumimoji="1" lang="en-US" altLang="zh-CN" b="1" dirty="0">
                <a:solidFill>
                  <a:srgbClr val="C00000"/>
                </a:solidFill>
                <a:latin typeface="Courier New" panose="02070309020205020404" pitchFamily="49" charset="0"/>
                <a:ea typeface="宋体" panose="02010600030101010101" pitchFamily="2" charset="-122"/>
                <a:cs typeface="Courier New" panose="02070309020205020404" pitchFamily="49" charset="0"/>
              </a:rPr>
              <a:t>R [38, 49, 65, 97][13, 27, 76]</a:t>
            </a:r>
          </a:p>
        </p:txBody>
      </p:sp>
      <p:sp>
        <p:nvSpPr>
          <p:cNvPr id="18" name="文本框 17">
            <a:extLst>
              <a:ext uri="{FF2B5EF4-FFF2-40B4-BE49-F238E27FC236}">
                <a16:creationId xmlns:a16="http://schemas.microsoft.com/office/drawing/2014/main" id="{69516B34-B762-4890-9B6B-FE9D75EBE457}"/>
              </a:ext>
            </a:extLst>
          </p:cNvPr>
          <p:cNvSpPr txBox="1"/>
          <p:nvPr/>
        </p:nvSpPr>
        <p:spPr>
          <a:xfrm>
            <a:off x="7540712" y="4488422"/>
            <a:ext cx="2353876" cy="369332"/>
          </a:xfrm>
          <a:prstGeom prst="rect">
            <a:avLst/>
          </a:prstGeom>
          <a:noFill/>
        </p:spPr>
        <p:txBody>
          <a:bodyPr wrap="square">
            <a:spAutoFit/>
          </a:bodyPr>
          <a:lstStyle/>
          <a:p>
            <a:r>
              <a:rPr kumimoji="1" lang="en-US" altLang="zh-CN" b="1" dirty="0">
                <a:solidFill>
                  <a:srgbClr val="9900CC"/>
                </a:solidFill>
                <a:latin typeface="Courier New" panose="02070309020205020404" pitchFamily="49" charset="0"/>
                <a:ea typeface="宋体" panose="02010600030101010101" pitchFamily="2" charset="-122"/>
                <a:cs typeface="Courier New" panose="02070309020205020404" pitchFamily="49" charset="0"/>
              </a:rPr>
              <a:t>[38, 49, 65, 97]</a:t>
            </a:r>
            <a:endParaRPr lang="zh-CN" altLang="en-US" dirty="0"/>
          </a:p>
        </p:txBody>
      </p:sp>
      <p:sp>
        <p:nvSpPr>
          <p:cNvPr id="21" name="Text Box 12">
            <a:extLst>
              <a:ext uri="{FF2B5EF4-FFF2-40B4-BE49-F238E27FC236}">
                <a16:creationId xmlns:a16="http://schemas.microsoft.com/office/drawing/2014/main" id="{1572651B-6A90-42A3-9567-FA9967D28B59}"/>
              </a:ext>
            </a:extLst>
          </p:cNvPr>
          <p:cNvSpPr txBox="1">
            <a:spLocks noChangeArrowheads="1"/>
          </p:cNvSpPr>
          <p:nvPr/>
        </p:nvSpPr>
        <p:spPr bwMode="auto">
          <a:xfrm>
            <a:off x="9937027" y="4556658"/>
            <a:ext cx="330222" cy="256224"/>
          </a:xfrm>
          <a:prstGeom prst="rect">
            <a:avLst/>
          </a:prstGeom>
          <a:solidFill>
            <a:schemeClr val="bg1">
              <a:lumMod val="95000"/>
            </a:schemeClr>
          </a:solidFill>
          <a:ln>
            <a:noFill/>
          </a:ln>
          <a:effectLst/>
        </p:spPr>
        <p:txBody>
          <a:bodyPr wrap="square" lIns="0" tIns="0" rIns="0" bIns="0">
            <a:spAutoFit/>
          </a:bodyPr>
          <a:lstStyle>
            <a:defPPr>
              <a:defRPr lang="zh-CN"/>
            </a:defPPr>
            <a:lvl1pPr algn="ctr" fontAlgn="base">
              <a:lnSpc>
                <a:spcPct val="90000"/>
              </a:lnSpc>
              <a:spcBef>
                <a:spcPct val="0"/>
              </a:spcBef>
              <a:spcAft>
                <a:spcPct val="0"/>
              </a:spcAft>
              <a:defRPr kumimoji="1" b="1">
                <a:solidFill>
                  <a:srgbClr val="9900CC"/>
                </a:solidFill>
                <a:latin typeface="Courier New" panose="02070309020205020404" pitchFamily="49" charset="0"/>
                <a:ea typeface="宋体" panose="02010600030101010101" pitchFamily="2" charset="-122"/>
                <a:cs typeface="Courier New" panose="02070309020205020404" pitchFamily="49" charset="0"/>
              </a:defRPr>
            </a:lvl1pPr>
          </a:lstStyle>
          <a:p>
            <a:r>
              <a:rPr lang="en-US" altLang="zh-CN" dirty="0"/>
              <a:t>13</a:t>
            </a:r>
          </a:p>
        </p:txBody>
      </p:sp>
      <p:sp>
        <p:nvSpPr>
          <p:cNvPr id="22" name="Text Box 12">
            <a:extLst>
              <a:ext uri="{FF2B5EF4-FFF2-40B4-BE49-F238E27FC236}">
                <a16:creationId xmlns:a16="http://schemas.microsoft.com/office/drawing/2014/main" id="{53B91E56-7147-46BC-9FB7-26ED1C71CB29}"/>
              </a:ext>
            </a:extLst>
          </p:cNvPr>
          <p:cNvSpPr txBox="1">
            <a:spLocks noChangeArrowheads="1"/>
          </p:cNvSpPr>
          <p:nvPr/>
        </p:nvSpPr>
        <p:spPr bwMode="auto">
          <a:xfrm>
            <a:off x="10487617" y="4569517"/>
            <a:ext cx="309427" cy="256224"/>
          </a:xfrm>
          <a:prstGeom prst="rect">
            <a:avLst/>
          </a:prstGeom>
          <a:solidFill>
            <a:schemeClr val="bg1">
              <a:lumMod val="95000"/>
            </a:schemeClr>
          </a:solidFill>
          <a:ln>
            <a:noFill/>
          </a:ln>
          <a:effectLst/>
        </p:spPr>
        <p:txBody>
          <a:bodyPr wrap="square" lIns="0" tIns="0" rIns="0" bIns="0">
            <a:spAutoFit/>
          </a:bodyPr>
          <a:lstStyle/>
          <a:p>
            <a:pPr algn="ctr" fontAlgn="base">
              <a:lnSpc>
                <a:spcPct val="90000"/>
              </a:lnSpc>
              <a:spcBef>
                <a:spcPct val="0"/>
              </a:spcBef>
              <a:spcAft>
                <a:spcPct val="0"/>
              </a:spcAft>
            </a:pPr>
            <a:r>
              <a:rPr kumimoji="1" lang="en-US" altLang="zh-CN" b="1" dirty="0">
                <a:solidFill>
                  <a:srgbClr val="9900CC"/>
                </a:solidFill>
                <a:latin typeface="Courier New" panose="02070309020205020404" pitchFamily="49" charset="0"/>
                <a:ea typeface="宋体" panose="02010600030101010101" pitchFamily="2" charset="-122"/>
                <a:cs typeface="Courier New" panose="02070309020205020404" pitchFamily="49" charset="0"/>
              </a:rPr>
              <a:t>27</a:t>
            </a:r>
            <a:endParaRPr kumimoji="1" lang="en-US" altLang="zh-CN" b="1" dirty="0">
              <a:solidFill>
                <a:srgbClr val="000000"/>
              </a:solidFill>
              <a:latin typeface="Courier New" panose="02070309020205020404" pitchFamily="49" charset="0"/>
              <a:ea typeface="宋体" panose="02010600030101010101" pitchFamily="2" charset="-122"/>
              <a:cs typeface="Courier New" panose="02070309020205020404" pitchFamily="49" charset="0"/>
            </a:endParaRPr>
          </a:p>
        </p:txBody>
      </p:sp>
      <p:sp>
        <p:nvSpPr>
          <p:cNvPr id="23" name="Text Box 12">
            <a:extLst>
              <a:ext uri="{FF2B5EF4-FFF2-40B4-BE49-F238E27FC236}">
                <a16:creationId xmlns:a16="http://schemas.microsoft.com/office/drawing/2014/main" id="{08246DB9-6891-4F08-80E0-59B1B74243AE}"/>
              </a:ext>
            </a:extLst>
          </p:cNvPr>
          <p:cNvSpPr txBox="1">
            <a:spLocks noChangeArrowheads="1"/>
          </p:cNvSpPr>
          <p:nvPr/>
        </p:nvSpPr>
        <p:spPr bwMode="auto">
          <a:xfrm>
            <a:off x="7747808" y="4564603"/>
            <a:ext cx="335911" cy="256224"/>
          </a:xfrm>
          <a:prstGeom prst="rect">
            <a:avLst/>
          </a:prstGeom>
          <a:solidFill>
            <a:schemeClr val="bg1">
              <a:lumMod val="95000"/>
            </a:schemeClr>
          </a:solidFill>
          <a:ln>
            <a:noFill/>
          </a:ln>
          <a:effectLst/>
        </p:spPr>
        <p:txBody>
          <a:bodyPr wrap="square" lIns="0" tIns="0" rIns="0" bIns="0">
            <a:spAutoFit/>
          </a:bodyPr>
          <a:lstStyle>
            <a:defPPr>
              <a:defRPr lang="zh-CN"/>
            </a:defPPr>
            <a:lvl1pPr algn="ctr" fontAlgn="base">
              <a:lnSpc>
                <a:spcPct val="90000"/>
              </a:lnSpc>
              <a:spcBef>
                <a:spcPct val="0"/>
              </a:spcBef>
              <a:spcAft>
                <a:spcPct val="0"/>
              </a:spcAft>
              <a:defRPr kumimoji="1" b="1">
                <a:solidFill>
                  <a:srgbClr val="9900CC"/>
                </a:solidFill>
                <a:latin typeface="Courier New" panose="02070309020205020404" pitchFamily="49" charset="0"/>
                <a:ea typeface="宋体" panose="02010600030101010101" pitchFamily="2" charset="-122"/>
                <a:cs typeface="Courier New" panose="02070309020205020404" pitchFamily="49" charset="0"/>
              </a:defRPr>
            </a:lvl1pPr>
          </a:lstStyle>
          <a:p>
            <a:r>
              <a:rPr lang="en-US" altLang="zh-CN" dirty="0"/>
              <a:t>38</a:t>
            </a:r>
          </a:p>
        </p:txBody>
      </p:sp>
      <p:sp>
        <p:nvSpPr>
          <p:cNvPr id="24" name="Text Box 12">
            <a:extLst>
              <a:ext uri="{FF2B5EF4-FFF2-40B4-BE49-F238E27FC236}">
                <a16:creationId xmlns:a16="http://schemas.microsoft.com/office/drawing/2014/main" id="{F981D2F4-ABB3-46DF-9CA3-C69CBB8D69FA}"/>
              </a:ext>
            </a:extLst>
          </p:cNvPr>
          <p:cNvSpPr txBox="1">
            <a:spLocks noChangeArrowheads="1"/>
          </p:cNvSpPr>
          <p:nvPr/>
        </p:nvSpPr>
        <p:spPr bwMode="auto">
          <a:xfrm>
            <a:off x="8304027" y="4556182"/>
            <a:ext cx="281289" cy="256224"/>
          </a:xfrm>
          <a:prstGeom prst="rect">
            <a:avLst/>
          </a:prstGeom>
          <a:solidFill>
            <a:schemeClr val="bg1">
              <a:lumMod val="95000"/>
            </a:schemeClr>
          </a:solidFill>
          <a:ln>
            <a:noFill/>
          </a:ln>
          <a:effectLst/>
        </p:spPr>
        <p:txBody>
          <a:bodyPr wrap="square" lIns="0" tIns="0" rIns="0" bIns="0">
            <a:spAutoFit/>
          </a:bodyPr>
          <a:lstStyle>
            <a:defPPr>
              <a:defRPr lang="zh-CN"/>
            </a:defPPr>
            <a:lvl1pPr algn="ctr" fontAlgn="base">
              <a:lnSpc>
                <a:spcPct val="90000"/>
              </a:lnSpc>
              <a:spcBef>
                <a:spcPct val="0"/>
              </a:spcBef>
              <a:spcAft>
                <a:spcPct val="0"/>
              </a:spcAft>
              <a:defRPr kumimoji="1" b="1">
                <a:solidFill>
                  <a:srgbClr val="9900CC"/>
                </a:solidFill>
                <a:latin typeface="Courier New" panose="02070309020205020404" pitchFamily="49" charset="0"/>
                <a:ea typeface="宋体" panose="02010600030101010101" pitchFamily="2" charset="-122"/>
                <a:cs typeface="Courier New" panose="02070309020205020404" pitchFamily="49" charset="0"/>
              </a:defRPr>
            </a:lvl1pPr>
          </a:lstStyle>
          <a:p>
            <a:r>
              <a:rPr lang="en-US" altLang="zh-CN" dirty="0"/>
              <a:t>49</a:t>
            </a:r>
          </a:p>
        </p:txBody>
      </p:sp>
      <p:sp>
        <p:nvSpPr>
          <p:cNvPr id="25" name="Text Box 12">
            <a:extLst>
              <a:ext uri="{FF2B5EF4-FFF2-40B4-BE49-F238E27FC236}">
                <a16:creationId xmlns:a16="http://schemas.microsoft.com/office/drawing/2014/main" id="{37ECC151-47C6-4257-A72A-D9C47EA10FF0}"/>
              </a:ext>
            </a:extLst>
          </p:cNvPr>
          <p:cNvSpPr txBox="1">
            <a:spLocks noChangeArrowheads="1"/>
          </p:cNvSpPr>
          <p:nvPr/>
        </p:nvSpPr>
        <p:spPr bwMode="auto">
          <a:xfrm>
            <a:off x="9647731" y="5148370"/>
            <a:ext cx="294451" cy="276999"/>
          </a:xfrm>
          <a:prstGeom prst="rect">
            <a:avLst/>
          </a:prstGeom>
          <a:solidFill>
            <a:schemeClr val="bg1">
              <a:lumMod val="95000"/>
            </a:schemeClr>
          </a:solidFill>
          <a:ln>
            <a:noFill/>
          </a:ln>
          <a:effectLst/>
        </p:spPr>
        <p:txBody>
          <a:bodyPr wrap="square" lIns="36000" tIns="0" rIns="36000" bIns="0">
            <a:spAutoFit/>
          </a:bodyPr>
          <a:lstStyle/>
          <a:p>
            <a:pPr fontAlgn="base">
              <a:spcBef>
                <a:spcPct val="0"/>
              </a:spcBef>
              <a:spcAft>
                <a:spcPct val="0"/>
              </a:spcAft>
            </a:pPr>
            <a:r>
              <a:rPr kumimoji="1" lang="en-US" altLang="zh-CN" b="1" dirty="0">
                <a:solidFill>
                  <a:srgbClr val="9900CC"/>
                </a:solidFill>
                <a:latin typeface="Courier New" panose="02070309020205020404" pitchFamily="49" charset="0"/>
                <a:ea typeface="宋体" panose="02010600030101010101" pitchFamily="2" charset="-122"/>
                <a:cs typeface="Courier New" panose="02070309020205020404" pitchFamily="49" charset="0"/>
              </a:rPr>
              <a:t>, </a:t>
            </a:r>
            <a:endParaRPr kumimoji="1" lang="en-US" altLang="zh-CN" b="1" dirty="0">
              <a:solidFill>
                <a:srgbClr val="000000"/>
              </a:solidFill>
              <a:latin typeface="Courier New" panose="02070309020205020404" pitchFamily="49" charset="0"/>
              <a:ea typeface="宋体" panose="02010600030101010101" pitchFamily="2" charset="-122"/>
              <a:cs typeface="Courier New" panose="02070309020205020404" pitchFamily="49" charset="0"/>
            </a:endParaRPr>
          </a:p>
        </p:txBody>
      </p:sp>
      <p:sp>
        <p:nvSpPr>
          <p:cNvPr id="26" name="Text Box 12">
            <a:extLst>
              <a:ext uri="{FF2B5EF4-FFF2-40B4-BE49-F238E27FC236}">
                <a16:creationId xmlns:a16="http://schemas.microsoft.com/office/drawing/2014/main" id="{75906B27-9E1F-4E9B-A134-74FB512064F0}"/>
              </a:ext>
            </a:extLst>
          </p:cNvPr>
          <p:cNvSpPr txBox="1">
            <a:spLocks noChangeArrowheads="1"/>
          </p:cNvSpPr>
          <p:nvPr/>
        </p:nvSpPr>
        <p:spPr bwMode="auto">
          <a:xfrm>
            <a:off x="8845377" y="4556182"/>
            <a:ext cx="315256" cy="256224"/>
          </a:xfrm>
          <a:prstGeom prst="rect">
            <a:avLst/>
          </a:prstGeom>
          <a:solidFill>
            <a:schemeClr val="bg1">
              <a:lumMod val="95000"/>
            </a:schemeClr>
          </a:solidFill>
          <a:ln>
            <a:noFill/>
          </a:ln>
          <a:effectLst/>
        </p:spPr>
        <p:txBody>
          <a:bodyPr wrap="square" lIns="0" tIns="0" rIns="0" bIns="0">
            <a:spAutoFit/>
          </a:bodyPr>
          <a:lstStyle>
            <a:defPPr>
              <a:defRPr lang="zh-CN"/>
            </a:defPPr>
            <a:lvl1pPr algn="ctr" fontAlgn="base">
              <a:lnSpc>
                <a:spcPct val="90000"/>
              </a:lnSpc>
              <a:spcBef>
                <a:spcPct val="0"/>
              </a:spcBef>
              <a:spcAft>
                <a:spcPct val="0"/>
              </a:spcAft>
              <a:defRPr kumimoji="1" b="1">
                <a:solidFill>
                  <a:srgbClr val="9900CC"/>
                </a:solidFill>
                <a:latin typeface="Courier New" panose="02070309020205020404" pitchFamily="49" charset="0"/>
                <a:ea typeface="宋体" panose="02010600030101010101" pitchFamily="2" charset="-122"/>
                <a:cs typeface="Courier New" panose="02070309020205020404" pitchFamily="49" charset="0"/>
              </a:defRPr>
            </a:lvl1pPr>
          </a:lstStyle>
          <a:p>
            <a:r>
              <a:rPr lang="en-US" altLang="zh-CN" dirty="0"/>
              <a:t>65</a:t>
            </a:r>
          </a:p>
        </p:txBody>
      </p:sp>
      <p:sp>
        <p:nvSpPr>
          <p:cNvPr id="27" name="Text Box 12">
            <a:extLst>
              <a:ext uri="{FF2B5EF4-FFF2-40B4-BE49-F238E27FC236}">
                <a16:creationId xmlns:a16="http://schemas.microsoft.com/office/drawing/2014/main" id="{DA9F3097-76FA-456F-9983-FCEC287245AF}"/>
              </a:ext>
            </a:extLst>
          </p:cNvPr>
          <p:cNvSpPr txBox="1">
            <a:spLocks noChangeArrowheads="1"/>
          </p:cNvSpPr>
          <p:nvPr/>
        </p:nvSpPr>
        <p:spPr bwMode="auto">
          <a:xfrm>
            <a:off x="11012256" y="4564603"/>
            <a:ext cx="309428" cy="256224"/>
          </a:xfrm>
          <a:prstGeom prst="rect">
            <a:avLst/>
          </a:prstGeom>
          <a:solidFill>
            <a:schemeClr val="bg1">
              <a:lumMod val="95000"/>
            </a:schemeClr>
          </a:solidFill>
          <a:ln>
            <a:noFill/>
          </a:ln>
          <a:effectLst/>
        </p:spPr>
        <p:txBody>
          <a:bodyPr wrap="square" lIns="0" tIns="0" rIns="0" bIns="0">
            <a:spAutoFit/>
          </a:bodyPr>
          <a:lstStyle>
            <a:defPPr>
              <a:defRPr lang="zh-CN"/>
            </a:defPPr>
            <a:lvl1pPr algn="ctr" fontAlgn="base">
              <a:lnSpc>
                <a:spcPct val="90000"/>
              </a:lnSpc>
              <a:spcBef>
                <a:spcPct val="0"/>
              </a:spcBef>
              <a:spcAft>
                <a:spcPct val="0"/>
              </a:spcAft>
              <a:defRPr kumimoji="1" b="1">
                <a:solidFill>
                  <a:srgbClr val="9900CC"/>
                </a:solidFill>
                <a:latin typeface="Courier New" panose="02070309020205020404" pitchFamily="49" charset="0"/>
                <a:ea typeface="宋体" panose="02010600030101010101" pitchFamily="2" charset="-122"/>
                <a:cs typeface="Courier New" panose="02070309020205020404" pitchFamily="49" charset="0"/>
              </a:defRPr>
            </a:lvl1pPr>
          </a:lstStyle>
          <a:p>
            <a:r>
              <a:rPr lang="en-US" altLang="zh-CN" dirty="0"/>
              <a:t>76</a:t>
            </a:r>
          </a:p>
        </p:txBody>
      </p:sp>
      <p:sp>
        <p:nvSpPr>
          <p:cNvPr id="28" name="Text Box 12">
            <a:extLst>
              <a:ext uri="{FF2B5EF4-FFF2-40B4-BE49-F238E27FC236}">
                <a16:creationId xmlns:a16="http://schemas.microsoft.com/office/drawing/2014/main" id="{581CD5BF-AA98-43E3-8D0F-83518AE545A1}"/>
              </a:ext>
            </a:extLst>
          </p:cNvPr>
          <p:cNvSpPr txBox="1">
            <a:spLocks noChangeArrowheads="1"/>
          </p:cNvSpPr>
          <p:nvPr/>
        </p:nvSpPr>
        <p:spPr bwMode="auto">
          <a:xfrm>
            <a:off x="9381001" y="4556182"/>
            <a:ext cx="298947" cy="256224"/>
          </a:xfrm>
          <a:prstGeom prst="rect">
            <a:avLst/>
          </a:prstGeom>
          <a:solidFill>
            <a:schemeClr val="bg1">
              <a:lumMod val="95000"/>
            </a:schemeClr>
          </a:solidFill>
          <a:ln>
            <a:noFill/>
          </a:ln>
          <a:effectLst/>
        </p:spPr>
        <p:txBody>
          <a:bodyPr wrap="square" lIns="0" tIns="0" rIns="0" bIns="0">
            <a:spAutoFit/>
          </a:bodyPr>
          <a:lstStyle>
            <a:defPPr>
              <a:defRPr lang="zh-CN"/>
            </a:defPPr>
            <a:lvl1pPr algn="ctr" fontAlgn="base">
              <a:lnSpc>
                <a:spcPct val="90000"/>
              </a:lnSpc>
              <a:spcBef>
                <a:spcPct val="0"/>
              </a:spcBef>
              <a:spcAft>
                <a:spcPct val="0"/>
              </a:spcAft>
              <a:defRPr kumimoji="1" b="1">
                <a:solidFill>
                  <a:srgbClr val="9900CC"/>
                </a:solidFill>
                <a:latin typeface="Courier New" panose="02070309020205020404" pitchFamily="49" charset="0"/>
                <a:ea typeface="宋体" panose="02010600030101010101" pitchFamily="2" charset="-122"/>
                <a:cs typeface="Courier New" panose="02070309020205020404" pitchFamily="49" charset="0"/>
              </a:defRPr>
            </a:lvl1pPr>
          </a:lstStyle>
          <a:p>
            <a:r>
              <a:rPr lang="en-US" altLang="zh-CN" dirty="0"/>
              <a:t>97</a:t>
            </a:r>
          </a:p>
        </p:txBody>
      </p:sp>
      <p:sp>
        <p:nvSpPr>
          <p:cNvPr id="29" name="Text Box 12">
            <a:extLst>
              <a:ext uri="{FF2B5EF4-FFF2-40B4-BE49-F238E27FC236}">
                <a16:creationId xmlns:a16="http://schemas.microsoft.com/office/drawing/2014/main" id="{96A1E78A-E9C6-4CE0-86D2-2D551A8D4FF5}"/>
              </a:ext>
            </a:extLst>
          </p:cNvPr>
          <p:cNvSpPr txBox="1">
            <a:spLocks noChangeArrowheads="1"/>
          </p:cNvSpPr>
          <p:nvPr/>
        </p:nvSpPr>
        <p:spPr bwMode="auto">
          <a:xfrm>
            <a:off x="7802602" y="4236634"/>
            <a:ext cx="254333" cy="276999"/>
          </a:xfrm>
          <a:prstGeom prst="rect">
            <a:avLst/>
          </a:prstGeom>
          <a:solidFill>
            <a:schemeClr val="bg1">
              <a:lumMod val="95000"/>
            </a:schemeClr>
          </a:solidFill>
          <a:ln>
            <a:noFill/>
          </a:ln>
          <a:effectLst/>
        </p:spPr>
        <p:txBody>
          <a:bodyPr wrap="square" lIns="36000" tIns="0" rIns="36000" bIns="0">
            <a:spAutoFit/>
          </a:bodyPr>
          <a:lstStyle/>
          <a:p>
            <a:pPr fontAlgn="base">
              <a:spcBef>
                <a:spcPct val="0"/>
              </a:spcBef>
              <a:spcAft>
                <a:spcPct val="0"/>
              </a:spcAft>
            </a:pPr>
            <a:r>
              <a:rPr kumimoji="1" lang="en-US" altLang="zh-CN" b="1" dirty="0" err="1">
                <a:solidFill>
                  <a:srgbClr val="0070C0"/>
                </a:solidFill>
                <a:latin typeface="Courier New" panose="02070309020205020404" pitchFamily="49" charset="0"/>
                <a:ea typeface="宋体" panose="02010600030101010101" pitchFamily="2" charset="-122"/>
                <a:cs typeface="Courier New" panose="02070309020205020404" pitchFamily="49" charset="0"/>
              </a:rPr>
              <a:t>i</a:t>
            </a:r>
            <a:endParaRPr kumimoji="1" lang="en-US" altLang="zh-CN" b="1" dirty="0">
              <a:solidFill>
                <a:srgbClr val="0070C0"/>
              </a:solidFill>
              <a:latin typeface="Courier New" panose="02070309020205020404" pitchFamily="49" charset="0"/>
              <a:ea typeface="宋体" panose="02010600030101010101" pitchFamily="2" charset="-122"/>
              <a:cs typeface="Courier New" panose="02070309020205020404" pitchFamily="49" charset="0"/>
            </a:endParaRPr>
          </a:p>
        </p:txBody>
      </p:sp>
      <p:sp>
        <p:nvSpPr>
          <p:cNvPr id="31" name="Text Box 12">
            <a:extLst>
              <a:ext uri="{FF2B5EF4-FFF2-40B4-BE49-F238E27FC236}">
                <a16:creationId xmlns:a16="http://schemas.microsoft.com/office/drawing/2014/main" id="{AD6E0CED-9E56-4256-8F79-26119386B3CA}"/>
              </a:ext>
            </a:extLst>
          </p:cNvPr>
          <p:cNvSpPr txBox="1">
            <a:spLocks noChangeArrowheads="1"/>
          </p:cNvSpPr>
          <p:nvPr/>
        </p:nvSpPr>
        <p:spPr bwMode="auto">
          <a:xfrm>
            <a:off x="9989985" y="4235180"/>
            <a:ext cx="263951" cy="275251"/>
          </a:xfrm>
          <a:prstGeom prst="rect">
            <a:avLst/>
          </a:prstGeom>
          <a:solidFill>
            <a:schemeClr val="bg1">
              <a:lumMod val="95000"/>
            </a:schemeClr>
          </a:solidFill>
          <a:ln>
            <a:noFill/>
          </a:ln>
          <a:effectLst/>
        </p:spPr>
        <p:txBody>
          <a:bodyPr wrap="square" lIns="36000" tIns="0" rIns="36000" bIns="0">
            <a:spAutoFit/>
          </a:bodyPr>
          <a:lstStyle/>
          <a:p>
            <a:pPr fontAlgn="base">
              <a:spcBef>
                <a:spcPct val="0"/>
              </a:spcBef>
              <a:spcAft>
                <a:spcPct val="0"/>
              </a:spcAft>
            </a:pPr>
            <a:r>
              <a:rPr kumimoji="1" lang="en-US" altLang="zh-CN" b="1" dirty="0">
                <a:solidFill>
                  <a:srgbClr val="0070C0"/>
                </a:solidFill>
                <a:latin typeface="Courier New" panose="02070309020205020404" pitchFamily="49" charset="0"/>
                <a:ea typeface="宋体" panose="02010600030101010101" pitchFamily="2" charset="-122"/>
                <a:cs typeface="Courier New" panose="02070309020205020404" pitchFamily="49" charset="0"/>
              </a:rPr>
              <a:t>j</a:t>
            </a:r>
          </a:p>
        </p:txBody>
      </p:sp>
      <p:sp>
        <p:nvSpPr>
          <p:cNvPr id="32" name="Text Box 12">
            <a:extLst>
              <a:ext uri="{FF2B5EF4-FFF2-40B4-BE49-F238E27FC236}">
                <a16:creationId xmlns:a16="http://schemas.microsoft.com/office/drawing/2014/main" id="{9606D03F-ACA7-471D-AF15-2EB73536620B}"/>
              </a:ext>
            </a:extLst>
          </p:cNvPr>
          <p:cNvSpPr txBox="1">
            <a:spLocks noChangeArrowheads="1"/>
          </p:cNvSpPr>
          <p:nvPr/>
        </p:nvSpPr>
        <p:spPr bwMode="auto">
          <a:xfrm>
            <a:off x="7767677" y="5389156"/>
            <a:ext cx="254333" cy="276999"/>
          </a:xfrm>
          <a:prstGeom prst="rect">
            <a:avLst/>
          </a:prstGeom>
          <a:solidFill>
            <a:schemeClr val="bg1">
              <a:lumMod val="95000"/>
            </a:schemeClr>
          </a:solidFill>
          <a:ln>
            <a:noFill/>
          </a:ln>
          <a:effectLst/>
        </p:spPr>
        <p:txBody>
          <a:bodyPr wrap="square" lIns="36000" tIns="0" rIns="36000" bIns="0">
            <a:spAutoFit/>
          </a:bodyPr>
          <a:lstStyle/>
          <a:p>
            <a:pPr fontAlgn="base">
              <a:spcBef>
                <a:spcPct val="0"/>
              </a:spcBef>
              <a:spcAft>
                <a:spcPct val="0"/>
              </a:spcAft>
            </a:pPr>
            <a:r>
              <a:rPr kumimoji="1" lang="en-US" altLang="zh-CN" b="1" dirty="0">
                <a:solidFill>
                  <a:srgbClr val="0070C0"/>
                </a:solidFill>
                <a:latin typeface="Courier New" panose="02070309020205020404" pitchFamily="49" charset="0"/>
                <a:ea typeface="宋体" panose="02010600030101010101" pitchFamily="2" charset="-122"/>
                <a:cs typeface="Courier New" panose="02070309020205020404" pitchFamily="49" charset="0"/>
              </a:rPr>
              <a:t>k</a:t>
            </a:r>
          </a:p>
        </p:txBody>
      </p:sp>
      <p:sp>
        <p:nvSpPr>
          <p:cNvPr id="33" name="Text Box 12">
            <a:extLst>
              <a:ext uri="{FF2B5EF4-FFF2-40B4-BE49-F238E27FC236}">
                <a16:creationId xmlns:a16="http://schemas.microsoft.com/office/drawing/2014/main" id="{26626AB7-A255-4E79-88CD-359BDEFE0F31}"/>
              </a:ext>
            </a:extLst>
          </p:cNvPr>
          <p:cNvSpPr txBox="1">
            <a:spLocks noChangeArrowheads="1"/>
          </p:cNvSpPr>
          <p:nvPr/>
        </p:nvSpPr>
        <p:spPr bwMode="auto">
          <a:xfrm>
            <a:off x="9429963" y="4020353"/>
            <a:ext cx="254333" cy="276999"/>
          </a:xfrm>
          <a:prstGeom prst="rect">
            <a:avLst/>
          </a:prstGeom>
          <a:solidFill>
            <a:schemeClr val="bg1">
              <a:lumMod val="95000"/>
            </a:schemeClr>
          </a:solidFill>
          <a:ln>
            <a:noFill/>
          </a:ln>
          <a:effectLst/>
        </p:spPr>
        <p:txBody>
          <a:bodyPr wrap="square" lIns="36000" tIns="0" rIns="36000" bIns="0">
            <a:spAutoFit/>
          </a:bodyPr>
          <a:lstStyle/>
          <a:p>
            <a:pPr fontAlgn="base">
              <a:spcBef>
                <a:spcPct val="0"/>
              </a:spcBef>
              <a:spcAft>
                <a:spcPct val="0"/>
              </a:spcAft>
            </a:pPr>
            <a:r>
              <a:rPr kumimoji="1" lang="en-US" altLang="zh-CN" b="1" dirty="0">
                <a:solidFill>
                  <a:srgbClr val="C00000"/>
                </a:solidFill>
                <a:latin typeface="Courier New" panose="02070309020205020404" pitchFamily="49" charset="0"/>
                <a:ea typeface="宋体" panose="02010600030101010101" pitchFamily="2" charset="-122"/>
                <a:cs typeface="Courier New" panose="02070309020205020404" pitchFamily="49" charset="0"/>
              </a:rPr>
              <a:t>m</a:t>
            </a:r>
          </a:p>
        </p:txBody>
      </p:sp>
      <p:sp>
        <p:nvSpPr>
          <p:cNvPr id="34" name="Text Box 12">
            <a:extLst>
              <a:ext uri="{FF2B5EF4-FFF2-40B4-BE49-F238E27FC236}">
                <a16:creationId xmlns:a16="http://schemas.microsoft.com/office/drawing/2014/main" id="{E209C9A6-B653-45B9-A64A-3287C2D7FAED}"/>
              </a:ext>
            </a:extLst>
          </p:cNvPr>
          <p:cNvSpPr txBox="1">
            <a:spLocks noChangeArrowheads="1"/>
          </p:cNvSpPr>
          <p:nvPr/>
        </p:nvSpPr>
        <p:spPr bwMode="auto">
          <a:xfrm>
            <a:off x="11147444" y="4046061"/>
            <a:ext cx="254333" cy="276999"/>
          </a:xfrm>
          <a:prstGeom prst="rect">
            <a:avLst/>
          </a:prstGeom>
          <a:solidFill>
            <a:schemeClr val="bg1">
              <a:lumMod val="95000"/>
            </a:schemeClr>
          </a:solidFill>
          <a:ln>
            <a:noFill/>
          </a:ln>
          <a:effectLst/>
        </p:spPr>
        <p:txBody>
          <a:bodyPr wrap="square" lIns="36000" tIns="0" rIns="36000" bIns="0">
            <a:spAutoFit/>
          </a:bodyPr>
          <a:lstStyle/>
          <a:p>
            <a:pPr fontAlgn="base">
              <a:spcBef>
                <a:spcPct val="0"/>
              </a:spcBef>
              <a:spcAft>
                <a:spcPct val="0"/>
              </a:spcAft>
            </a:pPr>
            <a:r>
              <a:rPr kumimoji="1" lang="en-US" altLang="zh-CN" b="1" dirty="0">
                <a:solidFill>
                  <a:srgbClr val="C00000"/>
                </a:solidFill>
                <a:latin typeface="Courier New" panose="02070309020205020404" pitchFamily="49" charset="0"/>
                <a:ea typeface="宋体" panose="02010600030101010101" pitchFamily="2" charset="-122"/>
                <a:cs typeface="Courier New" panose="02070309020205020404" pitchFamily="49" charset="0"/>
              </a:rPr>
              <a:t>n</a:t>
            </a:r>
          </a:p>
        </p:txBody>
      </p:sp>
      <p:sp>
        <p:nvSpPr>
          <p:cNvPr id="5" name="矩形: 圆角 4">
            <a:extLst>
              <a:ext uri="{FF2B5EF4-FFF2-40B4-BE49-F238E27FC236}">
                <a16:creationId xmlns:a16="http://schemas.microsoft.com/office/drawing/2014/main" id="{E8CF277E-4AEC-4BCC-B781-0AF06F26DD74}"/>
              </a:ext>
            </a:extLst>
          </p:cNvPr>
          <p:cNvSpPr/>
          <p:nvPr/>
        </p:nvSpPr>
        <p:spPr bwMode="auto">
          <a:xfrm>
            <a:off x="1381452" y="247865"/>
            <a:ext cx="4766721" cy="474317"/>
          </a:xfrm>
          <a:prstGeom prst="roundRect">
            <a:avLst/>
          </a:prstGeom>
          <a:solidFill>
            <a:schemeClr val="tx2">
              <a:lumMod val="10000"/>
              <a:lumOff val="9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zh-CN" altLang="en-US" sz="2400" b="1" dirty="0">
                <a:solidFill>
                  <a:schemeClr val="accent2">
                    <a:lumMod val="75000"/>
                  </a:schemeClr>
                </a:solidFill>
                <a:effectLst>
                  <a:outerShdw blurRad="38100" dist="38100" dir="2700000" algn="tl">
                    <a:srgbClr val="000000">
                      <a:alpha val="43137"/>
                    </a:srgbClr>
                  </a:outerShdw>
                </a:effectLst>
              </a:rPr>
              <a:t>算法</a:t>
            </a:r>
            <a:r>
              <a:rPr kumimoji="1" lang="en-US" altLang="zh-CN" sz="2400" b="1" dirty="0">
                <a:solidFill>
                  <a:schemeClr val="accent2">
                    <a:lumMod val="75000"/>
                  </a:schemeClr>
                </a:solidFill>
                <a:effectLst>
                  <a:outerShdw blurRad="38100" dist="38100" dir="2700000" algn="tl">
                    <a:srgbClr val="000000">
                      <a:alpha val="43137"/>
                    </a:srgbClr>
                  </a:outerShdw>
                </a:effectLst>
              </a:rPr>
              <a:t>10.10</a:t>
            </a:r>
            <a:r>
              <a:rPr kumimoji="1" lang="zh-CN" altLang="en-US" sz="2400" b="1" dirty="0">
                <a:solidFill>
                  <a:srgbClr val="2045E0"/>
                </a:solidFill>
                <a:effectLst>
                  <a:outerShdw blurRad="38100" dist="38100" dir="2700000" algn="tl">
                    <a:srgbClr val="000000">
                      <a:alpha val="43137"/>
                    </a:srgbClr>
                  </a:outerShdw>
                </a:effectLst>
              </a:rPr>
              <a:t>和</a:t>
            </a:r>
            <a:r>
              <a:rPr kumimoji="1" lang="en-US" altLang="zh-CN" sz="2400" b="1" dirty="0">
                <a:solidFill>
                  <a:schemeClr val="accent2">
                    <a:lumMod val="75000"/>
                  </a:schemeClr>
                </a:solidFill>
                <a:effectLst>
                  <a:outerShdw blurRad="38100" dist="38100" dir="2700000" algn="tl">
                    <a:srgbClr val="000000">
                      <a:alpha val="43137"/>
                    </a:srgbClr>
                  </a:outerShdw>
                </a:effectLst>
              </a:rPr>
              <a:t>11</a:t>
            </a:r>
            <a:r>
              <a:rPr kumimoji="1" lang="en-US" altLang="zh-CN" sz="2400" b="1" dirty="0">
                <a:solidFill>
                  <a:srgbClr val="2045E0"/>
                </a:solidFill>
                <a:effectLst>
                  <a:outerShdw blurRad="38100" dist="38100" dir="2700000" algn="tl">
                    <a:srgbClr val="000000">
                      <a:alpha val="43137"/>
                    </a:srgbClr>
                  </a:outerShdw>
                </a:effectLst>
              </a:rPr>
              <a:t>  </a:t>
            </a:r>
            <a:r>
              <a:rPr kumimoji="1" lang="zh-CN" altLang="en-US" sz="2400" b="1" dirty="0">
                <a:solidFill>
                  <a:srgbClr val="2045E0"/>
                </a:solidFill>
                <a:effectLst>
                  <a:outerShdw blurRad="38100" dist="38100" dir="2700000" algn="tl">
                    <a:srgbClr val="000000">
                      <a:alpha val="43137"/>
                    </a:srgbClr>
                  </a:outerShdw>
                </a:effectLst>
              </a:rPr>
              <a:t>归并排序（递归）</a:t>
            </a:r>
            <a:endParaRPr kumimoji="1" lang="zh-CN" altLang="en-US" sz="2400" b="1" i="0" u="none" strike="noStrike" cap="none" normalizeH="0" baseline="0" dirty="0">
              <a:ln>
                <a:noFill/>
              </a:ln>
              <a:solidFill>
                <a:srgbClr val="2045E0"/>
              </a:solidFill>
              <a:effectLst>
                <a:outerShdw blurRad="38100" dist="38100" dir="2700000" algn="tl">
                  <a:srgbClr val="000000">
                    <a:alpha val="43137"/>
                  </a:srgbClr>
                </a:outerShdw>
              </a:effectLst>
            </a:endParaRPr>
          </a:p>
        </p:txBody>
      </p:sp>
      <p:sp>
        <p:nvSpPr>
          <p:cNvPr id="30" name="Text Box 4">
            <a:extLst>
              <a:ext uri="{FF2B5EF4-FFF2-40B4-BE49-F238E27FC236}">
                <a16:creationId xmlns:a16="http://schemas.microsoft.com/office/drawing/2014/main" id="{C87340FA-7518-4D98-8A12-5426E827CC78}"/>
              </a:ext>
            </a:extLst>
          </p:cNvPr>
          <p:cNvSpPr txBox="1">
            <a:spLocks noChangeArrowheads="1"/>
          </p:cNvSpPr>
          <p:nvPr/>
        </p:nvSpPr>
        <p:spPr bwMode="auto">
          <a:xfrm>
            <a:off x="7154884" y="2056334"/>
            <a:ext cx="1160250" cy="4186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lnSpc>
                <a:spcPct val="115000"/>
              </a:lnSpc>
              <a:spcBef>
                <a:spcPct val="0"/>
              </a:spcBef>
              <a:spcAft>
                <a:spcPct val="0"/>
              </a:spcAft>
            </a:pPr>
            <a:r>
              <a:rPr kumimoji="1" lang="en-US" altLang="zh-CN" sz="2000" b="1" dirty="0">
                <a:solidFill>
                  <a:srgbClr val="041ABC"/>
                </a:solidFill>
                <a:latin typeface="Times New Roman" panose="02020603050405020304" pitchFamily="18" charset="0"/>
                <a:ea typeface="楷体_GB2312" pitchFamily="49" charset="-122"/>
              </a:rPr>
              <a:t>2</a:t>
            </a:r>
            <a:r>
              <a:rPr kumimoji="1" lang="zh-CN" altLang="en-US" sz="2000" b="1" dirty="0">
                <a:solidFill>
                  <a:srgbClr val="041ABC"/>
                </a:solidFill>
                <a:latin typeface="Times New Roman" panose="02020603050405020304" pitchFamily="18" charset="0"/>
                <a:ea typeface="楷体_GB2312" pitchFamily="49" charset="-122"/>
              </a:rPr>
              <a:t>路归并</a:t>
            </a:r>
          </a:p>
        </p:txBody>
      </p:sp>
      <p:sp>
        <p:nvSpPr>
          <p:cNvPr id="35" name="AutoShape 5">
            <a:extLst>
              <a:ext uri="{FF2B5EF4-FFF2-40B4-BE49-F238E27FC236}">
                <a16:creationId xmlns:a16="http://schemas.microsoft.com/office/drawing/2014/main" id="{86FB8987-A44C-4EB8-B53C-7AA8D4E18425}"/>
              </a:ext>
            </a:extLst>
          </p:cNvPr>
          <p:cNvSpPr>
            <a:spLocks noChangeArrowheads="1"/>
          </p:cNvSpPr>
          <p:nvPr/>
        </p:nvSpPr>
        <p:spPr bwMode="auto">
          <a:xfrm>
            <a:off x="8504154" y="1848341"/>
            <a:ext cx="619043" cy="870865"/>
          </a:xfrm>
          <a:prstGeom prst="downArrow">
            <a:avLst>
              <a:gd name="adj1" fmla="val 61361"/>
              <a:gd name="adj2" fmla="val 78009"/>
            </a:avLst>
          </a:prstGeom>
          <a:solidFill>
            <a:schemeClr val="accent5">
              <a:lumMod val="75000"/>
            </a:schemeClr>
          </a:solidFill>
          <a:ln w="12700">
            <a:solidFill>
              <a:schemeClr val="bg2"/>
            </a:solidFill>
            <a:miter lim="800000"/>
            <a:headEnd/>
            <a:tailEnd/>
          </a:ln>
          <a:effectLst/>
        </p:spPr>
        <p:txBody>
          <a:bodyPr vert="eaVert" wrap="none" anchor="ctr"/>
          <a:lstStyle/>
          <a:p>
            <a:pPr fontAlgn="base">
              <a:spcBef>
                <a:spcPct val="0"/>
              </a:spcBef>
              <a:spcAft>
                <a:spcPct val="0"/>
              </a:spcAft>
            </a:pPr>
            <a:endParaRPr kumimoji="1" lang="zh-CN" altLang="en-US" sz="2000">
              <a:solidFill>
                <a:srgbClr val="000000"/>
              </a:solidFill>
              <a:latin typeface="Times New Roman" panose="02020603050405020304" pitchFamily="18" charset="0"/>
              <a:ea typeface="华文行楷" panose="02010800040101010101" pitchFamily="2" charset="-122"/>
            </a:endParaRPr>
          </a:p>
        </p:txBody>
      </p:sp>
      <p:sp>
        <p:nvSpPr>
          <p:cNvPr id="3" name="椭圆 2">
            <a:extLst>
              <a:ext uri="{FF2B5EF4-FFF2-40B4-BE49-F238E27FC236}">
                <a16:creationId xmlns:a16="http://schemas.microsoft.com/office/drawing/2014/main" id="{85491985-75BE-482C-9C6E-7AD63102CC34}"/>
              </a:ext>
            </a:extLst>
          </p:cNvPr>
          <p:cNvSpPr/>
          <p:nvPr/>
        </p:nvSpPr>
        <p:spPr bwMode="auto">
          <a:xfrm>
            <a:off x="2622985" y="3496535"/>
            <a:ext cx="528507" cy="401938"/>
          </a:xfrm>
          <a:prstGeom prst="ellipse">
            <a:avLst/>
          </a:prstGeom>
          <a:noFill/>
          <a:ln w="28575" cap="flat" cmpd="sng" algn="ctr">
            <a:solidFill>
              <a:srgbClr val="FF0000"/>
            </a:solidFill>
            <a:prstDash val="lg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anose="02020603050405020304" pitchFamily="18" charset="0"/>
              <a:ea typeface="华文行楷" panose="02010800040101010101" pitchFamily="2" charset="-122"/>
            </a:endParaRPr>
          </a:p>
        </p:txBody>
      </p:sp>
      <p:sp>
        <p:nvSpPr>
          <p:cNvPr id="36" name="椭圆 35">
            <a:extLst>
              <a:ext uri="{FF2B5EF4-FFF2-40B4-BE49-F238E27FC236}">
                <a16:creationId xmlns:a16="http://schemas.microsoft.com/office/drawing/2014/main" id="{C4A2A317-97E5-408D-A41B-3D2E206882D5}"/>
              </a:ext>
            </a:extLst>
          </p:cNvPr>
          <p:cNvSpPr/>
          <p:nvPr/>
        </p:nvSpPr>
        <p:spPr bwMode="auto">
          <a:xfrm>
            <a:off x="3581682" y="3491309"/>
            <a:ext cx="528507" cy="401938"/>
          </a:xfrm>
          <a:prstGeom prst="ellipse">
            <a:avLst/>
          </a:prstGeom>
          <a:noFill/>
          <a:ln w="28575" cap="flat" cmpd="sng" algn="ctr">
            <a:solidFill>
              <a:srgbClr val="FF0000"/>
            </a:solidFill>
            <a:prstDash val="lg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anose="02020603050405020304" pitchFamily="18" charset="0"/>
              <a:ea typeface="华文行楷" panose="02010800040101010101" pitchFamily="2" charset="-122"/>
            </a:endParaRPr>
          </a:p>
        </p:txBody>
      </p:sp>
      <p:sp>
        <p:nvSpPr>
          <p:cNvPr id="37" name="椭圆 36">
            <a:extLst>
              <a:ext uri="{FF2B5EF4-FFF2-40B4-BE49-F238E27FC236}">
                <a16:creationId xmlns:a16="http://schemas.microsoft.com/office/drawing/2014/main" id="{528EC485-7CED-42F8-A1C0-2025030DE242}"/>
              </a:ext>
            </a:extLst>
          </p:cNvPr>
          <p:cNvSpPr/>
          <p:nvPr/>
        </p:nvSpPr>
        <p:spPr bwMode="auto">
          <a:xfrm>
            <a:off x="4470189" y="3491309"/>
            <a:ext cx="528507" cy="401938"/>
          </a:xfrm>
          <a:prstGeom prst="ellipse">
            <a:avLst/>
          </a:prstGeom>
          <a:noFill/>
          <a:ln w="28575" cap="flat" cmpd="sng" algn="ctr">
            <a:solidFill>
              <a:srgbClr val="FF0000"/>
            </a:solidFill>
            <a:prstDash val="lg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anose="02020603050405020304" pitchFamily="18" charset="0"/>
              <a:ea typeface="华文行楷" panose="02010800040101010101" pitchFamily="2" charset="-122"/>
            </a:endParaRPr>
          </a:p>
        </p:txBody>
      </p:sp>
      <p:sp>
        <p:nvSpPr>
          <p:cNvPr id="38" name="椭圆 37">
            <a:extLst>
              <a:ext uri="{FF2B5EF4-FFF2-40B4-BE49-F238E27FC236}">
                <a16:creationId xmlns:a16="http://schemas.microsoft.com/office/drawing/2014/main" id="{6E5A3744-27E0-453C-934E-E306912B8E0A}"/>
              </a:ext>
            </a:extLst>
          </p:cNvPr>
          <p:cNvSpPr/>
          <p:nvPr/>
        </p:nvSpPr>
        <p:spPr bwMode="auto">
          <a:xfrm>
            <a:off x="5351705" y="3496535"/>
            <a:ext cx="528507" cy="401938"/>
          </a:xfrm>
          <a:prstGeom prst="ellipse">
            <a:avLst/>
          </a:prstGeom>
          <a:noFill/>
          <a:ln w="28575" cap="flat" cmpd="sng" algn="ctr">
            <a:solidFill>
              <a:srgbClr val="FF0000"/>
            </a:solidFill>
            <a:prstDash val="lg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anose="02020603050405020304" pitchFamily="18" charset="0"/>
              <a:ea typeface="华文行楷" panose="02010800040101010101" pitchFamily="2" charset="-122"/>
            </a:endParaRPr>
          </a:p>
        </p:txBody>
      </p:sp>
      <p:sp>
        <p:nvSpPr>
          <p:cNvPr id="6" name="文本框 5">
            <a:extLst>
              <a:ext uri="{FF2B5EF4-FFF2-40B4-BE49-F238E27FC236}">
                <a16:creationId xmlns:a16="http://schemas.microsoft.com/office/drawing/2014/main" id="{99602424-66E3-F5B9-1C1E-F37A971B370F}"/>
              </a:ext>
            </a:extLst>
          </p:cNvPr>
          <p:cNvSpPr txBox="1"/>
          <p:nvPr/>
        </p:nvSpPr>
        <p:spPr>
          <a:xfrm>
            <a:off x="337299" y="767733"/>
            <a:ext cx="6248400" cy="1596078"/>
          </a:xfrm>
          <a:prstGeom prst="rect">
            <a:avLst/>
          </a:prstGeom>
          <a:noFill/>
        </p:spPr>
        <p:txBody>
          <a:bodyPr wrap="square">
            <a:spAutoFit/>
          </a:bodyPr>
          <a:lstStyle/>
          <a:p>
            <a:pPr algn="just">
              <a:lnSpc>
                <a:spcPct val="110000"/>
              </a:lnSpc>
              <a:buNone/>
            </a:pPr>
            <a:r>
              <a:rPr lang="zh-CN" altLang="zh-CN" dirty="0">
                <a:solidFill>
                  <a:srgbClr val="C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Times New Roman" panose="02020603050405020304" pitchFamily="18" charset="0"/>
              </a:rPr>
              <a:t>归并排序</a:t>
            </a:r>
            <a:r>
              <a:rPr lang="en-US" altLang="zh-CN" dirty="0">
                <a:effectLst/>
                <a:latin typeface="Times New Roman" panose="02020603050405020304" pitchFamily="18" charset="0"/>
                <a:ea typeface="宋体" panose="02010600030101010101" pitchFamily="2" charset="-122"/>
              </a:rPr>
              <a:t>(Merging Sort)</a:t>
            </a:r>
            <a:r>
              <a:rPr lang="zh-CN" altLang="zh-CN" dirty="0">
                <a:effectLst/>
                <a:latin typeface="Times New Roman" panose="02020603050405020304" pitchFamily="18" charset="0"/>
                <a:ea typeface="宋体" panose="02010600030101010101" pitchFamily="2" charset="-122"/>
                <a:cs typeface="Times New Roman" panose="02020603050405020304" pitchFamily="18" charset="0"/>
              </a:rPr>
              <a:t>是又一类不同的排序方法。</a:t>
            </a:r>
            <a:r>
              <a:rPr lang="en-US" altLang="zh-CN" dirty="0">
                <a:effectLst/>
                <a:latin typeface="宋体" panose="02010600030101010101" pitchFamily="2" charset="-122"/>
                <a:cs typeface="Times New Roman" panose="02020603050405020304" pitchFamily="18" charset="0"/>
              </a:rPr>
              <a:t>“</a:t>
            </a:r>
            <a:r>
              <a:rPr lang="zh-CN" altLang="zh-CN" dirty="0">
                <a:effectLst/>
                <a:latin typeface="Times New Roman" panose="02020603050405020304" pitchFamily="18" charset="0"/>
                <a:ea typeface="宋体" panose="02010600030101010101" pitchFamily="2" charset="-122"/>
                <a:cs typeface="Times New Roman" panose="02020603050405020304" pitchFamily="18" charset="0"/>
              </a:rPr>
              <a:t>归并</a:t>
            </a:r>
            <a:r>
              <a:rPr lang="en-US" altLang="zh-CN" dirty="0">
                <a:effectLst/>
                <a:latin typeface="宋体" panose="02010600030101010101" pitchFamily="2" charset="-122"/>
                <a:cs typeface="Times New Roman" panose="02020603050405020304" pitchFamily="18" charset="0"/>
              </a:rPr>
              <a:t>”</a:t>
            </a:r>
            <a:r>
              <a:rPr lang="zh-CN" altLang="zh-CN" dirty="0">
                <a:effectLst/>
                <a:latin typeface="Times New Roman" panose="02020603050405020304" pitchFamily="18" charset="0"/>
                <a:ea typeface="宋体" panose="02010600030101010101" pitchFamily="2" charset="-122"/>
                <a:cs typeface="Times New Roman" panose="02020603050405020304" pitchFamily="18" charset="0"/>
              </a:rPr>
              <a:t>的含义是将两个或两个以上的有序表组合成一个新的有序表。它的实现方法早已为读者所熟悉，无论是顺序存储结构还是链表存储结构，都可在</a:t>
            </a:r>
            <a:r>
              <a:rPr lang="en-US" altLang="zh-CN" b="1" i="1" dirty="0">
                <a:effectLst/>
                <a:latin typeface="Times New Roman" panose="02020603050405020304" pitchFamily="18" charset="0"/>
                <a:ea typeface="宋体" panose="02010600030101010101" pitchFamily="2" charset="-122"/>
              </a:rPr>
              <a:t>O</a:t>
            </a:r>
            <a:r>
              <a:rPr lang="en-US" altLang="zh-CN" dirty="0">
                <a:effectLst/>
                <a:latin typeface="Times New Roman" panose="02020603050405020304" pitchFamily="18" charset="0"/>
                <a:ea typeface="宋体" panose="02010600030101010101" pitchFamily="2" charset="-122"/>
              </a:rPr>
              <a:t>(</a:t>
            </a:r>
            <a:r>
              <a:rPr lang="en-US" altLang="zh-CN" i="1" dirty="0">
                <a:effectLst/>
                <a:latin typeface="Times New Roman" panose="02020603050405020304" pitchFamily="18" charset="0"/>
                <a:ea typeface="宋体" panose="02010600030101010101" pitchFamily="2" charset="-122"/>
              </a:rPr>
              <a:t>m</a:t>
            </a:r>
            <a:r>
              <a:rPr lang="zh-CN" altLang="zh-CN"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i="1" dirty="0">
                <a:effectLst/>
                <a:latin typeface="Times New Roman" panose="02020603050405020304" pitchFamily="18" charset="0"/>
                <a:ea typeface="宋体" panose="02010600030101010101" pitchFamily="2" charset="-122"/>
              </a:rPr>
              <a:t>n</a:t>
            </a:r>
            <a:r>
              <a:rPr lang="en-US" altLang="zh-CN" dirty="0">
                <a:effectLst/>
                <a:latin typeface="Times New Roman" panose="02020603050405020304" pitchFamily="18" charset="0"/>
                <a:ea typeface="宋体" panose="02010600030101010101" pitchFamily="2" charset="-122"/>
              </a:rPr>
              <a:t>)</a:t>
            </a:r>
            <a:r>
              <a:rPr lang="zh-CN" altLang="zh-CN" dirty="0">
                <a:effectLst/>
                <a:latin typeface="Times New Roman" panose="02020603050405020304" pitchFamily="18" charset="0"/>
                <a:ea typeface="宋体" panose="02010600030101010101" pitchFamily="2" charset="-122"/>
                <a:cs typeface="Times New Roman" panose="02020603050405020304" pitchFamily="18" charset="0"/>
              </a:rPr>
              <a:t>的时间量级上实现。</a:t>
            </a:r>
            <a:r>
              <a:rPr lang="zh-CN" altLang="zh-CN" dirty="0">
                <a:effectLst/>
              </a:rPr>
              <a:t> </a:t>
            </a:r>
          </a:p>
          <a:p>
            <a:pPr algn="just">
              <a:lnSpc>
                <a:spcPct val="110000"/>
              </a:lnSpc>
              <a:buNone/>
            </a:pP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假设两个有序表的长度分别为</a:t>
            </a:r>
            <a:r>
              <a:rPr lang="en-US" altLang="zh-CN" i="1" kern="100" dirty="0">
                <a:effectLst/>
                <a:latin typeface="Times New Roman" panose="02020603050405020304" pitchFamily="18" charset="0"/>
                <a:ea typeface="宋体" panose="02010600030101010101" pitchFamily="2" charset="-122"/>
                <a:cs typeface="Times New Roman" panose="02020603050405020304" pitchFamily="18" charset="0"/>
              </a:rPr>
              <a:t>m</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i="1" kern="100" dirty="0">
                <a:effectLst/>
                <a:latin typeface="Times New Roman" panose="02020603050405020304" pitchFamily="18" charset="0"/>
                <a:ea typeface="宋体" panose="02010600030101010101" pitchFamily="2" charset="-122"/>
                <a:cs typeface="Times New Roman" panose="02020603050405020304" pitchFamily="18" charset="0"/>
              </a:rPr>
              <a:t>n</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kern="100" dirty="0">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8" name="文本框 7">
            <a:extLst>
              <a:ext uri="{FF2B5EF4-FFF2-40B4-BE49-F238E27FC236}">
                <a16:creationId xmlns:a16="http://schemas.microsoft.com/office/drawing/2014/main" id="{49D5218E-72C3-1B57-500C-760910B409F5}"/>
              </a:ext>
            </a:extLst>
          </p:cNvPr>
          <p:cNvSpPr txBox="1"/>
          <p:nvPr/>
        </p:nvSpPr>
        <p:spPr>
          <a:xfrm>
            <a:off x="360999" y="2279222"/>
            <a:ext cx="6248400" cy="1019638"/>
          </a:xfrm>
          <a:prstGeom prst="rect">
            <a:avLst/>
          </a:prstGeom>
          <a:noFill/>
        </p:spPr>
        <p:txBody>
          <a:bodyPr wrap="square">
            <a:spAutoFit/>
          </a:bodyPr>
          <a:lstStyle/>
          <a:p>
            <a:pPr algn="just">
              <a:lnSpc>
                <a:spcPct val="115000"/>
              </a:lnSpc>
              <a:buNone/>
            </a:pPr>
            <a:r>
              <a:rPr lang="en-US" altLang="zh-CN" sz="1800" kern="100" dirty="0">
                <a:effectLst/>
                <a:latin typeface="Times New Roman" panose="02020603050405020304" pitchFamily="18" charset="0"/>
                <a:ea typeface="宋体" panose="02010600030101010101" pitchFamily="2" charset="-122"/>
                <a:cs typeface="Courier New" panose="02070309020205020404" pitchFamily="49" charset="0"/>
              </a:rPr>
              <a:t>2</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路归并排序中的核心操作是将一维数组中前后相邻的两个有序序列归并为一个有序序列，其算法（类似于算法</a:t>
            </a:r>
            <a:r>
              <a:rPr lang="en-US" altLang="zh-CN" sz="1800" kern="100" dirty="0">
                <a:effectLst/>
                <a:latin typeface="Times New Roman" panose="02020603050405020304" pitchFamily="18" charset="0"/>
                <a:ea typeface="宋体" panose="02010600030101010101" pitchFamily="2" charset="-122"/>
                <a:cs typeface="Courier New" panose="02070309020205020404" pitchFamily="49" charset="0"/>
              </a:rPr>
              <a:t>2.7</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）如</a:t>
            </a:r>
            <a:r>
              <a:rPr lang="zh-CN" altLang="zh-CN" sz="1800" b="1" kern="1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算法</a:t>
            </a:r>
            <a:r>
              <a:rPr lang="en-US" altLang="zh-CN" sz="1800" b="1" kern="100" dirty="0">
                <a:solidFill>
                  <a:srgbClr val="C00000"/>
                </a:solidFill>
                <a:effectLst/>
                <a:latin typeface="Times New Roman" panose="02020603050405020304" pitchFamily="18" charset="0"/>
                <a:ea typeface="宋体" panose="02010600030101010101" pitchFamily="2" charset="-122"/>
                <a:cs typeface="Courier New" panose="02070309020205020404" pitchFamily="49" charset="0"/>
              </a:rPr>
              <a:t>10.10</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所示。</a:t>
            </a:r>
            <a:endParaRPr lang="zh-CN" altLang="zh-CN" sz="1800" kern="100" dirty="0">
              <a:effectLst/>
              <a:latin typeface="宋体" panose="02010600030101010101" pitchFamily="2" charset="-122"/>
              <a:ea typeface="宋体" panose="02010600030101010101" pitchFamily="2" charset="-122"/>
              <a:cs typeface="Courier New" panose="020703090202050204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35"/>
                                        </p:tgtEl>
                                        <p:attrNameLst>
                                          <p:attrName>style.visibility</p:attrName>
                                        </p:attrNameLst>
                                      </p:cBhvr>
                                      <p:to>
                                        <p:strVal val="visible"/>
                                      </p:to>
                                    </p:set>
                                    <p:animEffect transition="in" filter="wipe(up)">
                                      <p:cBhvr>
                                        <p:cTn id="21" dur="500"/>
                                        <p:tgtEl>
                                          <p:spTgt spid="3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12">
                                            <p:bg/>
                                          </p:spTgt>
                                        </p:tgtEl>
                                        <p:attrNameLst>
                                          <p:attrName>style.visibility</p:attrName>
                                        </p:attrNameLst>
                                      </p:cBhvr>
                                      <p:to>
                                        <p:strVal val="visible"/>
                                      </p:to>
                                    </p:set>
                                    <p:animEffect transition="in" filter="wipe(up)">
                                      <p:cBhvr>
                                        <p:cTn id="26" dur="500"/>
                                        <p:tgtEl>
                                          <p:spTgt spid="12">
                                            <p:bg/>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12">
                                            <p:txEl>
                                              <p:pRg st="0" end="0"/>
                                            </p:txEl>
                                          </p:spTgt>
                                        </p:tgtEl>
                                        <p:attrNameLst>
                                          <p:attrName>style.visibility</p:attrName>
                                        </p:attrNameLst>
                                      </p:cBhvr>
                                      <p:to>
                                        <p:strVal val="visible"/>
                                      </p:to>
                                    </p:set>
                                    <p:animEffect transition="in" filter="wipe(up)">
                                      <p:cBhvr>
                                        <p:cTn id="31" dur="500"/>
                                        <p:tgtEl>
                                          <p:spTgt spid="12">
                                            <p:txEl>
                                              <p:pRg st="0" end="0"/>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grpId="0" nodeType="clickEffect">
                                  <p:stCondLst>
                                    <p:cond delay="0"/>
                                  </p:stCondLst>
                                  <p:childTnLst>
                                    <p:set>
                                      <p:cBhvr>
                                        <p:cTn id="35" dur="1" fill="hold">
                                          <p:stCondLst>
                                            <p:cond delay="0"/>
                                          </p:stCondLst>
                                        </p:cTn>
                                        <p:tgtEl>
                                          <p:spTgt spid="12">
                                            <p:txEl>
                                              <p:pRg st="1" end="1"/>
                                            </p:txEl>
                                          </p:spTgt>
                                        </p:tgtEl>
                                        <p:attrNameLst>
                                          <p:attrName>style.visibility</p:attrName>
                                        </p:attrNameLst>
                                      </p:cBhvr>
                                      <p:to>
                                        <p:strVal val="visible"/>
                                      </p:to>
                                    </p:set>
                                    <p:animEffect transition="in" filter="wipe(up)">
                                      <p:cBhvr>
                                        <p:cTn id="36" dur="500"/>
                                        <p:tgtEl>
                                          <p:spTgt spid="12">
                                            <p:txEl>
                                              <p:pRg st="1" end="1"/>
                                            </p:txEl>
                                          </p:spTgt>
                                        </p:tgtEl>
                                      </p:cBhvr>
                                    </p:animEffect>
                                  </p:childTnLst>
                                </p:cTn>
                              </p:par>
                            </p:childTnLst>
                          </p:cTn>
                        </p:par>
                        <p:par>
                          <p:cTn id="37" fill="hold">
                            <p:stCondLst>
                              <p:cond delay="500"/>
                            </p:stCondLst>
                            <p:childTnLst>
                              <p:par>
                                <p:cTn id="38" presetID="22" presetClass="entr" presetSubtype="1" fill="hold" grpId="0" nodeType="afterEffect">
                                  <p:stCondLst>
                                    <p:cond delay="0"/>
                                  </p:stCondLst>
                                  <p:childTnLst>
                                    <p:set>
                                      <p:cBhvr>
                                        <p:cTn id="39" dur="1" fill="hold">
                                          <p:stCondLst>
                                            <p:cond delay="0"/>
                                          </p:stCondLst>
                                        </p:cTn>
                                        <p:tgtEl>
                                          <p:spTgt spid="12">
                                            <p:txEl>
                                              <p:pRg st="2" end="2"/>
                                            </p:txEl>
                                          </p:spTgt>
                                        </p:tgtEl>
                                        <p:attrNameLst>
                                          <p:attrName>style.visibility</p:attrName>
                                        </p:attrNameLst>
                                      </p:cBhvr>
                                      <p:to>
                                        <p:strVal val="visible"/>
                                      </p:to>
                                    </p:set>
                                    <p:animEffect transition="in" filter="wipe(up)">
                                      <p:cBhvr>
                                        <p:cTn id="40" dur="500"/>
                                        <p:tgtEl>
                                          <p:spTgt spid="12">
                                            <p:txEl>
                                              <p:pRg st="2" end="2"/>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1" fill="hold" grpId="0" nodeType="clickEffect">
                                  <p:stCondLst>
                                    <p:cond delay="0"/>
                                  </p:stCondLst>
                                  <p:childTnLst>
                                    <p:set>
                                      <p:cBhvr>
                                        <p:cTn id="44" dur="1" fill="hold">
                                          <p:stCondLst>
                                            <p:cond delay="0"/>
                                          </p:stCondLst>
                                        </p:cTn>
                                        <p:tgtEl>
                                          <p:spTgt spid="12">
                                            <p:txEl>
                                              <p:pRg st="3" end="3"/>
                                            </p:txEl>
                                          </p:spTgt>
                                        </p:tgtEl>
                                        <p:attrNameLst>
                                          <p:attrName>style.visibility</p:attrName>
                                        </p:attrNameLst>
                                      </p:cBhvr>
                                      <p:to>
                                        <p:strVal val="visible"/>
                                      </p:to>
                                    </p:set>
                                    <p:animEffect transition="in" filter="wipe(up)">
                                      <p:cBhvr>
                                        <p:cTn id="45" dur="500"/>
                                        <p:tgtEl>
                                          <p:spTgt spid="12">
                                            <p:txEl>
                                              <p:pRg st="3" end="3"/>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21" presetClass="entr" presetSubtype="1" fill="hold" grpId="0" nodeType="clickEffect">
                                  <p:stCondLst>
                                    <p:cond delay="0"/>
                                  </p:stCondLst>
                                  <p:childTnLst>
                                    <p:set>
                                      <p:cBhvr>
                                        <p:cTn id="49" dur="1" fill="hold">
                                          <p:stCondLst>
                                            <p:cond delay="0"/>
                                          </p:stCondLst>
                                        </p:cTn>
                                        <p:tgtEl>
                                          <p:spTgt spid="3"/>
                                        </p:tgtEl>
                                        <p:attrNameLst>
                                          <p:attrName>style.visibility</p:attrName>
                                        </p:attrNameLst>
                                      </p:cBhvr>
                                      <p:to>
                                        <p:strVal val="visible"/>
                                      </p:to>
                                    </p:set>
                                    <p:animEffect transition="in" filter="wheel(1)">
                                      <p:cBhvr>
                                        <p:cTn id="50" dur="1000"/>
                                        <p:tgtEl>
                                          <p:spTgt spid="3"/>
                                        </p:tgtEl>
                                      </p:cBhvr>
                                    </p:animEffect>
                                  </p:childTnLst>
                                </p:cTn>
                              </p:par>
                            </p:childTnLst>
                          </p:cTn>
                        </p:par>
                        <p:par>
                          <p:cTn id="51" fill="hold">
                            <p:stCondLst>
                              <p:cond delay="1000"/>
                            </p:stCondLst>
                            <p:childTnLst>
                              <p:par>
                                <p:cTn id="52" presetID="21" presetClass="entr" presetSubtype="1" fill="hold" grpId="0" nodeType="afterEffect">
                                  <p:stCondLst>
                                    <p:cond delay="0"/>
                                  </p:stCondLst>
                                  <p:childTnLst>
                                    <p:set>
                                      <p:cBhvr>
                                        <p:cTn id="53" dur="1" fill="hold">
                                          <p:stCondLst>
                                            <p:cond delay="0"/>
                                          </p:stCondLst>
                                        </p:cTn>
                                        <p:tgtEl>
                                          <p:spTgt spid="36"/>
                                        </p:tgtEl>
                                        <p:attrNameLst>
                                          <p:attrName>style.visibility</p:attrName>
                                        </p:attrNameLst>
                                      </p:cBhvr>
                                      <p:to>
                                        <p:strVal val="visible"/>
                                      </p:to>
                                    </p:set>
                                    <p:animEffect transition="in" filter="wheel(1)">
                                      <p:cBhvr>
                                        <p:cTn id="54" dur="1000"/>
                                        <p:tgtEl>
                                          <p:spTgt spid="36"/>
                                        </p:tgtEl>
                                      </p:cBhvr>
                                    </p:animEffect>
                                  </p:childTnLst>
                                </p:cTn>
                              </p:par>
                            </p:childTnLst>
                          </p:cTn>
                        </p:par>
                        <p:par>
                          <p:cTn id="55" fill="hold">
                            <p:stCondLst>
                              <p:cond delay="2000"/>
                            </p:stCondLst>
                            <p:childTnLst>
                              <p:par>
                                <p:cTn id="56" presetID="21" presetClass="entr" presetSubtype="1" fill="hold" grpId="0" nodeType="afterEffect">
                                  <p:stCondLst>
                                    <p:cond delay="0"/>
                                  </p:stCondLst>
                                  <p:childTnLst>
                                    <p:set>
                                      <p:cBhvr>
                                        <p:cTn id="57" dur="1" fill="hold">
                                          <p:stCondLst>
                                            <p:cond delay="0"/>
                                          </p:stCondLst>
                                        </p:cTn>
                                        <p:tgtEl>
                                          <p:spTgt spid="37"/>
                                        </p:tgtEl>
                                        <p:attrNameLst>
                                          <p:attrName>style.visibility</p:attrName>
                                        </p:attrNameLst>
                                      </p:cBhvr>
                                      <p:to>
                                        <p:strVal val="visible"/>
                                      </p:to>
                                    </p:set>
                                    <p:animEffect transition="in" filter="wheel(1)">
                                      <p:cBhvr>
                                        <p:cTn id="58" dur="1000"/>
                                        <p:tgtEl>
                                          <p:spTgt spid="37"/>
                                        </p:tgtEl>
                                      </p:cBhvr>
                                    </p:animEffect>
                                  </p:childTnLst>
                                </p:cTn>
                              </p:par>
                            </p:childTnLst>
                          </p:cTn>
                        </p:par>
                        <p:par>
                          <p:cTn id="59" fill="hold">
                            <p:stCondLst>
                              <p:cond delay="3000"/>
                            </p:stCondLst>
                            <p:childTnLst>
                              <p:par>
                                <p:cTn id="60" presetID="21" presetClass="entr" presetSubtype="1" fill="hold" grpId="0" nodeType="afterEffect">
                                  <p:stCondLst>
                                    <p:cond delay="0"/>
                                  </p:stCondLst>
                                  <p:childTnLst>
                                    <p:set>
                                      <p:cBhvr>
                                        <p:cTn id="61" dur="1" fill="hold">
                                          <p:stCondLst>
                                            <p:cond delay="0"/>
                                          </p:stCondLst>
                                        </p:cTn>
                                        <p:tgtEl>
                                          <p:spTgt spid="38"/>
                                        </p:tgtEl>
                                        <p:attrNameLst>
                                          <p:attrName>style.visibility</p:attrName>
                                        </p:attrNameLst>
                                      </p:cBhvr>
                                      <p:to>
                                        <p:strVal val="visible"/>
                                      </p:to>
                                    </p:set>
                                    <p:animEffect transition="in" filter="wheel(1)">
                                      <p:cBhvr>
                                        <p:cTn id="62" dur="1000"/>
                                        <p:tgtEl>
                                          <p:spTgt spid="38"/>
                                        </p:tgtEl>
                                      </p:cBhvr>
                                    </p:animEffect>
                                  </p:childTnLst>
                                </p:cTn>
                              </p:par>
                            </p:childTnLst>
                          </p:cTn>
                        </p:par>
                        <p:par>
                          <p:cTn id="63" fill="hold">
                            <p:stCondLst>
                              <p:cond delay="4000"/>
                            </p:stCondLst>
                            <p:childTnLst>
                              <p:par>
                                <p:cTn id="64" presetID="22" presetClass="entr" presetSubtype="8" fill="hold" grpId="0" nodeType="afterEffect">
                                  <p:stCondLst>
                                    <p:cond delay="0"/>
                                  </p:stCondLst>
                                  <p:childTnLst>
                                    <p:set>
                                      <p:cBhvr>
                                        <p:cTn id="65" dur="1" fill="hold">
                                          <p:stCondLst>
                                            <p:cond delay="0"/>
                                          </p:stCondLst>
                                        </p:cTn>
                                        <p:tgtEl>
                                          <p:spTgt spid="15"/>
                                        </p:tgtEl>
                                        <p:attrNameLst>
                                          <p:attrName>style.visibility</p:attrName>
                                        </p:attrNameLst>
                                      </p:cBhvr>
                                      <p:to>
                                        <p:strVal val="visible"/>
                                      </p:to>
                                    </p:set>
                                    <p:animEffect transition="in" filter="wipe(left)">
                                      <p:cBhvr>
                                        <p:cTn id="66" dur="500"/>
                                        <p:tgtEl>
                                          <p:spTgt spid="15"/>
                                        </p:tgtEl>
                                      </p:cBhvr>
                                    </p:animEffect>
                                  </p:childTnLst>
                                </p:cTn>
                              </p:par>
                            </p:childTnLst>
                          </p:cTn>
                        </p:par>
                        <p:par>
                          <p:cTn id="67" fill="hold">
                            <p:stCondLst>
                              <p:cond delay="4500"/>
                            </p:stCondLst>
                            <p:childTnLst>
                              <p:par>
                                <p:cTn id="68" presetID="22" presetClass="entr" presetSubtype="8" fill="hold" grpId="0" nodeType="afterEffect">
                                  <p:stCondLst>
                                    <p:cond delay="0"/>
                                  </p:stCondLst>
                                  <p:childTnLst>
                                    <p:set>
                                      <p:cBhvr>
                                        <p:cTn id="69" dur="1" fill="hold">
                                          <p:stCondLst>
                                            <p:cond delay="0"/>
                                          </p:stCondLst>
                                        </p:cTn>
                                        <p:tgtEl>
                                          <p:spTgt spid="13"/>
                                        </p:tgtEl>
                                        <p:attrNameLst>
                                          <p:attrName>style.visibility</p:attrName>
                                        </p:attrNameLst>
                                      </p:cBhvr>
                                      <p:to>
                                        <p:strVal val="visible"/>
                                      </p:to>
                                    </p:set>
                                    <p:animEffect transition="in" filter="wipe(left)">
                                      <p:cBhvr>
                                        <p:cTn id="70" dur="500"/>
                                        <p:tgtEl>
                                          <p:spTgt spid="13"/>
                                        </p:tgtEl>
                                      </p:cBhvr>
                                    </p:animEffect>
                                  </p:childTnLst>
                                </p:cTn>
                              </p:par>
                            </p:childTnLst>
                          </p:cTn>
                        </p:par>
                        <p:par>
                          <p:cTn id="71" fill="hold">
                            <p:stCondLst>
                              <p:cond delay="5000"/>
                            </p:stCondLst>
                            <p:childTnLst>
                              <p:par>
                                <p:cTn id="72" presetID="22" presetClass="entr" presetSubtype="1" fill="hold" grpId="0" nodeType="afterEffect">
                                  <p:stCondLst>
                                    <p:cond delay="0"/>
                                  </p:stCondLst>
                                  <p:childTnLst>
                                    <p:set>
                                      <p:cBhvr>
                                        <p:cTn id="73" dur="1" fill="hold">
                                          <p:stCondLst>
                                            <p:cond delay="0"/>
                                          </p:stCondLst>
                                        </p:cTn>
                                        <p:tgtEl>
                                          <p:spTgt spid="29"/>
                                        </p:tgtEl>
                                        <p:attrNameLst>
                                          <p:attrName>style.visibility</p:attrName>
                                        </p:attrNameLst>
                                      </p:cBhvr>
                                      <p:to>
                                        <p:strVal val="visible"/>
                                      </p:to>
                                    </p:set>
                                    <p:animEffect transition="in" filter="wipe(up)">
                                      <p:cBhvr>
                                        <p:cTn id="74" dur="500"/>
                                        <p:tgtEl>
                                          <p:spTgt spid="29"/>
                                        </p:tgtEl>
                                      </p:cBhvr>
                                    </p:animEffect>
                                  </p:childTnLst>
                                </p:cTn>
                              </p:par>
                            </p:childTnLst>
                          </p:cTn>
                        </p:par>
                        <p:par>
                          <p:cTn id="75" fill="hold">
                            <p:stCondLst>
                              <p:cond delay="5500"/>
                            </p:stCondLst>
                            <p:childTnLst>
                              <p:par>
                                <p:cTn id="76" presetID="22" presetClass="entr" presetSubtype="1" fill="hold" grpId="0" nodeType="afterEffect">
                                  <p:stCondLst>
                                    <p:cond delay="0"/>
                                  </p:stCondLst>
                                  <p:childTnLst>
                                    <p:set>
                                      <p:cBhvr>
                                        <p:cTn id="77" dur="1" fill="hold">
                                          <p:stCondLst>
                                            <p:cond delay="0"/>
                                          </p:stCondLst>
                                        </p:cTn>
                                        <p:tgtEl>
                                          <p:spTgt spid="33"/>
                                        </p:tgtEl>
                                        <p:attrNameLst>
                                          <p:attrName>style.visibility</p:attrName>
                                        </p:attrNameLst>
                                      </p:cBhvr>
                                      <p:to>
                                        <p:strVal val="visible"/>
                                      </p:to>
                                    </p:set>
                                    <p:animEffect transition="in" filter="wipe(up)">
                                      <p:cBhvr>
                                        <p:cTn id="78" dur="500"/>
                                        <p:tgtEl>
                                          <p:spTgt spid="33"/>
                                        </p:tgtEl>
                                      </p:cBhvr>
                                    </p:animEffect>
                                  </p:childTnLst>
                                </p:cTn>
                              </p:par>
                            </p:childTnLst>
                          </p:cTn>
                        </p:par>
                        <p:par>
                          <p:cTn id="79" fill="hold">
                            <p:stCondLst>
                              <p:cond delay="6000"/>
                            </p:stCondLst>
                            <p:childTnLst>
                              <p:par>
                                <p:cTn id="80" presetID="22" presetClass="entr" presetSubtype="1" fill="hold" grpId="0" nodeType="afterEffect">
                                  <p:stCondLst>
                                    <p:cond delay="0"/>
                                  </p:stCondLst>
                                  <p:childTnLst>
                                    <p:set>
                                      <p:cBhvr>
                                        <p:cTn id="81" dur="1" fill="hold">
                                          <p:stCondLst>
                                            <p:cond delay="0"/>
                                          </p:stCondLst>
                                        </p:cTn>
                                        <p:tgtEl>
                                          <p:spTgt spid="34"/>
                                        </p:tgtEl>
                                        <p:attrNameLst>
                                          <p:attrName>style.visibility</p:attrName>
                                        </p:attrNameLst>
                                      </p:cBhvr>
                                      <p:to>
                                        <p:strVal val="visible"/>
                                      </p:to>
                                    </p:set>
                                    <p:animEffect transition="in" filter="wipe(up)">
                                      <p:cBhvr>
                                        <p:cTn id="82" dur="500"/>
                                        <p:tgtEl>
                                          <p:spTgt spid="34"/>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1" fill="hold" grpId="0" nodeType="clickEffect">
                                  <p:stCondLst>
                                    <p:cond delay="0"/>
                                  </p:stCondLst>
                                  <p:childTnLst>
                                    <p:set>
                                      <p:cBhvr>
                                        <p:cTn id="86" dur="1" fill="hold">
                                          <p:stCondLst>
                                            <p:cond delay="0"/>
                                          </p:stCondLst>
                                        </p:cTn>
                                        <p:tgtEl>
                                          <p:spTgt spid="12">
                                            <p:txEl>
                                              <p:pRg st="4" end="4"/>
                                            </p:txEl>
                                          </p:spTgt>
                                        </p:tgtEl>
                                        <p:attrNameLst>
                                          <p:attrName>style.visibility</p:attrName>
                                        </p:attrNameLst>
                                      </p:cBhvr>
                                      <p:to>
                                        <p:strVal val="visible"/>
                                      </p:to>
                                    </p:set>
                                    <p:animEffect transition="in" filter="wipe(up)">
                                      <p:cBhvr>
                                        <p:cTn id="87" dur="500"/>
                                        <p:tgtEl>
                                          <p:spTgt spid="12">
                                            <p:txEl>
                                              <p:pRg st="4" end="4"/>
                                            </p:txEl>
                                          </p:spTgt>
                                        </p:tgtEl>
                                      </p:cBhvr>
                                    </p:animEffect>
                                  </p:childTnLst>
                                </p:cTn>
                              </p:par>
                            </p:childTnLst>
                          </p:cTn>
                        </p:par>
                        <p:par>
                          <p:cTn id="88" fill="hold">
                            <p:stCondLst>
                              <p:cond delay="500"/>
                            </p:stCondLst>
                            <p:childTnLst>
                              <p:par>
                                <p:cTn id="89" presetID="42" presetClass="entr" presetSubtype="0" fill="hold" grpId="0" nodeType="afterEffect">
                                  <p:stCondLst>
                                    <p:cond delay="0"/>
                                  </p:stCondLst>
                                  <p:childTnLst>
                                    <p:set>
                                      <p:cBhvr>
                                        <p:cTn id="90" dur="1" fill="hold">
                                          <p:stCondLst>
                                            <p:cond delay="0"/>
                                          </p:stCondLst>
                                        </p:cTn>
                                        <p:tgtEl>
                                          <p:spTgt spid="18"/>
                                        </p:tgtEl>
                                        <p:attrNameLst>
                                          <p:attrName>style.visibility</p:attrName>
                                        </p:attrNameLst>
                                      </p:cBhvr>
                                      <p:to>
                                        <p:strVal val="visible"/>
                                      </p:to>
                                    </p:set>
                                    <p:animEffect transition="in" filter="fade">
                                      <p:cBhvr>
                                        <p:cTn id="91" dur="1000"/>
                                        <p:tgtEl>
                                          <p:spTgt spid="18"/>
                                        </p:tgtEl>
                                      </p:cBhvr>
                                    </p:animEffect>
                                    <p:anim calcmode="lin" valueType="num">
                                      <p:cBhvr>
                                        <p:cTn id="92" dur="1000" fill="hold"/>
                                        <p:tgtEl>
                                          <p:spTgt spid="18"/>
                                        </p:tgtEl>
                                        <p:attrNameLst>
                                          <p:attrName>ppt_x</p:attrName>
                                        </p:attrNameLst>
                                      </p:cBhvr>
                                      <p:tavLst>
                                        <p:tav tm="0">
                                          <p:val>
                                            <p:strVal val="#ppt_x"/>
                                          </p:val>
                                        </p:tav>
                                        <p:tav tm="100000">
                                          <p:val>
                                            <p:strVal val="#ppt_x"/>
                                          </p:val>
                                        </p:tav>
                                      </p:tavLst>
                                    </p:anim>
                                    <p:anim calcmode="lin" valueType="num">
                                      <p:cBhvr>
                                        <p:cTn id="93" dur="1000" fill="hold"/>
                                        <p:tgtEl>
                                          <p:spTgt spid="18"/>
                                        </p:tgtEl>
                                        <p:attrNameLst>
                                          <p:attrName>ppt_y</p:attrName>
                                        </p:attrNameLst>
                                      </p:cBhvr>
                                      <p:tavLst>
                                        <p:tav tm="0">
                                          <p:val>
                                            <p:strVal val="#ppt_y+.1"/>
                                          </p:val>
                                        </p:tav>
                                        <p:tav tm="100000">
                                          <p:val>
                                            <p:strVal val="#ppt_y"/>
                                          </p:val>
                                        </p:tav>
                                      </p:tavLst>
                                    </p:anim>
                                  </p:childTnLst>
                                </p:cTn>
                              </p:par>
                            </p:childTnLst>
                          </p:cTn>
                        </p:par>
                        <p:par>
                          <p:cTn id="94" fill="hold">
                            <p:stCondLst>
                              <p:cond delay="1500"/>
                            </p:stCondLst>
                            <p:childTnLst>
                              <p:par>
                                <p:cTn id="95" presetID="42" presetClass="entr" presetSubtype="0" fill="hold" grpId="0" nodeType="afterEffect">
                                  <p:stCondLst>
                                    <p:cond delay="0"/>
                                  </p:stCondLst>
                                  <p:childTnLst>
                                    <p:set>
                                      <p:cBhvr>
                                        <p:cTn id="96" dur="1" fill="hold">
                                          <p:stCondLst>
                                            <p:cond delay="0"/>
                                          </p:stCondLst>
                                        </p:cTn>
                                        <p:tgtEl>
                                          <p:spTgt spid="14"/>
                                        </p:tgtEl>
                                        <p:attrNameLst>
                                          <p:attrName>style.visibility</p:attrName>
                                        </p:attrNameLst>
                                      </p:cBhvr>
                                      <p:to>
                                        <p:strVal val="visible"/>
                                      </p:to>
                                    </p:set>
                                    <p:animEffect transition="in" filter="fade">
                                      <p:cBhvr>
                                        <p:cTn id="97" dur="1000"/>
                                        <p:tgtEl>
                                          <p:spTgt spid="14"/>
                                        </p:tgtEl>
                                      </p:cBhvr>
                                    </p:animEffect>
                                    <p:anim calcmode="lin" valueType="num">
                                      <p:cBhvr>
                                        <p:cTn id="98" dur="1000" fill="hold"/>
                                        <p:tgtEl>
                                          <p:spTgt spid="14"/>
                                        </p:tgtEl>
                                        <p:attrNameLst>
                                          <p:attrName>ppt_x</p:attrName>
                                        </p:attrNameLst>
                                      </p:cBhvr>
                                      <p:tavLst>
                                        <p:tav tm="0">
                                          <p:val>
                                            <p:strVal val="#ppt_x"/>
                                          </p:val>
                                        </p:tav>
                                        <p:tav tm="100000">
                                          <p:val>
                                            <p:strVal val="#ppt_x"/>
                                          </p:val>
                                        </p:tav>
                                      </p:tavLst>
                                    </p:anim>
                                    <p:anim calcmode="lin" valueType="num">
                                      <p:cBhvr>
                                        <p:cTn id="9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00" fill="hold">
                      <p:stCondLst>
                        <p:cond delay="indefinite"/>
                      </p:stCondLst>
                      <p:childTnLst>
                        <p:par>
                          <p:cTn id="101" fill="hold">
                            <p:stCondLst>
                              <p:cond delay="0"/>
                            </p:stCondLst>
                            <p:childTnLst>
                              <p:par>
                                <p:cTn id="102" presetID="22" presetClass="entr" presetSubtype="1" fill="hold" grpId="0" nodeType="clickEffect">
                                  <p:stCondLst>
                                    <p:cond delay="0"/>
                                  </p:stCondLst>
                                  <p:childTnLst>
                                    <p:set>
                                      <p:cBhvr>
                                        <p:cTn id="103" dur="1" fill="hold">
                                          <p:stCondLst>
                                            <p:cond delay="0"/>
                                          </p:stCondLst>
                                        </p:cTn>
                                        <p:tgtEl>
                                          <p:spTgt spid="12">
                                            <p:txEl>
                                              <p:pRg st="5" end="5"/>
                                            </p:txEl>
                                          </p:spTgt>
                                        </p:tgtEl>
                                        <p:attrNameLst>
                                          <p:attrName>style.visibility</p:attrName>
                                        </p:attrNameLst>
                                      </p:cBhvr>
                                      <p:to>
                                        <p:strVal val="visible"/>
                                      </p:to>
                                    </p:set>
                                    <p:animEffect transition="in" filter="wipe(up)">
                                      <p:cBhvr>
                                        <p:cTn id="104" dur="500"/>
                                        <p:tgtEl>
                                          <p:spTgt spid="12">
                                            <p:txEl>
                                              <p:pRg st="5" end="5"/>
                                            </p:txEl>
                                          </p:spTgt>
                                        </p:tgtEl>
                                      </p:cBhvr>
                                    </p:animEffect>
                                  </p:childTnLst>
                                </p:cTn>
                              </p:par>
                            </p:childTnLst>
                          </p:cTn>
                        </p:par>
                        <p:par>
                          <p:cTn id="105" fill="hold">
                            <p:stCondLst>
                              <p:cond delay="500"/>
                            </p:stCondLst>
                            <p:childTnLst>
                              <p:par>
                                <p:cTn id="106" presetID="22" presetClass="entr" presetSubtype="1" fill="hold" grpId="0" nodeType="afterEffect">
                                  <p:stCondLst>
                                    <p:cond delay="0"/>
                                  </p:stCondLst>
                                  <p:childTnLst>
                                    <p:set>
                                      <p:cBhvr>
                                        <p:cTn id="107" dur="1" fill="hold">
                                          <p:stCondLst>
                                            <p:cond delay="0"/>
                                          </p:stCondLst>
                                        </p:cTn>
                                        <p:tgtEl>
                                          <p:spTgt spid="12">
                                            <p:txEl>
                                              <p:pRg st="6" end="6"/>
                                            </p:txEl>
                                          </p:spTgt>
                                        </p:tgtEl>
                                        <p:attrNameLst>
                                          <p:attrName>style.visibility</p:attrName>
                                        </p:attrNameLst>
                                      </p:cBhvr>
                                      <p:to>
                                        <p:strVal val="visible"/>
                                      </p:to>
                                    </p:set>
                                    <p:animEffect transition="in" filter="wipe(up)">
                                      <p:cBhvr>
                                        <p:cTn id="108" dur="500"/>
                                        <p:tgtEl>
                                          <p:spTgt spid="12">
                                            <p:txEl>
                                              <p:pRg st="6" end="6"/>
                                            </p:txEl>
                                          </p:spTgt>
                                        </p:tgtEl>
                                      </p:cBhvr>
                                    </p:animEffect>
                                  </p:childTnLst>
                                </p:cTn>
                              </p:par>
                            </p:childTnLst>
                          </p:cTn>
                        </p:par>
                        <p:par>
                          <p:cTn id="109" fill="hold">
                            <p:stCondLst>
                              <p:cond delay="1000"/>
                            </p:stCondLst>
                            <p:childTnLst>
                              <p:par>
                                <p:cTn id="110" presetID="22" presetClass="entr" presetSubtype="1" fill="hold" grpId="0" nodeType="afterEffect">
                                  <p:stCondLst>
                                    <p:cond delay="0"/>
                                  </p:stCondLst>
                                  <p:childTnLst>
                                    <p:set>
                                      <p:cBhvr>
                                        <p:cTn id="111" dur="1" fill="hold">
                                          <p:stCondLst>
                                            <p:cond delay="0"/>
                                          </p:stCondLst>
                                        </p:cTn>
                                        <p:tgtEl>
                                          <p:spTgt spid="12">
                                            <p:txEl>
                                              <p:pRg st="7" end="7"/>
                                            </p:txEl>
                                          </p:spTgt>
                                        </p:tgtEl>
                                        <p:attrNameLst>
                                          <p:attrName>style.visibility</p:attrName>
                                        </p:attrNameLst>
                                      </p:cBhvr>
                                      <p:to>
                                        <p:strVal val="visible"/>
                                      </p:to>
                                    </p:set>
                                    <p:animEffect transition="in" filter="wipe(up)">
                                      <p:cBhvr>
                                        <p:cTn id="112" dur="500"/>
                                        <p:tgtEl>
                                          <p:spTgt spid="12">
                                            <p:txEl>
                                              <p:pRg st="7" end="7"/>
                                            </p:txEl>
                                          </p:spTgt>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1" fill="hold" grpId="0" nodeType="clickEffect">
                                  <p:stCondLst>
                                    <p:cond delay="0"/>
                                  </p:stCondLst>
                                  <p:childTnLst>
                                    <p:set>
                                      <p:cBhvr>
                                        <p:cTn id="116" dur="1" fill="hold">
                                          <p:stCondLst>
                                            <p:cond delay="0"/>
                                          </p:stCondLst>
                                        </p:cTn>
                                        <p:tgtEl>
                                          <p:spTgt spid="31"/>
                                        </p:tgtEl>
                                        <p:attrNameLst>
                                          <p:attrName>style.visibility</p:attrName>
                                        </p:attrNameLst>
                                      </p:cBhvr>
                                      <p:to>
                                        <p:strVal val="visible"/>
                                      </p:to>
                                    </p:set>
                                    <p:animEffect transition="in" filter="wipe(up)">
                                      <p:cBhvr>
                                        <p:cTn id="117" dur="500"/>
                                        <p:tgtEl>
                                          <p:spTgt spid="31"/>
                                        </p:tgtEl>
                                      </p:cBhvr>
                                    </p:animEffect>
                                  </p:childTnLst>
                                </p:cTn>
                              </p:par>
                            </p:childTnLst>
                          </p:cTn>
                        </p:par>
                        <p:par>
                          <p:cTn id="118" fill="hold">
                            <p:stCondLst>
                              <p:cond delay="500"/>
                            </p:stCondLst>
                            <p:childTnLst>
                              <p:par>
                                <p:cTn id="119" presetID="22" presetClass="entr" presetSubtype="1" fill="hold" grpId="0" nodeType="afterEffect">
                                  <p:stCondLst>
                                    <p:cond delay="0"/>
                                  </p:stCondLst>
                                  <p:childTnLst>
                                    <p:set>
                                      <p:cBhvr>
                                        <p:cTn id="120" dur="1" fill="hold">
                                          <p:stCondLst>
                                            <p:cond delay="0"/>
                                          </p:stCondLst>
                                        </p:cTn>
                                        <p:tgtEl>
                                          <p:spTgt spid="32"/>
                                        </p:tgtEl>
                                        <p:attrNameLst>
                                          <p:attrName>style.visibility</p:attrName>
                                        </p:attrNameLst>
                                      </p:cBhvr>
                                      <p:to>
                                        <p:strVal val="visible"/>
                                      </p:to>
                                    </p:set>
                                    <p:animEffect transition="in" filter="wipe(up)">
                                      <p:cBhvr>
                                        <p:cTn id="121" dur="500"/>
                                        <p:tgtEl>
                                          <p:spTgt spid="32"/>
                                        </p:tgtEl>
                                      </p:cBhvr>
                                    </p:animEffect>
                                  </p:childTnLst>
                                </p:cTn>
                              </p:par>
                            </p:childTnLst>
                          </p:cTn>
                        </p:par>
                      </p:childTnLst>
                    </p:cTn>
                  </p:par>
                  <p:par>
                    <p:cTn id="122" fill="hold">
                      <p:stCondLst>
                        <p:cond delay="indefinite"/>
                      </p:stCondLst>
                      <p:childTnLst>
                        <p:par>
                          <p:cTn id="123" fill="hold">
                            <p:stCondLst>
                              <p:cond delay="0"/>
                            </p:stCondLst>
                            <p:childTnLst>
                              <p:par>
                                <p:cTn id="124" presetID="1" presetClass="entr" presetSubtype="0" fill="hold" grpId="0" nodeType="clickEffect">
                                  <p:stCondLst>
                                    <p:cond delay="0"/>
                                  </p:stCondLst>
                                  <p:childTnLst>
                                    <p:set>
                                      <p:cBhvr>
                                        <p:cTn id="125" dur="1" fill="hold">
                                          <p:stCondLst>
                                            <p:cond delay="0"/>
                                          </p:stCondLst>
                                        </p:cTn>
                                        <p:tgtEl>
                                          <p:spTgt spid="21"/>
                                        </p:tgtEl>
                                        <p:attrNameLst>
                                          <p:attrName>style.visibility</p:attrName>
                                        </p:attrNameLst>
                                      </p:cBhvr>
                                      <p:to>
                                        <p:strVal val="visible"/>
                                      </p:to>
                                    </p:set>
                                  </p:childTnLst>
                                </p:cTn>
                              </p:par>
                            </p:childTnLst>
                          </p:cTn>
                        </p:par>
                        <p:par>
                          <p:cTn id="126" fill="hold">
                            <p:stCondLst>
                              <p:cond delay="0"/>
                            </p:stCondLst>
                            <p:childTnLst>
                              <p:par>
                                <p:cTn id="127" presetID="42" presetClass="path" presetSubtype="0" accel="50000" decel="50000" fill="hold" grpId="1" nodeType="afterEffect">
                                  <p:stCondLst>
                                    <p:cond delay="0"/>
                                  </p:stCondLst>
                                  <p:childTnLst>
                                    <p:animMotion origin="layout" path="M 4.16667E-6 -1.85185E-6 L -0.18243 0.08982 " pathEditMode="relative" rAng="0" ptsTypes="AA">
                                      <p:cBhvr>
                                        <p:cTn id="128" dur="2000" fill="hold"/>
                                        <p:tgtEl>
                                          <p:spTgt spid="21"/>
                                        </p:tgtEl>
                                        <p:attrNameLst>
                                          <p:attrName>ppt_x</p:attrName>
                                          <p:attrName>ppt_y</p:attrName>
                                        </p:attrNameLst>
                                      </p:cBhvr>
                                      <p:rCtr x="-9128" y="4491"/>
                                    </p:animMotion>
                                  </p:childTnLst>
                                </p:cTn>
                              </p:par>
                            </p:childTnLst>
                          </p:cTn>
                        </p:par>
                        <p:par>
                          <p:cTn id="129" fill="hold">
                            <p:stCondLst>
                              <p:cond delay="2000"/>
                            </p:stCondLst>
                            <p:childTnLst>
                              <p:par>
                                <p:cTn id="130" presetID="63" presetClass="path" presetSubtype="0" accel="50000" decel="50000" fill="hold" grpId="1" nodeType="afterEffect">
                                  <p:stCondLst>
                                    <p:cond delay="0"/>
                                  </p:stCondLst>
                                  <p:childTnLst>
                                    <p:animMotion origin="layout" path="M 1.66667E-6 0 L 0.04818 0.00069 " pathEditMode="relative" rAng="0" ptsTypes="AA">
                                      <p:cBhvr>
                                        <p:cTn id="131" dur="1000" fill="hold"/>
                                        <p:tgtEl>
                                          <p:spTgt spid="31"/>
                                        </p:tgtEl>
                                        <p:attrNameLst>
                                          <p:attrName>ppt_x</p:attrName>
                                          <p:attrName>ppt_y</p:attrName>
                                        </p:attrNameLst>
                                      </p:cBhvr>
                                      <p:rCtr x="2409" y="23"/>
                                    </p:animMotion>
                                  </p:childTnLst>
                                </p:cTn>
                              </p:par>
                            </p:childTnLst>
                          </p:cTn>
                        </p:par>
                        <p:par>
                          <p:cTn id="132" fill="hold">
                            <p:stCondLst>
                              <p:cond delay="3000"/>
                            </p:stCondLst>
                            <p:childTnLst>
                              <p:par>
                                <p:cTn id="133" presetID="63" presetClass="path" presetSubtype="0" accel="50000" decel="50000" fill="hold" grpId="1" nodeType="afterEffect">
                                  <p:stCondLst>
                                    <p:cond delay="0"/>
                                  </p:stCondLst>
                                  <p:childTnLst>
                                    <p:animMotion origin="layout" path="M 3.95833E-6 1.48148E-6 L 0.04817 0.00069 " pathEditMode="relative" rAng="0" ptsTypes="AA">
                                      <p:cBhvr>
                                        <p:cTn id="134" dur="1000" fill="hold"/>
                                        <p:tgtEl>
                                          <p:spTgt spid="32"/>
                                        </p:tgtEl>
                                        <p:attrNameLst>
                                          <p:attrName>ppt_x</p:attrName>
                                          <p:attrName>ppt_y</p:attrName>
                                        </p:attrNameLst>
                                      </p:cBhvr>
                                      <p:rCtr x="2409" y="23"/>
                                    </p:animMotion>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22"/>
                                        </p:tgtEl>
                                        <p:attrNameLst>
                                          <p:attrName>style.visibility</p:attrName>
                                        </p:attrNameLst>
                                      </p:cBhvr>
                                      <p:to>
                                        <p:strVal val="visible"/>
                                      </p:to>
                                    </p:set>
                                  </p:childTnLst>
                                </p:cTn>
                              </p:par>
                            </p:childTnLst>
                          </p:cTn>
                        </p:par>
                        <p:par>
                          <p:cTn id="139" fill="hold">
                            <p:stCondLst>
                              <p:cond delay="0"/>
                            </p:stCondLst>
                            <p:childTnLst>
                              <p:par>
                                <p:cTn id="140" presetID="42" presetClass="path" presetSubtype="0" accel="50000" decel="50000" fill="hold" grpId="1" nodeType="afterEffect">
                                  <p:stCondLst>
                                    <p:cond delay="0"/>
                                  </p:stCondLst>
                                  <p:childTnLst>
                                    <p:animMotion origin="layout" path="M 3.54167E-6 -3.7037E-6 L -0.18334 0.0875 " pathEditMode="relative" rAng="0" ptsTypes="AA">
                                      <p:cBhvr>
                                        <p:cTn id="141" dur="2000" fill="hold"/>
                                        <p:tgtEl>
                                          <p:spTgt spid="22"/>
                                        </p:tgtEl>
                                        <p:attrNameLst>
                                          <p:attrName>ppt_x</p:attrName>
                                          <p:attrName>ppt_y</p:attrName>
                                        </p:attrNameLst>
                                      </p:cBhvr>
                                      <p:rCtr x="-9167" y="4375"/>
                                    </p:animMotion>
                                  </p:childTnLst>
                                </p:cTn>
                              </p:par>
                            </p:childTnLst>
                          </p:cTn>
                        </p:par>
                        <p:par>
                          <p:cTn id="142" fill="hold">
                            <p:stCondLst>
                              <p:cond delay="2000"/>
                            </p:stCondLst>
                            <p:childTnLst>
                              <p:par>
                                <p:cTn id="143" presetID="63" presetClass="path" presetSubtype="0" accel="50000" decel="50000" fill="hold" grpId="2" nodeType="afterEffect">
                                  <p:stCondLst>
                                    <p:cond delay="0"/>
                                  </p:stCondLst>
                                  <p:childTnLst>
                                    <p:animMotion origin="layout" path="M 0.04818 0.00069 L 0.09167 0.00116 " pathEditMode="relative" rAng="0" ptsTypes="AA">
                                      <p:cBhvr>
                                        <p:cTn id="144" dur="1000" fill="hold"/>
                                        <p:tgtEl>
                                          <p:spTgt spid="31"/>
                                        </p:tgtEl>
                                        <p:attrNameLst>
                                          <p:attrName>ppt_x</p:attrName>
                                          <p:attrName>ppt_y</p:attrName>
                                        </p:attrNameLst>
                                      </p:cBhvr>
                                      <p:rCtr x="2174" y="23"/>
                                    </p:animMotion>
                                  </p:childTnLst>
                                </p:cTn>
                              </p:par>
                            </p:childTnLst>
                          </p:cTn>
                        </p:par>
                        <p:par>
                          <p:cTn id="145" fill="hold">
                            <p:stCondLst>
                              <p:cond delay="3000"/>
                            </p:stCondLst>
                            <p:childTnLst>
                              <p:par>
                                <p:cTn id="146" presetID="63" presetClass="path" presetSubtype="0" accel="50000" decel="50000" fill="hold" grpId="2" nodeType="afterEffect">
                                  <p:stCondLst>
                                    <p:cond delay="0"/>
                                  </p:stCondLst>
                                  <p:childTnLst>
                                    <p:animMotion origin="layout" path="M 0.04817 0.00069 L 0.09166 0.00116 " pathEditMode="relative" rAng="0" ptsTypes="AA">
                                      <p:cBhvr>
                                        <p:cTn id="147" dur="1000" fill="hold"/>
                                        <p:tgtEl>
                                          <p:spTgt spid="32"/>
                                        </p:tgtEl>
                                        <p:attrNameLst>
                                          <p:attrName>ppt_x</p:attrName>
                                          <p:attrName>ppt_y</p:attrName>
                                        </p:attrNameLst>
                                      </p:cBhvr>
                                      <p:rCtr x="2174" y="23"/>
                                    </p:animMotion>
                                  </p:childTnLst>
                                </p:cTn>
                              </p:par>
                            </p:childTnLst>
                          </p:cTn>
                        </p:par>
                      </p:childTnLst>
                    </p:cTn>
                  </p:par>
                  <p:par>
                    <p:cTn id="148" fill="hold">
                      <p:stCondLst>
                        <p:cond delay="indefinite"/>
                      </p:stCondLst>
                      <p:childTnLst>
                        <p:par>
                          <p:cTn id="149" fill="hold">
                            <p:stCondLst>
                              <p:cond delay="0"/>
                            </p:stCondLst>
                            <p:childTnLst>
                              <p:par>
                                <p:cTn id="150" presetID="1" presetClass="entr" presetSubtype="0" fill="hold" grpId="0" nodeType="clickEffect">
                                  <p:stCondLst>
                                    <p:cond delay="0"/>
                                  </p:stCondLst>
                                  <p:childTnLst>
                                    <p:set>
                                      <p:cBhvr>
                                        <p:cTn id="151" dur="1" fill="hold">
                                          <p:stCondLst>
                                            <p:cond delay="0"/>
                                          </p:stCondLst>
                                        </p:cTn>
                                        <p:tgtEl>
                                          <p:spTgt spid="23"/>
                                        </p:tgtEl>
                                        <p:attrNameLst>
                                          <p:attrName>style.visibility</p:attrName>
                                        </p:attrNameLst>
                                      </p:cBhvr>
                                      <p:to>
                                        <p:strVal val="visible"/>
                                      </p:to>
                                    </p:set>
                                  </p:childTnLst>
                                </p:cTn>
                              </p:par>
                            </p:childTnLst>
                          </p:cTn>
                        </p:par>
                        <p:par>
                          <p:cTn id="152" fill="hold">
                            <p:stCondLst>
                              <p:cond delay="0"/>
                            </p:stCondLst>
                            <p:childTnLst>
                              <p:par>
                                <p:cTn id="153" presetID="42" presetClass="path" presetSubtype="0" accel="50000" decel="50000" fill="hold" grpId="1" nodeType="afterEffect">
                                  <p:stCondLst>
                                    <p:cond delay="0"/>
                                  </p:stCondLst>
                                  <p:childTnLst>
                                    <p:animMotion origin="layout" path="M 1.25E-6 7.40741E-7 L 0.08607 0.09028 " pathEditMode="relative" rAng="0" ptsTypes="AA">
                                      <p:cBhvr>
                                        <p:cTn id="154" dur="2000" fill="hold"/>
                                        <p:tgtEl>
                                          <p:spTgt spid="23"/>
                                        </p:tgtEl>
                                        <p:attrNameLst>
                                          <p:attrName>ppt_x</p:attrName>
                                          <p:attrName>ppt_y</p:attrName>
                                        </p:attrNameLst>
                                      </p:cBhvr>
                                      <p:rCtr x="4297" y="4514"/>
                                    </p:animMotion>
                                  </p:childTnLst>
                                </p:cTn>
                              </p:par>
                            </p:childTnLst>
                          </p:cTn>
                        </p:par>
                        <p:par>
                          <p:cTn id="155" fill="hold">
                            <p:stCondLst>
                              <p:cond delay="2000"/>
                            </p:stCondLst>
                            <p:childTnLst>
                              <p:par>
                                <p:cTn id="156" presetID="63" presetClass="path" presetSubtype="0" accel="50000" decel="50000" fill="hold" grpId="1" nodeType="afterEffect">
                                  <p:stCondLst>
                                    <p:cond delay="0"/>
                                  </p:stCondLst>
                                  <p:childTnLst>
                                    <p:animMotion origin="layout" path="M -6.25E-7 -2.96296E-6 L 0.04818 0.0007 " pathEditMode="relative" rAng="0" ptsTypes="AA">
                                      <p:cBhvr>
                                        <p:cTn id="157" dur="1000" fill="hold"/>
                                        <p:tgtEl>
                                          <p:spTgt spid="29"/>
                                        </p:tgtEl>
                                        <p:attrNameLst>
                                          <p:attrName>ppt_x</p:attrName>
                                          <p:attrName>ppt_y</p:attrName>
                                        </p:attrNameLst>
                                      </p:cBhvr>
                                      <p:rCtr x="2409" y="23"/>
                                    </p:animMotion>
                                  </p:childTnLst>
                                </p:cTn>
                              </p:par>
                            </p:childTnLst>
                          </p:cTn>
                        </p:par>
                        <p:par>
                          <p:cTn id="158" fill="hold">
                            <p:stCondLst>
                              <p:cond delay="3000"/>
                            </p:stCondLst>
                            <p:childTnLst>
                              <p:par>
                                <p:cTn id="159" presetID="63" presetClass="path" presetSubtype="0" accel="50000" decel="50000" fill="hold" grpId="3" nodeType="afterEffect">
                                  <p:stCondLst>
                                    <p:cond delay="0"/>
                                  </p:stCondLst>
                                  <p:childTnLst>
                                    <p:animMotion origin="layout" path="M 0.09166 0.00116 L 0.13203 0.00116 " pathEditMode="relative" rAng="0" ptsTypes="AA">
                                      <p:cBhvr>
                                        <p:cTn id="160" dur="1000" fill="hold"/>
                                        <p:tgtEl>
                                          <p:spTgt spid="32"/>
                                        </p:tgtEl>
                                        <p:attrNameLst>
                                          <p:attrName>ppt_x</p:attrName>
                                          <p:attrName>ppt_y</p:attrName>
                                        </p:attrNameLst>
                                      </p:cBhvr>
                                      <p:rCtr x="2018" y="0"/>
                                    </p:animMotion>
                                  </p:childTnLst>
                                </p:cTn>
                              </p:par>
                            </p:childTnLst>
                          </p:cTn>
                        </p:par>
                      </p:childTnLst>
                    </p:cTn>
                  </p:par>
                  <p:par>
                    <p:cTn id="161" fill="hold">
                      <p:stCondLst>
                        <p:cond delay="indefinite"/>
                      </p:stCondLst>
                      <p:childTnLst>
                        <p:par>
                          <p:cTn id="162" fill="hold">
                            <p:stCondLst>
                              <p:cond delay="0"/>
                            </p:stCondLst>
                            <p:childTnLst>
                              <p:par>
                                <p:cTn id="163" presetID="1" presetClass="entr" presetSubtype="0" fill="hold" grpId="0" nodeType="clickEffect">
                                  <p:stCondLst>
                                    <p:cond delay="0"/>
                                  </p:stCondLst>
                                  <p:childTnLst>
                                    <p:set>
                                      <p:cBhvr>
                                        <p:cTn id="164" dur="1" fill="hold">
                                          <p:stCondLst>
                                            <p:cond delay="0"/>
                                          </p:stCondLst>
                                        </p:cTn>
                                        <p:tgtEl>
                                          <p:spTgt spid="24"/>
                                        </p:tgtEl>
                                        <p:attrNameLst>
                                          <p:attrName>style.visibility</p:attrName>
                                        </p:attrNameLst>
                                      </p:cBhvr>
                                      <p:to>
                                        <p:strVal val="visible"/>
                                      </p:to>
                                    </p:set>
                                  </p:childTnLst>
                                </p:cTn>
                              </p:par>
                            </p:childTnLst>
                          </p:cTn>
                        </p:par>
                        <p:par>
                          <p:cTn id="165" fill="hold">
                            <p:stCondLst>
                              <p:cond delay="0"/>
                            </p:stCondLst>
                            <p:childTnLst>
                              <p:par>
                                <p:cTn id="166" presetID="42" presetClass="path" presetSubtype="0" accel="50000" decel="50000" fill="hold" grpId="1" nodeType="afterEffect">
                                  <p:stCondLst>
                                    <p:cond delay="0"/>
                                  </p:stCondLst>
                                  <p:childTnLst>
                                    <p:animMotion origin="layout" path="M 1.875E-6 -3.7037E-7 L 0.08854 0.08935 " pathEditMode="relative" rAng="0" ptsTypes="AA">
                                      <p:cBhvr>
                                        <p:cTn id="167" dur="2000" fill="hold"/>
                                        <p:tgtEl>
                                          <p:spTgt spid="24"/>
                                        </p:tgtEl>
                                        <p:attrNameLst>
                                          <p:attrName>ppt_x</p:attrName>
                                          <p:attrName>ppt_y</p:attrName>
                                        </p:attrNameLst>
                                      </p:cBhvr>
                                      <p:rCtr x="4427" y="4468"/>
                                    </p:animMotion>
                                  </p:childTnLst>
                                </p:cTn>
                              </p:par>
                            </p:childTnLst>
                          </p:cTn>
                        </p:par>
                        <p:par>
                          <p:cTn id="168" fill="hold">
                            <p:stCondLst>
                              <p:cond delay="2000"/>
                            </p:stCondLst>
                            <p:childTnLst>
                              <p:par>
                                <p:cTn id="169" presetID="1" presetClass="entr" presetSubtype="0" fill="hold" grpId="0" nodeType="afterEffect">
                                  <p:stCondLst>
                                    <p:cond delay="0"/>
                                  </p:stCondLst>
                                  <p:childTnLst>
                                    <p:set>
                                      <p:cBhvr>
                                        <p:cTn id="170" dur="1" fill="hold">
                                          <p:stCondLst>
                                            <p:cond delay="0"/>
                                          </p:stCondLst>
                                        </p:cTn>
                                        <p:tgtEl>
                                          <p:spTgt spid="25"/>
                                        </p:tgtEl>
                                        <p:attrNameLst>
                                          <p:attrName>style.visibility</p:attrName>
                                        </p:attrNameLst>
                                      </p:cBhvr>
                                      <p:to>
                                        <p:strVal val="visible"/>
                                      </p:to>
                                    </p:set>
                                  </p:childTnLst>
                                </p:cTn>
                              </p:par>
                            </p:childTnLst>
                          </p:cTn>
                        </p:par>
                        <p:par>
                          <p:cTn id="171" fill="hold">
                            <p:stCondLst>
                              <p:cond delay="2000"/>
                            </p:stCondLst>
                            <p:childTnLst>
                              <p:par>
                                <p:cTn id="172" presetID="63" presetClass="path" presetSubtype="0" accel="50000" decel="50000" fill="hold" grpId="2" nodeType="afterEffect">
                                  <p:stCondLst>
                                    <p:cond delay="0"/>
                                  </p:stCondLst>
                                  <p:childTnLst>
                                    <p:animMotion origin="layout" path="M 0.04818 0.0007 L 0.09167 0.00116 " pathEditMode="relative" rAng="0" ptsTypes="AA">
                                      <p:cBhvr>
                                        <p:cTn id="173" dur="1000" fill="hold"/>
                                        <p:tgtEl>
                                          <p:spTgt spid="29"/>
                                        </p:tgtEl>
                                        <p:attrNameLst>
                                          <p:attrName>ppt_x</p:attrName>
                                          <p:attrName>ppt_y</p:attrName>
                                        </p:attrNameLst>
                                      </p:cBhvr>
                                      <p:rCtr x="2174" y="23"/>
                                    </p:animMotion>
                                  </p:childTnLst>
                                </p:cTn>
                              </p:par>
                            </p:childTnLst>
                          </p:cTn>
                        </p:par>
                        <p:par>
                          <p:cTn id="174" fill="hold">
                            <p:stCondLst>
                              <p:cond delay="3000"/>
                            </p:stCondLst>
                            <p:childTnLst>
                              <p:par>
                                <p:cTn id="175" presetID="63" presetClass="path" presetSubtype="0" accel="50000" decel="50000" fill="hold" grpId="4" nodeType="afterEffect">
                                  <p:stCondLst>
                                    <p:cond delay="0"/>
                                  </p:stCondLst>
                                  <p:childTnLst>
                                    <p:animMotion origin="layout" path="M 0.13203 0.00116 L 0.1802 0.00069 " pathEditMode="relative" rAng="0" ptsTypes="AA">
                                      <p:cBhvr>
                                        <p:cTn id="176" dur="1000" fill="hold"/>
                                        <p:tgtEl>
                                          <p:spTgt spid="32"/>
                                        </p:tgtEl>
                                        <p:attrNameLst>
                                          <p:attrName>ppt_x</p:attrName>
                                          <p:attrName>ppt_y</p:attrName>
                                        </p:attrNameLst>
                                      </p:cBhvr>
                                      <p:rCtr x="2409" y="-23"/>
                                    </p:animMotion>
                                  </p:childTnLst>
                                </p:cTn>
                              </p:par>
                            </p:childTnLst>
                          </p:cTn>
                        </p:par>
                      </p:childTnLst>
                    </p:cTn>
                  </p:par>
                  <p:par>
                    <p:cTn id="177" fill="hold">
                      <p:stCondLst>
                        <p:cond delay="indefinite"/>
                      </p:stCondLst>
                      <p:childTnLst>
                        <p:par>
                          <p:cTn id="178" fill="hold">
                            <p:stCondLst>
                              <p:cond delay="0"/>
                            </p:stCondLst>
                            <p:childTnLst>
                              <p:par>
                                <p:cTn id="179" presetID="1" presetClass="entr" presetSubtype="0" fill="hold" grpId="0" nodeType="clickEffect">
                                  <p:stCondLst>
                                    <p:cond delay="0"/>
                                  </p:stCondLst>
                                  <p:childTnLst>
                                    <p:set>
                                      <p:cBhvr>
                                        <p:cTn id="180" dur="1" fill="hold">
                                          <p:stCondLst>
                                            <p:cond delay="0"/>
                                          </p:stCondLst>
                                        </p:cTn>
                                        <p:tgtEl>
                                          <p:spTgt spid="26"/>
                                        </p:tgtEl>
                                        <p:attrNameLst>
                                          <p:attrName>style.visibility</p:attrName>
                                        </p:attrNameLst>
                                      </p:cBhvr>
                                      <p:to>
                                        <p:strVal val="visible"/>
                                      </p:to>
                                    </p:set>
                                  </p:childTnLst>
                                </p:cTn>
                              </p:par>
                            </p:childTnLst>
                          </p:cTn>
                        </p:par>
                        <p:par>
                          <p:cTn id="181" fill="hold">
                            <p:stCondLst>
                              <p:cond delay="0"/>
                            </p:stCondLst>
                            <p:childTnLst>
                              <p:par>
                                <p:cTn id="182" presetID="42" presetClass="path" presetSubtype="0" accel="50000" decel="50000" fill="hold" grpId="1" nodeType="afterEffect">
                                  <p:stCondLst>
                                    <p:cond delay="0"/>
                                  </p:stCondLst>
                                  <p:childTnLst>
                                    <p:animMotion origin="layout" path="M -1.45833E-6 -3.7037E-7 L 0.08672 0.08912 " pathEditMode="relative" rAng="0" ptsTypes="AA">
                                      <p:cBhvr>
                                        <p:cTn id="183" dur="2000" fill="hold"/>
                                        <p:tgtEl>
                                          <p:spTgt spid="26"/>
                                        </p:tgtEl>
                                        <p:attrNameLst>
                                          <p:attrName>ppt_x</p:attrName>
                                          <p:attrName>ppt_y</p:attrName>
                                        </p:attrNameLst>
                                      </p:cBhvr>
                                      <p:rCtr x="4336" y="4444"/>
                                    </p:animMotion>
                                  </p:childTnLst>
                                </p:cTn>
                              </p:par>
                            </p:childTnLst>
                          </p:cTn>
                        </p:par>
                        <p:par>
                          <p:cTn id="184" fill="hold">
                            <p:stCondLst>
                              <p:cond delay="2000"/>
                            </p:stCondLst>
                            <p:childTnLst>
                              <p:par>
                                <p:cTn id="185" presetID="63" presetClass="path" presetSubtype="0" accel="50000" decel="50000" fill="hold" grpId="3" nodeType="afterEffect">
                                  <p:stCondLst>
                                    <p:cond delay="0"/>
                                  </p:stCondLst>
                                  <p:childTnLst>
                                    <p:animMotion origin="layout" path="M 0.09167 0.00116 L 0.13203 0.00116 " pathEditMode="relative" rAng="0" ptsTypes="AA">
                                      <p:cBhvr>
                                        <p:cTn id="186" dur="1000" fill="hold"/>
                                        <p:tgtEl>
                                          <p:spTgt spid="29"/>
                                        </p:tgtEl>
                                        <p:attrNameLst>
                                          <p:attrName>ppt_x</p:attrName>
                                          <p:attrName>ppt_y</p:attrName>
                                        </p:attrNameLst>
                                      </p:cBhvr>
                                      <p:rCtr x="2018" y="0"/>
                                    </p:animMotion>
                                  </p:childTnLst>
                                </p:cTn>
                              </p:par>
                            </p:childTnLst>
                          </p:cTn>
                        </p:par>
                        <p:par>
                          <p:cTn id="187" fill="hold">
                            <p:stCondLst>
                              <p:cond delay="3000"/>
                            </p:stCondLst>
                            <p:childTnLst>
                              <p:par>
                                <p:cTn id="188" presetID="63" presetClass="path" presetSubtype="0" accel="50000" decel="50000" fill="hold" grpId="5" nodeType="afterEffect">
                                  <p:stCondLst>
                                    <p:cond delay="0"/>
                                  </p:stCondLst>
                                  <p:childTnLst>
                                    <p:animMotion origin="layout" path="M 0.1802 0.00069 L 0.22682 0.00023 " pathEditMode="relative" rAng="0" ptsTypes="AA">
                                      <p:cBhvr>
                                        <p:cTn id="189" dur="1000" fill="hold"/>
                                        <p:tgtEl>
                                          <p:spTgt spid="32"/>
                                        </p:tgtEl>
                                        <p:attrNameLst>
                                          <p:attrName>ppt_x</p:attrName>
                                          <p:attrName>ppt_y</p:attrName>
                                        </p:attrNameLst>
                                      </p:cBhvr>
                                      <p:rCtr x="2331" y="-23"/>
                                    </p:animMotion>
                                  </p:childTnLst>
                                </p:cTn>
                              </p:par>
                            </p:childTnLst>
                          </p:cTn>
                        </p:par>
                      </p:childTnLst>
                    </p:cTn>
                  </p:par>
                  <p:par>
                    <p:cTn id="190" fill="hold">
                      <p:stCondLst>
                        <p:cond delay="indefinite"/>
                      </p:stCondLst>
                      <p:childTnLst>
                        <p:par>
                          <p:cTn id="191" fill="hold">
                            <p:stCondLst>
                              <p:cond delay="0"/>
                            </p:stCondLst>
                            <p:childTnLst>
                              <p:par>
                                <p:cTn id="192" presetID="1" presetClass="entr" presetSubtype="0" fill="hold" grpId="0" nodeType="clickEffect">
                                  <p:stCondLst>
                                    <p:cond delay="0"/>
                                  </p:stCondLst>
                                  <p:childTnLst>
                                    <p:set>
                                      <p:cBhvr>
                                        <p:cTn id="193" dur="1" fill="hold">
                                          <p:stCondLst>
                                            <p:cond delay="0"/>
                                          </p:stCondLst>
                                        </p:cTn>
                                        <p:tgtEl>
                                          <p:spTgt spid="27"/>
                                        </p:tgtEl>
                                        <p:attrNameLst>
                                          <p:attrName>style.visibility</p:attrName>
                                        </p:attrNameLst>
                                      </p:cBhvr>
                                      <p:to>
                                        <p:strVal val="visible"/>
                                      </p:to>
                                    </p:set>
                                  </p:childTnLst>
                                </p:cTn>
                              </p:par>
                            </p:childTnLst>
                          </p:cTn>
                        </p:par>
                        <p:par>
                          <p:cTn id="194" fill="hold">
                            <p:stCondLst>
                              <p:cond delay="0"/>
                            </p:stCondLst>
                            <p:childTnLst>
                              <p:par>
                                <p:cTn id="195" presetID="42" presetClass="path" presetSubtype="0" accel="50000" decel="50000" fill="hold" grpId="1" nodeType="afterEffect">
                                  <p:stCondLst>
                                    <p:cond delay="0"/>
                                  </p:stCondLst>
                                  <p:childTnLst>
                                    <p:animMotion origin="layout" path="M 4.58333E-6 7.40741E-7 L -0.04922 0.08843 " pathEditMode="relative" rAng="0" ptsTypes="AA">
                                      <p:cBhvr>
                                        <p:cTn id="196" dur="2000" fill="hold"/>
                                        <p:tgtEl>
                                          <p:spTgt spid="27"/>
                                        </p:tgtEl>
                                        <p:attrNameLst>
                                          <p:attrName>ppt_x</p:attrName>
                                          <p:attrName>ppt_y</p:attrName>
                                        </p:attrNameLst>
                                      </p:cBhvr>
                                      <p:rCtr x="-2461" y="4421"/>
                                    </p:animMotion>
                                  </p:childTnLst>
                                </p:cTn>
                              </p:par>
                            </p:childTnLst>
                          </p:cTn>
                        </p:par>
                        <p:par>
                          <p:cTn id="197" fill="hold">
                            <p:stCondLst>
                              <p:cond delay="2000"/>
                            </p:stCondLst>
                            <p:childTnLst>
                              <p:par>
                                <p:cTn id="198" presetID="63" presetClass="path" presetSubtype="0" accel="50000" decel="50000" fill="hold" grpId="3" nodeType="afterEffect">
                                  <p:stCondLst>
                                    <p:cond delay="0"/>
                                  </p:stCondLst>
                                  <p:childTnLst>
                                    <p:animMotion origin="layout" path="M 0.09167 0.00116 L 0.13203 0.00116 " pathEditMode="relative" rAng="0" ptsTypes="AA">
                                      <p:cBhvr>
                                        <p:cTn id="199" dur="1000" fill="hold"/>
                                        <p:tgtEl>
                                          <p:spTgt spid="31"/>
                                        </p:tgtEl>
                                        <p:attrNameLst>
                                          <p:attrName>ppt_x</p:attrName>
                                          <p:attrName>ppt_y</p:attrName>
                                        </p:attrNameLst>
                                      </p:cBhvr>
                                      <p:rCtr x="2018" y="0"/>
                                    </p:animMotion>
                                  </p:childTnLst>
                                </p:cTn>
                              </p:par>
                            </p:childTnLst>
                          </p:cTn>
                        </p:par>
                        <p:par>
                          <p:cTn id="200" fill="hold">
                            <p:stCondLst>
                              <p:cond delay="3000"/>
                            </p:stCondLst>
                            <p:childTnLst>
                              <p:par>
                                <p:cTn id="201" presetID="63" presetClass="path" presetSubtype="0" accel="50000" decel="50000" fill="hold" grpId="6" nodeType="afterEffect">
                                  <p:stCondLst>
                                    <p:cond delay="0"/>
                                  </p:stCondLst>
                                  <p:childTnLst>
                                    <p:animMotion origin="layout" path="M 0.22682 0.00023 L 0.27239 -0.00023 " pathEditMode="relative" rAng="0" ptsTypes="AA">
                                      <p:cBhvr>
                                        <p:cTn id="202" dur="1000" fill="hold"/>
                                        <p:tgtEl>
                                          <p:spTgt spid="32"/>
                                        </p:tgtEl>
                                        <p:attrNameLst>
                                          <p:attrName>ppt_x</p:attrName>
                                          <p:attrName>ppt_y</p:attrName>
                                        </p:attrNameLst>
                                      </p:cBhvr>
                                      <p:rCtr x="2279" y="-23"/>
                                    </p:animMotion>
                                  </p:childTnLst>
                                </p:cTn>
                              </p:par>
                            </p:childTnLst>
                          </p:cTn>
                        </p:par>
                      </p:childTnLst>
                    </p:cTn>
                  </p:par>
                  <p:par>
                    <p:cTn id="203" fill="hold">
                      <p:stCondLst>
                        <p:cond delay="indefinite"/>
                      </p:stCondLst>
                      <p:childTnLst>
                        <p:par>
                          <p:cTn id="204" fill="hold">
                            <p:stCondLst>
                              <p:cond delay="0"/>
                            </p:stCondLst>
                            <p:childTnLst>
                              <p:par>
                                <p:cTn id="205" presetID="22" presetClass="entr" presetSubtype="1" fill="hold" grpId="0" nodeType="clickEffect">
                                  <p:stCondLst>
                                    <p:cond delay="0"/>
                                  </p:stCondLst>
                                  <p:childTnLst>
                                    <p:set>
                                      <p:cBhvr>
                                        <p:cTn id="206" dur="1" fill="hold">
                                          <p:stCondLst>
                                            <p:cond delay="0"/>
                                          </p:stCondLst>
                                        </p:cTn>
                                        <p:tgtEl>
                                          <p:spTgt spid="12">
                                            <p:txEl>
                                              <p:pRg st="8" end="8"/>
                                            </p:txEl>
                                          </p:spTgt>
                                        </p:tgtEl>
                                        <p:attrNameLst>
                                          <p:attrName>style.visibility</p:attrName>
                                        </p:attrNameLst>
                                      </p:cBhvr>
                                      <p:to>
                                        <p:strVal val="visible"/>
                                      </p:to>
                                    </p:set>
                                    <p:animEffect transition="in" filter="wipe(up)">
                                      <p:cBhvr>
                                        <p:cTn id="207" dur="500"/>
                                        <p:tgtEl>
                                          <p:spTgt spid="12">
                                            <p:txEl>
                                              <p:pRg st="8" end="8"/>
                                            </p:txEl>
                                          </p:spTgt>
                                        </p:tgtEl>
                                      </p:cBhvr>
                                    </p:animEffect>
                                  </p:childTnLst>
                                </p:cTn>
                              </p:par>
                            </p:childTnLst>
                          </p:cTn>
                        </p:par>
                        <p:par>
                          <p:cTn id="208" fill="hold">
                            <p:stCondLst>
                              <p:cond delay="500"/>
                            </p:stCondLst>
                            <p:childTnLst>
                              <p:par>
                                <p:cTn id="209" presetID="22" presetClass="entr" presetSubtype="1" fill="hold" grpId="0" nodeType="afterEffect">
                                  <p:stCondLst>
                                    <p:cond delay="0"/>
                                  </p:stCondLst>
                                  <p:childTnLst>
                                    <p:set>
                                      <p:cBhvr>
                                        <p:cTn id="210" dur="1" fill="hold">
                                          <p:stCondLst>
                                            <p:cond delay="0"/>
                                          </p:stCondLst>
                                        </p:cTn>
                                        <p:tgtEl>
                                          <p:spTgt spid="12">
                                            <p:txEl>
                                              <p:pRg st="9" end="9"/>
                                            </p:txEl>
                                          </p:spTgt>
                                        </p:tgtEl>
                                        <p:attrNameLst>
                                          <p:attrName>style.visibility</p:attrName>
                                        </p:attrNameLst>
                                      </p:cBhvr>
                                      <p:to>
                                        <p:strVal val="visible"/>
                                      </p:to>
                                    </p:set>
                                    <p:animEffect transition="in" filter="wipe(up)">
                                      <p:cBhvr>
                                        <p:cTn id="211" dur="500"/>
                                        <p:tgtEl>
                                          <p:spTgt spid="12">
                                            <p:txEl>
                                              <p:pRg st="9" end="9"/>
                                            </p:txEl>
                                          </p:spTgt>
                                        </p:tgtEl>
                                      </p:cBhvr>
                                    </p:animEffect>
                                  </p:childTnLst>
                                </p:cTn>
                              </p:par>
                            </p:childTnLst>
                          </p:cTn>
                        </p:par>
                      </p:childTnLst>
                    </p:cTn>
                  </p:par>
                  <p:par>
                    <p:cTn id="212" fill="hold">
                      <p:stCondLst>
                        <p:cond delay="indefinite"/>
                      </p:stCondLst>
                      <p:childTnLst>
                        <p:par>
                          <p:cTn id="213" fill="hold">
                            <p:stCondLst>
                              <p:cond delay="0"/>
                            </p:stCondLst>
                            <p:childTnLst>
                              <p:par>
                                <p:cTn id="214" presetID="1" presetClass="entr" presetSubtype="0" fill="hold" grpId="0" nodeType="clickEffect">
                                  <p:stCondLst>
                                    <p:cond delay="0"/>
                                  </p:stCondLst>
                                  <p:childTnLst>
                                    <p:set>
                                      <p:cBhvr>
                                        <p:cTn id="215" dur="1" fill="hold">
                                          <p:stCondLst>
                                            <p:cond delay="0"/>
                                          </p:stCondLst>
                                        </p:cTn>
                                        <p:tgtEl>
                                          <p:spTgt spid="28"/>
                                        </p:tgtEl>
                                        <p:attrNameLst>
                                          <p:attrName>style.visibility</p:attrName>
                                        </p:attrNameLst>
                                      </p:cBhvr>
                                      <p:to>
                                        <p:strVal val="visible"/>
                                      </p:to>
                                    </p:set>
                                  </p:childTnLst>
                                </p:cTn>
                              </p:par>
                            </p:childTnLst>
                          </p:cTn>
                        </p:par>
                        <p:par>
                          <p:cTn id="216" fill="hold">
                            <p:stCondLst>
                              <p:cond delay="0"/>
                            </p:stCondLst>
                            <p:childTnLst>
                              <p:par>
                                <p:cTn id="217" presetID="42" presetClass="path" presetSubtype="0" accel="50000" decel="50000" fill="hold" grpId="1" nodeType="afterEffect">
                                  <p:stCondLst>
                                    <p:cond delay="0"/>
                                  </p:stCondLst>
                                  <p:childTnLst>
                                    <p:animMotion origin="layout" path="M -6.25E-7 -3.7037E-7 L 0.13425 0.09074 " pathEditMode="relative" rAng="0" ptsTypes="AA">
                                      <p:cBhvr>
                                        <p:cTn id="218" dur="2000" fill="hold"/>
                                        <p:tgtEl>
                                          <p:spTgt spid="28"/>
                                        </p:tgtEl>
                                        <p:attrNameLst>
                                          <p:attrName>ppt_x</p:attrName>
                                          <p:attrName>ppt_y</p:attrName>
                                        </p:attrNameLst>
                                      </p:cBhvr>
                                      <p:rCtr x="6706" y="4537"/>
                                    </p:animMotion>
                                  </p:childTnLst>
                                </p:cTn>
                              </p:par>
                            </p:childTnLst>
                          </p:cTn>
                        </p:par>
                        <p:par>
                          <p:cTn id="219" fill="hold">
                            <p:stCondLst>
                              <p:cond delay="2000"/>
                            </p:stCondLst>
                            <p:childTnLst>
                              <p:par>
                                <p:cTn id="220" presetID="63" presetClass="path" presetSubtype="0" accel="50000" decel="50000" fill="hold" grpId="4" nodeType="afterEffect">
                                  <p:stCondLst>
                                    <p:cond delay="0"/>
                                  </p:stCondLst>
                                  <p:childTnLst>
                                    <p:animMotion origin="layout" path="M 0.13203 0.00116 L 0.15573 0.0007 " pathEditMode="relative" rAng="0" ptsTypes="AA">
                                      <p:cBhvr>
                                        <p:cTn id="221" dur="1000" fill="hold"/>
                                        <p:tgtEl>
                                          <p:spTgt spid="29"/>
                                        </p:tgtEl>
                                        <p:attrNameLst>
                                          <p:attrName>ppt_x</p:attrName>
                                          <p:attrName>ppt_y</p:attrName>
                                        </p:attrNameLst>
                                      </p:cBhvr>
                                      <p:rCtr x="1185" y="-23"/>
                                    </p:animMotion>
                                  </p:childTnLst>
                                </p:cTn>
                              </p:par>
                            </p:childTnLst>
                          </p:cTn>
                        </p:par>
                        <p:par>
                          <p:cTn id="222" fill="hold">
                            <p:stCondLst>
                              <p:cond delay="3000"/>
                            </p:stCondLst>
                            <p:childTnLst>
                              <p:par>
                                <p:cTn id="223" presetID="63" presetClass="path" presetSubtype="0" accel="50000" decel="50000" fill="hold" grpId="7" nodeType="afterEffect">
                                  <p:stCondLst>
                                    <p:cond delay="0"/>
                                  </p:stCondLst>
                                  <p:childTnLst>
                                    <p:animMotion origin="layout" path="M 0.27239 -0.00023 L 0.31432 -0.0007 " pathEditMode="relative" rAng="0" ptsTypes="AA">
                                      <p:cBhvr>
                                        <p:cTn id="224" dur="1000" fill="hold"/>
                                        <p:tgtEl>
                                          <p:spTgt spid="32"/>
                                        </p:tgtEl>
                                        <p:attrNameLst>
                                          <p:attrName>ppt_x</p:attrName>
                                          <p:attrName>ppt_y</p:attrName>
                                        </p:attrNameLst>
                                      </p:cBhvr>
                                      <p:rCtr x="2096" y="-23"/>
                                    </p:animMotion>
                                  </p:childTnLst>
                                </p:cTn>
                              </p:par>
                            </p:childTnLst>
                          </p:cTn>
                        </p:par>
                      </p:childTnLst>
                    </p:cTn>
                  </p:par>
                  <p:par>
                    <p:cTn id="225" fill="hold">
                      <p:stCondLst>
                        <p:cond delay="indefinite"/>
                      </p:stCondLst>
                      <p:childTnLst>
                        <p:par>
                          <p:cTn id="226" fill="hold">
                            <p:stCondLst>
                              <p:cond delay="0"/>
                            </p:stCondLst>
                            <p:childTnLst>
                              <p:par>
                                <p:cTn id="227" presetID="22" presetClass="entr" presetSubtype="1" fill="hold" grpId="0" nodeType="clickEffect">
                                  <p:stCondLst>
                                    <p:cond delay="0"/>
                                  </p:stCondLst>
                                  <p:childTnLst>
                                    <p:set>
                                      <p:cBhvr>
                                        <p:cTn id="228" dur="1" fill="hold">
                                          <p:stCondLst>
                                            <p:cond delay="0"/>
                                          </p:stCondLst>
                                        </p:cTn>
                                        <p:tgtEl>
                                          <p:spTgt spid="12">
                                            <p:txEl>
                                              <p:pRg st="10" end="10"/>
                                            </p:txEl>
                                          </p:spTgt>
                                        </p:tgtEl>
                                        <p:attrNameLst>
                                          <p:attrName>style.visibility</p:attrName>
                                        </p:attrNameLst>
                                      </p:cBhvr>
                                      <p:to>
                                        <p:strVal val="visible"/>
                                      </p:to>
                                    </p:set>
                                    <p:animEffect transition="in" filter="wipe(up)">
                                      <p:cBhvr>
                                        <p:cTn id="229" dur="500"/>
                                        <p:tgtEl>
                                          <p:spTgt spid="12">
                                            <p:txEl>
                                              <p:pRg st="10" end="10"/>
                                            </p:txEl>
                                          </p:spTgt>
                                        </p:tgtEl>
                                      </p:cBhvr>
                                    </p:animEffect>
                                  </p:childTnLst>
                                </p:cTn>
                              </p:par>
                            </p:childTnLst>
                          </p:cTn>
                        </p:par>
                        <p:par>
                          <p:cTn id="230" fill="hold">
                            <p:stCondLst>
                              <p:cond delay="500"/>
                            </p:stCondLst>
                            <p:childTnLst>
                              <p:par>
                                <p:cTn id="231" presetID="22" presetClass="entr" presetSubtype="1" fill="hold" grpId="0" nodeType="afterEffect">
                                  <p:stCondLst>
                                    <p:cond delay="0"/>
                                  </p:stCondLst>
                                  <p:childTnLst>
                                    <p:set>
                                      <p:cBhvr>
                                        <p:cTn id="232" dur="1" fill="hold">
                                          <p:stCondLst>
                                            <p:cond delay="0"/>
                                          </p:stCondLst>
                                        </p:cTn>
                                        <p:tgtEl>
                                          <p:spTgt spid="12">
                                            <p:txEl>
                                              <p:pRg st="11" end="11"/>
                                            </p:txEl>
                                          </p:spTgt>
                                        </p:tgtEl>
                                        <p:attrNameLst>
                                          <p:attrName>style.visibility</p:attrName>
                                        </p:attrNameLst>
                                      </p:cBhvr>
                                      <p:to>
                                        <p:strVal val="visible"/>
                                      </p:to>
                                    </p:set>
                                    <p:animEffect transition="in" filter="wipe(up)">
                                      <p:cBhvr>
                                        <p:cTn id="233" dur="500"/>
                                        <p:tgtEl>
                                          <p:spTgt spid="12">
                                            <p:txEl>
                                              <p:pRg st="11" end="11"/>
                                            </p:txEl>
                                          </p:spTgt>
                                        </p:tgtEl>
                                      </p:cBhvr>
                                    </p:animEffect>
                                  </p:childTnLst>
                                </p:cTn>
                              </p:par>
                            </p:childTnLst>
                          </p:cTn>
                        </p:par>
                        <p:par>
                          <p:cTn id="234" fill="hold">
                            <p:stCondLst>
                              <p:cond delay="1000"/>
                            </p:stCondLst>
                            <p:childTnLst>
                              <p:par>
                                <p:cTn id="235" presetID="22" presetClass="entr" presetSubtype="1" fill="hold" grpId="0" nodeType="afterEffect">
                                  <p:stCondLst>
                                    <p:cond delay="0"/>
                                  </p:stCondLst>
                                  <p:childTnLst>
                                    <p:set>
                                      <p:cBhvr>
                                        <p:cTn id="236" dur="1" fill="hold">
                                          <p:stCondLst>
                                            <p:cond delay="0"/>
                                          </p:stCondLst>
                                        </p:cTn>
                                        <p:tgtEl>
                                          <p:spTgt spid="12">
                                            <p:txEl>
                                              <p:pRg st="12" end="12"/>
                                            </p:txEl>
                                          </p:spTgt>
                                        </p:tgtEl>
                                        <p:attrNameLst>
                                          <p:attrName>style.visibility</p:attrName>
                                        </p:attrNameLst>
                                      </p:cBhvr>
                                      <p:to>
                                        <p:strVal val="visible"/>
                                      </p:to>
                                    </p:set>
                                    <p:animEffect transition="in" filter="wipe(up)">
                                      <p:cBhvr>
                                        <p:cTn id="237" dur="500"/>
                                        <p:tgtEl>
                                          <p:spTgt spid="12">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uiExpand="1" build="p" animBg="1"/>
      <p:bldP spid="13" grpId="0" animBg="1" autoUpdateAnimBg="0"/>
      <p:bldP spid="14" grpId="0"/>
      <p:bldP spid="15" grpId="0" autoUpdateAnimBg="0"/>
      <p:bldP spid="18" grpId="0"/>
      <p:bldP spid="21" grpId="0" animBg="1"/>
      <p:bldP spid="21" grpId="1" animBg="1"/>
      <p:bldP spid="22" grpId="0" animBg="1"/>
      <p:bldP spid="22" grpId="1" animBg="1"/>
      <p:bldP spid="23" grpId="0" animBg="1"/>
      <p:bldP spid="23" grpId="1" animBg="1"/>
      <p:bldP spid="24" grpId="0" animBg="1"/>
      <p:bldP spid="24" grpId="1" animBg="1"/>
      <p:bldP spid="25" grpId="0" animBg="1"/>
      <p:bldP spid="26" grpId="0" animBg="1"/>
      <p:bldP spid="26" grpId="1" animBg="1"/>
      <p:bldP spid="27" grpId="0" animBg="1"/>
      <p:bldP spid="27" grpId="1" animBg="1"/>
      <p:bldP spid="28" grpId="0" animBg="1"/>
      <p:bldP spid="28" grpId="1" animBg="1"/>
      <p:bldP spid="29" grpId="0" animBg="1"/>
      <p:bldP spid="29" grpId="1" animBg="1"/>
      <p:bldP spid="29" grpId="2" animBg="1"/>
      <p:bldP spid="29" grpId="3" animBg="1"/>
      <p:bldP spid="29" grpId="4" animBg="1"/>
      <p:bldP spid="31" grpId="0" animBg="1"/>
      <p:bldP spid="31" grpId="1" animBg="1"/>
      <p:bldP spid="31" grpId="2" animBg="1"/>
      <p:bldP spid="31" grpId="3" animBg="1"/>
      <p:bldP spid="32" grpId="0" animBg="1"/>
      <p:bldP spid="32" grpId="1" animBg="1"/>
      <p:bldP spid="32" grpId="2" animBg="1"/>
      <p:bldP spid="32" grpId="3" animBg="1"/>
      <p:bldP spid="32" grpId="4" animBg="1"/>
      <p:bldP spid="32" grpId="5" animBg="1"/>
      <p:bldP spid="32" grpId="6" animBg="1"/>
      <p:bldP spid="32" grpId="7" animBg="1"/>
      <p:bldP spid="33" grpId="0" animBg="1"/>
      <p:bldP spid="34" grpId="0" animBg="1"/>
      <p:bldP spid="35" grpId="0" animBg="1"/>
      <p:bldP spid="3" grpId="0" animBg="1"/>
      <p:bldP spid="36" grpId="0" animBg="1"/>
      <p:bldP spid="37" grpId="0" animBg="1"/>
      <p:bldP spid="38" grpId="0" animBg="1"/>
      <p:bldP spid="6"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59241072-106D-463B-8626-3E3246C675B6}"/>
              </a:ext>
            </a:extLst>
          </p:cNvPr>
          <p:cNvSpPr txBox="1"/>
          <p:nvPr/>
        </p:nvSpPr>
        <p:spPr>
          <a:xfrm>
            <a:off x="231477" y="1040875"/>
            <a:ext cx="5104626" cy="2062103"/>
          </a:xfrm>
          <a:prstGeom prst="rect">
            <a:avLst/>
          </a:prstGeom>
          <a:solidFill>
            <a:schemeClr val="accent6">
              <a:lumMod val="20000"/>
              <a:lumOff val="80000"/>
            </a:schemeClr>
          </a:solidFill>
          <a:ln w="12700">
            <a:solidFill>
              <a:schemeClr val="accent5">
                <a:lumMod val="50000"/>
              </a:schemeClr>
            </a:solidFill>
          </a:ln>
        </p:spPr>
        <p:txBody>
          <a:bodyPr wrap="square">
            <a:spAutoFit/>
          </a:bodyPr>
          <a:lstStyle/>
          <a:p>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void</a:t>
            </a:r>
            <a:r>
              <a:rPr lang="zh-CN" altLang="en-US" sz="1600" b="1" dirty="0">
                <a:latin typeface="Courier New" panose="02070309020205020404" pitchFamily="49" charset="0"/>
                <a:cs typeface="Courier New" panose="02070309020205020404" pitchFamily="49" charset="0"/>
              </a:rPr>
              <a:t> MSort(R</a:t>
            </a:r>
            <a:r>
              <a:rPr lang="en-US" altLang="zh-CN" sz="1600" b="1" dirty="0">
                <a:latin typeface="Courier New" panose="02070309020205020404" pitchFamily="49" charset="0"/>
                <a:cs typeface="Courier New" panose="02070309020205020404" pitchFamily="49" charset="0"/>
              </a:rPr>
              <a:t>c</a:t>
            </a:r>
            <a:r>
              <a:rPr lang="zh-CN" altLang="en-US" sz="1600" b="1" dirty="0">
                <a:latin typeface="Courier New" panose="02070309020205020404" pitchFamily="49" charset="0"/>
                <a:cs typeface="Courier New" panose="02070309020205020404" pitchFamily="49" charset="0"/>
              </a:rPr>
              <a:t>dType R[],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zh-CN" altLang="en-US" sz="1600" b="1" dirty="0">
                <a:latin typeface="Courier New" panose="02070309020205020404" pitchFamily="49" charset="0"/>
                <a:cs typeface="Courier New" panose="02070309020205020404" pitchFamily="49" charset="0"/>
              </a:rPr>
              <a:t> s,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zh-CN" altLang="en-US" sz="1600" b="1" dirty="0">
                <a:latin typeface="Courier New" panose="02070309020205020404" pitchFamily="49" charset="0"/>
                <a:cs typeface="Courier New" panose="02070309020205020404" pitchFamily="49" charset="0"/>
              </a:rPr>
              <a:t> 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 </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600" b="1" dirty="0">
                <a:latin typeface="Courier New" panose="02070309020205020404" pitchFamily="49" charset="0"/>
                <a:cs typeface="Courier New" panose="02070309020205020404" pitchFamily="49" charset="0"/>
              </a:rPr>
              <a:t> (s</a:t>
            </a:r>
            <a:r>
              <a:rPr lang="en-US" altLang="zh-CN" sz="1600" b="1" dirty="0">
                <a:latin typeface="Courier New" panose="02070309020205020404" pitchFamily="49" charset="0"/>
                <a:cs typeface="Courier New" panose="02070309020205020404" pitchFamily="49" charset="0"/>
              </a:rPr>
              <a:t>&lt;</a:t>
            </a:r>
            <a:r>
              <a:rPr lang="zh-CN" altLang="en-US" sz="1600" b="1" dirty="0">
                <a:latin typeface="Courier New" panose="02070309020205020404" pitchFamily="49" charset="0"/>
                <a:cs typeface="Courier New" panose="02070309020205020404" pitchFamily="49" charset="0"/>
              </a:rPr>
              <a:t>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r>
              <a:rPr lang="zh-CN" altLang="en-US"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en-US" altLang="zh-CN" sz="1600" b="1" dirty="0">
                <a:latin typeface="Courier New" panose="02070309020205020404" pitchFamily="49" charset="0"/>
                <a:cs typeface="Courier New" panose="02070309020205020404" pitchFamily="49" charset="0"/>
              </a:rPr>
              <a:t> </a:t>
            </a:r>
            <a:r>
              <a:rPr lang="zh-CN" altLang="en-US" sz="1600" b="1" dirty="0">
                <a:latin typeface="Courier New" panose="02070309020205020404" pitchFamily="49" charset="0"/>
                <a:cs typeface="Courier New" panose="02070309020205020404" pitchFamily="49" charset="0"/>
              </a:rPr>
              <a:t>m = (s+t)/2;  </a:t>
            </a:r>
            <a:r>
              <a:rPr lang="en-US" altLang="zh-CN" sz="1600" b="1" dirty="0">
                <a:solidFill>
                  <a:srgbClr val="2045E0"/>
                </a:solidFill>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2045E0"/>
                </a:solidFill>
                <a:latin typeface="Courier New" panose="02070309020205020404" pitchFamily="49" charset="0"/>
                <a:ea typeface="仿宋" panose="02010609060101010101" pitchFamily="49" charset="-122"/>
                <a:cs typeface="Courier New" panose="02070309020205020404" pitchFamily="49" charset="0"/>
              </a:rPr>
              <a:t>求中点</a:t>
            </a:r>
            <a:endParaRPr lang="en-US" altLang="zh-CN" sz="1600" b="1" dirty="0">
              <a:solidFill>
                <a:srgbClr val="2045E0"/>
              </a:solidFill>
              <a:latin typeface="Courier New" panose="02070309020205020404" pitchFamily="49" charset="0"/>
              <a:ea typeface="仿宋" panose="02010609060101010101" pitchFamily="49" charset="-122"/>
              <a:cs typeface="Courier New" panose="02070309020205020404" pitchFamily="49" charset="0"/>
            </a:endParaRPr>
          </a:p>
          <a:p>
            <a:r>
              <a:rPr lang="en-US" altLang="zh-CN" sz="1600" b="1" dirty="0">
                <a:latin typeface="Courier New" panose="02070309020205020404" pitchFamily="49" charset="0"/>
                <a:cs typeface="Courier New" panose="02070309020205020404" pitchFamily="49" charset="0"/>
              </a:rPr>
              <a:t>    </a:t>
            </a:r>
            <a:r>
              <a:rPr lang="zh-CN" altLang="en-US" sz="1600" b="1" dirty="0">
                <a:latin typeface="Courier New" panose="02070309020205020404" pitchFamily="49" charset="0"/>
                <a:cs typeface="Courier New" panose="02070309020205020404" pitchFamily="49" charset="0"/>
              </a:rPr>
              <a:t>MSort(R, s, m);   </a:t>
            </a:r>
            <a:r>
              <a:rPr lang="en-US" altLang="zh-CN" sz="1600" b="1" dirty="0">
                <a:solidFill>
                  <a:srgbClr val="2045E0"/>
                </a:solidFill>
                <a:latin typeface="Courier New" panose="02070309020205020404" pitchFamily="49" charset="0"/>
                <a:ea typeface="仿宋" panose="02010609060101010101" pitchFamily="49" charset="-122"/>
                <a:cs typeface="Courier New" panose="02070309020205020404" pitchFamily="49" charset="0"/>
              </a:rPr>
              <a:t>// </a:t>
            </a:r>
            <a:r>
              <a:rPr lang="zh-CN" altLang="zh-CN" sz="1600" b="1" dirty="0">
                <a:solidFill>
                  <a:srgbClr val="2045E0"/>
                </a:solidFill>
                <a:latin typeface="Courier New" panose="02070309020205020404" pitchFamily="49" charset="0"/>
                <a:ea typeface="仿宋" panose="02010609060101010101" pitchFamily="49" charset="-122"/>
                <a:cs typeface="Courier New" panose="02070309020205020404" pitchFamily="49" charset="0"/>
              </a:rPr>
              <a:t>归并排序</a:t>
            </a:r>
            <a:r>
              <a:rPr lang="en-US" altLang="zh-CN" sz="1600" b="1" dirty="0">
                <a:solidFill>
                  <a:srgbClr val="2045E0"/>
                </a:solidFill>
                <a:latin typeface="Courier New" panose="02070309020205020404" pitchFamily="49" charset="0"/>
                <a:ea typeface="仿宋" panose="02010609060101010101" pitchFamily="49" charset="-122"/>
                <a:cs typeface="Courier New" panose="02070309020205020404" pitchFamily="49" charset="0"/>
              </a:rPr>
              <a:t>R[</a:t>
            </a:r>
            <a:r>
              <a:rPr lang="en-US" altLang="zh-CN" sz="1600" b="1" dirty="0" err="1">
                <a:solidFill>
                  <a:srgbClr val="2045E0"/>
                </a:solidFill>
                <a:latin typeface="Courier New" panose="02070309020205020404" pitchFamily="49" charset="0"/>
                <a:ea typeface="仿宋" panose="02010609060101010101" pitchFamily="49" charset="-122"/>
                <a:cs typeface="Courier New" panose="02070309020205020404" pitchFamily="49" charset="0"/>
              </a:rPr>
              <a:t>s..m</a:t>
            </a:r>
            <a:r>
              <a:rPr lang="en-US" altLang="zh-CN" sz="1600" b="1" dirty="0">
                <a:solidFill>
                  <a:srgbClr val="2045E0"/>
                </a:solidFill>
                <a:latin typeface="Courier New" panose="02070309020205020404" pitchFamily="49" charset="0"/>
                <a:ea typeface="仿宋" panose="02010609060101010101" pitchFamily="49" charset="-122"/>
                <a:cs typeface="Courier New" panose="02070309020205020404" pitchFamily="49" charset="0"/>
              </a:rPr>
              <a:t>]</a:t>
            </a:r>
            <a:endParaRPr lang="zh-CN" altLang="en-US" sz="1600" b="1" dirty="0">
              <a:solidFill>
                <a:srgbClr val="2045E0"/>
              </a:solidFill>
              <a:latin typeface="Courier New" panose="02070309020205020404" pitchFamily="49" charset="0"/>
              <a:ea typeface="仿宋" panose="02010609060101010101" pitchFamily="49" charset="-122"/>
              <a:cs typeface="Courier New" panose="02070309020205020404" pitchFamily="49" charset="0"/>
            </a:endParaRPr>
          </a:p>
          <a:p>
            <a:r>
              <a:rPr lang="zh-CN" altLang="en-US" sz="1600" b="1" dirty="0">
                <a:latin typeface="Courier New" panose="02070309020205020404" pitchFamily="49" charset="0"/>
                <a:cs typeface="Courier New" panose="02070309020205020404" pitchFamily="49" charset="0"/>
              </a:rPr>
              <a:t>    MSort(R, m+1, t); </a:t>
            </a:r>
            <a:r>
              <a:rPr lang="en-US" altLang="zh-CN" sz="1600" b="1" dirty="0">
                <a:solidFill>
                  <a:srgbClr val="2045E0"/>
                </a:solidFill>
                <a:latin typeface="Courier New" panose="02070309020205020404" pitchFamily="49" charset="0"/>
                <a:ea typeface="仿宋" panose="02010609060101010101" pitchFamily="49" charset="-122"/>
                <a:cs typeface="Courier New" panose="02070309020205020404" pitchFamily="49" charset="0"/>
              </a:rPr>
              <a:t>// </a:t>
            </a:r>
            <a:r>
              <a:rPr lang="zh-CN" altLang="zh-CN" sz="1600" b="1" dirty="0">
                <a:solidFill>
                  <a:srgbClr val="2045E0"/>
                </a:solidFill>
                <a:latin typeface="Courier New" panose="02070309020205020404" pitchFamily="49" charset="0"/>
                <a:ea typeface="仿宋" panose="02010609060101010101" pitchFamily="49" charset="-122"/>
                <a:cs typeface="Courier New" panose="02070309020205020404" pitchFamily="49" charset="0"/>
              </a:rPr>
              <a:t>归并排序</a:t>
            </a:r>
            <a:r>
              <a:rPr lang="en-US" altLang="zh-CN" sz="1600" b="1" dirty="0">
                <a:solidFill>
                  <a:srgbClr val="2045E0"/>
                </a:solidFill>
                <a:latin typeface="Courier New" panose="02070309020205020404" pitchFamily="49" charset="0"/>
                <a:ea typeface="仿宋" panose="02010609060101010101" pitchFamily="49" charset="-122"/>
                <a:cs typeface="Courier New" panose="02070309020205020404" pitchFamily="49" charset="0"/>
              </a:rPr>
              <a:t>R[m+1..t]</a:t>
            </a:r>
            <a:endParaRPr lang="en-US" altLang="zh-CN" sz="1600" b="1" dirty="0">
              <a:latin typeface="Courier New" panose="02070309020205020404" pitchFamily="49" charset="0"/>
              <a:cs typeface="Courier New" panose="02070309020205020404" pitchFamily="49" charset="0"/>
            </a:endParaRPr>
          </a:p>
          <a:p>
            <a:r>
              <a:rPr lang="en-US" altLang="zh-CN" sz="1600" b="1" dirty="0">
                <a:latin typeface="Courier New" panose="02070309020205020404" pitchFamily="49" charset="0"/>
                <a:cs typeface="Courier New" panose="02070309020205020404" pitchFamily="49" charset="0"/>
              </a:rPr>
              <a:t>    </a:t>
            </a:r>
            <a:r>
              <a:rPr lang="zh-CN" altLang="en-US" sz="1600" b="1" dirty="0">
                <a:latin typeface="Courier New" panose="02070309020205020404" pitchFamily="49" charset="0"/>
                <a:cs typeface="Courier New" panose="02070309020205020404" pitchFamily="49" charset="0"/>
              </a:rPr>
              <a:t>Merge(R, s, m, t);</a:t>
            </a:r>
            <a:r>
              <a:rPr lang="en-US" altLang="zh-CN" sz="1600" b="1" dirty="0">
                <a:solidFill>
                  <a:srgbClr val="2045E0"/>
                </a:solidFill>
                <a:latin typeface="Courier New" panose="02070309020205020404" pitchFamily="49" charset="0"/>
                <a:ea typeface="仿宋" panose="02010609060101010101" pitchFamily="49" charset="-122"/>
                <a:cs typeface="Courier New" panose="02070309020205020404" pitchFamily="49" charset="0"/>
              </a:rPr>
              <a:t> // </a:t>
            </a:r>
            <a:r>
              <a:rPr lang="zh-CN" altLang="zh-CN" sz="1600" b="1" dirty="0">
                <a:solidFill>
                  <a:srgbClr val="2045E0"/>
                </a:solidFill>
                <a:latin typeface="Courier New" panose="02070309020205020404" pitchFamily="49" charset="0"/>
                <a:ea typeface="仿宋" panose="02010609060101010101" pitchFamily="49" charset="-122"/>
                <a:cs typeface="Courier New" panose="02070309020205020404" pitchFamily="49" charset="0"/>
              </a:rPr>
              <a:t>归并</a:t>
            </a:r>
            <a:endParaRPr lang="en-US" altLang="zh-CN" sz="1600" b="1" dirty="0">
              <a:latin typeface="Courier New" panose="02070309020205020404" pitchFamily="49" charset="0"/>
              <a:cs typeface="Courier New" panose="02070309020205020404" pitchFamily="49" charset="0"/>
            </a:endParaRPr>
          </a:p>
          <a:p>
            <a:r>
              <a:rPr lang="en-US" altLang="zh-CN"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 </a:t>
            </a:r>
            <a:r>
              <a:rPr lang="zh-CN" altLang="en-US" sz="1600" b="1" dirty="0">
                <a:solidFill>
                  <a:srgbClr val="2045E0"/>
                </a:solidFill>
                <a:latin typeface="Courier New" panose="02070309020205020404" pitchFamily="49" charset="0"/>
                <a:ea typeface="仿宋" panose="02010609060101010101" pitchFamily="49" charset="-122"/>
                <a:cs typeface="Courier New" panose="02070309020205020404" pitchFamily="49" charset="0"/>
              </a:rPr>
              <a:t>// M</a:t>
            </a:r>
            <a:r>
              <a:rPr lang="en-US" altLang="zh-CN" sz="1600" b="1" dirty="0">
                <a:solidFill>
                  <a:srgbClr val="2045E0"/>
                </a:solidFill>
                <a:latin typeface="Courier New" panose="02070309020205020404" pitchFamily="49" charset="0"/>
                <a:ea typeface="仿宋" panose="02010609060101010101" pitchFamily="49" charset="-122"/>
                <a:cs typeface="Courier New" panose="02070309020205020404" pitchFamily="49" charset="0"/>
              </a:rPr>
              <a:t>s</a:t>
            </a:r>
            <a:r>
              <a:rPr lang="zh-CN" altLang="en-US" sz="1600" b="1" dirty="0">
                <a:solidFill>
                  <a:srgbClr val="2045E0"/>
                </a:solidFill>
                <a:latin typeface="Courier New" panose="02070309020205020404" pitchFamily="49" charset="0"/>
                <a:ea typeface="仿宋" panose="02010609060101010101" pitchFamily="49" charset="-122"/>
                <a:cs typeface="Courier New" panose="02070309020205020404" pitchFamily="49" charset="0"/>
              </a:rPr>
              <a:t>ort </a:t>
            </a:r>
            <a:r>
              <a:rPr lang="zh-CN" altLang="en-US" sz="1600" b="1" dirty="0">
                <a:solidFill>
                  <a:srgbClr val="C00000"/>
                </a:solidFill>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算法10.1</a:t>
            </a:r>
            <a:r>
              <a:rPr lang="en-US" altLang="zh-CN" sz="1600" b="1" dirty="0">
                <a:solidFill>
                  <a:srgbClr val="C00000"/>
                </a:solidFill>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1</a:t>
            </a:r>
            <a:endParaRPr lang="zh-CN" altLang="en-US" sz="1600" b="1" dirty="0">
              <a:solidFill>
                <a:srgbClr val="C00000"/>
              </a:solidFill>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endParaRPr>
          </a:p>
        </p:txBody>
      </p:sp>
      <p:cxnSp>
        <p:nvCxnSpPr>
          <p:cNvPr id="5" name="直接连接符 4">
            <a:extLst>
              <a:ext uri="{FF2B5EF4-FFF2-40B4-BE49-F238E27FC236}">
                <a16:creationId xmlns:a16="http://schemas.microsoft.com/office/drawing/2014/main" id="{A3E38FD2-89CF-4631-A986-102A815781A0}"/>
              </a:ext>
            </a:extLst>
          </p:cNvPr>
          <p:cNvCxnSpPr/>
          <p:nvPr/>
        </p:nvCxnSpPr>
        <p:spPr bwMode="auto">
          <a:xfrm>
            <a:off x="7204511" y="4393840"/>
            <a:ext cx="4497464" cy="32267"/>
          </a:xfrm>
          <a:prstGeom prst="line">
            <a:avLst/>
          </a:prstGeom>
          <a:solidFill>
            <a:schemeClr val="accent1"/>
          </a:solidFill>
          <a:ln w="57150" cap="flat" cmpd="sng" algn="ctr">
            <a:solidFill>
              <a:srgbClr val="FFC00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Text Box 3">
            <a:extLst>
              <a:ext uri="{FF2B5EF4-FFF2-40B4-BE49-F238E27FC236}">
                <a16:creationId xmlns:a16="http://schemas.microsoft.com/office/drawing/2014/main" id="{06FBAE99-F723-480B-A391-FFC8D8363430}"/>
              </a:ext>
            </a:extLst>
          </p:cNvPr>
          <p:cNvSpPr txBox="1">
            <a:spLocks noChangeArrowheads="1"/>
          </p:cNvSpPr>
          <p:nvPr/>
        </p:nvSpPr>
        <p:spPr bwMode="auto">
          <a:xfrm>
            <a:off x="7261104" y="3139910"/>
            <a:ext cx="430098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0" bIns="0" anchor="b">
            <a:spAutoFit/>
          </a:bodyPr>
          <a:lstStyle/>
          <a:p>
            <a:pPr fontAlgn="base">
              <a:spcBef>
                <a:spcPct val="0"/>
              </a:spcBef>
              <a:spcAft>
                <a:spcPct val="0"/>
              </a:spcAft>
            </a:pPr>
            <a:r>
              <a:rPr lang="en-US" altLang="zh-CN" b="1" dirty="0">
                <a:latin typeface="Courier New" panose="02070309020205020404" pitchFamily="49" charset="0"/>
                <a:cs typeface="Courier New" panose="02070309020205020404" pitchFamily="49" charset="0"/>
              </a:rPr>
              <a:t>R [</a:t>
            </a:r>
            <a:r>
              <a:rPr kumimoji="1" lang="en-US" altLang="zh-CN" b="1" dirty="0">
                <a:latin typeface="Courier New" panose="02070309020205020404" pitchFamily="49" charset="0"/>
                <a:ea typeface="宋体" panose="02010600030101010101" pitchFamily="2" charset="-122"/>
                <a:cs typeface="Courier New" panose="02070309020205020404" pitchFamily="49" charset="0"/>
              </a:rPr>
              <a:t>49, 38, 65, 97, 76, 13, 27]</a:t>
            </a:r>
          </a:p>
        </p:txBody>
      </p:sp>
      <p:sp>
        <p:nvSpPr>
          <p:cNvPr id="7" name="Text Box 4">
            <a:extLst>
              <a:ext uri="{FF2B5EF4-FFF2-40B4-BE49-F238E27FC236}">
                <a16:creationId xmlns:a16="http://schemas.microsoft.com/office/drawing/2014/main" id="{831BE719-A072-4E4F-8F8E-83237EE536B0}"/>
              </a:ext>
            </a:extLst>
          </p:cNvPr>
          <p:cNvSpPr txBox="1">
            <a:spLocks noChangeArrowheads="1"/>
          </p:cNvSpPr>
          <p:nvPr/>
        </p:nvSpPr>
        <p:spPr bwMode="auto">
          <a:xfrm>
            <a:off x="7262143" y="3433899"/>
            <a:ext cx="2556419" cy="276999"/>
          </a:xfrm>
          <a:prstGeom prst="rect">
            <a:avLst/>
          </a:prstGeom>
          <a:noFill/>
          <a:ln>
            <a:noFill/>
          </a:ln>
          <a:effectLst/>
        </p:spPr>
        <p:txBody>
          <a:bodyPr wrap="square" tIns="0" bIns="0">
            <a:spAutoFit/>
          </a:bodyPr>
          <a:lstStyle/>
          <a:p>
            <a:pPr fontAlgn="base">
              <a:spcBef>
                <a:spcPct val="0"/>
              </a:spcBef>
              <a:spcAft>
                <a:spcPct val="0"/>
              </a:spcAft>
            </a:pPr>
            <a:r>
              <a:rPr kumimoji="1" lang="en-US" altLang="zh-CN" b="1" dirty="0">
                <a:latin typeface="Courier New" panose="02070309020205020404" pitchFamily="49" charset="0"/>
                <a:ea typeface="宋体" panose="02010600030101010101" pitchFamily="2" charset="-122"/>
                <a:cs typeface="Courier New" panose="02070309020205020404" pitchFamily="49" charset="0"/>
              </a:rPr>
              <a:t>R [49, 38, 65, 97]</a:t>
            </a:r>
          </a:p>
        </p:txBody>
      </p:sp>
      <p:sp>
        <p:nvSpPr>
          <p:cNvPr id="8" name="Text Box 5">
            <a:extLst>
              <a:ext uri="{FF2B5EF4-FFF2-40B4-BE49-F238E27FC236}">
                <a16:creationId xmlns:a16="http://schemas.microsoft.com/office/drawing/2014/main" id="{91F2D9FA-F96C-40B0-B40E-0548FB5664CC}"/>
              </a:ext>
            </a:extLst>
          </p:cNvPr>
          <p:cNvSpPr txBox="1">
            <a:spLocks noChangeArrowheads="1"/>
          </p:cNvSpPr>
          <p:nvPr/>
        </p:nvSpPr>
        <p:spPr bwMode="auto">
          <a:xfrm>
            <a:off x="7263455" y="3718053"/>
            <a:ext cx="1492610" cy="276999"/>
          </a:xfrm>
          <a:prstGeom prst="rect">
            <a:avLst/>
          </a:prstGeom>
          <a:noFill/>
          <a:ln>
            <a:noFill/>
          </a:ln>
          <a:effectLst/>
        </p:spPr>
        <p:txBody>
          <a:bodyPr wrap="square" tIns="0" bIns="0">
            <a:spAutoFit/>
          </a:bodyPr>
          <a:lstStyle/>
          <a:p>
            <a:pPr fontAlgn="base">
              <a:spcBef>
                <a:spcPct val="0"/>
              </a:spcBef>
              <a:spcAft>
                <a:spcPct val="0"/>
              </a:spcAft>
            </a:pPr>
            <a:r>
              <a:rPr kumimoji="1" lang="en-US" altLang="zh-CN" b="1" dirty="0">
                <a:latin typeface="Courier New" panose="02070309020205020404" pitchFamily="49" charset="0"/>
                <a:ea typeface="宋体" panose="02010600030101010101" pitchFamily="2" charset="-122"/>
                <a:cs typeface="Courier New" panose="02070309020205020404" pitchFamily="49" charset="0"/>
              </a:rPr>
              <a:t>R [49, 38]</a:t>
            </a:r>
          </a:p>
        </p:txBody>
      </p:sp>
      <p:sp>
        <p:nvSpPr>
          <p:cNvPr id="9" name="Text Box 6">
            <a:extLst>
              <a:ext uri="{FF2B5EF4-FFF2-40B4-BE49-F238E27FC236}">
                <a16:creationId xmlns:a16="http://schemas.microsoft.com/office/drawing/2014/main" id="{BBC577E8-E1D0-4C0D-B3FE-E81B7CA55112}"/>
              </a:ext>
            </a:extLst>
          </p:cNvPr>
          <p:cNvSpPr txBox="1">
            <a:spLocks noChangeArrowheads="1"/>
          </p:cNvSpPr>
          <p:nvPr/>
        </p:nvSpPr>
        <p:spPr bwMode="auto">
          <a:xfrm>
            <a:off x="7261104" y="4586857"/>
            <a:ext cx="1557001" cy="276999"/>
          </a:xfrm>
          <a:prstGeom prst="rect">
            <a:avLst/>
          </a:prstGeom>
          <a:solidFill>
            <a:schemeClr val="accent2">
              <a:lumMod val="20000"/>
              <a:lumOff val="80000"/>
            </a:schemeClr>
          </a:solidFill>
          <a:ln>
            <a:noFill/>
          </a:ln>
          <a:effectLst/>
        </p:spPr>
        <p:txBody>
          <a:bodyPr wrap="square" tIns="0" bIns="0">
            <a:spAutoFit/>
          </a:bodyPr>
          <a:lstStyle/>
          <a:p>
            <a:pPr fontAlgn="base">
              <a:spcBef>
                <a:spcPct val="0"/>
              </a:spcBef>
              <a:spcAft>
                <a:spcPct val="0"/>
              </a:spcAft>
            </a:pPr>
            <a:r>
              <a:rPr kumimoji="1" lang="en-US" altLang="zh-CN" b="1" dirty="0">
                <a:latin typeface="Courier New" panose="02070309020205020404" pitchFamily="49" charset="0"/>
                <a:ea typeface="宋体" panose="02010600030101010101" pitchFamily="2" charset="-122"/>
                <a:cs typeface="Courier New" panose="02070309020205020404" pitchFamily="49" charset="0"/>
              </a:rPr>
              <a:t>R </a:t>
            </a:r>
            <a:r>
              <a:rPr kumimoji="1" lang="en-US" altLang="zh-CN" b="1" dirty="0">
                <a:solidFill>
                  <a:srgbClr val="008080"/>
                </a:solidFill>
                <a:latin typeface="Courier New" panose="02070309020205020404" pitchFamily="49" charset="0"/>
                <a:ea typeface="宋体" panose="02010600030101010101" pitchFamily="2" charset="-122"/>
                <a:cs typeface="Courier New" panose="02070309020205020404" pitchFamily="49" charset="0"/>
              </a:rPr>
              <a:t>[49]</a:t>
            </a:r>
          </a:p>
        </p:txBody>
      </p:sp>
      <p:sp>
        <p:nvSpPr>
          <p:cNvPr id="10" name="Text Box 7">
            <a:extLst>
              <a:ext uri="{FF2B5EF4-FFF2-40B4-BE49-F238E27FC236}">
                <a16:creationId xmlns:a16="http://schemas.microsoft.com/office/drawing/2014/main" id="{0B1A2BE0-0235-48E5-A899-FA413150DE41}"/>
              </a:ext>
            </a:extLst>
          </p:cNvPr>
          <p:cNvSpPr txBox="1">
            <a:spLocks noChangeArrowheads="1"/>
          </p:cNvSpPr>
          <p:nvPr/>
        </p:nvSpPr>
        <p:spPr bwMode="auto">
          <a:xfrm>
            <a:off x="7321239" y="5064288"/>
            <a:ext cx="1398489" cy="276999"/>
          </a:xfrm>
          <a:prstGeom prst="rect">
            <a:avLst/>
          </a:prstGeom>
          <a:solidFill>
            <a:srgbClr val="C5E6FF"/>
          </a:solidFill>
          <a:ln>
            <a:noFill/>
          </a:ln>
          <a:effectLst/>
        </p:spPr>
        <p:txBody>
          <a:bodyPr wrap="square" lIns="36000" tIns="0" rIns="36000" bIns="0">
            <a:spAutoFit/>
          </a:bodyPr>
          <a:lstStyle/>
          <a:p>
            <a:pPr fontAlgn="base">
              <a:spcBef>
                <a:spcPct val="0"/>
              </a:spcBef>
              <a:spcAft>
                <a:spcPct val="0"/>
              </a:spcAft>
            </a:pPr>
            <a:r>
              <a:rPr kumimoji="1" lang="en-US" altLang="zh-CN" b="1" dirty="0">
                <a:latin typeface="Courier New" panose="02070309020205020404" pitchFamily="49" charset="0"/>
                <a:ea typeface="宋体" panose="02010600030101010101" pitchFamily="2" charset="-122"/>
                <a:cs typeface="Courier New" panose="02070309020205020404" pitchFamily="49" charset="0"/>
              </a:rPr>
              <a:t>R </a:t>
            </a:r>
            <a:r>
              <a:rPr kumimoji="1" lang="en-US" altLang="zh-CN" b="1" dirty="0">
                <a:solidFill>
                  <a:srgbClr val="0000FF"/>
                </a:solidFill>
                <a:latin typeface="Courier New" panose="02070309020205020404" pitchFamily="49" charset="0"/>
                <a:ea typeface="宋体" panose="02010600030101010101" pitchFamily="2" charset="-122"/>
                <a:cs typeface="Courier New" panose="02070309020205020404" pitchFamily="49" charset="0"/>
              </a:rPr>
              <a:t>[38, 49]</a:t>
            </a:r>
            <a:endParaRPr kumimoji="1" lang="en-US" altLang="zh-CN" b="1" dirty="0">
              <a:solidFill>
                <a:srgbClr val="000000"/>
              </a:solidFill>
              <a:latin typeface="Courier New" panose="02070309020205020404" pitchFamily="49" charset="0"/>
              <a:ea typeface="宋体" panose="02010600030101010101" pitchFamily="2" charset="-122"/>
              <a:cs typeface="Courier New" panose="02070309020205020404" pitchFamily="49" charset="0"/>
            </a:endParaRPr>
          </a:p>
        </p:txBody>
      </p:sp>
      <p:sp>
        <p:nvSpPr>
          <p:cNvPr id="11" name="Text Box 8">
            <a:extLst>
              <a:ext uri="{FF2B5EF4-FFF2-40B4-BE49-F238E27FC236}">
                <a16:creationId xmlns:a16="http://schemas.microsoft.com/office/drawing/2014/main" id="{406BF398-1304-4EEE-B071-E19DC24B220B}"/>
              </a:ext>
            </a:extLst>
          </p:cNvPr>
          <p:cNvSpPr txBox="1">
            <a:spLocks noChangeArrowheads="1"/>
          </p:cNvSpPr>
          <p:nvPr/>
        </p:nvSpPr>
        <p:spPr bwMode="auto">
          <a:xfrm>
            <a:off x="7323976" y="5531568"/>
            <a:ext cx="2467334" cy="276999"/>
          </a:xfrm>
          <a:prstGeom prst="rect">
            <a:avLst/>
          </a:prstGeom>
          <a:solidFill>
            <a:schemeClr val="accent6">
              <a:lumMod val="20000"/>
              <a:lumOff val="80000"/>
            </a:schemeClr>
          </a:solidFill>
          <a:ln>
            <a:noFill/>
          </a:ln>
          <a:effectLst/>
        </p:spPr>
        <p:txBody>
          <a:bodyPr wrap="square" lIns="36000" tIns="0" rIns="36000" bIns="0">
            <a:spAutoFit/>
          </a:bodyPr>
          <a:lstStyle/>
          <a:p>
            <a:pPr fontAlgn="base">
              <a:spcBef>
                <a:spcPct val="0"/>
              </a:spcBef>
              <a:spcAft>
                <a:spcPct val="0"/>
              </a:spcAft>
            </a:pPr>
            <a:r>
              <a:rPr kumimoji="1" lang="en-US" altLang="zh-CN" b="1" dirty="0">
                <a:latin typeface="Courier New" panose="02070309020205020404" pitchFamily="49" charset="0"/>
                <a:ea typeface="宋体" panose="02010600030101010101" pitchFamily="2" charset="-122"/>
                <a:cs typeface="Courier New" panose="02070309020205020404" pitchFamily="49" charset="0"/>
              </a:rPr>
              <a:t>R </a:t>
            </a:r>
            <a:r>
              <a:rPr kumimoji="1" lang="en-US" altLang="zh-CN" b="1" dirty="0">
                <a:solidFill>
                  <a:srgbClr val="9900CC"/>
                </a:solidFill>
                <a:latin typeface="Courier New" panose="02070309020205020404" pitchFamily="49" charset="0"/>
                <a:ea typeface="宋体" panose="02010600030101010101" pitchFamily="2" charset="-122"/>
                <a:cs typeface="Courier New" panose="02070309020205020404" pitchFamily="49" charset="0"/>
              </a:rPr>
              <a:t>[38, 49, 65, 97]</a:t>
            </a:r>
            <a:endParaRPr kumimoji="1" lang="en-US" altLang="zh-CN" b="1" dirty="0">
              <a:solidFill>
                <a:srgbClr val="000000"/>
              </a:solidFill>
              <a:latin typeface="Courier New" panose="02070309020205020404" pitchFamily="49" charset="0"/>
              <a:ea typeface="宋体" panose="02010600030101010101" pitchFamily="2" charset="-122"/>
              <a:cs typeface="Courier New" panose="02070309020205020404" pitchFamily="49" charset="0"/>
            </a:endParaRPr>
          </a:p>
        </p:txBody>
      </p:sp>
      <p:sp>
        <p:nvSpPr>
          <p:cNvPr id="12" name="Text Box 9">
            <a:extLst>
              <a:ext uri="{FF2B5EF4-FFF2-40B4-BE49-F238E27FC236}">
                <a16:creationId xmlns:a16="http://schemas.microsoft.com/office/drawing/2014/main" id="{1B18D772-4B60-4E29-ACF6-6311AE0222A4}"/>
              </a:ext>
            </a:extLst>
          </p:cNvPr>
          <p:cNvSpPr txBox="1">
            <a:spLocks noChangeArrowheads="1"/>
          </p:cNvSpPr>
          <p:nvPr/>
        </p:nvSpPr>
        <p:spPr bwMode="auto">
          <a:xfrm>
            <a:off x="9776742" y="3711561"/>
            <a:ext cx="1132233" cy="283491"/>
          </a:xfrm>
          <a:prstGeom prst="rect">
            <a:avLst/>
          </a:prstGeom>
          <a:noFill/>
          <a:ln>
            <a:noFill/>
          </a:ln>
          <a:effectLst/>
        </p:spPr>
        <p:txBody>
          <a:bodyPr wrap="square" lIns="36000" tIns="0" rIns="36000" bIns="0">
            <a:spAutoFit/>
          </a:bodyPr>
          <a:lstStyle/>
          <a:p>
            <a:pPr fontAlgn="base">
              <a:spcBef>
                <a:spcPct val="0"/>
              </a:spcBef>
              <a:spcAft>
                <a:spcPct val="0"/>
              </a:spcAft>
            </a:pPr>
            <a:r>
              <a:rPr kumimoji="1" lang="en-US" altLang="zh-CN" b="1" dirty="0">
                <a:latin typeface="Courier New" panose="02070309020205020404" pitchFamily="49" charset="0"/>
                <a:ea typeface="宋体" panose="02010600030101010101" pitchFamily="2" charset="-122"/>
                <a:cs typeface="Courier New" panose="02070309020205020404" pitchFamily="49" charset="0"/>
              </a:rPr>
              <a:t>[76, 13]</a:t>
            </a:r>
          </a:p>
        </p:txBody>
      </p:sp>
      <p:sp>
        <p:nvSpPr>
          <p:cNvPr id="14" name="Text Box 11">
            <a:extLst>
              <a:ext uri="{FF2B5EF4-FFF2-40B4-BE49-F238E27FC236}">
                <a16:creationId xmlns:a16="http://schemas.microsoft.com/office/drawing/2014/main" id="{C6713557-EB78-4E83-A350-4D86BB186E2A}"/>
              </a:ext>
            </a:extLst>
          </p:cNvPr>
          <p:cNvSpPr txBox="1">
            <a:spLocks noChangeArrowheads="1"/>
          </p:cNvSpPr>
          <p:nvPr/>
        </p:nvSpPr>
        <p:spPr bwMode="auto">
          <a:xfrm>
            <a:off x="9741006" y="5070006"/>
            <a:ext cx="1175569" cy="276999"/>
          </a:xfrm>
          <a:prstGeom prst="rect">
            <a:avLst/>
          </a:prstGeom>
          <a:solidFill>
            <a:srgbClr val="C5E6FF"/>
          </a:solidFill>
          <a:ln>
            <a:noFill/>
          </a:ln>
          <a:effectLst/>
        </p:spPr>
        <p:txBody>
          <a:bodyPr wrap="none" lIns="36000" tIns="0" rIns="36000" bIns="0">
            <a:spAutoFit/>
          </a:bodyPr>
          <a:lstStyle/>
          <a:p>
            <a:pPr fontAlgn="base">
              <a:spcBef>
                <a:spcPct val="0"/>
              </a:spcBef>
              <a:spcAft>
                <a:spcPct val="0"/>
              </a:spcAft>
            </a:pPr>
            <a:r>
              <a:rPr kumimoji="1" lang="en-US" altLang="zh-CN" b="1" dirty="0">
                <a:solidFill>
                  <a:srgbClr val="0000FF"/>
                </a:solidFill>
                <a:latin typeface="Courier New" panose="02070309020205020404" pitchFamily="49" charset="0"/>
                <a:ea typeface="宋体" panose="02010600030101010101" pitchFamily="2" charset="-122"/>
                <a:cs typeface="Courier New" panose="02070309020205020404" pitchFamily="49" charset="0"/>
              </a:rPr>
              <a:t>[13, 76]</a:t>
            </a:r>
            <a:endParaRPr kumimoji="1" lang="en-US" altLang="zh-CN" b="1" dirty="0">
              <a:solidFill>
                <a:srgbClr val="000000"/>
              </a:solidFill>
              <a:latin typeface="Courier New" panose="02070309020205020404" pitchFamily="49" charset="0"/>
              <a:ea typeface="宋体" panose="02010600030101010101" pitchFamily="2" charset="-122"/>
              <a:cs typeface="Courier New" panose="02070309020205020404" pitchFamily="49" charset="0"/>
            </a:endParaRPr>
          </a:p>
        </p:txBody>
      </p:sp>
      <p:sp>
        <p:nvSpPr>
          <p:cNvPr id="15" name="Text Box 12">
            <a:extLst>
              <a:ext uri="{FF2B5EF4-FFF2-40B4-BE49-F238E27FC236}">
                <a16:creationId xmlns:a16="http://schemas.microsoft.com/office/drawing/2014/main" id="{F87EE87F-1B75-4719-A702-57AC5BD2288E}"/>
              </a:ext>
            </a:extLst>
          </p:cNvPr>
          <p:cNvSpPr txBox="1">
            <a:spLocks noChangeArrowheads="1"/>
          </p:cNvSpPr>
          <p:nvPr/>
        </p:nvSpPr>
        <p:spPr bwMode="auto">
          <a:xfrm>
            <a:off x="9768607" y="5536099"/>
            <a:ext cx="1629524" cy="276999"/>
          </a:xfrm>
          <a:prstGeom prst="rect">
            <a:avLst/>
          </a:prstGeom>
          <a:solidFill>
            <a:schemeClr val="accent6">
              <a:lumMod val="20000"/>
              <a:lumOff val="80000"/>
            </a:schemeClr>
          </a:solidFill>
          <a:ln>
            <a:noFill/>
          </a:ln>
          <a:effectLst/>
        </p:spPr>
        <p:txBody>
          <a:bodyPr wrap="square" lIns="36000" tIns="0" rIns="36000" bIns="0">
            <a:spAutoFit/>
          </a:bodyPr>
          <a:lstStyle/>
          <a:p>
            <a:pPr fontAlgn="base">
              <a:spcBef>
                <a:spcPct val="0"/>
              </a:spcBef>
              <a:spcAft>
                <a:spcPct val="0"/>
              </a:spcAft>
            </a:pPr>
            <a:r>
              <a:rPr kumimoji="1" lang="en-US" altLang="zh-CN" b="1" dirty="0">
                <a:solidFill>
                  <a:srgbClr val="9900CC"/>
                </a:solidFill>
                <a:latin typeface="Courier New" panose="02070309020205020404" pitchFamily="49" charset="0"/>
                <a:ea typeface="宋体" panose="02010600030101010101" pitchFamily="2" charset="-122"/>
                <a:cs typeface="Courier New" panose="02070309020205020404" pitchFamily="49" charset="0"/>
              </a:rPr>
              <a:t>[13, 27, 76]</a:t>
            </a:r>
            <a:endParaRPr kumimoji="1" lang="en-US" altLang="zh-CN" b="1" dirty="0">
              <a:solidFill>
                <a:srgbClr val="000000"/>
              </a:solidFill>
              <a:latin typeface="Courier New" panose="02070309020205020404" pitchFamily="49" charset="0"/>
              <a:ea typeface="宋体" panose="02010600030101010101" pitchFamily="2" charset="-122"/>
              <a:cs typeface="Courier New" panose="02070309020205020404" pitchFamily="49" charset="0"/>
            </a:endParaRPr>
          </a:p>
        </p:txBody>
      </p:sp>
      <p:sp>
        <p:nvSpPr>
          <p:cNvPr id="16" name="Text Box 13">
            <a:extLst>
              <a:ext uri="{FF2B5EF4-FFF2-40B4-BE49-F238E27FC236}">
                <a16:creationId xmlns:a16="http://schemas.microsoft.com/office/drawing/2014/main" id="{E387783F-144E-4A4D-925D-20AFC81A2624}"/>
              </a:ext>
            </a:extLst>
          </p:cNvPr>
          <p:cNvSpPr txBox="1">
            <a:spLocks noChangeArrowheads="1"/>
          </p:cNvSpPr>
          <p:nvPr/>
        </p:nvSpPr>
        <p:spPr bwMode="auto">
          <a:xfrm>
            <a:off x="7342611" y="6028701"/>
            <a:ext cx="43593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spAutoFit/>
          </a:bodyPr>
          <a:lstStyle/>
          <a:p>
            <a:pPr fontAlgn="base">
              <a:spcBef>
                <a:spcPct val="0"/>
              </a:spcBef>
              <a:spcAft>
                <a:spcPct val="0"/>
              </a:spcAft>
            </a:pPr>
            <a:r>
              <a:rPr kumimoji="1" lang="en-US" altLang="zh-CN" b="1" dirty="0">
                <a:solidFill>
                  <a:srgbClr val="C00000"/>
                </a:solidFill>
                <a:latin typeface="Courier New" panose="02070309020205020404" pitchFamily="49" charset="0"/>
                <a:ea typeface="宋体" panose="02010600030101010101" pitchFamily="2" charset="-122"/>
                <a:cs typeface="Courier New" panose="02070309020205020404" pitchFamily="49" charset="0"/>
              </a:rPr>
              <a:t>R [13, 27, 38, 49, 65, 76, 97]</a:t>
            </a:r>
          </a:p>
        </p:txBody>
      </p:sp>
      <p:sp>
        <p:nvSpPr>
          <p:cNvPr id="17" name="Text Box 14">
            <a:extLst>
              <a:ext uri="{FF2B5EF4-FFF2-40B4-BE49-F238E27FC236}">
                <a16:creationId xmlns:a16="http://schemas.microsoft.com/office/drawing/2014/main" id="{10398B04-97FF-4331-BC88-C1336BB93D6A}"/>
              </a:ext>
            </a:extLst>
          </p:cNvPr>
          <p:cNvSpPr txBox="1">
            <a:spLocks noChangeArrowheads="1"/>
          </p:cNvSpPr>
          <p:nvPr/>
        </p:nvSpPr>
        <p:spPr bwMode="auto">
          <a:xfrm>
            <a:off x="8119341" y="4586571"/>
            <a:ext cx="64366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0" rIns="36000" bIns="0">
            <a:spAutoFit/>
          </a:bodyPr>
          <a:lstStyle/>
          <a:p>
            <a:pPr fontAlgn="base">
              <a:spcBef>
                <a:spcPct val="0"/>
              </a:spcBef>
              <a:spcAft>
                <a:spcPct val="0"/>
              </a:spcAft>
            </a:pPr>
            <a:r>
              <a:rPr kumimoji="1" lang="en-US" altLang="zh-CN" b="1" dirty="0">
                <a:solidFill>
                  <a:srgbClr val="008080"/>
                </a:solidFill>
                <a:latin typeface="Courier New" panose="02070309020205020404" pitchFamily="49" charset="0"/>
                <a:ea typeface="宋体" panose="02010600030101010101" pitchFamily="2" charset="-122"/>
                <a:cs typeface="Courier New" panose="02070309020205020404" pitchFamily="49" charset="0"/>
              </a:rPr>
              <a:t>[38]</a:t>
            </a:r>
          </a:p>
        </p:txBody>
      </p:sp>
      <p:sp>
        <p:nvSpPr>
          <p:cNvPr id="18" name="Text Box 25">
            <a:extLst>
              <a:ext uri="{FF2B5EF4-FFF2-40B4-BE49-F238E27FC236}">
                <a16:creationId xmlns:a16="http://schemas.microsoft.com/office/drawing/2014/main" id="{1A366FA8-4D7D-46FE-A069-DAD9A3494C39}"/>
              </a:ext>
            </a:extLst>
          </p:cNvPr>
          <p:cNvSpPr txBox="1">
            <a:spLocks noChangeArrowheads="1"/>
          </p:cNvSpPr>
          <p:nvPr/>
        </p:nvSpPr>
        <p:spPr bwMode="auto">
          <a:xfrm>
            <a:off x="7261105" y="4025128"/>
            <a:ext cx="893972" cy="276999"/>
          </a:xfrm>
          <a:prstGeom prst="rect">
            <a:avLst/>
          </a:prstGeom>
          <a:noFill/>
          <a:ln>
            <a:noFill/>
          </a:ln>
          <a:effectLst/>
        </p:spPr>
        <p:txBody>
          <a:bodyPr wrap="square" tIns="0" bIns="0">
            <a:spAutoFit/>
          </a:bodyPr>
          <a:lstStyle/>
          <a:p>
            <a:pPr fontAlgn="base">
              <a:spcBef>
                <a:spcPct val="0"/>
              </a:spcBef>
              <a:spcAft>
                <a:spcPct val="0"/>
              </a:spcAft>
            </a:pPr>
            <a:r>
              <a:rPr kumimoji="1" lang="en-US" altLang="zh-CN" b="1" dirty="0">
                <a:latin typeface="Courier New" panose="02070309020205020404" pitchFamily="49" charset="0"/>
                <a:ea typeface="宋体" panose="02010600030101010101" pitchFamily="2" charset="-122"/>
                <a:cs typeface="Courier New" panose="02070309020205020404" pitchFamily="49" charset="0"/>
              </a:rPr>
              <a:t>R [49]</a:t>
            </a:r>
          </a:p>
        </p:txBody>
      </p:sp>
      <p:sp>
        <p:nvSpPr>
          <p:cNvPr id="19" name="Text Box 26">
            <a:extLst>
              <a:ext uri="{FF2B5EF4-FFF2-40B4-BE49-F238E27FC236}">
                <a16:creationId xmlns:a16="http://schemas.microsoft.com/office/drawing/2014/main" id="{77787586-CE9E-4790-A0CA-1C6BE7E50B1A}"/>
              </a:ext>
            </a:extLst>
          </p:cNvPr>
          <p:cNvSpPr txBox="1">
            <a:spLocks noChangeArrowheads="1"/>
          </p:cNvSpPr>
          <p:nvPr/>
        </p:nvSpPr>
        <p:spPr bwMode="auto">
          <a:xfrm>
            <a:off x="9768607" y="4017510"/>
            <a:ext cx="599153" cy="283354"/>
          </a:xfrm>
          <a:prstGeom prst="rect">
            <a:avLst/>
          </a:prstGeom>
          <a:noFill/>
          <a:ln>
            <a:noFill/>
          </a:ln>
          <a:effectLst/>
        </p:spPr>
        <p:txBody>
          <a:bodyPr wrap="square" lIns="36000" tIns="0" rIns="36000" bIns="0">
            <a:spAutoFit/>
          </a:bodyPr>
          <a:lstStyle/>
          <a:p>
            <a:pPr fontAlgn="base">
              <a:spcBef>
                <a:spcPct val="0"/>
              </a:spcBef>
              <a:spcAft>
                <a:spcPct val="0"/>
              </a:spcAft>
            </a:pPr>
            <a:r>
              <a:rPr kumimoji="1" lang="en-US" altLang="zh-CN" b="1" dirty="0">
                <a:latin typeface="Courier New" panose="02070309020205020404" pitchFamily="49" charset="0"/>
                <a:ea typeface="宋体" panose="02010600030101010101" pitchFamily="2" charset="-122"/>
                <a:cs typeface="Courier New" panose="02070309020205020404" pitchFamily="49" charset="0"/>
              </a:rPr>
              <a:t>[76]</a:t>
            </a:r>
          </a:p>
        </p:txBody>
      </p:sp>
      <p:sp>
        <p:nvSpPr>
          <p:cNvPr id="20" name="Rectangle 28">
            <a:extLst>
              <a:ext uri="{FF2B5EF4-FFF2-40B4-BE49-F238E27FC236}">
                <a16:creationId xmlns:a16="http://schemas.microsoft.com/office/drawing/2014/main" id="{EA895715-359E-415D-B835-657564E448B8}"/>
              </a:ext>
            </a:extLst>
          </p:cNvPr>
          <p:cNvSpPr>
            <a:spLocks noChangeArrowheads="1"/>
          </p:cNvSpPr>
          <p:nvPr/>
        </p:nvSpPr>
        <p:spPr bwMode="auto">
          <a:xfrm>
            <a:off x="8691649" y="4584609"/>
            <a:ext cx="645965" cy="276999"/>
          </a:xfrm>
          <a:prstGeom prst="rect">
            <a:avLst/>
          </a:prstGeom>
          <a:solidFill>
            <a:schemeClr val="accent2">
              <a:lumMod val="20000"/>
              <a:lumOff val="80000"/>
            </a:schemeClr>
          </a:solidFill>
          <a:ln>
            <a:noFill/>
          </a:ln>
          <a:effectLst/>
        </p:spPr>
        <p:txBody>
          <a:bodyPr wrap="square" lIns="36000" tIns="0" rIns="36000" bIns="0">
            <a:spAutoFit/>
          </a:bodyPr>
          <a:lstStyle/>
          <a:p>
            <a:pPr fontAlgn="base">
              <a:spcBef>
                <a:spcPct val="0"/>
              </a:spcBef>
              <a:spcAft>
                <a:spcPct val="0"/>
              </a:spcAft>
            </a:pPr>
            <a:r>
              <a:rPr kumimoji="1" lang="en-US" altLang="zh-CN" b="1" dirty="0">
                <a:solidFill>
                  <a:srgbClr val="008080"/>
                </a:solidFill>
                <a:latin typeface="Courier New" panose="02070309020205020404" pitchFamily="49" charset="0"/>
                <a:ea typeface="宋体" panose="02010600030101010101" pitchFamily="2" charset="-122"/>
                <a:cs typeface="Courier New" panose="02070309020205020404" pitchFamily="49" charset="0"/>
              </a:rPr>
              <a:t>[65]</a:t>
            </a:r>
          </a:p>
        </p:txBody>
      </p:sp>
      <p:sp>
        <p:nvSpPr>
          <p:cNvPr id="21" name="Line 29">
            <a:extLst>
              <a:ext uri="{FF2B5EF4-FFF2-40B4-BE49-F238E27FC236}">
                <a16:creationId xmlns:a16="http://schemas.microsoft.com/office/drawing/2014/main" id="{FCF0BB1A-0E65-413D-BCD4-4BD747C2833A}"/>
              </a:ext>
            </a:extLst>
          </p:cNvPr>
          <p:cNvSpPr>
            <a:spLocks noChangeShapeType="1"/>
          </p:cNvSpPr>
          <p:nvPr/>
        </p:nvSpPr>
        <p:spPr bwMode="auto">
          <a:xfrm>
            <a:off x="7893190" y="4275573"/>
            <a:ext cx="16126" cy="330086"/>
          </a:xfrm>
          <a:prstGeom prst="line">
            <a:avLst/>
          </a:prstGeom>
          <a:noFill/>
          <a:ln w="38100">
            <a:solidFill>
              <a:srgbClr val="00808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rIns="36000" anchor="ctr"/>
          <a:lstStyle/>
          <a:p>
            <a:pPr fontAlgn="base">
              <a:spcBef>
                <a:spcPct val="0"/>
              </a:spcBef>
              <a:spcAft>
                <a:spcPct val="0"/>
              </a:spcAft>
            </a:pPr>
            <a:endParaRPr kumimoji="1" lang="zh-CN" altLang="en-US">
              <a:solidFill>
                <a:srgbClr val="000000"/>
              </a:solidFill>
              <a:latin typeface="Courier New" panose="02070309020205020404" pitchFamily="49" charset="0"/>
              <a:ea typeface="华文行楷" panose="02010800040101010101" pitchFamily="2" charset="-122"/>
              <a:cs typeface="Courier New" panose="02070309020205020404" pitchFamily="49" charset="0"/>
            </a:endParaRPr>
          </a:p>
        </p:txBody>
      </p:sp>
      <p:sp>
        <p:nvSpPr>
          <p:cNvPr id="22" name="Line 30">
            <a:extLst>
              <a:ext uri="{FF2B5EF4-FFF2-40B4-BE49-F238E27FC236}">
                <a16:creationId xmlns:a16="http://schemas.microsoft.com/office/drawing/2014/main" id="{C0F16AAF-DAF1-4F44-B698-71B47492244A}"/>
              </a:ext>
            </a:extLst>
          </p:cNvPr>
          <p:cNvSpPr>
            <a:spLocks noChangeShapeType="1"/>
          </p:cNvSpPr>
          <p:nvPr/>
        </p:nvSpPr>
        <p:spPr bwMode="auto">
          <a:xfrm>
            <a:off x="8435895" y="4262836"/>
            <a:ext cx="6648" cy="342824"/>
          </a:xfrm>
          <a:prstGeom prst="line">
            <a:avLst/>
          </a:prstGeom>
          <a:noFill/>
          <a:ln w="38100">
            <a:solidFill>
              <a:srgbClr val="00808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rIns="36000" anchor="ctr"/>
          <a:lstStyle/>
          <a:p>
            <a:pPr fontAlgn="base">
              <a:spcBef>
                <a:spcPct val="0"/>
              </a:spcBef>
              <a:spcAft>
                <a:spcPct val="0"/>
              </a:spcAft>
            </a:pPr>
            <a:endParaRPr kumimoji="1" lang="zh-CN" altLang="en-US">
              <a:solidFill>
                <a:srgbClr val="000000"/>
              </a:solidFill>
              <a:latin typeface="Courier New" panose="02070309020205020404" pitchFamily="49" charset="0"/>
              <a:ea typeface="华文行楷" panose="02010800040101010101" pitchFamily="2" charset="-122"/>
              <a:cs typeface="Courier New" panose="02070309020205020404" pitchFamily="49" charset="0"/>
            </a:endParaRPr>
          </a:p>
        </p:txBody>
      </p:sp>
      <p:sp>
        <p:nvSpPr>
          <p:cNvPr id="23" name="Line 31">
            <a:extLst>
              <a:ext uri="{FF2B5EF4-FFF2-40B4-BE49-F238E27FC236}">
                <a16:creationId xmlns:a16="http://schemas.microsoft.com/office/drawing/2014/main" id="{60746428-5211-40A8-AE1A-888E35F5629E}"/>
              </a:ext>
            </a:extLst>
          </p:cNvPr>
          <p:cNvSpPr>
            <a:spLocks noChangeShapeType="1"/>
          </p:cNvSpPr>
          <p:nvPr/>
        </p:nvSpPr>
        <p:spPr bwMode="auto">
          <a:xfrm>
            <a:off x="9527998" y="4262835"/>
            <a:ext cx="16984" cy="334663"/>
          </a:xfrm>
          <a:prstGeom prst="line">
            <a:avLst/>
          </a:prstGeom>
          <a:noFill/>
          <a:ln w="38100">
            <a:solidFill>
              <a:srgbClr val="00808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rIns="36000" anchor="ctr"/>
          <a:lstStyle/>
          <a:p>
            <a:pPr fontAlgn="base">
              <a:spcBef>
                <a:spcPct val="0"/>
              </a:spcBef>
              <a:spcAft>
                <a:spcPct val="0"/>
              </a:spcAft>
            </a:pPr>
            <a:endParaRPr kumimoji="1" lang="zh-CN" altLang="en-US">
              <a:solidFill>
                <a:srgbClr val="000000"/>
              </a:solidFill>
              <a:latin typeface="Courier New" panose="02070309020205020404" pitchFamily="49" charset="0"/>
              <a:ea typeface="华文行楷" panose="02010800040101010101" pitchFamily="2" charset="-122"/>
              <a:cs typeface="Courier New" panose="02070309020205020404" pitchFamily="49" charset="0"/>
            </a:endParaRPr>
          </a:p>
        </p:txBody>
      </p:sp>
      <p:sp>
        <p:nvSpPr>
          <p:cNvPr id="24" name="Line 32">
            <a:extLst>
              <a:ext uri="{FF2B5EF4-FFF2-40B4-BE49-F238E27FC236}">
                <a16:creationId xmlns:a16="http://schemas.microsoft.com/office/drawing/2014/main" id="{818D36F2-E11F-429C-A1D0-6B1D44FE9DD5}"/>
              </a:ext>
            </a:extLst>
          </p:cNvPr>
          <p:cNvSpPr>
            <a:spLocks noChangeShapeType="1"/>
          </p:cNvSpPr>
          <p:nvPr/>
        </p:nvSpPr>
        <p:spPr bwMode="auto">
          <a:xfrm flipH="1">
            <a:off x="10068218" y="4259016"/>
            <a:ext cx="5299" cy="334664"/>
          </a:xfrm>
          <a:prstGeom prst="line">
            <a:avLst/>
          </a:prstGeom>
          <a:noFill/>
          <a:ln w="38100">
            <a:solidFill>
              <a:srgbClr val="00808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rIns="36000" anchor="ctr"/>
          <a:lstStyle/>
          <a:p>
            <a:pPr fontAlgn="base">
              <a:spcBef>
                <a:spcPct val="0"/>
              </a:spcBef>
              <a:spcAft>
                <a:spcPct val="0"/>
              </a:spcAft>
            </a:pPr>
            <a:endParaRPr kumimoji="1" lang="zh-CN" altLang="en-US">
              <a:solidFill>
                <a:srgbClr val="000000"/>
              </a:solidFill>
              <a:latin typeface="Courier New" panose="02070309020205020404" pitchFamily="49" charset="0"/>
              <a:ea typeface="华文行楷" panose="02010800040101010101" pitchFamily="2" charset="-122"/>
              <a:cs typeface="Courier New" panose="02070309020205020404" pitchFamily="49" charset="0"/>
            </a:endParaRPr>
          </a:p>
        </p:txBody>
      </p:sp>
      <p:sp>
        <p:nvSpPr>
          <p:cNvPr id="26" name="Line 34">
            <a:extLst>
              <a:ext uri="{FF2B5EF4-FFF2-40B4-BE49-F238E27FC236}">
                <a16:creationId xmlns:a16="http://schemas.microsoft.com/office/drawing/2014/main" id="{4913FE20-F437-4EF5-B8F5-10663BD73B6B}"/>
              </a:ext>
            </a:extLst>
          </p:cNvPr>
          <p:cNvSpPr>
            <a:spLocks noChangeShapeType="1"/>
          </p:cNvSpPr>
          <p:nvPr/>
        </p:nvSpPr>
        <p:spPr bwMode="auto">
          <a:xfrm>
            <a:off x="8986531" y="4262836"/>
            <a:ext cx="16028" cy="345061"/>
          </a:xfrm>
          <a:prstGeom prst="line">
            <a:avLst/>
          </a:prstGeom>
          <a:noFill/>
          <a:ln w="38100">
            <a:solidFill>
              <a:srgbClr val="00808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rIns="36000" anchor="ctr"/>
          <a:lstStyle/>
          <a:p>
            <a:pPr fontAlgn="base">
              <a:spcBef>
                <a:spcPct val="0"/>
              </a:spcBef>
              <a:spcAft>
                <a:spcPct val="0"/>
              </a:spcAft>
            </a:pPr>
            <a:endParaRPr kumimoji="1" lang="zh-CN" altLang="en-US">
              <a:solidFill>
                <a:srgbClr val="000000"/>
              </a:solidFill>
              <a:latin typeface="Courier New" panose="02070309020205020404" pitchFamily="49" charset="0"/>
              <a:ea typeface="华文行楷" panose="02010800040101010101" pitchFamily="2" charset="-122"/>
              <a:cs typeface="Courier New" panose="02070309020205020404" pitchFamily="49" charset="0"/>
            </a:endParaRPr>
          </a:p>
        </p:txBody>
      </p:sp>
      <p:sp>
        <p:nvSpPr>
          <p:cNvPr id="27" name="Line 35">
            <a:extLst>
              <a:ext uri="{FF2B5EF4-FFF2-40B4-BE49-F238E27FC236}">
                <a16:creationId xmlns:a16="http://schemas.microsoft.com/office/drawing/2014/main" id="{4347F4CA-6535-44F0-9804-37BCABC7BAF8}"/>
              </a:ext>
            </a:extLst>
          </p:cNvPr>
          <p:cNvSpPr>
            <a:spLocks noChangeShapeType="1"/>
          </p:cNvSpPr>
          <p:nvPr/>
        </p:nvSpPr>
        <p:spPr bwMode="auto">
          <a:xfrm>
            <a:off x="10615250" y="4275573"/>
            <a:ext cx="5299" cy="315970"/>
          </a:xfrm>
          <a:prstGeom prst="line">
            <a:avLst/>
          </a:prstGeom>
          <a:noFill/>
          <a:ln w="38100">
            <a:solidFill>
              <a:srgbClr val="00808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rIns="36000" anchor="ctr"/>
          <a:lstStyle/>
          <a:p>
            <a:pPr fontAlgn="base">
              <a:spcBef>
                <a:spcPct val="0"/>
              </a:spcBef>
              <a:spcAft>
                <a:spcPct val="0"/>
              </a:spcAft>
            </a:pPr>
            <a:endParaRPr kumimoji="1" lang="zh-CN" altLang="en-US">
              <a:solidFill>
                <a:srgbClr val="000000"/>
              </a:solidFill>
              <a:latin typeface="Courier New" panose="02070309020205020404" pitchFamily="49" charset="0"/>
              <a:ea typeface="华文行楷" panose="02010800040101010101" pitchFamily="2" charset="-122"/>
              <a:cs typeface="Courier New" panose="02070309020205020404" pitchFamily="49" charset="0"/>
            </a:endParaRPr>
          </a:p>
        </p:txBody>
      </p:sp>
      <p:sp>
        <p:nvSpPr>
          <p:cNvPr id="29" name="Text Box 25">
            <a:extLst>
              <a:ext uri="{FF2B5EF4-FFF2-40B4-BE49-F238E27FC236}">
                <a16:creationId xmlns:a16="http://schemas.microsoft.com/office/drawing/2014/main" id="{77449C23-C114-48A7-B890-48457EAEB74A}"/>
              </a:ext>
            </a:extLst>
          </p:cNvPr>
          <p:cNvSpPr txBox="1">
            <a:spLocks noChangeArrowheads="1"/>
          </p:cNvSpPr>
          <p:nvPr/>
        </p:nvSpPr>
        <p:spPr bwMode="auto">
          <a:xfrm>
            <a:off x="8686329" y="4020186"/>
            <a:ext cx="609735" cy="276999"/>
          </a:xfrm>
          <a:prstGeom prst="rect">
            <a:avLst/>
          </a:prstGeom>
          <a:noFill/>
          <a:ln>
            <a:noFill/>
          </a:ln>
          <a:effectLst/>
        </p:spPr>
        <p:txBody>
          <a:bodyPr wrap="square" lIns="36000" tIns="0" rIns="36000" bIns="0">
            <a:spAutoFit/>
          </a:bodyPr>
          <a:lstStyle/>
          <a:p>
            <a:pPr fontAlgn="base">
              <a:spcBef>
                <a:spcPct val="0"/>
              </a:spcBef>
              <a:spcAft>
                <a:spcPct val="0"/>
              </a:spcAft>
            </a:pPr>
            <a:r>
              <a:rPr kumimoji="1" lang="en-US" altLang="zh-CN" b="1" dirty="0">
                <a:latin typeface="Courier New" panose="02070309020205020404" pitchFamily="49" charset="0"/>
                <a:ea typeface="宋体" panose="02010600030101010101" pitchFamily="2" charset="-122"/>
                <a:cs typeface="Courier New" panose="02070309020205020404" pitchFamily="49" charset="0"/>
              </a:rPr>
              <a:t>[65]</a:t>
            </a:r>
          </a:p>
        </p:txBody>
      </p:sp>
      <p:sp>
        <p:nvSpPr>
          <p:cNvPr id="32" name="Line 30">
            <a:extLst>
              <a:ext uri="{FF2B5EF4-FFF2-40B4-BE49-F238E27FC236}">
                <a16:creationId xmlns:a16="http://schemas.microsoft.com/office/drawing/2014/main" id="{1CAB5489-2967-4A03-B0FF-7A190F121A0B}"/>
              </a:ext>
            </a:extLst>
          </p:cNvPr>
          <p:cNvSpPr>
            <a:spLocks noChangeShapeType="1"/>
          </p:cNvSpPr>
          <p:nvPr/>
        </p:nvSpPr>
        <p:spPr bwMode="auto">
          <a:xfrm>
            <a:off x="11200450" y="3981245"/>
            <a:ext cx="3005" cy="605885"/>
          </a:xfrm>
          <a:prstGeom prst="line">
            <a:avLst/>
          </a:prstGeom>
          <a:noFill/>
          <a:ln w="38100">
            <a:solidFill>
              <a:srgbClr val="00808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rIns="36000" anchor="ctr"/>
          <a:lstStyle/>
          <a:p>
            <a:pPr fontAlgn="base">
              <a:spcBef>
                <a:spcPct val="0"/>
              </a:spcBef>
              <a:spcAft>
                <a:spcPct val="0"/>
              </a:spcAft>
            </a:pPr>
            <a:endParaRPr kumimoji="1" lang="zh-CN" altLang="en-US">
              <a:solidFill>
                <a:srgbClr val="000000"/>
              </a:solidFill>
              <a:latin typeface="Courier New" panose="02070309020205020404" pitchFamily="49" charset="0"/>
              <a:ea typeface="华文行楷" panose="02010800040101010101" pitchFamily="2" charset="-122"/>
              <a:cs typeface="Courier New" panose="02070309020205020404" pitchFamily="49" charset="0"/>
            </a:endParaRPr>
          </a:p>
        </p:txBody>
      </p:sp>
      <p:sp>
        <p:nvSpPr>
          <p:cNvPr id="33" name="Text Box 7">
            <a:extLst>
              <a:ext uri="{FF2B5EF4-FFF2-40B4-BE49-F238E27FC236}">
                <a16:creationId xmlns:a16="http://schemas.microsoft.com/office/drawing/2014/main" id="{746B4484-F6E1-45BC-B868-B378BC615E0D}"/>
              </a:ext>
            </a:extLst>
          </p:cNvPr>
          <p:cNvSpPr txBox="1">
            <a:spLocks noChangeArrowheads="1"/>
          </p:cNvSpPr>
          <p:nvPr/>
        </p:nvSpPr>
        <p:spPr bwMode="auto">
          <a:xfrm>
            <a:off x="8664101" y="5069912"/>
            <a:ext cx="1159603" cy="276999"/>
          </a:xfrm>
          <a:prstGeom prst="rect">
            <a:avLst/>
          </a:prstGeom>
          <a:solidFill>
            <a:srgbClr val="C5E6FF"/>
          </a:solidFill>
          <a:ln>
            <a:noFill/>
          </a:ln>
          <a:effectLst/>
        </p:spPr>
        <p:txBody>
          <a:bodyPr wrap="square" lIns="36000" tIns="0" rIns="36000" bIns="0">
            <a:spAutoFit/>
          </a:bodyPr>
          <a:lstStyle/>
          <a:p>
            <a:pPr fontAlgn="base">
              <a:spcBef>
                <a:spcPct val="0"/>
              </a:spcBef>
              <a:spcAft>
                <a:spcPct val="0"/>
              </a:spcAft>
            </a:pPr>
            <a:r>
              <a:rPr kumimoji="1" lang="en-US" altLang="zh-CN" b="1" dirty="0">
                <a:solidFill>
                  <a:srgbClr val="0000FF"/>
                </a:solidFill>
                <a:latin typeface="Courier New" panose="02070309020205020404" pitchFamily="49" charset="0"/>
                <a:ea typeface="宋体" panose="02010600030101010101" pitchFamily="2" charset="-122"/>
                <a:cs typeface="Courier New" panose="02070309020205020404" pitchFamily="49" charset="0"/>
              </a:rPr>
              <a:t>[65, 97]</a:t>
            </a:r>
            <a:endParaRPr kumimoji="1" lang="en-US" altLang="zh-CN" b="1" dirty="0">
              <a:solidFill>
                <a:srgbClr val="000000"/>
              </a:solidFill>
              <a:latin typeface="Courier New" panose="02070309020205020404" pitchFamily="49" charset="0"/>
              <a:ea typeface="宋体" panose="02010600030101010101" pitchFamily="2" charset="-122"/>
              <a:cs typeface="Courier New" panose="02070309020205020404" pitchFamily="49" charset="0"/>
            </a:endParaRPr>
          </a:p>
        </p:txBody>
      </p:sp>
      <p:sp>
        <p:nvSpPr>
          <p:cNvPr id="34" name="右大括号 33">
            <a:extLst>
              <a:ext uri="{FF2B5EF4-FFF2-40B4-BE49-F238E27FC236}">
                <a16:creationId xmlns:a16="http://schemas.microsoft.com/office/drawing/2014/main" id="{DF448EB7-5C30-467C-BBAC-45C32F0A9F0C}"/>
              </a:ext>
            </a:extLst>
          </p:cNvPr>
          <p:cNvSpPr/>
          <p:nvPr/>
        </p:nvSpPr>
        <p:spPr bwMode="auto">
          <a:xfrm rot="5400000">
            <a:off x="8033248" y="4506507"/>
            <a:ext cx="277000" cy="970532"/>
          </a:xfrm>
          <a:prstGeom prst="rightBrace">
            <a:avLst/>
          </a:prstGeom>
          <a:noFill/>
          <a:ln w="19050" cap="flat" cmpd="sng" algn="ctr">
            <a:solidFill>
              <a:srgbClr val="2045E0"/>
            </a:solidFill>
            <a:prstDash val="solid"/>
            <a:round/>
            <a:headEnd type="none" w="med" len="med"/>
            <a:tailEnd type="none" w="med" len="med"/>
          </a:ln>
          <a:effectLst/>
        </p:spPr>
        <p:txBody>
          <a:bodyPr vert="horz" wrap="square" lIns="36000" tIns="0" rIns="36000" bIns="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b="0" i="0" u="none" strike="noStrike" cap="none" normalizeH="0" baseline="0">
              <a:ln>
                <a:noFill/>
              </a:ln>
              <a:solidFill>
                <a:schemeClr val="tx1"/>
              </a:solidFill>
              <a:effectLst/>
              <a:latin typeface="Times New Roman" panose="02020603050405020304" pitchFamily="18" charset="0"/>
              <a:ea typeface="华文行楷" panose="02010800040101010101" pitchFamily="2" charset="-122"/>
            </a:endParaRPr>
          </a:p>
        </p:txBody>
      </p:sp>
      <p:sp>
        <p:nvSpPr>
          <p:cNvPr id="35" name="右大括号 34">
            <a:extLst>
              <a:ext uri="{FF2B5EF4-FFF2-40B4-BE49-F238E27FC236}">
                <a16:creationId xmlns:a16="http://schemas.microsoft.com/office/drawing/2014/main" id="{649203AD-4900-491B-B5E5-36760A7F7696}"/>
              </a:ext>
            </a:extLst>
          </p:cNvPr>
          <p:cNvSpPr/>
          <p:nvPr/>
        </p:nvSpPr>
        <p:spPr bwMode="auto">
          <a:xfrm rot="5400000">
            <a:off x="9114152" y="4521051"/>
            <a:ext cx="288650" cy="963883"/>
          </a:xfrm>
          <a:prstGeom prst="rightBrace">
            <a:avLst/>
          </a:prstGeom>
          <a:noFill/>
          <a:ln w="19050" cap="flat" cmpd="sng" algn="ctr">
            <a:solidFill>
              <a:srgbClr val="2045E0"/>
            </a:solidFill>
            <a:prstDash val="solid"/>
            <a:round/>
            <a:headEnd type="none" w="med" len="med"/>
            <a:tailEnd type="none" w="med" len="med"/>
          </a:ln>
          <a:effectLst/>
        </p:spPr>
        <p:txBody>
          <a:bodyPr vert="horz" wrap="square" lIns="36000" tIns="0" rIns="36000" bIns="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b="0" i="0" u="none" strike="noStrike" cap="none" normalizeH="0" baseline="0">
              <a:ln>
                <a:noFill/>
              </a:ln>
              <a:solidFill>
                <a:schemeClr val="tx1"/>
              </a:solidFill>
              <a:effectLst/>
              <a:latin typeface="Times New Roman" panose="02020603050405020304" pitchFamily="18" charset="0"/>
              <a:ea typeface="华文行楷" panose="02010800040101010101" pitchFamily="2" charset="-122"/>
            </a:endParaRPr>
          </a:p>
        </p:txBody>
      </p:sp>
      <p:sp>
        <p:nvSpPr>
          <p:cNvPr id="36" name="右大括号 35">
            <a:extLst>
              <a:ext uri="{FF2B5EF4-FFF2-40B4-BE49-F238E27FC236}">
                <a16:creationId xmlns:a16="http://schemas.microsoft.com/office/drawing/2014/main" id="{75853A67-0D47-4F6B-9E57-C83048667429}"/>
              </a:ext>
            </a:extLst>
          </p:cNvPr>
          <p:cNvSpPr/>
          <p:nvPr/>
        </p:nvSpPr>
        <p:spPr bwMode="auto">
          <a:xfrm rot="5400000">
            <a:off x="10212362" y="4503900"/>
            <a:ext cx="277001" cy="962352"/>
          </a:xfrm>
          <a:prstGeom prst="rightBrace">
            <a:avLst/>
          </a:prstGeom>
          <a:noFill/>
          <a:ln w="19050" cap="flat" cmpd="sng" algn="ctr">
            <a:solidFill>
              <a:srgbClr val="2045E0"/>
            </a:solidFill>
            <a:prstDash val="solid"/>
            <a:round/>
            <a:headEnd type="none" w="med" len="med"/>
            <a:tailEnd type="none" w="med" len="med"/>
          </a:ln>
          <a:effectLst/>
        </p:spPr>
        <p:txBody>
          <a:bodyPr vert="horz" wrap="square" lIns="36000" tIns="0" rIns="36000" bIns="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b="0" i="0" u="none" strike="noStrike" cap="none" normalizeH="0" baseline="0">
              <a:ln>
                <a:noFill/>
              </a:ln>
              <a:solidFill>
                <a:schemeClr val="tx1"/>
              </a:solidFill>
              <a:effectLst/>
              <a:latin typeface="Times New Roman" panose="02020603050405020304" pitchFamily="18" charset="0"/>
              <a:ea typeface="华文行楷" panose="02010800040101010101" pitchFamily="2" charset="-122"/>
            </a:endParaRPr>
          </a:p>
        </p:txBody>
      </p:sp>
      <p:sp>
        <p:nvSpPr>
          <p:cNvPr id="37" name="右大括号 36">
            <a:extLst>
              <a:ext uri="{FF2B5EF4-FFF2-40B4-BE49-F238E27FC236}">
                <a16:creationId xmlns:a16="http://schemas.microsoft.com/office/drawing/2014/main" id="{0DEE07C5-567D-4AF8-92A4-68B0E5BE55E5}"/>
              </a:ext>
            </a:extLst>
          </p:cNvPr>
          <p:cNvSpPr/>
          <p:nvPr/>
        </p:nvSpPr>
        <p:spPr bwMode="auto">
          <a:xfrm rot="5400000">
            <a:off x="8574559" y="4472352"/>
            <a:ext cx="252150" cy="2012516"/>
          </a:xfrm>
          <a:prstGeom prst="rightBrace">
            <a:avLst/>
          </a:prstGeom>
          <a:noFill/>
          <a:ln w="19050" cap="flat" cmpd="sng" algn="ctr">
            <a:solidFill>
              <a:srgbClr val="7030A0"/>
            </a:solidFill>
            <a:prstDash val="solid"/>
            <a:round/>
            <a:headEnd type="none" w="med" len="med"/>
            <a:tailEnd type="none" w="med" len="med"/>
          </a:ln>
          <a:effectLst/>
        </p:spPr>
        <p:txBody>
          <a:bodyPr vert="horz" wrap="square" lIns="36000" tIns="0" rIns="36000" bIns="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b="0" i="0" u="none" strike="noStrike" cap="none" normalizeH="0" baseline="0">
              <a:ln>
                <a:noFill/>
              </a:ln>
              <a:solidFill>
                <a:schemeClr val="tx1"/>
              </a:solidFill>
              <a:effectLst/>
              <a:latin typeface="Times New Roman" panose="02020603050405020304" pitchFamily="18" charset="0"/>
              <a:ea typeface="华文行楷" panose="02010800040101010101" pitchFamily="2" charset="-122"/>
            </a:endParaRPr>
          </a:p>
        </p:txBody>
      </p:sp>
      <p:sp>
        <p:nvSpPr>
          <p:cNvPr id="38" name="右大括号 37">
            <a:extLst>
              <a:ext uri="{FF2B5EF4-FFF2-40B4-BE49-F238E27FC236}">
                <a16:creationId xmlns:a16="http://schemas.microsoft.com/office/drawing/2014/main" id="{F4C90FC0-82ED-45CA-8C8A-3BD6488890ED}"/>
              </a:ext>
            </a:extLst>
          </p:cNvPr>
          <p:cNvSpPr/>
          <p:nvPr/>
        </p:nvSpPr>
        <p:spPr bwMode="auto">
          <a:xfrm rot="5400000">
            <a:off x="10522616" y="4676987"/>
            <a:ext cx="197040" cy="1553990"/>
          </a:xfrm>
          <a:prstGeom prst="rightBrace">
            <a:avLst/>
          </a:prstGeom>
          <a:noFill/>
          <a:ln w="19050" cap="flat" cmpd="sng" algn="ctr">
            <a:solidFill>
              <a:srgbClr val="7030A0"/>
            </a:solidFill>
            <a:prstDash val="solid"/>
            <a:round/>
            <a:headEnd type="none" w="med" len="med"/>
            <a:tailEnd type="none" w="med" len="med"/>
          </a:ln>
          <a:effectLst/>
        </p:spPr>
        <p:txBody>
          <a:bodyPr vert="horz" wrap="square" lIns="36000" tIns="0" rIns="36000" bIns="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b="0" i="0" u="none" strike="noStrike" cap="none" normalizeH="0" baseline="0">
              <a:ln>
                <a:noFill/>
              </a:ln>
              <a:solidFill>
                <a:schemeClr val="tx1"/>
              </a:solidFill>
              <a:effectLst/>
              <a:latin typeface="Times New Roman" panose="02020603050405020304" pitchFamily="18" charset="0"/>
              <a:ea typeface="华文行楷" panose="02010800040101010101" pitchFamily="2" charset="-122"/>
            </a:endParaRPr>
          </a:p>
        </p:txBody>
      </p:sp>
      <p:sp>
        <p:nvSpPr>
          <p:cNvPr id="39" name="右大括号 38">
            <a:extLst>
              <a:ext uri="{FF2B5EF4-FFF2-40B4-BE49-F238E27FC236}">
                <a16:creationId xmlns:a16="http://schemas.microsoft.com/office/drawing/2014/main" id="{EE6409A8-0F8D-44F9-BD83-44B07D10BE1A}"/>
              </a:ext>
            </a:extLst>
          </p:cNvPr>
          <p:cNvSpPr/>
          <p:nvPr/>
        </p:nvSpPr>
        <p:spPr bwMode="auto">
          <a:xfrm rot="5400000">
            <a:off x="9419971" y="4047818"/>
            <a:ext cx="251983" cy="3748224"/>
          </a:xfrm>
          <a:prstGeom prst="rightBrace">
            <a:avLst/>
          </a:prstGeom>
          <a:noFill/>
          <a:ln w="19050" cap="flat" cmpd="sng" algn="ctr">
            <a:solidFill>
              <a:srgbClr val="F9A307"/>
            </a:solidFill>
            <a:prstDash val="solid"/>
            <a:round/>
            <a:headEnd type="none" w="med" len="med"/>
            <a:tailEnd type="none" w="med" len="med"/>
          </a:ln>
          <a:effectLst/>
        </p:spPr>
        <p:txBody>
          <a:bodyPr vert="horz" wrap="square" lIns="36000" tIns="0" rIns="36000" bIns="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b="0" i="0" u="none" strike="noStrike" cap="none" normalizeH="0" baseline="0">
              <a:ln>
                <a:noFill/>
              </a:ln>
              <a:solidFill>
                <a:schemeClr val="tx1"/>
              </a:solidFill>
              <a:effectLst/>
              <a:latin typeface="Times New Roman" panose="02020603050405020304" pitchFamily="18" charset="0"/>
              <a:ea typeface="华文行楷" panose="02010800040101010101" pitchFamily="2" charset="-122"/>
            </a:endParaRPr>
          </a:p>
        </p:txBody>
      </p:sp>
      <p:grpSp>
        <p:nvGrpSpPr>
          <p:cNvPr id="40" name="组合 39">
            <a:extLst>
              <a:ext uri="{FF2B5EF4-FFF2-40B4-BE49-F238E27FC236}">
                <a16:creationId xmlns:a16="http://schemas.microsoft.com/office/drawing/2014/main" id="{23EF51D6-D965-424E-9E47-F74EF6BB4EA1}"/>
              </a:ext>
            </a:extLst>
          </p:cNvPr>
          <p:cNvGrpSpPr/>
          <p:nvPr/>
        </p:nvGrpSpPr>
        <p:grpSpPr>
          <a:xfrm>
            <a:off x="6833199" y="3153321"/>
            <a:ext cx="446192" cy="1200329"/>
            <a:chOff x="10871688" y="2151611"/>
            <a:chExt cx="446192" cy="1200329"/>
          </a:xfrm>
        </p:grpSpPr>
        <p:sp>
          <p:nvSpPr>
            <p:cNvPr id="41" name="文本框 40">
              <a:extLst>
                <a:ext uri="{FF2B5EF4-FFF2-40B4-BE49-F238E27FC236}">
                  <a16:creationId xmlns:a16="http://schemas.microsoft.com/office/drawing/2014/main" id="{12F7B89E-6B67-428E-BA10-B366F538D77B}"/>
                </a:ext>
              </a:extLst>
            </p:cNvPr>
            <p:cNvSpPr txBox="1"/>
            <p:nvPr/>
          </p:nvSpPr>
          <p:spPr>
            <a:xfrm>
              <a:off x="10871688" y="2151611"/>
              <a:ext cx="365813" cy="1200329"/>
            </a:xfrm>
            <a:prstGeom prst="rect">
              <a:avLst/>
            </a:prstGeom>
            <a:noFill/>
          </p:spPr>
          <p:txBody>
            <a:bodyPr wrap="square" rtlCol="0">
              <a:spAutoFit/>
            </a:bodyPr>
            <a:lstStyle/>
            <a:p>
              <a:r>
                <a:rPr lang="zh-CN" altLang="en-US" b="1" dirty="0">
                  <a:solidFill>
                    <a:srgbClr val="C00000"/>
                  </a:solidFill>
                  <a:effectLst>
                    <a:outerShdw blurRad="38100" dist="38100" dir="2700000" algn="tl">
                      <a:srgbClr val="000000">
                        <a:alpha val="43137"/>
                      </a:srgbClr>
                    </a:outerShdw>
                  </a:effectLst>
                </a:rPr>
                <a:t>递归分解</a:t>
              </a:r>
            </a:p>
          </p:txBody>
        </p:sp>
        <p:cxnSp>
          <p:nvCxnSpPr>
            <p:cNvPr id="42" name="直接箭头连接符 41">
              <a:extLst>
                <a:ext uri="{FF2B5EF4-FFF2-40B4-BE49-F238E27FC236}">
                  <a16:creationId xmlns:a16="http://schemas.microsoft.com/office/drawing/2014/main" id="{EB79422F-F48D-4A47-A94B-5B521A4BE08A}"/>
                </a:ext>
              </a:extLst>
            </p:cNvPr>
            <p:cNvCxnSpPr/>
            <p:nvPr/>
          </p:nvCxnSpPr>
          <p:spPr bwMode="auto">
            <a:xfrm>
              <a:off x="11314504" y="2251979"/>
              <a:ext cx="3376" cy="1011436"/>
            </a:xfrm>
            <a:prstGeom prst="straightConnector1">
              <a:avLst/>
            </a:prstGeom>
            <a:solidFill>
              <a:schemeClr val="accent1"/>
            </a:solidFill>
            <a:ln w="28575" cap="flat" cmpd="sng" algn="ctr">
              <a:solidFill>
                <a:srgbClr val="FF0000"/>
              </a:solidFill>
              <a:prstDash val="solid"/>
              <a:round/>
              <a:headEnd type="none" w="med" len="med"/>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3" name="组合 42">
            <a:extLst>
              <a:ext uri="{FF2B5EF4-FFF2-40B4-BE49-F238E27FC236}">
                <a16:creationId xmlns:a16="http://schemas.microsoft.com/office/drawing/2014/main" id="{B65F0B59-FB9F-43D1-BA29-867B739D681E}"/>
              </a:ext>
            </a:extLst>
          </p:cNvPr>
          <p:cNvGrpSpPr/>
          <p:nvPr/>
        </p:nvGrpSpPr>
        <p:grpSpPr>
          <a:xfrm>
            <a:off x="6840841" y="4765461"/>
            <a:ext cx="412684" cy="1200329"/>
            <a:chOff x="10871688" y="2151611"/>
            <a:chExt cx="408563" cy="1411622"/>
          </a:xfrm>
        </p:grpSpPr>
        <p:sp>
          <p:nvSpPr>
            <p:cNvPr id="44" name="文本框 43">
              <a:extLst>
                <a:ext uri="{FF2B5EF4-FFF2-40B4-BE49-F238E27FC236}">
                  <a16:creationId xmlns:a16="http://schemas.microsoft.com/office/drawing/2014/main" id="{3A8EBE06-E631-4161-934D-51F80965362F}"/>
                </a:ext>
              </a:extLst>
            </p:cNvPr>
            <p:cNvSpPr txBox="1"/>
            <p:nvPr/>
          </p:nvSpPr>
          <p:spPr>
            <a:xfrm>
              <a:off x="10871688" y="2151611"/>
              <a:ext cx="365813" cy="1200329"/>
            </a:xfrm>
            <a:prstGeom prst="rect">
              <a:avLst/>
            </a:prstGeom>
            <a:noFill/>
          </p:spPr>
          <p:txBody>
            <a:bodyPr wrap="square" rtlCol="0">
              <a:spAutoFit/>
            </a:bodyPr>
            <a:lstStyle/>
            <a:p>
              <a:r>
                <a:rPr lang="zh-CN" altLang="en-US" b="1" dirty="0">
                  <a:solidFill>
                    <a:srgbClr val="00B050"/>
                  </a:solidFill>
                  <a:effectLst>
                    <a:outerShdw blurRad="38100" dist="38100" dir="2700000" algn="tl">
                      <a:srgbClr val="000000">
                        <a:alpha val="43137"/>
                      </a:srgbClr>
                    </a:outerShdw>
                  </a:effectLst>
                </a:rPr>
                <a:t>返回归并</a:t>
              </a:r>
            </a:p>
          </p:txBody>
        </p:sp>
        <p:cxnSp>
          <p:nvCxnSpPr>
            <p:cNvPr id="45" name="直接箭头连接符 44">
              <a:extLst>
                <a:ext uri="{FF2B5EF4-FFF2-40B4-BE49-F238E27FC236}">
                  <a16:creationId xmlns:a16="http://schemas.microsoft.com/office/drawing/2014/main" id="{13E05277-C116-45C9-BD05-1C3440B3BC65}"/>
                </a:ext>
              </a:extLst>
            </p:cNvPr>
            <p:cNvCxnSpPr/>
            <p:nvPr/>
          </p:nvCxnSpPr>
          <p:spPr bwMode="auto">
            <a:xfrm flipH="1">
              <a:off x="11266761" y="2161733"/>
              <a:ext cx="13490" cy="1401500"/>
            </a:xfrm>
            <a:prstGeom prst="straightConnector1">
              <a:avLst/>
            </a:prstGeom>
            <a:solidFill>
              <a:schemeClr val="accent1"/>
            </a:solidFill>
            <a:ln w="28575" cap="flat" cmpd="sng" algn="ctr">
              <a:solidFill>
                <a:srgbClr val="00B050"/>
              </a:solidFill>
              <a:prstDash val="solid"/>
              <a:round/>
              <a:headEnd type="none" w="med" len="med"/>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6" name="组合 45">
            <a:extLst>
              <a:ext uri="{FF2B5EF4-FFF2-40B4-BE49-F238E27FC236}">
                <a16:creationId xmlns:a16="http://schemas.microsoft.com/office/drawing/2014/main" id="{4471935C-7C7F-4D77-90C6-4F5DBF354FB6}"/>
              </a:ext>
            </a:extLst>
          </p:cNvPr>
          <p:cNvGrpSpPr/>
          <p:nvPr/>
        </p:nvGrpSpPr>
        <p:grpSpPr>
          <a:xfrm>
            <a:off x="7805721" y="2719137"/>
            <a:ext cx="3775284" cy="369332"/>
            <a:chOff x="7574202" y="333469"/>
            <a:chExt cx="3775284" cy="369332"/>
          </a:xfrm>
        </p:grpSpPr>
        <p:sp>
          <p:nvSpPr>
            <p:cNvPr id="47" name="Text Box 3">
              <a:extLst>
                <a:ext uri="{FF2B5EF4-FFF2-40B4-BE49-F238E27FC236}">
                  <a16:creationId xmlns:a16="http://schemas.microsoft.com/office/drawing/2014/main" id="{6281F87D-D31A-4790-BADA-16C46415A110}"/>
                </a:ext>
              </a:extLst>
            </p:cNvPr>
            <p:cNvSpPr txBox="1">
              <a:spLocks noChangeArrowheads="1"/>
            </p:cNvSpPr>
            <p:nvPr/>
          </p:nvSpPr>
          <p:spPr bwMode="auto">
            <a:xfrm>
              <a:off x="7668112" y="333469"/>
              <a:ext cx="36311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b="1" dirty="0">
                  <a:solidFill>
                    <a:srgbClr val="0070C0"/>
                  </a:solidFill>
                  <a:latin typeface="Courier New" panose="02070309020205020404" pitchFamily="49" charset="0"/>
                  <a:ea typeface="宋体" panose="02010600030101010101" pitchFamily="2" charset="-122"/>
                  <a:cs typeface="Courier New" panose="02070309020205020404" pitchFamily="49" charset="0"/>
                </a:rPr>
                <a:t>1   2   3   4   5   6   7</a:t>
              </a:r>
            </a:p>
          </p:txBody>
        </p:sp>
        <p:cxnSp>
          <p:nvCxnSpPr>
            <p:cNvPr id="48" name="直接连接符 47">
              <a:extLst>
                <a:ext uri="{FF2B5EF4-FFF2-40B4-BE49-F238E27FC236}">
                  <a16:creationId xmlns:a16="http://schemas.microsoft.com/office/drawing/2014/main" id="{62D564DD-19C8-4CB8-A696-657195BFB6F5}"/>
                </a:ext>
              </a:extLst>
            </p:cNvPr>
            <p:cNvCxnSpPr/>
            <p:nvPr/>
          </p:nvCxnSpPr>
          <p:spPr bwMode="auto">
            <a:xfrm>
              <a:off x="7574202" y="641265"/>
              <a:ext cx="3775284" cy="2587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51" name="文本框 50">
            <a:extLst>
              <a:ext uri="{FF2B5EF4-FFF2-40B4-BE49-F238E27FC236}">
                <a16:creationId xmlns:a16="http://schemas.microsoft.com/office/drawing/2014/main" id="{61C5A1DB-AB79-4269-9A51-1D1CF8E7EE3D}"/>
              </a:ext>
            </a:extLst>
          </p:cNvPr>
          <p:cNvSpPr txBox="1"/>
          <p:nvPr/>
        </p:nvSpPr>
        <p:spPr>
          <a:xfrm>
            <a:off x="234867" y="3258712"/>
            <a:ext cx="6324026" cy="3293209"/>
          </a:xfrm>
          <a:prstGeom prst="rect">
            <a:avLst/>
          </a:prstGeom>
          <a:solidFill>
            <a:srgbClr val="FEF0D2"/>
          </a:solidFill>
          <a:ln w="12700">
            <a:solidFill>
              <a:schemeClr val="bg2">
                <a:lumMod val="50000"/>
              </a:schemeClr>
            </a:solidFill>
          </a:ln>
        </p:spPr>
        <p:txBody>
          <a:bodyPr wrap="square">
            <a:spAutoFit/>
          </a:bodyPr>
          <a:lstStyle/>
          <a:p>
            <a:r>
              <a:rPr lang="en-US" altLang="zh-CN" sz="1600" b="1" dirty="0" err="1">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RcdType</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altLang="zh-CN" sz="1600" b="1" dirty="0" err="1">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auxR</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void</a:t>
            </a:r>
            <a:r>
              <a:rPr lang="zh-CN" altLang="en-US" sz="1600" b="1" dirty="0">
                <a:latin typeface="Courier New" panose="02070309020205020404" pitchFamily="49" charset="0"/>
                <a:cs typeface="Courier New" panose="02070309020205020404" pitchFamily="49" charset="0"/>
              </a:rPr>
              <a:t> Merge(RcdType R[],</a:t>
            </a:r>
            <a:r>
              <a:rPr lang="en-US" altLang="zh-CN"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zh-CN" altLang="en-US" sz="1600" b="1" dirty="0">
                <a:latin typeface="Courier New" panose="02070309020205020404" pitchFamily="49" charset="0"/>
                <a:cs typeface="Courier New" panose="02070309020205020404" pitchFamily="49" charset="0"/>
              </a:rPr>
              <a:t> i,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zh-CN" altLang="en-US" sz="1600" b="1" dirty="0">
                <a:latin typeface="Courier New" panose="02070309020205020404" pitchFamily="49" charset="0"/>
                <a:cs typeface="Courier New" panose="02070309020205020404" pitchFamily="49" charset="0"/>
              </a:rPr>
              <a:t> m,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zh-CN" altLang="en-US" sz="1600" b="1" dirty="0">
                <a:latin typeface="Courier New" panose="02070309020205020404" pitchFamily="49" charset="0"/>
                <a:cs typeface="Courier New" panose="02070309020205020404" pitchFamily="49" charset="0"/>
              </a:rPr>
              <a:t> n)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r>
              <a:rPr lang="zh-CN" altLang="en-US" sz="1600" b="1" dirty="0">
                <a:latin typeface="Courier New" panose="02070309020205020404" pitchFamily="49" charset="0"/>
                <a:cs typeface="Courier New" panose="02070309020205020404" pitchFamily="49" charset="0"/>
              </a:rPr>
              <a:t>  </a:t>
            </a:r>
            <a:r>
              <a:rPr lang="zh-CN" altLang="en-US" sz="1600" b="1" dirty="0">
                <a:solidFill>
                  <a:srgbClr val="2045E0"/>
                </a:solidFill>
                <a:latin typeface="Courier New" panose="02070309020205020404" pitchFamily="49" charset="0"/>
                <a:ea typeface="仿宋" panose="02010609060101010101" pitchFamily="49" charset="-122"/>
                <a:cs typeface="Courier New" panose="02070309020205020404" pitchFamily="49" charset="0"/>
              </a:rPr>
              <a:t>// 将有序的R[i..m]和R[m+1..n]归并为有序的R[i..n]</a:t>
            </a:r>
            <a:endParaRPr lang="en-US" altLang="zh-CN" sz="1600" b="1" dirty="0">
              <a:solidFill>
                <a:srgbClr val="2045E0"/>
              </a:solidFill>
              <a:latin typeface="Courier New" panose="02070309020205020404" pitchFamily="49" charset="0"/>
              <a:ea typeface="仿宋" panose="02010609060101010101" pitchFamily="49" charset="-122"/>
              <a:cs typeface="Courier New" panose="02070309020205020404" pitchFamily="49" charset="0"/>
            </a:endParaRPr>
          </a:p>
          <a:p>
            <a:r>
              <a:rPr lang="en-US" altLang="zh-CN" sz="1600" b="1" dirty="0">
                <a:solidFill>
                  <a:srgbClr val="2045E0"/>
                </a:solidFill>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int</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err="1">
                <a:latin typeface="Courier New" panose="02070309020205020404" pitchFamily="49" charset="0"/>
                <a:ea typeface="仿宋" panose="02010609060101010101" pitchFamily="49" charset="-122"/>
                <a:cs typeface="Courier New" panose="02070309020205020404" pitchFamily="49" charset="0"/>
              </a:rPr>
              <a:t>i</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j;</a:t>
            </a:r>
            <a:endParaRPr lang="zh-CN" altLang="en-US" sz="1600" b="1" dirty="0">
              <a:latin typeface="Courier New" panose="02070309020205020404" pitchFamily="49" charset="0"/>
              <a:ea typeface="仿宋" panose="02010609060101010101" pitchFamily="49" charset="-122"/>
              <a:cs typeface="Courier New" panose="02070309020205020404" pitchFamily="49" charset="0"/>
            </a:endParaRPr>
          </a:p>
          <a:p>
            <a:r>
              <a:rPr lang="zh-CN" altLang="en-US"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for</a:t>
            </a:r>
            <a:r>
              <a:rPr lang="en-US" altLang="zh-CN" sz="1600" b="1" dirty="0">
                <a:latin typeface="Courier New" panose="02070309020205020404" pitchFamily="49" charset="0"/>
                <a:cs typeface="Courier New" panose="02070309020205020404" pitchFamily="49" charset="0"/>
              </a:rPr>
              <a:t>(j=</a:t>
            </a:r>
            <a:r>
              <a:rPr lang="en-US" altLang="zh-CN" sz="1600" b="1" dirty="0" err="1">
                <a:latin typeface="Courier New" panose="02070309020205020404" pitchFamily="49" charset="0"/>
                <a:cs typeface="Courier New" panose="02070309020205020404" pitchFamily="49" charset="0"/>
              </a:rPr>
              <a:t>i</a:t>
            </a:r>
            <a:r>
              <a:rPr lang="en-US" altLang="zh-CN" sz="1600" b="1" dirty="0">
                <a:latin typeface="Courier New" panose="02070309020205020404" pitchFamily="49" charset="0"/>
                <a:cs typeface="Courier New" panose="02070309020205020404" pitchFamily="49" charset="0"/>
              </a:rPr>
              <a:t>; j&lt;=n; ++j) </a:t>
            </a:r>
            <a:r>
              <a:rPr lang="en-US" altLang="zh-CN" sz="1600" b="1" dirty="0" err="1">
                <a:latin typeface="Courier New" panose="02070309020205020404" pitchFamily="49" charset="0"/>
                <a:cs typeface="Courier New" panose="02070309020205020404" pitchFamily="49" charset="0"/>
              </a:rPr>
              <a:t>auxR</a:t>
            </a:r>
            <a:r>
              <a:rPr lang="en-US" altLang="zh-CN" sz="1600" b="1" dirty="0">
                <a:latin typeface="Courier New" panose="02070309020205020404" pitchFamily="49" charset="0"/>
                <a:cs typeface="Courier New" panose="02070309020205020404" pitchFamily="49" charset="0"/>
              </a:rPr>
              <a:t>[j]=R[j]; </a:t>
            </a:r>
            <a:r>
              <a:rPr lang="en-US" altLang="zh-CN" sz="1600" b="1" dirty="0">
                <a:solidFill>
                  <a:srgbClr val="2045E0"/>
                </a:solidFill>
                <a:latin typeface="Courier New" panose="02070309020205020404" pitchFamily="49" charset="0"/>
                <a:ea typeface="仿宋" panose="02010609060101010101" pitchFamily="49" charset="-122"/>
                <a:cs typeface="Courier New" panose="02070309020205020404" pitchFamily="49" charset="0"/>
              </a:rPr>
              <a:t>//</a:t>
            </a:r>
            <a:r>
              <a:rPr lang="zh-CN" altLang="en-US" sz="1600" b="1" dirty="0">
                <a:solidFill>
                  <a:srgbClr val="2045E0"/>
                </a:solidFill>
                <a:latin typeface="Courier New" panose="02070309020205020404" pitchFamily="49" charset="0"/>
                <a:ea typeface="仿宋" panose="02010609060101010101" pitchFamily="49" charset="-122"/>
                <a:cs typeface="Courier New" panose="02070309020205020404" pitchFamily="49" charset="0"/>
              </a:rPr>
              <a:t>复制到辅助数组</a:t>
            </a:r>
            <a:endParaRPr lang="en-US" altLang="zh-CN" sz="1600" b="1" dirty="0">
              <a:solidFill>
                <a:srgbClr val="2045E0"/>
              </a:solidFill>
              <a:latin typeface="Courier New" panose="02070309020205020404" pitchFamily="49" charset="0"/>
              <a:ea typeface="仿宋" panose="02010609060101010101" pitchFamily="49" charset="-122"/>
              <a:cs typeface="Courier New" panose="02070309020205020404" pitchFamily="49" charset="0"/>
            </a:endParaRPr>
          </a:p>
          <a:p>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for</a:t>
            </a:r>
            <a:r>
              <a:rPr lang="zh-CN" altLang="en-US" sz="1600" b="1" dirty="0">
                <a:latin typeface="Courier New" panose="02070309020205020404" pitchFamily="49" charset="0"/>
                <a:cs typeface="Courier New" panose="02070309020205020404" pitchFamily="49" charset="0"/>
              </a:rPr>
              <a:t>(j=m+1,k=i; i&lt;=m &amp;&amp; j&lt;=n; ++k) </a:t>
            </a:r>
            <a:r>
              <a:rPr lang="zh-CN" altLang="en-US" sz="1600" b="1" dirty="0">
                <a:solidFill>
                  <a:srgbClr val="2045E0"/>
                </a:solidFill>
                <a:latin typeface="Courier New" panose="02070309020205020404" pitchFamily="49" charset="0"/>
                <a:ea typeface="仿宋" panose="02010609060101010101" pitchFamily="49" charset="-122"/>
                <a:cs typeface="Courier New" panose="02070309020205020404" pitchFamily="49" charset="0"/>
              </a:rPr>
              <a:t>//复制</a:t>
            </a:r>
            <a:r>
              <a:rPr lang="en-US" altLang="zh-CN" sz="1600" b="1" dirty="0">
                <a:solidFill>
                  <a:srgbClr val="2045E0"/>
                </a:solidFill>
                <a:latin typeface="Courier New" panose="02070309020205020404" pitchFamily="49" charset="0"/>
                <a:ea typeface="仿宋" panose="02010609060101010101" pitchFamily="49" charset="-122"/>
                <a:cs typeface="Courier New" panose="02070309020205020404" pitchFamily="49" charset="0"/>
              </a:rPr>
              <a:t>aux</a:t>
            </a:r>
            <a:r>
              <a:rPr lang="zh-CN" altLang="en-US" sz="1600" b="1" dirty="0">
                <a:solidFill>
                  <a:srgbClr val="2045E0"/>
                </a:solidFill>
                <a:latin typeface="Courier New" panose="02070309020205020404" pitchFamily="49" charset="0"/>
                <a:ea typeface="仿宋" panose="02010609060101010101" pitchFamily="49" charset="-122"/>
                <a:cs typeface="Courier New" panose="02070309020205020404" pitchFamily="49" charset="0"/>
              </a:rPr>
              <a:t>R到R</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600" b="1" dirty="0">
                <a:latin typeface="Courier New" panose="02070309020205020404" pitchFamily="49" charset="0"/>
                <a:cs typeface="Courier New" panose="02070309020205020404" pitchFamily="49" charset="0"/>
              </a:rPr>
              <a:t>(</a:t>
            </a:r>
            <a:r>
              <a:rPr lang="en-US" altLang="zh-CN" sz="1600" b="1" dirty="0">
                <a:latin typeface="Courier New" panose="02070309020205020404" pitchFamily="49" charset="0"/>
                <a:cs typeface="Courier New" panose="02070309020205020404" pitchFamily="49" charset="0"/>
              </a:rPr>
              <a:t>aux</a:t>
            </a:r>
            <a:r>
              <a:rPr lang="zh-CN" altLang="en-US" sz="1600" b="1" dirty="0">
                <a:latin typeface="Courier New" panose="02070309020205020404" pitchFamily="49" charset="0"/>
                <a:cs typeface="Courier New" panose="02070309020205020404" pitchFamily="49" charset="0"/>
              </a:rPr>
              <a:t>R[i].key&lt;=</a:t>
            </a:r>
            <a:r>
              <a:rPr lang="en-US" altLang="zh-CN" sz="1600" b="1" dirty="0">
                <a:latin typeface="Courier New" panose="02070309020205020404" pitchFamily="49" charset="0"/>
                <a:cs typeface="Courier New" panose="02070309020205020404" pitchFamily="49" charset="0"/>
              </a:rPr>
              <a:t>aux</a:t>
            </a:r>
            <a:r>
              <a:rPr lang="zh-CN" altLang="en-US" sz="1600" b="1" dirty="0">
                <a:latin typeface="Courier New" panose="02070309020205020404" pitchFamily="49" charset="0"/>
                <a:cs typeface="Courier New" panose="02070309020205020404" pitchFamily="49" charset="0"/>
              </a:rPr>
              <a:t>R[j].key) R[k]=</a:t>
            </a:r>
            <a:r>
              <a:rPr lang="en-US" altLang="zh-CN" sz="1600" b="1" dirty="0">
                <a:latin typeface="Courier New" panose="02070309020205020404" pitchFamily="49" charset="0"/>
                <a:cs typeface="Courier New" panose="02070309020205020404" pitchFamily="49" charset="0"/>
              </a:rPr>
              <a:t>aux</a:t>
            </a:r>
            <a:r>
              <a:rPr lang="zh-CN" altLang="en-US" sz="1600" b="1" dirty="0">
                <a:latin typeface="Courier New" panose="02070309020205020404" pitchFamily="49" charset="0"/>
                <a:cs typeface="Courier New" panose="02070309020205020404" pitchFamily="49" charset="0"/>
              </a:rPr>
              <a:t>R[i++];</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else</a:t>
            </a:r>
            <a:r>
              <a:rPr lang="zh-CN" altLang="en-US" sz="1600" b="1" dirty="0">
                <a:latin typeface="Courier New" panose="02070309020205020404" pitchFamily="49" charset="0"/>
                <a:cs typeface="Courier New" panose="02070309020205020404" pitchFamily="49" charset="0"/>
              </a:rPr>
              <a:t> R[k]=</a:t>
            </a:r>
            <a:r>
              <a:rPr lang="en-US" altLang="zh-CN" sz="1600" b="1" dirty="0">
                <a:latin typeface="Courier New" panose="02070309020205020404" pitchFamily="49" charset="0"/>
                <a:cs typeface="Courier New" panose="02070309020205020404" pitchFamily="49" charset="0"/>
              </a:rPr>
              <a:t>aux</a:t>
            </a:r>
            <a:r>
              <a:rPr lang="zh-CN" altLang="en-US" sz="1600" b="1" dirty="0">
                <a:latin typeface="Courier New" panose="02070309020205020404" pitchFamily="49" charset="0"/>
                <a:cs typeface="Courier New" panose="02070309020205020404" pitchFamily="49" charset="0"/>
              </a:rPr>
              <a:t>R[j++];</a:t>
            </a:r>
          </a:p>
          <a:p>
            <a:r>
              <a:rPr lang="zh-CN" altLang="en-US" sz="1600" b="1" dirty="0">
                <a:latin typeface="Courier New" panose="02070309020205020404" pitchFamily="49" charset="0"/>
                <a:cs typeface="Courier New" panose="02070309020205020404" pitchFamily="49" charset="0"/>
              </a:rPr>
              <a:t>  </a:t>
            </a:r>
            <a:r>
              <a:rPr lang="zh-CN" altLang="en-US" sz="1600" b="1" dirty="0">
                <a:solidFill>
                  <a:srgbClr val="2045E0"/>
                </a:solidFill>
                <a:latin typeface="Courier New" panose="02070309020205020404" pitchFamily="49" charset="0"/>
                <a:ea typeface="仿宋" panose="02010609060101010101" pitchFamily="49" charset="-122"/>
                <a:cs typeface="Courier New" panose="02070309020205020404" pitchFamily="49" charset="0"/>
              </a:rPr>
              <a:t>// 将剩余</a:t>
            </a:r>
            <a:r>
              <a:rPr lang="en-US" altLang="zh-CN" sz="1600" b="1" dirty="0">
                <a:solidFill>
                  <a:srgbClr val="2045E0"/>
                </a:solidFill>
                <a:latin typeface="Courier New" panose="02070309020205020404" pitchFamily="49" charset="0"/>
                <a:ea typeface="仿宋" panose="02010609060101010101" pitchFamily="49" charset="-122"/>
                <a:cs typeface="Courier New" panose="02070309020205020404" pitchFamily="49" charset="0"/>
              </a:rPr>
              <a:t>aux</a:t>
            </a:r>
            <a:r>
              <a:rPr lang="zh-CN" altLang="en-US" sz="1600" b="1" dirty="0">
                <a:solidFill>
                  <a:srgbClr val="2045E0"/>
                </a:solidFill>
                <a:latin typeface="Courier New" panose="02070309020205020404" pitchFamily="49" charset="0"/>
                <a:ea typeface="仿宋" panose="02010609060101010101" pitchFamily="49" charset="-122"/>
                <a:cs typeface="Courier New" panose="02070309020205020404" pitchFamily="49" charset="0"/>
              </a:rPr>
              <a:t>R[i..m]复制到R</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while</a:t>
            </a:r>
            <a:r>
              <a:rPr lang="zh-CN" altLang="en-US" sz="1600" b="1" dirty="0">
                <a:latin typeface="Courier New" panose="02070309020205020404" pitchFamily="49" charset="0"/>
                <a:cs typeface="Courier New" panose="02070309020205020404" pitchFamily="49" charset="0"/>
              </a:rPr>
              <a:t>(k&lt;=n &amp;&amp; i&lt;=m) R[k++]=</a:t>
            </a:r>
            <a:r>
              <a:rPr lang="en-US" altLang="zh-CN" sz="1600" b="1" dirty="0">
                <a:latin typeface="Courier New" panose="02070309020205020404" pitchFamily="49" charset="0"/>
                <a:cs typeface="Courier New" panose="02070309020205020404" pitchFamily="49" charset="0"/>
              </a:rPr>
              <a:t>aux</a:t>
            </a:r>
            <a:r>
              <a:rPr lang="zh-CN" altLang="en-US" sz="1600" b="1" dirty="0">
                <a:latin typeface="Courier New" panose="02070309020205020404" pitchFamily="49" charset="0"/>
                <a:cs typeface="Courier New" panose="02070309020205020404" pitchFamily="49" charset="0"/>
              </a:rPr>
              <a:t>R[i++];</a:t>
            </a:r>
          </a:p>
          <a:p>
            <a:r>
              <a:rPr lang="zh-CN" altLang="en-US" sz="1600" b="1" dirty="0">
                <a:latin typeface="Courier New" panose="02070309020205020404" pitchFamily="49" charset="0"/>
                <a:cs typeface="Courier New" panose="02070309020205020404" pitchFamily="49" charset="0"/>
              </a:rPr>
              <a:t>  </a:t>
            </a:r>
            <a:r>
              <a:rPr lang="zh-CN" altLang="en-US" sz="1600" b="1" dirty="0">
                <a:solidFill>
                  <a:srgbClr val="2045E0"/>
                </a:solidFill>
                <a:latin typeface="Courier New" panose="02070309020205020404" pitchFamily="49" charset="0"/>
                <a:ea typeface="仿宋" panose="02010609060101010101" pitchFamily="49" charset="-122"/>
                <a:cs typeface="Courier New" panose="02070309020205020404" pitchFamily="49" charset="0"/>
              </a:rPr>
              <a:t>// 将剩余的</a:t>
            </a:r>
            <a:r>
              <a:rPr lang="en-US" altLang="zh-CN" sz="1600" b="1" dirty="0">
                <a:solidFill>
                  <a:srgbClr val="2045E0"/>
                </a:solidFill>
                <a:latin typeface="Courier New" panose="02070309020205020404" pitchFamily="49" charset="0"/>
                <a:ea typeface="仿宋" panose="02010609060101010101" pitchFamily="49" charset="-122"/>
                <a:cs typeface="Courier New" panose="02070309020205020404" pitchFamily="49" charset="0"/>
              </a:rPr>
              <a:t>aux</a:t>
            </a:r>
            <a:r>
              <a:rPr lang="zh-CN" altLang="en-US" sz="1600" b="1" dirty="0">
                <a:solidFill>
                  <a:srgbClr val="2045E0"/>
                </a:solidFill>
                <a:latin typeface="Courier New" panose="02070309020205020404" pitchFamily="49" charset="0"/>
                <a:ea typeface="仿宋" panose="02010609060101010101" pitchFamily="49" charset="-122"/>
                <a:cs typeface="Courier New" panose="02070309020205020404" pitchFamily="49" charset="0"/>
              </a:rPr>
              <a:t>R[j..n]复制到R</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while</a:t>
            </a:r>
            <a:r>
              <a:rPr lang="zh-CN" altLang="en-US" sz="1600" b="1" dirty="0">
                <a:latin typeface="Courier New" panose="02070309020205020404" pitchFamily="49" charset="0"/>
                <a:cs typeface="Courier New" panose="02070309020205020404" pitchFamily="49" charset="0"/>
              </a:rPr>
              <a:t>(k&lt;=n &amp;&amp; j&lt;=n) R[k++]=</a:t>
            </a:r>
            <a:r>
              <a:rPr lang="en-US" altLang="zh-CN" sz="1600" b="1" dirty="0">
                <a:latin typeface="Courier New" panose="02070309020205020404" pitchFamily="49" charset="0"/>
                <a:cs typeface="Courier New" panose="02070309020205020404" pitchFamily="49" charset="0"/>
              </a:rPr>
              <a:t>aux</a:t>
            </a:r>
            <a:r>
              <a:rPr lang="zh-CN" altLang="en-US" sz="1600" b="1" dirty="0">
                <a:latin typeface="Courier New" panose="02070309020205020404" pitchFamily="49" charset="0"/>
                <a:cs typeface="Courier New" panose="02070309020205020404" pitchFamily="49" charset="0"/>
              </a:rPr>
              <a:t>R[j++];</a:t>
            </a:r>
          </a:p>
          <a:p>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 </a:t>
            </a:r>
            <a:r>
              <a:rPr lang="zh-CN" altLang="en-US" sz="1600" b="1" dirty="0">
                <a:solidFill>
                  <a:srgbClr val="2045E0"/>
                </a:solidFill>
                <a:latin typeface="Courier New" panose="02070309020205020404" pitchFamily="49" charset="0"/>
                <a:ea typeface="仿宋" panose="02010609060101010101" pitchFamily="49" charset="-122"/>
                <a:cs typeface="Courier New" panose="02070309020205020404" pitchFamily="49" charset="0"/>
              </a:rPr>
              <a:t>// Merge </a:t>
            </a:r>
            <a:r>
              <a:rPr lang="zh-CN" altLang="en-US" sz="1600" b="1" dirty="0">
                <a:solidFill>
                  <a:srgbClr val="C00000"/>
                </a:solidFill>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算法10.1</a:t>
            </a:r>
            <a:r>
              <a:rPr lang="en-US" altLang="zh-CN" sz="1600" b="1" dirty="0">
                <a:solidFill>
                  <a:srgbClr val="C00000"/>
                </a:solidFill>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0</a:t>
            </a:r>
            <a:endParaRPr lang="zh-CN" altLang="en-US" sz="1600" b="1" dirty="0">
              <a:solidFill>
                <a:srgbClr val="C00000"/>
              </a:solidFill>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endParaRPr>
          </a:p>
        </p:txBody>
      </p:sp>
      <p:sp>
        <p:nvSpPr>
          <p:cNvPr id="53" name="文本框 52">
            <a:extLst>
              <a:ext uri="{FF2B5EF4-FFF2-40B4-BE49-F238E27FC236}">
                <a16:creationId xmlns:a16="http://schemas.microsoft.com/office/drawing/2014/main" id="{57415C24-2579-46A2-AD3E-516AB61103A4}"/>
              </a:ext>
            </a:extLst>
          </p:cNvPr>
          <p:cNvSpPr txBox="1"/>
          <p:nvPr/>
        </p:nvSpPr>
        <p:spPr>
          <a:xfrm>
            <a:off x="5450513" y="1037321"/>
            <a:ext cx="6581330" cy="1569660"/>
          </a:xfrm>
          <a:prstGeom prst="rect">
            <a:avLst/>
          </a:prstGeom>
          <a:solidFill>
            <a:srgbClr val="D5EDFF"/>
          </a:solidFill>
          <a:ln>
            <a:solidFill>
              <a:schemeClr val="accent2">
                <a:lumMod val="75000"/>
              </a:schemeClr>
            </a:solidFill>
          </a:ln>
        </p:spPr>
        <p:txBody>
          <a:bodyPr wrap="square">
            <a:spAutoFit/>
          </a:bodyPr>
          <a:lstStyle/>
          <a:p>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void</a:t>
            </a:r>
            <a:r>
              <a:rPr lang="en-US" altLang="zh-CN" sz="1600" b="1" dirty="0">
                <a:latin typeface="Courier New" panose="02070309020205020404" pitchFamily="49" charset="0"/>
                <a:cs typeface="Courier New" panose="02070309020205020404" pitchFamily="49" charset="0"/>
              </a:rPr>
              <a:t> </a:t>
            </a:r>
            <a:r>
              <a:rPr lang="en-US" altLang="zh-CN" sz="1600" b="1" dirty="0" err="1">
                <a:latin typeface="Courier New" panose="02070309020205020404" pitchFamily="49" charset="0"/>
                <a:cs typeface="Courier New" panose="02070309020205020404" pitchFamily="49" charset="0"/>
              </a:rPr>
              <a:t>MergeSort</a:t>
            </a:r>
            <a:r>
              <a:rPr lang="en-US" altLang="zh-CN" sz="1600" b="1" dirty="0">
                <a:latin typeface="Courier New" panose="02070309020205020404" pitchFamily="49" charset="0"/>
                <a:cs typeface="Courier New" panose="02070309020205020404" pitchFamily="49" charset="0"/>
              </a:rPr>
              <a:t>(</a:t>
            </a:r>
            <a:r>
              <a:rPr lang="en-US" altLang="zh-CN" sz="1600" b="1" dirty="0" err="1">
                <a:latin typeface="Courier New" panose="02070309020205020404" pitchFamily="49" charset="0"/>
                <a:cs typeface="Courier New" panose="02070309020205020404" pitchFamily="49" charset="0"/>
              </a:rPr>
              <a:t>SqList</a:t>
            </a:r>
            <a:r>
              <a:rPr lang="en-US" altLang="zh-CN" sz="1600" b="1" dirty="0">
                <a:latin typeface="Courier New" panose="02070309020205020404" pitchFamily="49" charset="0"/>
                <a:cs typeface="Courier New" panose="02070309020205020404" pitchFamily="49" charset="0"/>
              </a:rPr>
              <a:t> L)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2045E0"/>
                </a:solidFill>
                <a:latin typeface="Courier New" panose="02070309020205020404" pitchFamily="49" charset="0"/>
                <a:cs typeface="Courier New" panose="02070309020205020404" pitchFamily="49" charset="0"/>
              </a:rPr>
              <a:t>//</a:t>
            </a:r>
            <a:r>
              <a:rPr lang="en-US" altLang="zh-CN" sz="1600" b="1" dirty="0">
                <a:latin typeface="Courier New" panose="02070309020205020404" pitchFamily="49" charset="0"/>
                <a:cs typeface="Courier New" panose="02070309020205020404" pitchFamily="49" charset="0"/>
              </a:rPr>
              <a:t> </a:t>
            </a:r>
            <a:r>
              <a:rPr lang="zh-CN" altLang="en-US" sz="16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算法</a:t>
            </a:r>
            <a:r>
              <a:rPr lang="en-US" altLang="zh-CN" sz="16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10.11</a:t>
            </a:r>
          </a:p>
          <a:p>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2045E0"/>
                </a:solidFill>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2045E0"/>
                </a:solidFill>
                <a:latin typeface="Courier New" panose="02070309020205020404" pitchFamily="49" charset="0"/>
                <a:ea typeface="仿宋" panose="02010609060101010101" pitchFamily="49" charset="-122"/>
                <a:cs typeface="Courier New" panose="02070309020205020404" pitchFamily="49" charset="0"/>
              </a:rPr>
              <a:t>对顺序表</a:t>
            </a:r>
            <a:r>
              <a:rPr lang="en-US" altLang="zh-CN" sz="1600" b="1" dirty="0">
                <a:solidFill>
                  <a:srgbClr val="2045E0"/>
                </a:solidFill>
                <a:latin typeface="Courier New" panose="02070309020205020404" pitchFamily="49" charset="0"/>
                <a:ea typeface="仿宋" panose="02010609060101010101" pitchFamily="49" charset="-122"/>
                <a:cs typeface="Courier New" panose="02070309020205020404" pitchFamily="49" charset="0"/>
              </a:rPr>
              <a:t>L</a:t>
            </a:r>
            <a:r>
              <a:rPr lang="zh-CN" altLang="en-US" sz="1600" b="1" dirty="0">
                <a:solidFill>
                  <a:srgbClr val="2045E0"/>
                </a:solidFill>
                <a:latin typeface="Courier New" panose="02070309020205020404" pitchFamily="49" charset="0"/>
                <a:ea typeface="仿宋" panose="02010609060101010101" pitchFamily="49" charset="-122"/>
                <a:cs typeface="Courier New" panose="02070309020205020404" pitchFamily="49" charset="0"/>
              </a:rPr>
              <a:t>作归并排序</a:t>
            </a:r>
          </a:p>
          <a:p>
            <a:r>
              <a:rPr lang="zh-CN" altLang="en-US" sz="1600" b="1" dirty="0">
                <a:latin typeface="Courier New" panose="02070309020205020404" pitchFamily="49" charset="0"/>
                <a:cs typeface="Courier New" panose="02070309020205020404" pitchFamily="49" charset="0"/>
              </a:rPr>
              <a:t>  </a:t>
            </a:r>
            <a:r>
              <a:rPr lang="en-US" altLang="zh-CN" sz="1600" b="1" dirty="0" err="1">
                <a:latin typeface="Courier New" panose="02070309020205020404" pitchFamily="49" charset="0"/>
                <a:cs typeface="Courier New" panose="02070309020205020404" pitchFamily="49" charset="0"/>
              </a:rPr>
              <a:t>auxR</a:t>
            </a:r>
            <a:r>
              <a:rPr lang="en-US" altLang="zh-CN" sz="1600" b="1" dirty="0">
                <a:latin typeface="Courier New" panose="02070309020205020404" pitchFamily="49" charset="0"/>
                <a:cs typeface="Courier New" panose="02070309020205020404" pitchFamily="49" charset="0"/>
              </a:rPr>
              <a:t>=(</a:t>
            </a:r>
            <a:r>
              <a:rPr lang="en-US" altLang="zh-CN" sz="1600" b="1" dirty="0" err="1">
                <a:latin typeface="Courier New" panose="02070309020205020404" pitchFamily="49" charset="0"/>
                <a:cs typeface="Courier New" panose="02070309020205020404" pitchFamily="49" charset="0"/>
              </a:rPr>
              <a:t>RcdType</a:t>
            </a:r>
            <a:r>
              <a:rPr lang="en-US" altLang="zh-CN" sz="1600" b="1" dirty="0">
                <a:latin typeface="Courier New" panose="02070309020205020404" pitchFamily="49" charset="0"/>
                <a:cs typeface="Courier New" panose="02070309020205020404" pitchFamily="49" charset="0"/>
              </a:rPr>
              <a:t>*)</a:t>
            </a:r>
            <a:r>
              <a:rPr lang="en-US" altLang="zh-CN" sz="1600" b="1" dirty="0" err="1">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calloc</a:t>
            </a:r>
            <a:r>
              <a:rPr lang="en-US" altLang="zh-CN" sz="1600" b="1" dirty="0">
                <a:latin typeface="Courier New" panose="02070309020205020404" pitchFamily="49" charset="0"/>
                <a:cs typeface="Courier New" panose="02070309020205020404" pitchFamily="49" charset="0"/>
              </a:rPr>
              <a:t>(L-&gt;</a:t>
            </a:r>
            <a:r>
              <a:rPr lang="en-US" altLang="zh-CN" sz="1600" b="1" dirty="0" err="1">
                <a:latin typeface="Courier New" panose="02070309020205020404" pitchFamily="49" charset="0"/>
                <a:cs typeface="Courier New" panose="02070309020205020404" pitchFamily="49" charset="0"/>
              </a:rPr>
              <a:t>len+1,</a:t>
            </a:r>
            <a:r>
              <a:rPr lang="en-US" altLang="zh-CN" sz="1600" b="1" dirty="0" err="1">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sizeof</a:t>
            </a:r>
            <a:r>
              <a:rPr lang="en-US" altLang="zh-CN" sz="1600" b="1" dirty="0">
                <a:latin typeface="Courier New" panose="02070309020205020404" pitchFamily="49" charset="0"/>
                <a:cs typeface="Courier New" panose="02070309020205020404" pitchFamily="49" charset="0"/>
              </a:rPr>
              <a:t>(</a:t>
            </a:r>
            <a:r>
              <a:rPr lang="en-US" altLang="zh-CN" sz="1600" b="1" dirty="0" err="1">
                <a:latin typeface="Courier New" panose="02070309020205020404" pitchFamily="49" charset="0"/>
                <a:cs typeface="Courier New" panose="02070309020205020404" pitchFamily="49" charset="0"/>
              </a:rPr>
              <a:t>RcdType</a:t>
            </a:r>
            <a:r>
              <a:rPr lang="en-US" altLang="zh-CN" sz="1600" b="1" dirty="0">
                <a:latin typeface="Courier New" panose="02070309020205020404" pitchFamily="49" charset="0"/>
                <a:cs typeface="Courier New" panose="02070309020205020404" pitchFamily="49" charset="0"/>
              </a:rPr>
              <a:t>));</a:t>
            </a:r>
          </a:p>
          <a:p>
            <a:r>
              <a:rPr lang="en-US" altLang="zh-CN" sz="1600" b="1" dirty="0">
                <a:latin typeface="Courier New" panose="02070309020205020404" pitchFamily="49" charset="0"/>
                <a:cs typeface="Courier New" panose="02070309020205020404" pitchFamily="49" charset="0"/>
              </a:rPr>
              <a:t>  </a:t>
            </a:r>
            <a:r>
              <a:rPr lang="en-US" altLang="zh-CN" sz="1600" b="1" dirty="0" err="1">
                <a:latin typeface="Courier New" panose="02070309020205020404" pitchFamily="49" charset="0"/>
                <a:cs typeface="Courier New" panose="02070309020205020404" pitchFamily="49" charset="0"/>
              </a:rPr>
              <a:t>MSort</a:t>
            </a:r>
            <a:r>
              <a:rPr lang="en-US" altLang="zh-CN" sz="1600" b="1" dirty="0">
                <a:latin typeface="Courier New" panose="02070309020205020404" pitchFamily="49" charset="0"/>
                <a:cs typeface="Courier New" panose="02070309020205020404" pitchFamily="49" charset="0"/>
              </a:rPr>
              <a:t>(L-&gt;r, 1, L-&gt;</a:t>
            </a:r>
            <a:r>
              <a:rPr lang="en-US" altLang="zh-CN" sz="1600" b="1" dirty="0" err="1">
                <a:latin typeface="Courier New" panose="02070309020205020404" pitchFamily="49" charset="0"/>
                <a:cs typeface="Courier New" panose="02070309020205020404" pitchFamily="49" charset="0"/>
              </a:rPr>
              <a:t>len</a:t>
            </a:r>
            <a:r>
              <a:rPr lang="en-US" altLang="zh-CN" sz="1600" b="1" dirty="0">
                <a:latin typeface="Courier New" panose="02070309020205020404" pitchFamily="49" charset="0"/>
                <a:cs typeface="Courier New" panose="02070309020205020404" pitchFamily="49" charset="0"/>
              </a:rPr>
              <a:t>);</a:t>
            </a:r>
          </a:p>
          <a:p>
            <a:r>
              <a:rPr lang="en-US" altLang="zh-CN"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free</a:t>
            </a:r>
            <a:r>
              <a:rPr lang="en-US" altLang="zh-CN" sz="1600" b="1" dirty="0">
                <a:latin typeface="Courier New" panose="02070309020205020404" pitchFamily="49" charset="0"/>
                <a:cs typeface="Courier New" panose="02070309020205020404" pitchFamily="49" charset="0"/>
              </a:rPr>
              <a:t>(</a:t>
            </a:r>
            <a:r>
              <a:rPr lang="en-US" altLang="zh-CN" sz="1600" b="1" dirty="0" err="1">
                <a:latin typeface="Courier New" panose="02070309020205020404" pitchFamily="49" charset="0"/>
                <a:cs typeface="Courier New" panose="02070309020205020404" pitchFamily="49" charset="0"/>
              </a:rPr>
              <a:t>auxR</a:t>
            </a:r>
            <a:r>
              <a:rPr lang="en-US" altLang="zh-CN" sz="1600" b="1" dirty="0">
                <a:latin typeface="Courier New" panose="02070309020205020404" pitchFamily="49" charset="0"/>
                <a:cs typeface="Courier New" panose="02070309020205020404" pitchFamily="49" charset="0"/>
              </a:rPr>
              <a:t>);</a:t>
            </a:r>
          </a:p>
          <a:p>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zh-CN" altLang="en-US" sz="1600" b="1" dirty="0">
              <a:solidFill>
                <a:srgbClr val="2045E0"/>
              </a:solidFill>
              <a:latin typeface="Courier New" panose="02070309020205020404" pitchFamily="49" charset="0"/>
              <a:ea typeface="仿宋" panose="02010609060101010101" pitchFamily="49" charset="-122"/>
              <a:cs typeface="Courier New" panose="02070309020205020404" pitchFamily="49" charset="0"/>
            </a:endParaRPr>
          </a:p>
        </p:txBody>
      </p:sp>
      <p:sp>
        <p:nvSpPr>
          <p:cNvPr id="52" name="Text Box 4">
            <a:extLst>
              <a:ext uri="{FF2B5EF4-FFF2-40B4-BE49-F238E27FC236}">
                <a16:creationId xmlns:a16="http://schemas.microsoft.com/office/drawing/2014/main" id="{F177DECB-E47D-40FC-8E8D-2729E71831C3}"/>
              </a:ext>
            </a:extLst>
          </p:cNvPr>
          <p:cNvSpPr txBox="1">
            <a:spLocks noChangeArrowheads="1"/>
          </p:cNvSpPr>
          <p:nvPr/>
        </p:nvSpPr>
        <p:spPr bwMode="auto">
          <a:xfrm>
            <a:off x="9715192" y="3429943"/>
            <a:ext cx="1822029" cy="276999"/>
          </a:xfrm>
          <a:prstGeom prst="rect">
            <a:avLst/>
          </a:prstGeom>
          <a:noFill/>
          <a:ln>
            <a:noFill/>
          </a:ln>
          <a:effectLst/>
        </p:spPr>
        <p:txBody>
          <a:bodyPr wrap="square" tIns="0" bIns="0">
            <a:spAutoFit/>
          </a:bodyPr>
          <a:lstStyle/>
          <a:p>
            <a:pPr fontAlgn="base">
              <a:spcBef>
                <a:spcPct val="0"/>
              </a:spcBef>
              <a:spcAft>
                <a:spcPct val="0"/>
              </a:spcAft>
            </a:pPr>
            <a:r>
              <a:rPr kumimoji="1" lang="en-US" altLang="zh-CN" b="1" dirty="0">
                <a:latin typeface="Courier New" panose="02070309020205020404" pitchFamily="49" charset="0"/>
                <a:ea typeface="宋体" panose="02010600030101010101" pitchFamily="2" charset="-122"/>
                <a:cs typeface="Courier New" panose="02070309020205020404" pitchFamily="49" charset="0"/>
              </a:rPr>
              <a:t>[76, 13, 27]</a:t>
            </a:r>
          </a:p>
        </p:txBody>
      </p:sp>
      <p:sp>
        <p:nvSpPr>
          <p:cNvPr id="54" name="Text Box 5">
            <a:extLst>
              <a:ext uri="{FF2B5EF4-FFF2-40B4-BE49-F238E27FC236}">
                <a16:creationId xmlns:a16="http://schemas.microsoft.com/office/drawing/2014/main" id="{95E50AEA-956A-45A2-A45C-BFE620AA77FA}"/>
              </a:ext>
            </a:extLst>
          </p:cNvPr>
          <p:cNvSpPr txBox="1">
            <a:spLocks noChangeArrowheads="1"/>
          </p:cNvSpPr>
          <p:nvPr/>
        </p:nvSpPr>
        <p:spPr bwMode="auto">
          <a:xfrm>
            <a:off x="8634802" y="3718077"/>
            <a:ext cx="1287532" cy="276999"/>
          </a:xfrm>
          <a:prstGeom prst="rect">
            <a:avLst/>
          </a:prstGeom>
          <a:noFill/>
          <a:ln>
            <a:noFill/>
          </a:ln>
          <a:effectLst/>
        </p:spPr>
        <p:txBody>
          <a:bodyPr wrap="none" tIns="0" bIns="0">
            <a:spAutoFit/>
          </a:bodyPr>
          <a:lstStyle/>
          <a:p>
            <a:pPr fontAlgn="base">
              <a:spcBef>
                <a:spcPct val="0"/>
              </a:spcBef>
              <a:spcAft>
                <a:spcPct val="0"/>
              </a:spcAft>
            </a:pPr>
            <a:r>
              <a:rPr kumimoji="1" lang="en-US" altLang="zh-CN" b="1" dirty="0">
                <a:latin typeface="Courier New" panose="02070309020205020404" pitchFamily="49" charset="0"/>
                <a:ea typeface="宋体" panose="02010600030101010101" pitchFamily="2" charset="-122"/>
                <a:cs typeface="Courier New" panose="02070309020205020404" pitchFamily="49" charset="0"/>
              </a:rPr>
              <a:t>[65, 97]</a:t>
            </a:r>
          </a:p>
        </p:txBody>
      </p:sp>
      <p:sp>
        <p:nvSpPr>
          <p:cNvPr id="55" name="Text Box 25">
            <a:extLst>
              <a:ext uri="{FF2B5EF4-FFF2-40B4-BE49-F238E27FC236}">
                <a16:creationId xmlns:a16="http://schemas.microsoft.com/office/drawing/2014/main" id="{ABA0EE56-B860-40B4-AABB-3DE8159BAF1B}"/>
              </a:ext>
            </a:extLst>
          </p:cNvPr>
          <p:cNvSpPr txBox="1">
            <a:spLocks noChangeArrowheads="1"/>
          </p:cNvSpPr>
          <p:nvPr/>
        </p:nvSpPr>
        <p:spPr bwMode="auto">
          <a:xfrm>
            <a:off x="8081045" y="4030854"/>
            <a:ext cx="666079" cy="276999"/>
          </a:xfrm>
          <a:prstGeom prst="rect">
            <a:avLst/>
          </a:prstGeom>
          <a:noFill/>
          <a:ln>
            <a:noFill/>
          </a:ln>
          <a:effectLst/>
        </p:spPr>
        <p:txBody>
          <a:bodyPr wrap="square" tIns="0" bIns="0">
            <a:spAutoFit/>
          </a:bodyPr>
          <a:lstStyle/>
          <a:p>
            <a:pPr fontAlgn="base">
              <a:spcBef>
                <a:spcPct val="0"/>
              </a:spcBef>
              <a:spcAft>
                <a:spcPct val="0"/>
              </a:spcAft>
            </a:pPr>
            <a:r>
              <a:rPr kumimoji="1" lang="en-US" altLang="zh-CN" b="1" dirty="0">
                <a:latin typeface="Courier New" panose="02070309020205020404" pitchFamily="49" charset="0"/>
                <a:ea typeface="宋体" panose="02010600030101010101" pitchFamily="2" charset="-122"/>
                <a:cs typeface="Courier New" panose="02070309020205020404" pitchFamily="49" charset="0"/>
              </a:rPr>
              <a:t>[38]</a:t>
            </a:r>
          </a:p>
        </p:txBody>
      </p:sp>
      <p:sp>
        <p:nvSpPr>
          <p:cNvPr id="56" name="Text Box 25">
            <a:extLst>
              <a:ext uri="{FF2B5EF4-FFF2-40B4-BE49-F238E27FC236}">
                <a16:creationId xmlns:a16="http://schemas.microsoft.com/office/drawing/2014/main" id="{1D20B216-60B3-4EA1-9D13-F9C4E947E580}"/>
              </a:ext>
            </a:extLst>
          </p:cNvPr>
          <p:cNvSpPr txBox="1">
            <a:spLocks noChangeArrowheads="1"/>
          </p:cNvSpPr>
          <p:nvPr/>
        </p:nvSpPr>
        <p:spPr bwMode="auto">
          <a:xfrm>
            <a:off x="9216760" y="4019334"/>
            <a:ext cx="602528" cy="276999"/>
          </a:xfrm>
          <a:prstGeom prst="rect">
            <a:avLst/>
          </a:prstGeom>
          <a:noFill/>
          <a:ln>
            <a:noFill/>
          </a:ln>
          <a:effectLst/>
        </p:spPr>
        <p:txBody>
          <a:bodyPr wrap="square" lIns="36000" tIns="0" rIns="36000" bIns="0">
            <a:spAutoFit/>
          </a:bodyPr>
          <a:lstStyle/>
          <a:p>
            <a:pPr fontAlgn="base">
              <a:spcBef>
                <a:spcPct val="0"/>
              </a:spcBef>
              <a:spcAft>
                <a:spcPct val="0"/>
              </a:spcAft>
            </a:pPr>
            <a:r>
              <a:rPr kumimoji="1" lang="en-US" altLang="zh-CN" b="1" dirty="0">
                <a:latin typeface="Courier New" panose="02070309020205020404" pitchFamily="49" charset="0"/>
                <a:ea typeface="宋体" panose="02010600030101010101" pitchFamily="2" charset="-122"/>
                <a:cs typeface="Courier New" panose="02070309020205020404" pitchFamily="49" charset="0"/>
              </a:rPr>
              <a:t>[97]</a:t>
            </a:r>
          </a:p>
        </p:txBody>
      </p:sp>
      <p:sp>
        <p:nvSpPr>
          <p:cNvPr id="57" name="Text Box 9">
            <a:extLst>
              <a:ext uri="{FF2B5EF4-FFF2-40B4-BE49-F238E27FC236}">
                <a16:creationId xmlns:a16="http://schemas.microsoft.com/office/drawing/2014/main" id="{28195C20-2938-45F3-9D8A-973BFF8A0896}"/>
              </a:ext>
            </a:extLst>
          </p:cNvPr>
          <p:cNvSpPr txBox="1">
            <a:spLocks noChangeArrowheads="1"/>
          </p:cNvSpPr>
          <p:nvPr/>
        </p:nvSpPr>
        <p:spPr bwMode="auto">
          <a:xfrm>
            <a:off x="10855680" y="3704246"/>
            <a:ext cx="635527" cy="276999"/>
          </a:xfrm>
          <a:prstGeom prst="rect">
            <a:avLst/>
          </a:prstGeom>
          <a:noFill/>
          <a:ln>
            <a:noFill/>
          </a:ln>
          <a:effectLst/>
        </p:spPr>
        <p:txBody>
          <a:bodyPr wrap="square" lIns="36000" tIns="0" rIns="36000" bIns="0">
            <a:spAutoFit/>
          </a:bodyPr>
          <a:lstStyle/>
          <a:p>
            <a:pPr fontAlgn="base">
              <a:spcBef>
                <a:spcPct val="0"/>
              </a:spcBef>
              <a:spcAft>
                <a:spcPct val="0"/>
              </a:spcAft>
            </a:pPr>
            <a:r>
              <a:rPr kumimoji="1" lang="en-US" altLang="zh-CN" b="1" dirty="0">
                <a:latin typeface="Courier New" panose="02070309020205020404" pitchFamily="49" charset="0"/>
                <a:ea typeface="宋体" panose="02010600030101010101" pitchFamily="2" charset="-122"/>
                <a:cs typeface="Courier New" panose="02070309020205020404" pitchFamily="49" charset="0"/>
              </a:rPr>
              <a:t>[27]</a:t>
            </a:r>
          </a:p>
        </p:txBody>
      </p:sp>
      <p:sp>
        <p:nvSpPr>
          <p:cNvPr id="13" name="Text Box 10">
            <a:extLst>
              <a:ext uri="{FF2B5EF4-FFF2-40B4-BE49-F238E27FC236}">
                <a16:creationId xmlns:a16="http://schemas.microsoft.com/office/drawing/2014/main" id="{C035A853-1E2E-4FA0-85FC-3C1248E5E7BA}"/>
              </a:ext>
            </a:extLst>
          </p:cNvPr>
          <p:cNvSpPr txBox="1">
            <a:spLocks noChangeArrowheads="1"/>
          </p:cNvSpPr>
          <p:nvPr/>
        </p:nvSpPr>
        <p:spPr bwMode="auto">
          <a:xfrm>
            <a:off x="9216761" y="4582524"/>
            <a:ext cx="657286" cy="276999"/>
          </a:xfrm>
          <a:prstGeom prst="rect">
            <a:avLst/>
          </a:prstGeom>
          <a:solidFill>
            <a:schemeClr val="accent2">
              <a:lumMod val="20000"/>
              <a:lumOff val="80000"/>
            </a:schemeClr>
          </a:solidFill>
          <a:ln>
            <a:noFill/>
          </a:ln>
          <a:effectLst/>
        </p:spPr>
        <p:txBody>
          <a:bodyPr wrap="square" lIns="36000" tIns="0" rIns="36000" bIns="0">
            <a:spAutoFit/>
          </a:bodyPr>
          <a:lstStyle/>
          <a:p>
            <a:pPr fontAlgn="base">
              <a:spcBef>
                <a:spcPct val="0"/>
              </a:spcBef>
              <a:spcAft>
                <a:spcPct val="0"/>
              </a:spcAft>
            </a:pPr>
            <a:r>
              <a:rPr kumimoji="1" lang="en-US" altLang="zh-CN" b="1" dirty="0">
                <a:solidFill>
                  <a:srgbClr val="008080"/>
                </a:solidFill>
                <a:latin typeface="Courier New" panose="02070309020205020404" pitchFamily="49" charset="0"/>
                <a:ea typeface="宋体" panose="02010600030101010101" pitchFamily="2" charset="-122"/>
                <a:cs typeface="Courier New" panose="02070309020205020404" pitchFamily="49" charset="0"/>
              </a:rPr>
              <a:t>[97]</a:t>
            </a:r>
          </a:p>
        </p:txBody>
      </p:sp>
      <p:sp>
        <p:nvSpPr>
          <p:cNvPr id="25" name="Rectangle 33">
            <a:extLst>
              <a:ext uri="{FF2B5EF4-FFF2-40B4-BE49-F238E27FC236}">
                <a16:creationId xmlns:a16="http://schemas.microsoft.com/office/drawing/2014/main" id="{C25958AF-4729-434B-A091-8D63C7B5A878}"/>
              </a:ext>
            </a:extLst>
          </p:cNvPr>
          <p:cNvSpPr>
            <a:spLocks noChangeArrowheads="1"/>
          </p:cNvSpPr>
          <p:nvPr/>
        </p:nvSpPr>
        <p:spPr bwMode="auto">
          <a:xfrm>
            <a:off x="10321269" y="4569817"/>
            <a:ext cx="624136" cy="276999"/>
          </a:xfrm>
          <a:prstGeom prst="rect">
            <a:avLst/>
          </a:prstGeom>
          <a:solidFill>
            <a:schemeClr val="accent2">
              <a:lumMod val="20000"/>
              <a:lumOff val="80000"/>
            </a:schemeClr>
          </a:solidFill>
          <a:ln>
            <a:noFill/>
          </a:ln>
          <a:effectLst/>
        </p:spPr>
        <p:txBody>
          <a:bodyPr wrap="none" lIns="36000" tIns="0" rIns="36000" bIns="0">
            <a:spAutoFit/>
          </a:bodyPr>
          <a:lstStyle/>
          <a:p>
            <a:pPr fontAlgn="base">
              <a:spcBef>
                <a:spcPct val="0"/>
              </a:spcBef>
              <a:spcAft>
                <a:spcPct val="0"/>
              </a:spcAft>
            </a:pPr>
            <a:r>
              <a:rPr kumimoji="1" lang="en-US" altLang="zh-CN" b="1" dirty="0">
                <a:solidFill>
                  <a:srgbClr val="008080"/>
                </a:solidFill>
                <a:latin typeface="Courier New" panose="02070309020205020404" pitchFamily="49" charset="0"/>
                <a:ea typeface="宋体" panose="02010600030101010101" pitchFamily="2" charset="-122"/>
                <a:cs typeface="Courier New" panose="02070309020205020404" pitchFamily="49" charset="0"/>
              </a:rPr>
              <a:t>[13]</a:t>
            </a:r>
          </a:p>
        </p:txBody>
      </p:sp>
      <p:sp>
        <p:nvSpPr>
          <p:cNvPr id="28" name="Rectangle 36">
            <a:extLst>
              <a:ext uri="{FF2B5EF4-FFF2-40B4-BE49-F238E27FC236}">
                <a16:creationId xmlns:a16="http://schemas.microsoft.com/office/drawing/2014/main" id="{297F02F6-C4DB-4D5B-B7F5-8BA5BBA1F56E}"/>
              </a:ext>
            </a:extLst>
          </p:cNvPr>
          <p:cNvSpPr>
            <a:spLocks noChangeArrowheads="1"/>
          </p:cNvSpPr>
          <p:nvPr/>
        </p:nvSpPr>
        <p:spPr bwMode="auto">
          <a:xfrm>
            <a:off x="9754203" y="4574400"/>
            <a:ext cx="634155" cy="276999"/>
          </a:xfrm>
          <a:prstGeom prst="rect">
            <a:avLst/>
          </a:prstGeom>
          <a:solidFill>
            <a:schemeClr val="accent2">
              <a:lumMod val="20000"/>
              <a:lumOff val="80000"/>
            </a:schemeClr>
          </a:solidFill>
          <a:ln>
            <a:noFill/>
          </a:ln>
          <a:effectLst/>
        </p:spPr>
        <p:txBody>
          <a:bodyPr wrap="square" lIns="36000" tIns="0" rIns="36000" bIns="0">
            <a:spAutoFit/>
          </a:bodyPr>
          <a:lstStyle/>
          <a:p>
            <a:pPr fontAlgn="base">
              <a:spcBef>
                <a:spcPct val="0"/>
              </a:spcBef>
              <a:spcAft>
                <a:spcPct val="0"/>
              </a:spcAft>
            </a:pPr>
            <a:r>
              <a:rPr kumimoji="1" lang="en-US" altLang="zh-CN" b="1" dirty="0">
                <a:solidFill>
                  <a:srgbClr val="008080"/>
                </a:solidFill>
                <a:latin typeface="Courier New" panose="02070309020205020404" pitchFamily="49" charset="0"/>
                <a:ea typeface="宋体" panose="02010600030101010101" pitchFamily="2" charset="-122"/>
                <a:cs typeface="Courier New" panose="02070309020205020404" pitchFamily="49" charset="0"/>
              </a:rPr>
              <a:t>[76]</a:t>
            </a:r>
          </a:p>
        </p:txBody>
      </p:sp>
      <p:sp>
        <p:nvSpPr>
          <p:cNvPr id="31" name="Rectangle 33">
            <a:extLst>
              <a:ext uri="{FF2B5EF4-FFF2-40B4-BE49-F238E27FC236}">
                <a16:creationId xmlns:a16="http://schemas.microsoft.com/office/drawing/2014/main" id="{B1BFF9E9-215C-4BBA-BDE6-641EF203349C}"/>
              </a:ext>
            </a:extLst>
          </p:cNvPr>
          <p:cNvSpPr>
            <a:spLocks noChangeArrowheads="1"/>
          </p:cNvSpPr>
          <p:nvPr/>
        </p:nvSpPr>
        <p:spPr bwMode="auto">
          <a:xfrm>
            <a:off x="10848102" y="4565366"/>
            <a:ext cx="624136" cy="276999"/>
          </a:xfrm>
          <a:prstGeom prst="rect">
            <a:avLst/>
          </a:prstGeom>
          <a:solidFill>
            <a:schemeClr val="accent2">
              <a:lumMod val="20000"/>
              <a:lumOff val="80000"/>
            </a:schemeClr>
          </a:solidFill>
          <a:ln>
            <a:noFill/>
          </a:ln>
          <a:effectLst/>
        </p:spPr>
        <p:txBody>
          <a:bodyPr wrap="none" lIns="36000" tIns="0" rIns="36000" bIns="0">
            <a:spAutoFit/>
          </a:bodyPr>
          <a:lstStyle/>
          <a:p>
            <a:pPr fontAlgn="base">
              <a:spcBef>
                <a:spcPct val="0"/>
              </a:spcBef>
              <a:spcAft>
                <a:spcPct val="0"/>
              </a:spcAft>
            </a:pPr>
            <a:r>
              <a:rPr kumimoji="1" lang="en-US" altLang="zh-CN" b="1" dirty="0">
                <a:solidFill>
                  <a:srgbClr val="008080"/>
                </a:solidFill>
                <a:latin typeface="Courier New" panose="02070309020205020404" pitchFamily="49" charset="0"/>
                <a:ea typeface="宋体" panose="02010600030101010101" pitchFamily="2" charset="-122"/>
                <a:cs typeface="Courier New" panose="02070309020205020404" pitchFamily="49" charset="0"/>
              </a:rPr>
              <a:t>[27]</a:t>
            </a:r>
          </a:p>
        </p:txBody>
      </p:sp>
      <p:sp>
        <p:nvSpPr>
          <p:cNvPr id="58" name="Text Box 26">
            <a:extLst>
              <a:ext uri="{FF2B5EF4-FFF2-40B4-BE49-F238E27FC236}">
                <a16:creationId xmlns:a16="http://schemas.microsoft.com/office/drawing/2014/main" id="{5238CD42-E53F-42ED-8965-1A8F44139337}"/>
              </a:ext>
            </a:extLst>
          </p:cNvPr>
          <p:cNvSpPr txBox="1">
            <a:spLocks noChangeArrowheads="1"/>
          </p:cNvSpPr>
          <p:nvPr/>
        </p:nvSpPr>
        <p:spPr bwMode="auto">
          <a:xfrm>
            <a:off x="10324584" y="4017804"/>
            <a:ext cx="609065" cy="283354"/>
          </a:xfrm>
          <a:prstGeom prst="rect">
            <a:avLst/>
          </a:prstGeom>
          <a:noFill/>
          <a:ln>
            <a:noFill/>
          </a:ln>
          <a:effectLst/>
        </p:spPr>
        <p:txBody>
          <a:bodyPr wrap="square" lIns="36000" tIns="0" rIns="36000" bIns="0">
            <a:spAutoFit/>
          </a:bodyPr>
          <a:lstStyle/>
          <a:p>
            <a:pPr fontAlgn="base">
              <a:spcBef>
                <a:spcPct val="0"/>
              </a:spcBef>
              <a:spcAft>
                <a:spcPct val="0"/>
              </a:spcAft>
            </a:pPr>
            <a:r>
              <a:rPr kumimoji="1" lang="en-US" altLang="zh-CN" b="1" dirty="0">
                <a:latin typeface="Courier New" panose="02070309020205020404" pitchFamily="49" charset="0"/>
                <a:ea typeface="宋体" panose="02010600030101010101" pitchFamily="2" charset="-122"/>
                <a:cs typeface="Courier New" panose="02070309020205020404" pitchFamily="49" charset="0"/>
              </a:rPr>
              <a:t>[13]</a:t>
            </a:r>
          </a:p>
        </p:txBody>
      </p:sp>
      <p:sp>
        <p:nvSpPr>
          <p:cNvPr id="60" name="椭圆 59">
            <a:extLst>
              <a:ext uri="{FF2B5EF4-FFF2-40B4-BE49-F238E27FC236}">
                <a16:creationId xmlns:a16="http://schemas.microsoft.com/office/drawing/2014/main" id="{E087D53D-196D-4BDC-89DB-63D656347F07}"/>
              </a:ext>
            </a:extLst>
          </p:cNvPr>
          <p:cNvSpPr/>
          <p:nvPr/>
        </p:nvSpPr>
        <p:spPr bwMode="auto">
          <a:xfrm>
            <a:off x="3511756" y="1042547"/>
            <a:ext cx="520119" cy="343276"/>
          </a:xfrm>
          <a:prstGeom prst="ellipse">
            <a:avLst/>
          </a:prstGeom>
          <a:noFill/>
          <a:ln w="28575" cap="flat" cmpd="sng" algn="ctr">
            <a:solidFill>
              <a:srgbClr val="FF0000"/>
            </a:solidFill>
            <a:prstDash val="lg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anose="02020603050405020304" pitchFamily="18" charset="0"/>
              <a:ea typeface="华文行楷" panose="02010800040101010101" pitchFamily="2" charset="-122"/>
            </a:endParaRPr>
          </a:p>
        </p:txBody>
      </p:sp>
      <p:sp>
        <p:nvSpPr>
          <p:cNvPr id="61" name="椭圆 60">
            <a:extLst>
              <a:ext uri="{FF2B5EF4-FFF2-40B4-BE49-F238E27FC236}">
                <a16:creationId xmlns:a16="http://schemas.microsoft.com/office/drawing/2014/main" id="{1E70A694-1244-4DE7-98DC-4E6ABF4863C7}"/>
              </a:ext>
            </a:extLst>
          </p:cNvPr>
          <p:cNvSpPr/>
          <p:nvPr/>
        </p:nvSpPr>
        <p:spPr bwMode="auto">
          <a:xfrm>
            <a:off x="4453675" y="1037321"/>
            <a:ext cx="520119" cy="343276"/>
          </a:xfrm>
          <a:prstGeom prst="ellipse">
            <a:avLst/>
          </a:prstGeom>
          <a:noFill/>
          <a:ln w="28575" cap="flat" cmpd="sng" algn="ctr">
            <a:solidFill>
              <a:srgbClr val="FF0000"/>
            </a:solidFill>
            <a:prstDash val="lg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anose="02020603050405020304" pitchFamily="18" charset="0"/>
              <a:ea typeface="华文行楷" panose="02010800040101010101" pitchFamily="2" charset="-122"/>
            </a:endParaRPr>
          </a:p>
        </p:txBody>
      </p:sp>
      <p:cxnSp>
        <p:nvCxnSpPr>
          <p:cNvPr id="4" name="直接连接符 3">
            <a:extLst>
              <a:ext uri="{FF2B5EF4-FFF2-40B4-BE49-F238E27FC236}">
                <a16:creationId xmlns:a16="http://schemas.microsoft.com/office/drawing/2014/main" id="{0E77AE95-5954-443A-8DEE-F7EB2C805515}"/>
              </a:ext>
            </a:extLst>
          </p:cNvPr>
          <p:cNvCxnSpPr/>
          <p:nvPr/>
        </p:nvCxnSpPr>
        <p:spPr bwMode="auto">
          <a:xfrm>
            <a:off x="944726" y="1570381"/>
            <a:ext cx="545284" cy="0"/>
          </a:xfrm>
          <a:prstGeom prst="line">
            <a:avLst/>
          </a:prstGeom>
          <a:solidFill>
            <a:schemeClr val="accent1"/>
          </a:solidFill>
          <a:ln w="38100" cap="flat" cmpd="sng" algn="ctr">
            <a:solidFill>
              <a:srgbClr val="F9A307"/>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2" name="直接连接符 61">
            <a:extLst>
              <a:ext uri="{FF2B5EF4-FFF2-40B4-BE49-F238E27FC236}">
                <a16:creationId xmlns:a16="http://schemas.microsoft.com/office/drawing/2014/main" id="{BF55B3C7-DCB1-471F-9080-640219AEC23E}"/>
              </a:ext>
            </a:extLst>
          </p:cNvPr>
          <p:cNvCxnSpPr/>
          <p:nvPr/>
        </p:nvCxnSpPr>
        <p:spPr bwMode="auto">
          <a:xfrm>
            <a:off x="795123" y="1806671"/>
            <a:ext cx="1942822" cy="0"/>
          </a:xfrm>
          <a:prstGeom prst="line">
            <a:avLst/>
          </a:prstGeom>
          <a:solidFill>
            <a:schemeClr val="accent1"/>
          </a:solidFill>
          <a:ln w="38100" cap="flat" cmpd="sng" algn="ctr">
            <a:solidFill>
              <a:srgbClr val="F9A307"/>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 name="直接连接符 62">
            <a:extLst>
              <a:ext uri="{FF2B5EF4-FFF2-40B4-BE49-F238E27FC236}">
                <a16:creationId xmlns:a16="http://schemas.microsoft.com/office/drawing/2014/main" id="{6C0605F1-63DA-47CF-B6C7-4509AD6A4FE8}"/>
              </a:ext>
            </a:extLst>
          </p:cNvPr>
          <p:cNvCxnSpPr/>
          <p:nvPr/>
        </p:nvCxnSpPr>
        <p:spPr bwMode="auto">
          <a:xfrm>
            <a:off x="795123" y="2034572"/>
            <a:ext cx="1869346" cy="0"/>
          </a:xfrm>
          <a:prstGeom prst="line">
            <a:avLst/>
          </a:prstGeom>
          <a:solidFill>
            <a:schemeClr val="accent1"/>
          </a:solidFill>
          <a:ln w="38100" cap="flat" cmpd="sng" algn="ctr">
            <a:solidFill>
              <a:srgbClr val="F9A307"/>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5" name="直接连接符 64">
            <a:extLst>
              <a:ext uri="{FF2B5EF4-FFF2-40B4-BE49-F238E27FC236}">
                <a16:creationId xmlns:a16="http://schemas.microsoft.com/office/drawing/2014/main" id="{BEB7A8D2-9C42-4850-B1B8-8A03B7832E7C}"/>
              </a:ext>
            </a:extLst>
          </p:cNvPr>
          <p:cNvCxnSpPr/>
          <p:nvPr/>
        </p:nvCxnSpPr>
        <p:spPr bwMode="auto">
          <a:xfrm>
            <a:off x="795123" y="2279251"/>
            <a:ext cx="2070682" cy="0"/>
          </a:xfrm>
          <a:prstGeom prst="line">
            <a:avLst/>
          </a:prstGeom>
          <a:solidFill>
            <a:schemeClr val="accent1"/>
          </a:solidFill>
          <a:ln w="38100" cap="flat" cmpd="sng" algn="ctr">
            <a:solidFill>
              <a:srgbClr val="F9A307"/>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7" name="直接连接符 66">
            <a:extLst>
              <a:ext uri="{FF2B5EF4-FFF2-40B4-BE49-F238E27FC236}">
                <a16:creationId xmlns:a16="http://schemas.microsoft.com/office/drawing/2014/main" id="{BBDE9B15-E9A1-42AA-A6BA-73A88930A529}"/>
              </a:ext>
            </a:extLst>
          </p:cNvPr>
          <p:cNvCxnSpPr/>
          <p:nvPr/>
        </p:nvCxnSpPr>
        <p:spPr bwMode="auto">
          <a:xfrm>
            <a:off x="795123" y="2530921"/>
            <a:ext cx="2238462" cy="0"/>
          </a:xfrm>
          <a:prstGeom prst="line">
            <a:avLst/>
          </a:prstGeom>
          <a:solidFill>
            <a:schemeClr val="accent1"/>
          </a:solidFill>
          <a:ln w="38100" cap="flat" cmpd="sng" algn="ctr">
            <a:solidFill>
              <a:srgbClr val="F9A307"/>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9" name="直接连接符 68">
            <a:extLst>
              <a:ext uri="{FF2B5EF4-FFF2-40B4-BE49-F238E27FC236}">
                <a16:creationId xmlns:a16="http://schemas.microsoft.com/office/drawing/2014/main" id="{BBA877AB-D388-42BD-AA84-F6BD2A5B0553}"/>
              </a:ext>
            </a:extLst>
          </p:cNvPr>
          <p:cNvCxnSpPr/>
          <p:nvPr/>
        </p:nvCxnSpPr>
        <p:spPr bwMode="auto">
          <a:xfrm>
            <a:off x="5725760" y="1806671"/>
            <a:ext cx="6133043" cy="0"/>
          </a:xfrm>
          <a:prstGeom prst="line">
            <a:avLst/>
          </a:prstGeom>
          <a:solidFill>
            <a:schemeClr val="accent1"/>
          </a:solidFill>
          <a:ln w="38100" cap="flat" cmpd="sng" algn="ctr">
            <a:solidFill>
              <a:srgbClr val="F9A307"/>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 name="直接连接符 70">
            <a:extLst>
              <a:ext uri="{FF2B5EF4-FFF2-40B4-BE49-F238E27FC236}">
                <a16:creationId xmlns:a16="http://schemas.microsoft.com/office/drawing/2014/main" id="{2C3CB661-EA8B-47B9-9976-15E2F329E5A2}"/>
              </a:ext>
            </a:extLst>
          </p:cNvPr>
          <p:cNvCxnSpPr/>
          <p:nvPr/>
        </p:nvCxnSpPr>
        <p:spPr bwMode="auto">
          <a:xfrm>
            <a:off x="5799422" y="2290436"/>
            <a:ext cx="1294434" cy="0"/>
          </a:xfrm>
          <a:prstGeom prst="line">
            <a:avLst/>
          </a:prstGeom>
          <a:solidFill>
            <a:schemeClr val="accent1"/>
          </a:solidFill>
          <a:ln w="38100" cap="flat" cmpd="sng" algn="ctr">
            <a:solidFill>
              <a:srgbClr val="F9A307"/>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 name="矩形: 圆角 2">
            <a:extLst>
              <a:ext uri="{FF2B5EF4-FFF2-40B4-BE49-F238E27FC236}">
                <a16:creationId xmlns:a16="http://schemas.microsoft.com/office/drawing/2014/main" id="{E8CF277E-4AEC-4BCC-B781-0AF06F26DD74}"/>
              </a:ext>
            </a:extLst>
          </p:cNvPr>
          <p:cNvSpPr/>
          <p:nvPr/>
        </p:nvSpPr>
        <p:spPr bwMode="auto">
          <a:xfrm>
            <a:off x="1425240" y="232079"/>
            <a:ext cx="4766721" cy="474317"/>
          </a:xfrm>
          <a:prstGeom prst="roundRect">
            <a:avLst/>
          </a:prstGeom>
          <a:solidFill>
            <a:schemeClr val="tx2">
              <a:lumMod val="10000"/>
              <a:lumOff val="9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914400" rtl="0" eaLnBrk="1" fontAlgn="base" latinLnBrk="0" hangingPunct="1">
              <a:lnSpc>
                <a:spcPct val="100000"/>
              </a:lnSpc>
              <a:spcBef>
                <a:spcPct val="0"/>
              </a:spcBef>
              <a:spcAft>
                <a:spcPct val="0"/>
              </a:spcAft>
              <a:buClrTx/>
              <a:buSzTx/>
              <a:buFontTx/>
              <a:buNone/>
              <a:tabLst/>
            </a:pPr>
            <a:r>
              <a:rPr kumimoji="1" lang="zh-CN" altLang="en-US" sz="2400" b="1" dirty="0">
                <a:solidFill>
                  <a:schemeClr val="accent2">
                    <a:lumMod val="75000"/>
                  </a:schemeClr>
                </a:solidFill>
                <a:effectLst>
                  <a:outerShdw blurRad="38100" dist="38100" dir="2700000" algn="tl">
                    <a:srgbClr val="000000">
                      <a:alpha val="43137"/>
                    </a:srgbClr>
                  </a:outerShdw>
                </a:effectLst>
              </a:rPr>
              <a:t>算法</a:t>
            </a:r>
            <a:r>
              <a:rPr kumimoji="1" lang="en-US" altLang="zh-CN" sz="2400" b="1" dirty="0">
                <a:solidFill>
                  <a:schemeClr val="accent2">
                    <a:lumMod val="75000"/>
                  </a:schemeClr>
                </a:solidFill>
                <a:effectLst>
                  <a:outerShdw blurRad="38100" dist="38100" dir="2700000" algn="tl">
                    <a:srgbClr val="000000">
                      <a:alpha val="43137"/>
                    </a:srgbClr>
                  </a:outerShdw>
                </a:effectLst>
              </a:rPr>
              <a:t>10.10</a:t>
            </a:r>
            <a:r>
              <a:rPr kumimoji="1" lang="zh-CN" altLang="en-US" sz="2400" b="1" dirty="0">
                <a:solidFill>
                  <a:srgbClr val="2045E0"/>
                </a:solidFill>
                <a:effectLst>
                  <a:outerShdw blurRad="38100" dist="38100" dir="2700000" algn="tl">
                    <a:srgbClr val="000000">
                      <a:alpha val="43137"/>
                    </a:srgbClr>
                  </a:outerShdw>
                </a:effectLst>
              </a:rPr>
              <a:t>和</a:t>
            </a:r>
            <a:r>
              <a:rPr kumimoji="1" lang="en-US" altLang="zh-CN" sz="2400" b="1" dirty="0">
                <a:solidFill>
                  <a:schemeClr val="accent2">
                    <a:lumMod val="75000"/>
                  </a:schemeClr>
                </a:solidFill>
                <a:effectLst>
                  <a:outerShdw blurRad="38100" dist="38100" dir="2700000" algn="tl">
                    <a:srgbClr val="000000">
                      <a:alpha val="43137"/>
                    </a:srgbClr>
                  </a:outerShdw>
                </a:effectLst>
              </a:rPr>
              <a:t>11</a:t>
            </a:r>
            <a:r>
              <a:rPr kumimoji="1" lang="en-US" altLang="zh-CN" sz="2400" b="1" dirty="0">
                <a:solidFill>
                  <a:srgbClr val="2045E0"/>
                </a:solidFill>
                <a:effectLst>
                  <a:outerShdw blurRad="38100" dist="38100" dir="2700000" algn="tl">
                    <a:srgbClr val="000000">
                      <a:alpha val="43137"/>
                    </a:srgbClr>
                  </a:outerShdw>
                </a:effectLst>
              </a:rPr>
              <a:t>  </a:t>
            </a:r>
            <a:r>
              <a:rPr kumimoji="1" lang="zh-CN" altLang="en-US" sz="2400" b="1" dirty="0">
                <a:solidFill>
                  <a:srgbClr val="2045E0"/>
                </a:solidFill>
                <a:effectLst>
                  <a:outerShdw blurRad="38100" dist="38100" dir="2700000" algn="tl">
                    <a:srgbClr val="000000">
                      <a:alpha val="43137"/>
                    </a:srgbClr>
                  </a:outerShdw>
                </a:effectLst>
              </a:rPr>
              <a:t>归并排序（递归）</a:t>
            </a:r>
            <a:endParaRPr kumimoji="1" lang="zh-CN" altLang="en-US" sz="2400" b="1" i="0" u="none" strike="noStrike" cap="none" normalizeH="0" baseline="0" dirty="0">
              <a:ln>
                <a:noFill/>
              </a:ln>
              <a:solidFill>
                <a:srgbClr val="2045E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006765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21" presetClass="entr" presetSubtype="1" fill="hold" grpId="0" nodeType="clickEffect">
                                  <p:stCondLst>
                                    <p:cond delay="0"/>
                                  </p:stCondLst>
                                  <p:childTnLst>
                                    <p:set>
                                      <p:cBhvr>
                                        <p:cTn id="14" dur="1" fill="hold">
                                          <p:stCondLst>
                                            <p:cond delay="0"/>
                                          </p:stCondLst>
                                        </p:cTn>
                                        <p:tgtEl>
                                          <p:spTgt spid="60"/>
                                        </p:tgtEl>
                                        <p:attrNameLst>
                                          <p:attrName>style.visibility</p:attrName>
                                        </p:attrNameLst>
                                      </p:cBhvr>
                                      <p:to>
                                        <p:strVal val="visible"/>
                                      </p:to>
                                    </p:set>
                                    <p:animEffect transition="in" filter="wheel(1)">
                                      <p:cBhvr>
                                        <p:cTn id="15" dur="1000"/>
                                        <p:tgtEl>
                                          <p:spTgt spid="60"/>
                                        </p:tgtEl>
                                      </p:cBhvr>
                                    </p:animEffect>
                                  </p:childTnLst>
                                </p:cTn>
                              </p:par>
                            </p:childTnLst>
                          </p:cTn>
                        </p:par>
                        <p:par>
                          <p:cTn id="16" fill="hold">
                            <p:stCondLst>
                              <p:cond delay="1000"/>
                            </p:stCondLst>
                            <p:childTnLst>
                              <p:par>
                                <p:cTn id="17" presetID="21" presetClass="entr" presetSubtype="1" fill="hold" grpId="0" nodeType="afterEffect">
                                  <p:stCondLst>
                                    <p:cond delay="0"/>
                                  </p:stCondLst>
                                  <p:childTnLst>
                                    <p:set>
                                      <p:cBhvr>
                                        <p:cTn id="18" dur="1" fill="hold">
                                          <p:stCondLst>
                                            <p:cond delay="0"/>
                                          </p:stCondLst>
                                        </p:cTn>
                                        <p:tgtEl>
                                          <p:spTgt spid="61"/>
                                        </p:tgtEl>
                                        <p:attrNameLst>
                                          <p:attrName>style.visibility</p:attrName>
                                        </p:attrNameLst>
                                      </p:cBhvr>
                                      <p:to>
                                        <p:strVal val="visible"/>
                                      </p:to>
                                    </p:set>
                                    <p:animEffect transition="in" filter="wheel(1)">
                                      <p:cBhvr>
                                        <p:cTn id="19" dur="1000"/>
                                        <p:tgtEl>
                                          <p:spTgt spid="61"/>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wipe(left)">
                                      <p:cBhvr>
                                        <p:cTn id="24" dur="1000"/>
                                        <p:tgtEl>
                                          <p:spTgt spid="4"/>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xit" presetSubtype="1" fill="hold" nodeType="clickEffect">
                                  <p:stCondLst>
                                    <p:cond delay="0"/>
                                  </p:stCondLst>
                                  <p:childTnLst>
                                    <p:animEffect transition="out" filter="wipe(up)">
                                      <p:cBhvr>
                                        <p:cTn id="28" dur="500"/>
                                        <p:tgtEl>
                                          <p:spTgt spid="4"/>
                                        </p:tgtEl>
                                      </p:cBhvr>
                                    </p:animEffect>
                                    <p:set>
                                      <p:cBhvr>
                                        <p:cTn id="29" dur="1" fill="hold">
                                          <p:stCondLst>
                                            <p:cond delay="499"/>
                                          </p:stCondLst>
                                        </p:cTn>
                                        <p:tgtEl>
                                          <p:spTgt spid="4"/>
                                        </p:tgtEl>
                                        <p:attrNameLst>
                                          <p:attrName>style.visibility</p:attrName>
                                        </p:attrNameLst>
                                      </p:cBhvr>
                                      <p:to>
                                        <p:strVal val="hidden"/>
                                      </p:to>
                                    </p:set>
                                  </p:childTnLst>
                                </p:cTn>
                              </p:par>
                              <p:par>
                                <p:cTn id="30" presetID="22" presetClass="entr" presetSubtype="8" fill="hold" nodeType="withEffect">
                                  <p:stCondLst>
                                    <p:cond delay="0"/>
                                  </p:stCondLst>
                                  <p:childTnLst>
                                    <p:set>
                                      <p:cBhvr>
                                        <p:cTn id="31" dur="1" fill="hold">
                                          <p:stCondLst>
                                            <p:cond delay="0"/>
                                          </p:stCondLst>
                                        </p:cTn>
                                        <p:tgtEl>
                                          <p:spTgt spid="62"/>
                                        </p:tgtEl>
                                        <p:attrNameLst>
                                          <p:attrName>style.visibility</p:attrName>
                                        </p:attrNameLst>
                                      </p:cBhvr>
                                      <p:to>
                                        <p:strVal val="visible"/>
                                      </p:to>
                                    </p:set>
                                    <p:animEffect transition="in" filter="wipe(left)">
                                      <p:cBhvr>
                                        <p:cTn id="32" dur="1000"/>
                                        <p:tgtEl>
                                          <p:spTgt spid="6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xit" presetSubtype="1" fill="hold" nodeType="clickEffect">
                                  <p:stCondLst>
                                    <p:cond delay="0"/>
                                  </p:stCondLst>
                                  <p:childTnLst>
                                    <p:animEffect transition="out" filter="wipe(up)">
                                      <p:cBhvr>
                                        <p:cTn id="36" dur="500"/>
                                        <p:tgtEl>
                                          <p:spTgt spid="62"/>
                                        </p:tgtEl>
                                      </p:cBhvr>
                                    </p:animEffect>
                                    <p:set>
                                      <p:cBhvr>
                                        <p:cTn id="37" dur="1" fill="hold">
                                          <p:stCondLst>
                                            <p:cond delay="499"/>
                                          </p:stCondLst>
                                        </p:cTn>
                                        <p:tgtEl>
                                          <p:spTgt spid="62"/>
                                        </p:tgtEl>
                                        <p:attrNameLst>
                                          <p:attrName>style.visibility</p:attrName>
                                        </p:attrNameLst>
                                      </p:cBhvr>
                                      <p:to>
                                        <p:strVal val="hidden"/>
                                      </p:to>
                                    </p:set>
                                  </p:childTnLst>
                                </p:cTn>
                              </p:par>
                              <p:par>
                                <p:cTn id="38" presetID="22" presetClass="entr" presetSubtype="8" fill="hold" nodeType="withEffect">
                                  <p:stCondLst>
                                    <p:cond delay="0"/>
                                  </p:stCondLst>
                                  <p:childTnLst>
                                    <p:set>
                                      <p:cBhvr>
                                        <p:cTn id="39" dur="1" fill="hold">
                                          <p:stCondLst>
                                            <p:cond delay="0"/>
                                          </p:stCondLst>
                                        </p:cTn>
                                        <p:tgtEl>
                                          <p:spTgt spid="63"/>
                                        </p:tgtEl>
                                        <p:attrNameLst>
                                          <p:attrName>style.visibility</p:attrName>
                                        </p:attrNameLst>
                                      </p:cBhvr>
                                      <p:to>
                                        <p:strVal val="visible"/>
                                      </p:to>
                                    </p:set>
                                    <p:animEffect transition="in" filter="wipe(left)">
                                      <p:cBhvr>
                                        <p:cTn id="40" dur="1000"/>
                                        <p:tgtEl>
                                          <p:spTgt spid="63"/>
                                        </p:tgtEl>
                                      </p:cBhvr>
                                    </p:animEffect>
                                  </p:childTnLst>
                                </p:cTn>
                              </p:par>
                            </p:childTnLst>
                          </p:cTn>
                        </p:par>
                        <p:par>
                          <p:cTn id="41" fill="hold">
                            <p:stCondLst>
                              <p:cond delay="1000"/>
                            </p:stCondLst>
                            <p:childTnLst>
                              <p:par>
                                <p:cTn id="42" presetID="22" presetClass="exit" presetSubtype="1" fill="hold" nodeType="afterEffect">
                                  <p:stCondLst>
                                    <p:cond delay="0"/>
                                  </p:stCondLst>
                                  <p:childTnLst>
                                    <p:animEffect transition="out" filter="wipe(up)">
                                      <p:cBhvr>
                                        <p:cTn id="43" dur="500"/>
                                        <p:tgtEl>
                                          <p:spTgt spid="63"/>
                                        </p:tgtEl>
                                      </p:cBhvr>
                                    </p:animEffect>
                                    <p:set>
                                      <p:cBhvr>
                                        <p:cTn id="44" dur="1" fill="hold">
                                          <p:stCondLst>
                                            <p:cond delay="499"/>
                                          </p:stCondLst>
                                        </p:cTn>
                                        <p:tgtEl>
                                          <p:spTgt spid="63"/>
                                        </p:tgtEl>
                                        <p:attrNameLst>
                                          <p:attrName>style.visibility</p:attrName>
                                        </p:attrNameLst>
                                      </p:cBhvr>
                                      <p:to>
                                        <p:strVal val="hidden"/>
                                      </p:to>
                                    </p:set>
                                  </p:childTnLst>
                                </p:cTn>
                              </p:par>
                            </p:childTnLst>
                          </p:cTn>
                        </p:par>
                        <p:par>
                          <p:cTn id="45" fill="hold">
                            <p:stCondLst>
                              <p:cond delay="1500"/>
                            </p:stCondLst>
                            <p:childTnLst>
                              <p:par>
                                <p:cTn id="46" presetID="22" presetClass="entr" presetSubtype="8" fill="hold" nodeType="afterEffect">
                                  <p:stCondLst>
                                    <p:cond delay="0"/>
                                  </p:stCondLst>
                                  <p:childTnLst>
                                    <p:set>
                                      <p:cBhvr>
                                        <p:cTn id="47" dur="1" fill="hold">
                                          <p:stCondLst>
                                            <p:cond delay="0"/>
                                          </p:stCondLst>
                                        </p:cTn>
                                        <p:tgtEl>
                                          <p:spTgt spid="65"/>
                                        </p:tgtEl>
                                        <p:attrNameLst>
                                          <p:attrName>style.visibility</p:attrName>
                                        </p:attrNameLst>
                                      </p:cBhvr>
                                      <p:to>
                                        <p:strVal val="visible"/>
                                      </p:to>
                                    </p:set>
                                    <p:animEffect transition="in" filter="wipe(left)">
                                      <p:cBhvr>
                                        <p:cTn id="48" dur="1000"/>
                                        <p:tgtEl>
                                          <p:spTgt spid="65"/>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xit" presetSubtype="1" fill="hold" nodeType="clickEffect">
                                  <p:stCondLst>
                                    <p:cond delay="0"/>
                                  </p:stCondLst>
                                  <p:childTnLst>
                                    <p:animEffect transition="out" filter="wipe(up)">
                                      <p:cBhvr>
                                        <p:cTn id="52" dur="500"/>
                                        <p:tgtEl>
                                          <p:spTgt spid="65"/>
                                        </p:tgtEl>
                                      </p:cBhvr>
                                    </p:animEffect>
                                    <p:set>
                                      <p:cBhvr>
                                        <p:cTn id="53" dur="1" fill="hold">
                                          <p:stCondLst>
                                            <p:cond delay="499"/>
                                          </p:stCondLst>
                                        </p:cTn>
                                        <p:tgtEl>
                                          <p:spTgt spid="65"/>
                                        </p:tgtEl>
                                        <p:attrNameLst>
                                          <p:attrName>style.visibility</p:attrName>
                                        </p:attrNameLst>
                                      </p:cBhvr>
                                      <p:to>
                                        <p:strVal val="hidden"/>
                                      </p:to>
                                    </p:set>
                                  </p:childTnLst>
                                </p:cTn>
                              </p:par>
                              <p:par>
                                <p:cTn id="54" presetID="22" presetClass="entr" presetSubtype="8" fill="hold" nodeType="withEffect">
                                  <p:stCondLst>
                                    <p:cond delay="0"/>
                                  </p:stCondLst>
                                  <p:childTnLst>
                                    <p:set>
                                      <p:cBhvr>
                                        <p:cTn id="55" dur="1" fill="hold">
                                          <p:stCondLst>
                                            <p:cond delay="0"/>
                                          </p:stCondLst>
                                        </p:cTn>
                                        <p:tgtEl>
                                          <p:spTgt spid="67"/>
                                        </p:tgtEl>
                                        <p:attrNameLst>
                                          <p:attrName>style.visibility</p:attrName>
                                        </p:attrNameLst>
                                      </p:cBhvr>
                                      <p:to>
                                        <p:strVal val="visible"/>
                                      </p:to>
                                    </p:set>
                                    <p:animEffect transition="in" filter="wipe(left)">
                                      <p:cBhvr>
                                        <p:cTn id="56" dur="1000"/>
                                        <p:tgtEl>
                                          <p:spTgt spid="67"/>
                                        </p:tgtEl>
                                      </p:cBhvr>
                                    </p:animEffect>
                                  </p:childTnLst>
                                </p:cTn>
                              </p:par>
                            </p:childTnLst>
                          </p:cTn>
                        </p:par>
                        <p:par>
                          <p:cTn id="57" fill="hold">
                            <p:stCondLst>
                              <p:cond delay="1000"/>
                            </p:stCondLst>
                            <p:childTnLst>
                              <p:par>
                                <p:cTn id="58" presetID="31" presetClass="entr" presetSubtype="0" fill="hold" grpId="0" nodeType="afterEffect">
                                  <p:stCondLst>
                                    <p:cond delay="0"/>
                                  </p:stCondLst>
                                  <p:childTnLst>
                                    <p:set>
                                      <p:cBhvr>
                                        <p:cTn id="59" dur="1" fill="hold">
                                          <p:stCondLst>
                                            <p:cond delay="0"/>
                                          </p:stCondLst>
                                        </p:cTn>
                                        <p:tgtEl>
                                          <p:spTgt spid="51"/>
                                        </p:tgtEl>
                                        <p:attrNameLst>
                                          <p:attrName>style.visibility</p:attrName>
                                        </p:attrNameLst>
                                      </p:cBhvr>
                                      <p:to>
                                        <p:strVal val="visible"/>
                                      </p:to>
                                    </p:set>
                                    <p:anim calcmode="lin" valueType="num">
                                      <p:cBhvr>
                                        <p:cTn id="60" dur="1000" fill="hold"/>
                                        <p:tgtEl>
                                          <p:spTgt spid="51"/>
                                        </p:tgtEl>
                                        <p:attrNameLst>
                                          <p:attrName>ppt_w</p:attrName>
                                        </p:attrNameLst>
                                      </p:cBhvr>
                                      <p:tavLst>
                                        <p:tav tm="0">
                                          <p:val>
                                            <p:fltVal val="0"/>
                                          </p:val>
                                        </p:tav>
                                        <p:tav tm="100000">
                                          <p:val>
                                            <p:strVal val="#ppt_w"/>
                                          </p:val>
                                        </p:tav>
                                      </p:tavLst>
                                    </p:anim>
                                    <p:anim calcmode="lin" valueType="num">
                                      <p:cBhvr>
                                        <p:cTn id="61" dur="1000" fill="hold"/>
                                        <p:tgtEl>
                                          <p:spTgt spid="51"/>
                                        </p:tgtEl>
                                        <p:attrNameLst>
                                          <p:attrName>ppt_h</p:attrName>
                                        </p:attrNameLst>
                                      </p:cBhvr>
                                      <p:tavLst>
                                        <p:tav tm="0">
                                          <p:val>
                                            <p:fltVal val="0"/>
                                          </p:val>
                                        </p:tav>
                                        <p:tav tm="100000">
                                          <p:val>
                                            <p:strVal val="#ppt_h"/>
                                          </p:val>
                                        </p:tav>
                                      </p:tavLst>
                                    </p:anim>
                                    <p:anim calcmode="lin" valueType="num">
                                      <p:cBhvr>
                                        <p:cTn id="62" dur="1000" fill="hold"/>
                                        <p:tgtEl>
                                          <p:spTgt spid="51"/>
                                        </p:tgtEl>
                                        <p:attrNameLst>
                                          <p:attrName>style.rotation</p:attrName>
                                        </p:attrNameLst>
                                      </p:cBhvr>
                                      <p:tavLst>
                                        <p:tav tm="0">
                                          <p:val>
                                            <p:fltVal val="90"/>
                                          </p:val>
                                        </p:tav>
                                        <p:tav tm="100000">
                                          <p:val>
                                            <p:fltVal val="0"/>
                                          </p:val>
                                        </p:tav>
                                      </p:tavLst>
                                    </p:anim>
                                    <p:animEffect transition="in" filter="fade">
                                      <p:cBhvr>
                                        <p:cTn id="63" dur="1000"/>
                                        <p:tgtEl>
                                          <p:spTgt spid="51"/>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xit" presetSubtype="1" fill="hold" nodeType="clickEffect">
                                  <p:stCondLst>
                                    <p:cond delay="0"/>
                                  </p:stCondLst>
                                  <p:childTnLst>
                                    <p:animEffect transition="out" filter="wipe(up)">
                                      <p:cBhvr>
                                        <p:cTn id="67" dur="500"/>
                                        <p:tgtEl>
                                          <p:spTgt spid="67"/>
                                        </p:tgtEl>
                                      </p:cBhvr>
                                    </p:animEffect>
                                    <p:set>
                                      <p:cBhvr>
                                        <p:cTn id="68" dur="1" fill="hold">
                                          <p:stCondLst>
                                            <p:cond delay="499"/>
                                          </p:stCondLst>
                                        </p:cTn>
                                        <p:tgtEl>
                                          <p:spTgt spid="67"/>
                                        </p:tgtEl>
                                        <p:attrNameLst>
                                          <p:attrName>style.visibility</p:attrName>
                                        </p:attrNameLst>
                                      </p:cBhvr>
                                      <p:to>
                                        <p:strVal val="hidden"/>
                                      </p:to>
                                    </p:set>
                                  </p:childTnLst>
                                </p:cTn>
                              </p:par>
                            </p:childTnLst>
                          </p:cTn>
                        </p:par>
                      </p:childTnLst>
                    </p:cTn>
                  </p:par>
                  <p:par>
                    <p:cTn id="69" fill="hold">
                      <p:stCondLst>
                        <p:cond delay="indefinite"/>
                      </p:stCondLst>
                      <p:childTnLst>
                        <p:par>
                          <p:cTn id="70" fill="hold">
                            <p:stCondLst>
                              <p:cond delay="0"/>
                            </p:stCondLst>
                            <p:childTnLst>
                              <p:par>
                                <p:cTn id="71" presetID="31" presetClass="entr" presetSubtype="0" fill="hold" grpId="0" nodeType="clickEffect">
                                  <p:stCondLst>
                                    <p:cond delay="0"/>
                                  </p:stCondLst>
                                  <p:childTnLst>
                                    <p:set>
                                      <p:cBhvr>
                                        <p:cTn id="72" dur="1" fill="hold">
                                          <p:stCondLst>
                                            <p:cond delay="0"/>
                                          </p:stCondLst>
                                        </p:cTn>
                                        <p:tgtEl>
                                          <p:spTgt spid="53"/>
                                        </p:tgtEl>
                                        <p:attrNameLst>
                                          <p:attrName>style.visibility</p:attrName>
                                        </p:attrNameLst>
                                      </p:cBhvr>
                                      <p:to>
                                        <p:strVal val="visible"/>
                                      </p:to>
                                    </p:set>
                                    <p:anim calcmode="lin" valueType="num">
                                      <p:cBhvr>
                                        <p:cTn id="73" dur="1000" fill="hold"/>
                                        <p:tgtEl>
                                          <p:spTgt spid="53"/>
                                        </p:tgtEl>
                                        <p:attrNameLst>
                                          <p:attrName>ppt_w</p:attrName>
                                        </p:attrNameLst>
                                      </p:cBhvr>
                                      <p:tavLst>
                                        <p:tav tm="0">
                                          <p:val>
                                            <p:fltVal val="0"/>
                                          </p:val>
                                        </p:tav>
                                        <p:tav tm="100000">
                                          <p:val>
                                            <p:strVal val="#ppt_w"/>
                                          </p:val>
                                        </p:tav>
                                      </p:tavLst>
                                    </p:anim>
                                    <p:anim calcmode="lin" valueType="num">
                                      <p:cBhvr>
                                        <p:cTn id="74" dur="1000" fill="hold"/>
                                        <p:tgtEl>
                                          <p:spTgt spid="53"/>
                                        </p:tgtEl>
                                        <p:attrNameLst>
                                          <p:attrName>ppt_h</p:attrName>
                                        </p:attrNameLst>
                                      </p:cBhvr>
                                      <p:tavLst>
                                        <p:tav tm="0">
                                          <p:val>
                                            <p:fltVal val="0"/>
                                          </p:val>
                                        </p:tav>
                                        <p:tav tm="100000">
                                          <p:val>
                                            <p:strVal val="#ppt_h"/>
                                          </p:val>
                                        </p:tav>
                                      </p:tavLst>
                                    </p:anim>
                                    <p:anim calcmode="lin" valueType="num">
                                      <p:cBhvr>
                                        <p:cTn id="75" dur="1000" fill="hold"/>
                                        <p:tgtEl>
                                          <p:spTgt spid="53"/>
                                        </p:tgtEl>
                                        <p:attrNameLst>
                                          <p:attrName>style.rotation</p:attrName>
                                        </p:attrNameLst>
                                      </p:cBhvr>
                                      <p:tavLst>
                                        <p:tav tm="0">
                                          <p:val>
                                            <p:fltVal val="90"/>
                                          </p:val>
                                        </p:tav>
                                        <p:tav tm="100000">
                                          <p:val>
                                            <p:fltVal val="0"/>
                                          </p:val>
                                        </p:tav>
                                      </p:tavLst>
                                    </p:anim>
                                    <p:animEffect transition="in" filter="fade">
                                      <p:cBhvr>
                                        <p:cTn id="76" dur="1000"/>
                                        <p:tgtEl>
                                          <p:spTgt spid="53"/>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nodeType="clickEffect">
                                  <p:stCondLst>
                                    <p:cond delay="0"/>
                                  </p:stCondLst>
                                  <p:childTnLst>
                                    <p:set>
                                      <p:cBhvr>
                                        <p:cTn id="80" dur="1" fill="hold">
                                          <p:stCondLst>
                                            <p:cond delay="0"/>
                                          </p:stCondLst>
                                        </p:cTn>
                                        <p:tgtEl>
                                          <p:spTgt spid="69"/>
                                        </p:tgtEl>
                                        <p:attrNameLst>
                                          <p:attrName>style.visibility</p:attrName>
                                        </p:attrNameLst>
                                      </p:cBhvr>
                                      <p:to>
                                        <p:strVal val="visible"/>
                                      </p:to>
                                    </p:set>
                                    <p:animEffect transition="in" filter="wipe(left)">
                                      <p:cBhvr>
                                        <p:cTn id="81" dur="1000"/>
                                        <p:tgtEl>
                                          <p:spTgt spid="69"/>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nodeType="clickEffect">
                                  <p:stCondLst>
                                    <p:cond delay="0"/>
                                  </p:stCondLst>
                                  <p:childTnLst>
                                    <p:set>
                                      <p:cBhvr>
                                        <p:cTn id="85" dur="1" fill="hold">
                                          <p:stCondLst>
                                            <p:cond delay="0"/>
                                          </p:stCondLst>
                                        </p:cTn>
                                        <p:tgtEl>
                                          <p:spTgt spid="71"/>
                                        </p:tgtEl>
                                        <p:attrNameLst>
                                          <p:attrName>style.visibility</p:attrName>
                                        </p:attrNameLst>
                                      </p:cBhvr>
                                      <p:to>
                                        <p:strVal val="visible"/>
                                      </p:to>
                                    </p:set>
                                    <p:animEffect transition="in" filter="wipe(left)">
                                      <p:cBhvr>
                                        <p:cTn id="86" dur="1000"/>
                                        <p:tgtEl>
                                          <p:spTgt spid="71"/>
                                        </p:tgtEl>
                                      </p:cBhvr>
                                    </p:animEffect>
                                  </p:childTnLst>
                                </p:cTn>
                              </p:par>
                            </p:childTnLst>
                          </p:cTn>
                        </p:par>
                        <p:par>
                          <p:cTn id="87" fill="hold">
                            <p:stCondLst>
                              <p:cond delay="1000"/>
                            </p:stCondLst>
                            <p:childTnLst>
                              <p:par>
                                <p:cTn id="88" presetID="22" presetClass="entr" presetSubtype="8" fill="hold" grpId="0" nodeType="afterEffect">
                                  <p:stCondLst>
                                    <p:cond delay="0"/>
                                  </p:stCondLst>
                                  <p:childTnLst>
                                    <p:set>
                                      <p:cBhvr>
                                        <p:cTn id="89" dur="1" fill="hold">
                                          <p:stCondLst>
                                            <p:cond delay="0"/>
                                          </p:stCondLst>
                                        </p:cTn>
                                        <p:tgtEl>
                                          <p:spTgt spid="6"/>
                                        </p:tgtEl>
                                        <p:attrNameLst>
                                          <p:attrName>style.visibility</p:attrName>
                                        </p:attrNameLst>
                                      </p:cBhvr>
                                      <p:to>
                                        <p:strVal val="visible"/>
                                      </p:to>
                                    </p:set>
                                    <p:animEffect transition="in" filter="wipe(left)">
                                      <p:cBhvr>
                                        <p:cTn id="90" dur="500"/>
                                        <p:tgtEl>
                                          <p:spTgt spid="6"/>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1" fill="hold" nodeType="clickEffect">
                                  <p:stCondLst>
                                    <p:cond delay="0"/>
                                  </p:stCondLst>
                                  <p:childTnLst>
                                    <p:set>
                                      <p:cBhvr>
                                        <p:cTn id="94" dur="1" fill="hold">
                                          <p:stCondLst>
                                            <p:cond delay="0"/>
                                          </p:stCondLst>
                                        </p:cTn>
                                        <p:tgtEl>
                                          <p:spTgt spid="40"/>
                                        </p:tgtEl>
                                        <p:attrNameLst>
                                          <p:attrName>style.visibility</p:attrName>
                                        </p:attrNameLst>
                                      </p:cBhvr>
                                      <p:to>
                                        <p:strVal val="visible"/>
                                      </p:to>
                                    </p:set>
                                    <p:animEffect transition="in" filter="wipe(up)">
                                      <p:cBhvr>
                                        <p:cTn id="95" dur="500"/>
                                        <p:tgtEl>
                                          <p:spTgt spid="40"/>
                                        </p:tgtEl>
                                      </p:cBhvr>
                                    </p:animEffect>
                                  </p:childTnLst>
                                </p:cTn>
                              </p:par>
                            </p:childTnLst>
                          </p:cTn>
                        </p:par>
                        <p:par>
                          <p:cTn id="96" fill="hold">
                            <p:stCondLst>
                              <p:cond delay="500"/>
                            </p:stCondLst>
                            <p:childTnLst>
                              <p:par>
                                <p:cTn id="97" presetID="22" presetClass="entr" presetSubtype="8" fill="hold" grpId="0" nodeType="afterEffect">
                                  <p:stCondLst>
                                    <p:cond delay="1000"/>
                                  </p:stCondLst>
                                  <p:childTnLst>
                                    <p:set>
                                      <p:cBhvr>
                                        <p:cTn id="98" dur="1" fill="hold">
                                          <p:stCondLst>
                                            <p:cond delay="0"/>
                                          </p:stCondLst>
                                        </p:cTn>
                                        <p:tgtEl>
                                          <p:spTgt spid="7"/>
                                        </p:tgtEl>
                                        <p:attrNameLst>
                                          <p:attrName>style.visibility</p:attrName>
                                        </p:attrNameLst>
                                      </p:cBhvr>
                                      <p:to>
                                        <p:strVal val="visible"/>
                                      </p:to>
                                    </p:set>
                                    <p:animEffect transition="in" filter="wipe(left)">
                                      <p:cBhvr>
                                        <p:cTn id="99" dur="500"/>
                                        <p:tgtEl>
                                          <p:spTgt spid="7"/>
                                        </p:tgtEl>
                                      </p:cBhvr>
                                    </p:animEffect>
                                  </p:childTnLst>
                                </p:cTn>
                              </p:par>
                            </p:childTnLst>
                          </p:cTn>
                        </p:par>
                        <p:par>
                          <p:cTn id="100" fill="hold">
                            <p:stCondLst>
                              <p:cond delay="2000"/>
                            </p:stCondLst>
                            <p:childTnLst>
                              <p:par>
                                <p:cTn id="101" presetID="22" presetClass="entr" presetSubtype="8" fill="hold" grpId="0" nodeType="afterEffect">
                                  <p:stCondLst>
                                    <p:cond delay="1000"/>
                                  </p:stCondLst>
                                  <p:childTnLst>
                                    <p:set>
                                      <p:cBhvr>
                                        <p:cTn id="102" dur="1" fill="hold">
                                          <p:stCondLst>
                                            <p:cond delay="0"/>
                                          </p:stCondLst>
                                        </p:cTn>
                                        <p:tgtEl>
                                          <p:spTgt spid="8"/>
                                        </p:tgtEl>
                                        <p:attrNameLst>
                                          <p:attrName>style.visibility</p:attrName>
                                        </p:attrNameLst>
                                      </p:cBhvr>
                                      <p:to>
                                        <p:strVal val="visible"/>
                                      </p:to>
                                    </p:set>
                                    <p:animEffect transition="in" filter="wipe(left)">
                                      <p:cBhvr>
                                        <p:cTn id="103" dur="500"/>
                                        <p:tgtEl>
                                          <p:spTgt spid="8"/>
                                        </p:tgtEl>
                                      </p:cBhvr>
                                    </p:animEffect>
                                  </p:childTnLst>
                                </p:cTn>
                              </p:par>
                            </p:childTnLst>
                          </p:cTn>
                        </p:par>
                        <p:par>
                          <p:cTn id="104" fill="hold">
                            <p:stCondLst>
                              <p:cond delay="3500"/>
                            </p:stCondLst>
                            <p:childTnLst>
                              <p:par>
                                <p:cTn id="105" presetID="22" presetClass="entr" presetSubtype="8" fill="hold" grpId="0" nodeType="afterEffect">
                                  <p:stCondLst>
                                    <p:cond delay="1000"/>
                                  </p:stCondLst>
                                  <p:childTnLst>
                                    <p:set>
                                      <p:cBhvr>
                                        <p:cTn id="106" dur="1" fill="hold">
                                          <p:stCondLst>
                                            <p:cond delay="0"/>
                                          </p:stCondLst>
                                        </p:cTn>
                                        <p:tgtEl>
                                          <p:spTgt spid="18"/>
                                        </p:tgtEl>
                                        <p:attrNameLst>
                                          <p:attrName>style.visibility</p:attrName>
                                        </p:attrNameLst>
                                      </p:cBhvr>
                                      <p:to>
                                        <p:strVal val="visible"/>
                                      </p:to>
                                    </p:set>
                                    <p:animEffect transition="in" filter="wipe(left)">
                                      <p:cBhvr>
                                        <p:cTn id="107" dur="500"/>
                                        <p:tgtEl>
                                          <p:spTgt spid="18"/>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nodeType="clickEffect">
                                  <p:stCondLst>
                                    <p:cond delay="0"/>
                                  </p:stCondLst>
                                  <p:childTnLst>
                                    <p:set>
                                      <p:cBhvr>
                                        <p:cTn id="111" dur="1" fill="hold">
                                          <p:stCondLst>
                                            <p:cond delay="0"/>
                                          </p:stCondLst>
                                        </p:cTn>
                                        <p:tgtEl>
                                          <p:spTgt spid="5"/>
                                        </p:tgtEl>
                                        <p:attrNameLst>
                                          <p:attrName>style.visibility</p:attrName>
                                        </p:attrNameLst>
                                      </p:cBhvr>
                                      <p:to>
                                        <p:strVal val="visible"/>
                                      </p:to>
                                    </p:set>
                                    <p:animEffect transition="in" filter="wipe(left)">
                                      <p:cBhvr>
                                        <p:cTn id="112" dur="500"/>
                                        <p:tgtEl>
                                          <p:spTgt spid="5"/>
                                        </p:tgtEl>
                                      </p:cBhvr>
                                    </p:animEffect>
                                  </p:childTnLst>
                                </p:cTn>
                              </p:par>
                            </p:childTnLst>
                          </p:cTn>
                        </p:par>
                        <p:par>
                          <p:cTn id="113" fill="hold">
                            <p:stCondLst>
                              <p:cond delay="500"/>
                            </p:stCondLst>
                            <p:childTnLst>
                              <p:par>
                                <p:cTn id="114" presetID="22" presetClass="entr" presetSubtype="1" fill="hold" nodeType="afterEffect">
                                  <p:stCondLst>
                                    <p:cond delay="0"/>
                                  </p:stCondLst>
                                  <p:childTnLst>
                                    <p:set>
                                      <p:cBhvr>
                                        <p:cTn id="115" dur="1" fill="hold">
                                          <p:stCondLst>
                                            <p:cond delay="0"/>
                                          </p:stCondLst>
                                        </p:cTn>
                                        <p:tgtEl>
                                          <p:spTgt spid="43"/>
                                        </p:tgtEl>
                                        <p:attrNameLst>
                                          <p:attrName>style.visibility</p:attrName>
                                        </p:attrNameLst>
                                      </p:cBhvr>
                                      <p:to>
                                        <p:strVal val="visible"/>
                                      </p:to>
                                    </p:set>
                                    <p:animEffect transition="in" filter="wipe(up)">
                                      <p:cBhvr>
                                        <p:cTn id="116" dur="500"/>
                                        <p:tgtEl>
                                          <p:spTgt spid="43"/>
                                        </p:tgtEl>
                                      </p:cBhvr>
                                    </p:animEffect>
                                  </p:childTnLst>
                                </p:cTn>
                              </p:par>
                            </p:childTnLst>
                          </p:cTn>
                        </p:par>
                        <p:par>
                          <p:cTn id="117" fill="hold">
                            <p:stCondLst>
                              <p:cond delay="1000"/>
                            </p:stCondLst>
                            <p:childTnLst>
                              <p:par>
                                <p:cTn id="118" presetID="22" presetClass="entr" presetSubtype="1" fill="hold" nodeType="afterEffect">
                                  <p:stCondLst>
                                    <p:cond delay="1000"/>
                                  </p:stCondLst>
                                  <p:childTnLst>
                                    <p:set>
                                      <p:cBhvr>
                                        <p:cTn id="119" dur="1" fill="hold">
                                          <p:stCondLst>
                                            <p:cond delay="0"/>
                                          </p:stCondLst>
                                        </p:cTn>
                                        <p:tgtEl>
                                          <p:spTgt spid="21"/>
                                        </p:tgtEl>
                                        <p:attrNameLst>
                                          <p:attrName>style.visibility</p:attrName>
                                        </p:attrNameLst>
                                      </p:cBhvr>
                                      <p:to>
                                        <p:strVal val="visible"/>
                                      </p:to>
                                    </p:set>
                                    <p:animEffect transition="in" filter="wipe(up)">
                                      <p:cBhvr>
                                        <p:cTn id="120" dur="500"/>
                                        <p:tgtEl>
                                          <p:spTgt spid="21"/>
                                        </p:tgtEl>
                                      </p:cBhvr>
                                    </p:animEffect>
                                  </p:childTnLst>
                                </p:cTn>
                              </p:par>
                            </p:childTnLst>
                          </p:cTn>
                        </p:par>
                        <p:par>
                          <p:cTn id="121" fill="hold">
                            <p:stCondLst>
                              <p:cond delay="2500"/>
                            </p:stCondLst>
                            <p:childTnLst>
                              <p:par>
                                <p:cTn id="122" presetID="22" presetClass="entr" presetSubtype="8" fill="hold" grpId="0" nodeType="afterEffect">
                                  <p:stCondLst>
                                    <p:cond delay="0"/>
                                  </p:stCondLst>
                                  <p:childTnLst>
                                    <p:set>
                                      <p:cBhvr>
                                        <p:cTn id="123" dur="1" fill="hold">
                                          <p:stCondLst>
                                            <p:cond delay="0"/>
                                          </p:stCondLst>
                                        </p:cTn>
                                        <p:tgtEl>
                                          <p:spTgt spid="9"/>
                                        </p:tgtEl>
                                        <p:attrNameLst>
                                          <p:attrName>style.visibility</p:attrName>
                                        </p:attrNameLst>
                                      </p:cBhvr>
                                      <p:to>
                                        <p:strVal val="visible"/>
                                      </p:to>
                                    </p:set>
                                    <p:animEffect transition="in" filter="wipe(left)">
                                      <p:cBhvr>
                                        <p:cTn id="124" dur="500"/>
                                        <p:tgtEl>
                                          <p:spTgt spid="9"/>
                                        </p:tgtEl>
                                      </p:cBhvr>
                                    </p:animEffect>
                                  </p:childTnLst>
                                </p:cTn>
                              </p:par>
                            </p:childTnLst>
                          </p:cTn>
                        </p:par>
                        <p:par>
                          <p:cTn id="125" fill="hold">
                            <p:stCondLst>
                              <p:cond delay="3000"/>
                            </p:stCondLst>
                            <p:childTnLst>
                              <p:par>
                                <p:cTn id="126" presetID="22" presetClass="entr" presetSubtype="8" fill="hold" grpId="0" nodeType="afterEffect">
                                  <p:stCondLst>
                                    <p:cond delay="0"/>
                                  </p:stCondLst>
                                  <p:childTnLst>
                                    <p:set>
                                      <p:cBhvr>
                                        <p:cTn id="127" dur="1" fill="hold">
                                          <p:stCondLst>
                                            <p:cond delay="0"/>
                                          </p:stCondLst>
                                        </p:cTn>
                                        <p:tgtEl>
                                          <p:spTgt spid="55"/>
                                        </p:tgtEl>
                                        <p:attrNameLst>
                                          <p:attrName>style.visibility</p:attrName>
                                        </p:attrNameLst>
                                      </p:cBhvr>
                                      <p:to>
                                        <p:strVal val="visible"/>
                                      </p:to>
                                    </p:set>
                                    <p:animEffect transition="in" filter="wipe(left)">
                                      <p:cBhvr>
                                        <p:cTn id="128" dur="500"/>
                                        <p:tgtEl>
                                          <p:spTgt spid="55"/>
                                        </p:tgtEl>
                                      </p:cBhvr>
                                    </p:animEffect>
                                  </p:childTnLst>
                                </p:cTn>
                              </p:par>
                            </p:childTnLst>
                          </p:cTn>
                        </p:par>
                        <p:par>
                          <p:cTn id="129" fill="hold">
                            <p:stCondLst>
                              <p:cond delay="3500"/>
                            </p:stCondLst>
                            <p:childTnLst>
                              <p:par>
                                <p:cTn id="130" presetID="22" presetClass="entr" presetSubtype="1" fill="hold" nodeType="afterEffect">
                                  <p:stCondLst>
                                    <p:cond delay="1000"/>
                                  </p:stCondLst>
                                  <p:childTnLst>
                                    <p:set>
                                      <p:cBhvr>
                                        <p:cTn id="131" dur="1" fill="hold">
                                          <p:stCondLst>
                                            <p:cond delay="0"/>
                                          </p:stCondLst>
                                        </p:cTn>
                                        <p:tgtEl>
                                          <p:spTgt spid="22"/>
                                        </p:tgtEl>
                                        <p:attrNameLst>
                                          <p:attrName>style.visibility</p:attrName>
                                        </p:attrNameLst>
                                      </p:cBhvr>
                                      <p:to>
                                        <p:strVal val="visible"/>
                                      </p:to>
                                    </p:set>
                                    <p:animEffect transition="in" filter="wipe(up)">
                                      <p:cBhvr>
                                        <p:cTn id="132" dur="500"/>
                                        <p:tgtEl>
                                          <p:spTgt spid="22"/>
                                        </p:tgtEl>
                                      </p:cBhvr>
                                    </p:animEffect>
                                  </p:childTnLst>
                                </p:cTn>
                              </p:par>
                            </p:childTnLst>
                          </p:cTn>
                        </p:par>
                        <p:par>
                          <p:cTn id="133" fill="hold">
                            <p:stCondLst>
                              <p:cond delay="5000"/>
                            </p:stCondLst>
                            <p:childTnLst>
                              <p:par>
                                <p:cTn id="134" presetID="22" presetClass="entr" presetSubtype="8" fill="hold" grpId="0" nodeType="afterEffect">
                                  <p:stCondLst>
                                    <p:cond delay="0"/>
                                  </p:stCondLst>
                                  <p:childTnLst>
                                    <p:set>
                                      <p:cBhvr>
                                        <p:cTn id="135" dur="1" fill="hold">
                                          <p:stCondLst>
                                            <p:cond delay="0"/>
                                          </p:stCondLst>
                                        </p:cTn>
                                        <p:tgtEl>
                                          <p:spTgt spid="17"/>
                                        </p:tgtEl>
                                        <p:attrNameLst>
                                          <p:attrName>style.visibility</p:attrName>
                                        </p:attrNameLst>
                                      </p:cBhvr>
                                      <p:to>
                                        <p:strVal val="visible"/>
                                      </p:to>
                                    </p:set>
                                    <p:animEffect transition="in" filter="wipe(left)">
                                      <p:cBhvr>
                                        <p:cTn id="136" dur="500"/>
                                        <p:tgtEl>
                                          <p:spTgt spid="17"/>
                                        </p:tgtEl>
                                      </p:cBhvr>
                                    </p:animEffect>
                                  </p:childTnLst>
                                </p:cTn>
                              </p:par>
                            </p:childTnLst>
                          </p:cTn>
                        </p:par>
                        <p:par>
                          <p:cTn id="137" fill="hold">
                            <p:stCondLst>
                              <p:cond delay="5500"/>
                            </p:stCondLst>
                            <p:childTnLst>
                              <p:par>
                                <p:cTn id="138" presetID="22" presetClass="entr" presetSubtype="1" fill="hold" grpId="0" nodeType="afterEffect">
                                  <p:stCondLst>
                                    <p:cond delay="0"/>
                                  </p:stCondLst>
                                  <p:childTnLst>
                                    <p:set>
                                      <p:cBhvr>
                                        <p:cTn id="139" dur="1" fill="hold">
                                          <p:stCondLst>
                                            <p:cond delay="0"/>
                                          </p:stCondLst>
                                        </p:cTn>
                                        <p:tgtEl>
                                          <p:spTgt spid="34"/>
                                        </p:tgtEl>
                                        <p:attrNameLst>
                                          <p:attrName>style.visibility</p:attrName>
                                        </p:attrNameLst>
                                      </p:cBhvr>
                                      <p:to>
                                        <p:strVal val="visible"/>
                                      </p:to>
                                    </p:set>
                                    <p:animEffect transition="in" filter="wipe(up)">
                                      <p:cBhvr>
                                        <p:cTn id="140" dur="500"/>
                                        <p:tgtEl>
                                          <p:spTgt spid="34"/>
                                        </p:tgtEl>
                                      </p:cBhvr>
                                    </p:animEffect>
                                  </p:childTnLst>
                                </p:cTn>
                              </p:par>
                            </p:childTnLst>
                          </p:cTn>
                        </p:par>
                        <p:par>
                          <p:cTn id="141" fill="hold">
                            <p:stCondLst>
                              <p:cond delay="6000"/>
                            </p:stCondLst>
                            <p:childTnLst>
                              <p:par>
                                <p:cTn id="142" presetID="22" presetClass="entr" presetSubtype="8" fill="hold" grpId="0" nodeType="afterEffect">
                                  <p:stCondLst>
                                    <p:cond delay="0"/>
                                  </p:stCondLst>
                                  <p:childTnLst>
                                    <p:set>
                                      <p:cBhvr>
                                        <p:cTn id="143" dur="1" fill="hold">
                                          <p:stCondLst>
                                            <p:cond delay="0"/>
                                          </p:stCondLst>
                                        </p:cTn>
                                        <p:tgtEl>
                                          <p:spTgt spid="10"/>
                                        </p:tgtEl>
                                        <p:attrNameLst>
                                          <p:attrName>style.visibility</p:attrName>
                                        </p:attrNameLst>
                                      </p:cBhvr>
                                      <p:to>
                                        <p:strVal val="visible"/>
                                      </p:to>
                                    </p:set>
                                    <p:animEffect transition="in" filter="wipe(left)">
                                      <p:cBhvr>
                                        <p:cTn id="144" dur="500"/>
                                        <p:tgtEl>
                                          <p:spTgt spid="10"/>
                                        </p:tgtEl>
                                      </p:cBhvr>
                                    </p:animEffect>
                                  </p:childTnLst>
                                </p:cTn>
                              </p:par>
                            </p:childTnLst>
                          </p:cTn>
                        </p:par>
                      </p:childTnLst>
                    </p:cTn>
                  </p:par>
                  <p:par>
                    <p:cTn id="145" fill="hold">
                      <p:stCondLst>
                        <p:cond delay="indefinite"/>
                      </p:stCondLst>
                      <p:childTnLst>
                        <p:par>
                          <p:cTn id="146" fill="hold">
                            <p:stCondLst>
                              <p:cond delay="0"/>
                            </p:stCondLst>
                            <p:childTnLst>
                              <p:par>
                                <p:cTn id="147" presetID="22" presetClass="entr" presetSubtype="8" fill="hold" grpId="0" nodeType="clickEffect">
                                  <p:stCondLst>
                                    <p:cond delay="0"/>
                                  </p:stCondLst>
                                  <p:childTnLst>
                                    <p:set>
                                      <p:cBhvr>
                                        <p:cTn id="148" dur="1" fill="hold">
                                          <p:stCondLst>
                                            <p:cond delay="0"/>
                                          </p:stCondLst>
                                        </p:cTn>
                                        <p:tgtEl>
                                          <p:spTgt spid="54"/>
                                        </p:tgtEl>
                                        <p:attrNameLst>
                                          <p:attrName>style.visibility</p:attrName>
                                        </p:attrNameLst>
                                      </p:cBhvr>
                                      <p:to>
                                        <p:strVal val="visible"/>
                                      </p:to>
                                    </p:set>
                                    <p:animEffect transition="in" filter="wipe(left)">
                                      <p:cBhvr>
                                        <p:cTn id="149" dur="500"/>
                                        <p:tgtEl>
                                          <p:spTgt spid="54"/>
                                        </p:tgtEl>
                                      </p:cBhvr>
                                    </p:animEffect>
                                  </p:childTnLst>
                                </p:cTn>
                              </p:par>
                            </p:childTnLst>
                          </p:cTn>
                        </p:par>
                        <p:par>
                          <p:cTn id="150" fill="hold">
                            <p:stCondLst>
                              <p:cond delay="500"/>
                            </p:stCondLst>
                            <p:childTnLst>
                              <p:par>
                                <p:cTn id="151" presetID="22" presetClass="entr" presetSubtype="8" fill="hold" grpId="0" nodeType="afterEffect">
                                  <p:stCondLst>
                                    <p:cond delay="0"/>
                                  </p:stCondLst>
                                  <p:childTnLst>
                                    <p:set>
                                      <p:cBhvr>
                                        <p:cTn id="152" dur="1" fill="hold">
                                          <p:stCondLst>
                                            <p:cond delay="0"/>
                                          </p:stCondLst>
                                        </p:cTn>
                                        <p:tgtEl>
                                          <p:spTgt spid="29"/>
                                        </p:tgtEl>
                                        <p:attrNameLst>
                                          <p:attrName>style.visibility</p:attrName>
                                        </p:attrNameLst>
                                      </p:cBhvr>
                                      <p:to>
                                        <p:strVal val="visible"/>
                                      </p:to>
                                    </p:set>
                                    <p:animEffect transition="in" filter="wipe(left)">
                                      <p:cBhvr>
                                        <p:cTn id="153" dur="500"/>
                                        <p:tgtEl>
                                          <p:spTgt spid="29"/>
                                        </p:tgtEl>
                                      </p:cBhvr>
                                    </p:animEffect>
                                  </p:childTnLst>
                                </p:cTn>
                              </p:par>
                            </p:childTnLst>
                          </p:cTn>
                        </p:par>
                        <p:par>
                          <p:cTn id="154" fill="hold">
                            <p:stCondLst>
                              <p:cond delay="1000"/>
                            </p:stCondLst>
                            <p:childTnLst>
                              <p:par>
                                <p:cTn id="155" presetID="22" presetClass="entr" presetSubtype="1" fill="hold" nodeType="afterEffect">
                                  <p:stCondLst>
                                    <p:cond delay="0"/>
                                  </p:stCondLst>
                                  <p:childTnLst>
                                    <p:set>
                                      <p:cBhvr>
                                        <p:cTn id="156" dur="1" fill="hold">
                                          <p:stCondLst>
                                            <p:cond delay="0"/>
                                          </p:stCondLst>
                                        </p:cTn>
                                        <p:tgtEl>
                                          <p:spTgt spid="26"/>
                                        </p:tgtEl>
                                        <p:attrNameLst>
                                          <p:attrName>style.visibility</p:attrName>
                                        </p:attrNameLst>
                                      </p:cBhvr>
                                      <p:to>
                                        <p:strVal val="visible"/>
                                      </p:to>
                                    </p:set>
                                    <p:animEffect transition="in" filter="wipe(up)">
                                      <p:cBhvr>
                                        <p:cTn id="157" dur="500"/>
                                        <p:tgtEl>
                                          <p:spTgt spid="26"/>
                                        </p:tgtEl>
                                      </p:cBhvr>
                                    </p:animEffect>
                                  </p:childTnLst>
                                </p:cTn>
                              </p:par>
                            </p:childTnLst>
                          </p:cTn>
                        </p:par>
                        <p:par>
                          <p:cTn id="158" fill="hold">
                            <p:stCondLst>
                              <p:cond delay="1500"/>
                            </p:stCondLst>
                            <p:childTnLst>
                              <p:par>
                                <p:cTn id="159" presetID="22" presetClass="entr" presetSubtype="8" fill="hold" grpId="0" nodeType="afterEffect">
                                  <p:stCondLst>
                                    <p:cond delay="0"/>
                                  </p:stCondLst>
                                  <p:childTnLst>
                                    <p:set>
                                      <p:cBhvr>
                                        <p:cTn id="160" dur="1" fill="hold">
                                          <p:stCondLst>
                                            <p:cond delay="0"/>
                                          </p:stCondLst>
                                        </p:cTn>
                                        <p:tgtEl>
                                          <p:spTgt spid="20"/>
                                        </p:tgtEl>
                                        <p:attrNameLst>
                                          <p:attrName>style.visibility</p:attrName>
                                        </p:attrNameLst>
                                      </p:cBhvr>
                                      <p:to>
                                        <p:strVal val="visible"/>
                                      </p:to>
                                    </p:set>
                                    <p:animEffect transition="in" filter="wipe(left)">
                                      <p:cBhvr>
                                        <p:cTn id="161" dur="500"/>
                                        <p:tgtEl>
                                          <p:spTgt spid="20"/>
                                        </p:tgtEl>
                                      </p:cBhvr>
                                    </p:animEffect>
                                  </p:childTnLst>
                                </p:cTn>
                              </p:par>
                            </p:childTnLst>
                          </p:cTn>
                        </p:par>
                        <p:par>
                          <p:cTn id="162" fill="hold">
                            <p:stCondLst>
                              <p:cond delay="2000"/>
                            </p:stCondLst>
                            <p:childTnLst>
                              <p:par>
                                <p:cTn id="163" presetID="22" presetClass="entr" presetSubtype="8" fill="hold" grpId="0" nodeType="afterEffect">
                                  <p:stCondLst>
                                    <p:cond delay="0"/>
                                  </p:stCondLst>
                                  <p:childTnLst>
                                    <p:set>
                                      <p:cBhvr>
                                        <p:cTn id="164" dur="1" fill="hold">
                                          <p:stCondLst>
                                            <p:cond delay="0"/>
                                          </p:stCondLst>
                                        </p:cTn>
                                        <p:tgtEl>
                                          <p:spTgt spid="56"/>
                                        </p:tgtEl>
                                        <p:attrNameLst>
                                          <p:attrName>style.visibility</p:attrName>
                                        </p:attrNameLst>
                                      </p:cBhvr>
                                      <p:to>
                                        <p:strVal val="visible"/>
                                      </p:to>
                                    </p:set>
                                    <p:animEffect transition="in" filter="wipe(left)">
                                      <p:cBhvr>
                                        <p:cTn id="165" dur="500"/>
                                        <p:tgtEl>
                                          <p:spTgt spid="56"/>
                                        </p:tgtEl>
                                      </p:cBhvr>
                                    </p:animEffect>
                                  </p:childTnLst>
                                </p:cTn>
                              </p:par>
                            </p:childTnLst>
                          </p:cTn>
                        </p:par>
                        <p:par>
                          <p:cTn id="166" fill="hold">
                            <p:stCondLst>
                              <p:cond delay="2500"/>
                            </p:stCondLst>
                            <p:childTnLst>
                              <p:par>
                                <p:cTn id="167" presetID="22" presetClass="entr" presetSubtype="1" fill="hold" nodeType="afterEffect">
                                  <p:stCondLst>
                                    <p:cond delay="0"/>
                                  </p:stCondLst>
                                  <p:childTnLst>
                                    <p:set>
                                      <p:cBhvr>
                                        <p:cTn id="168" dur="1" fill="hold">
                                          <p:stCondLst>
                                            <p:cond delay="0"/>
                                          </p:stCondLst>
                                        </p:cTn>
                                        <p:tgtEl>
                                          <p:spTgt spid="23"/>
                                        </p:tgtEl>
                                        <p:attrNameLst>
                                          <p:attrName>style.visibility</p:attrName>
                                        </p:attrNameLst>
                                      </p:cBhvr>
                                      <p:to>
                                        <p:strVal val="visible"/>
                                      </p:to>
                                    </p:set>
                                    <p:animEffect transition="in" filter="wipe(up)">
                                      <p:cBhvr>
                                        <p:cTn id="169" dur="500"/>
                                        <p:tgtEl>
                                          <p:spTgt spid="23"/>
                                        </p:tgtEl>
                                      </p:cBhvr>
                                    </p:animEffect>
                                  </p:childTnLst>
                                </p:cTn>
                              </p:par>
                            </p:childTnLst>
                          </p:cTn>
                        </p:par>
                        <p:par>
                          <p:cTn id="170" fill="hold">
                            <p:stCondLst>
                              <p:cond delay="3000"/>
                            </p:stCondLst>
                            <p:childTnLst>
                              <p:par>
                                <p:cTn id="171" presetID="22" presetClass="entr" presetSubtype="8" fill="hold" grpId="0" nodeType="afterEffect">
                                  <p:stCondLst>
                                    <p:cond delay="0"/>
                                  </p:stCondLst>
                                  <p:childTnLst>
                                    <p:set>
                                      <p:cBhvr>
                                        <p:cTn id="172" dur="1" fill="hold">
                                          <p:stCondLst>
                                            <p:cond delay="0"/>
                                          </p:stCondLst>
                                        </p:cTn>
                                        <p:tgtEl>
                                          <p:spTgt spid="13"/>
                                        </p:tgtEl>
                                        <p:attrNameLst>
                                          <p:attrName>style.visibility</p:attrName>
                                        </p:attrNameLst>
                                      </p:cBhvr>
                                      <p:to>
                                        <p:strVal val="visible"/>
                                      </p:to>
                                    </p:set>
                                    <p:animEffect transition="in" filter="wipe(left)">
                                      <p:cBhvr>
                                        <p:cTn id="173" dur="500"/>
                                        <p:tgtEl>
                                          <p:spTgt spid="13"/>
                                        </p:tgtEl>
                                      </p:cBhvr>
                                    </p:animEffect>
                                  </p:childTnLst>
                                </p:cTn>
                              </p:par>
                            </p:childTnLst>
                          </p:cTn>
                        </p:par>
                        <p:par>
                          <p:cTn id="174" fill="hold">
                            <p:stCondLst>
                              <p:cond delay="3500"/>
                            </p:stCondLst>
                            <p:childTnLst>
                              <p:par>
                                <p:cTn id="175" presetID="22" presetClass="entr" presetSubtype="1" fill="hold" grpId="0" nodeType="afterEffect">
                                  <p:stCondLst>
                                    <p:cond delay="0"/>
                                  </p:stCondLst>
                                  <p:childTnLst>
                                    <p:set>
                                      <p:cBhvr>
                                        <p:cTn id="176" dur="1" fill="hold">
                                          <p:stCondLst>
                                            <p:cond delay="0"/>
                                          </p:stCondLst>
                                        </p:cTn>
                                        <p:tgtEl>
                                          <p:spTgt spid="35"/>
                                        </p:tgtEl>
                                        <p:attrNameLst>
                                          <p:attrName>style.visibility</p:attrName>
                                        </p:attrNameLst>
                                      </p:cBhvr>
                                      <p:to>
                                        <p:strVal val="visible"/>
                                      </p:to>
                                    </p:set>
                                    <p:animEffect transition="in" filter="wipe(up)">
                                      <p:cBhvr>
                                        <p:cTn id="177" dur="500"/>
                                        <p:tgtEl>
                                          <p:spTgt spid="35"/>
                                        </p:tgtEl>
                                      </p:cBhvr>
                                    </p:animEffect>
                                  </p:childTnLst>
                                </p:cTn>
                              </p:par>
                            </p:childTnLst>
                          </p:cTn>
                        </p:par>
                        <p:par>
                          <p:cTn id="178" fill="hold">
                            <p:stCondLst>
                              <p:cond delay="4000"/>
                            </p:stCondLst>
                            <p:childTnLst>
                              <p:par>
                                <p:cTn id="179" presetID="22" presetClass="entr" presetSubtype="8" fill="hold" grpId="0" nodeType="afterEffect">
                                  <p:stCondLst>
                                    <p:cond delay="0"/>
                                  </p:stCondLst>
                                  <p:childTnLst>
                                    <p:set>
                                      <p:cBhvr>
                                        <p:cTn id="180" dur="1" fill="hold">
                                          <p:stCondLst>
                                            <p:cond delay="0"/>
                                          </p:stCondLst>
                                        </p:cTn>
                                        <p:tgtEl>
                                          <p:spTgt spid="33"/>
                                        </p:tgtEl>
                                        <p:attrNameLst>
                                          <p:attrName>style.visibility</p:attrName>
                                        </p:attrNameLst>
                                      </p:cBhvr>
                                      <p:to>
                                        <p:strVal val="visible"/>
                                      </p:to>
                                    </p:set>
                                    <p:animEffect transition="in" filter="wipe(left)">
                                      <p:cBhvr>
                                        <p:cTn id="181" dur="500"/>
                                        <p:tgtEl>
                                          <p:spTgt spid="33"/>
                                        </p:tgtEl>
                                      </p:cBhvr>
                                    </p:animEffect>
                                  </p:childTnLst>
                                </p:cTn>
                              </p:par>
                            </p:childTnLst>
                          </p:cTn>
                        </p:par>
                        <p:par>
                          <p:cTn id="182" fill="hold">
                            <p:stCondLst>
                              <p:cond delay="4500"/>
                            </p:stCondLst>
                            <p:childTnLst>
                              <p:par>
                                <p:cTn id="183" presetID="22" presetClass="entr" presetSubtype="1" fill="hold" grpId="0" nodeType="afterEffect">
                                  <p:stCondLst>
                                    <p:cond delay="0"/>
                                  </p:stCondLst>
                                  <p:childTnLst>
                                    <p:set>
                                      <p:cBhvr>
                                        <p:cTn id="184" dur="1" fill="hold">
                                          <p:stCondLst>
                                            <p:cond delay="0"/>
                                          </p:stCondLst>
                                        </p:cTn>
                                        <p:tgtEl>
                                          <p:spTgt spid="37"/>
                                        </p:tgtEl>
                                        <p:attrNameLst>
                                          <p:attrName>style.visibility</p:attrName>
                                        </p:attrNameLst>
                                      </p:cBhvr>
                                      <p:to>
                                        <p:strVal val="visible"/>
                                      </p:to>
                                    </p:set>
                                    <p:animEffect transition="in" filter="wipe(up)">
                                      <p:cBhvr>
                                        <p:cTn id="185" dur="500"/>
                                        <p:tgtEl>
                                          <p:spTgt spid="37"/>
                                        </p:tgtEl>
                                      </p:cBhvr>
                                    </p:animEffect>
                                  </p:childTnLst>
                                </p:cTn>
                              </p:par>
                            </p:childTnLst>
                          </p:cTn>
                        </p:par>
                        <p:par>
                          <p:cTn id="186" fill="hold">
                            <p:stCondLst>
                              <p:cond delay="5000"/>
                            </p:stCondLst>
                            <p:childTnLst>
                              <p:par>
                                <p:cTn id="187" presetID="22" presetClass="entr" presetSubtype="8" fill="hold" grpId="0" nodeType="afterEffect">
                                  <p:stCondLst>
                                    <p:cond delay="0"/>
                                  </p:stCondLst>
                                  <p:childTnLst>
                                    <p:set>
                                      <p:cBhvr>
                                        <p:cTn id="188" dur="1" fill="hold">
                                          <p:stCondLst>
                                            <p:cond delay="0"/>
                                          </p:stCondLst>
                                        </p:cTn>
                                        <p:tgtEl>
                                          <p:spTgt spid="11"/>
                                        </p:tgtEl>
                                        <p:attrNameLst>
                                          <p:attrName>style.visibility</p:attrName>
                                        </p:attrNameLst>
                                      </p:cBhvr>
                                      <p:to>
                                        <p:strVal val="visible"/>
                                      </p:to>
                                    </p:set>
                                    <p:animEffect transition="in" filter="wipe(left)">
                                      <p:cBhvr>
                                        <p:cTn id="189" dur="500"/>
                                        <p:tgtEl>
                                          <p:spTgt spid="11"/>
                                        </p:tgtEl>
                                      </p:cBhvr>
                                    </p:animEffect>
                                  </p:childTnLst>
                                </p:cTn>
                              </p:par>
                            </p:childTnLst>
                          </p:cTn>
                        </p:par>
                      </p:childTnLst>
                    </p:cTn>
                  </p:par>
                  <p:par>
                    <p:cTn id="190" fill="hold">
                      <p:stCondLst>
                        <p:cond delay="indefinite"/>
                      </p:stCondLst>
                      <p:childTnLst>
                        <p:par>
                          <p:cTn id="191" fill="hold">
                            <p:stCondLst>
                              <p:cond delay="0"/>
                            </p:stCondLst>
                            <p:childTnLst>
                              <p:par>
                                <p:cTn id="192" presetID="22" presetClass="entr" presetSubtype="8" fill="hold" grpId="0" nodeType="clickEffect">
                                  <p:stCondLst>
                                    <p:cond delay="0"/>
                                  </p:stCondLst>
                                  <p:childTnLst>
                                    <p:set>
                                      <p:cBhvr>
                                        <p:cTn id="193" dur="1" fill="hold">
                                          <p:stCondLst>
                                            <p:cond delay="0"/>
                                          </p:stCondLst>
                                        </p:cTn>
                                        <p:tgtEl>
                                          <p:spTgt spid="52"/>
                                        </p:tgtEl>
                                        <p:attrNameLst>
                                          <p:attrName>style.visibility</p:attrName>
                                        </p:attrNameLst>
                                      </p:cBhvr>
                                      <p:to>
                                        <p:strVal val="visible"/>
                                      </p:to>
                                    </p:set>
                                    <p:animEffect transition="in" filter="wipe(left)">
                                      <p:cBhvr>
                                        <p:cTn id="194" dur="500"/>
                                        <p:tgtEl>
                                          <p:spTgt spid="52"/>
                                        </p:tgtEl>
                                      </p:cBhvr>
                                    </p:animEffect>
                                  </p:childTnLst>
                                </p:cTn>
                              </p:par>
                            </p:childTnLst>
                          </p:cTn>
                        </p:par>
                        <p:par>
                          <p:cTn id="195" fill="hold">
                            <p:stCondLst>
                              <p:cond delay="500"/>
                            </p:stCondLst>
                            <p:childTnLst>
                              <p:par>
                                <p:cTn id="196" presetID="22" presetClass="entr" presetSubtype="8" fill="hold" grpId="0" nodeType="afterEffect">
                                  <p:stCondLst>
                                    <p:cond delay="0"/>
                                  </p:stCondLst>
                                  <p:childTnLst>
                                    <p:set>
                                      <p:cBhvr>
                                        <p:cTn id="197" dur="1" fill="hold">
                                          <p:stCondLst>
                                            <p:cond delay="0"/>
                                          </p:stCondLst>
                                        </p:cTn>
                                        <p:tgtEl>
                                          <p:spTgt spid="12"/>
                                        </p:tgtEl>
                                        <p:attrNameLst>
                                          <p:attrName>style.visibility</p:attrName>
                                        </p:attrNameLst>
                                      </p:cBhvr>
                                      <p:to>
                                        <p:strVal val="visible"/>
                                      </p:to>
                                    </p:set>
                                    <p:animEffect transition="in" filter="wipe(left)">
                                      <p:cBhvr>
                                        <p:cTn id="198" dur="500"/>
                                        <p:tgtEl>
                                          <p:spTgt spid="12"/>
                                        </p:tgtEl>
                                      </p:cBhvr>
                                    </p:animEffect>
                                  </p:childTnLst>
                                </p:cTn>
                              </p:par>
                            </p:childTnLst>
                          </p:cTn>
                        </p:par>
                        <p:par>
                          <p:cTn id="199" fill="hold">
                            <p:stCondLst>
                              <p:cond delay="1000"/>
                            </p:stCondLst>
                            <p:childTnLst>
                              <p:par>
                                <p:cTn id="200" presetID="22" presetClass="entr" presetSubtype="8" fill="hold" grpId="0" nodeType="afterEffect">
                                  <p:stCondLst>
                                    <p:cond delay="1000"/>
                                  </p:stCondLst>
                                  <p:childTnLst>
                                    <p:set>
                                      <p:cBhvr>
                                        <p:cTn id="201" dur="1" fill="hold">
                                          <p:stCondLst>
                                            <p:cond delay="0"/>
                                          </p:stCondLst>
                                        </p:cTn>
                                        <p:tgtEl>
                                          <p:spTgt spid="19"/>
                                        </p:tgtEl>
                                        <p:attrNameLst>
                                          <p:attrName>style.visibility</p:attrName>
                                        </p:attrNameLst>
                                      </p:cBhvr>
                                      <p:to>
                                        <p:strVal val="visible"/>
                                      </p:to>
                                    </p:set>
                                    <p:animEffect transition="in" filter="wipe(left)">
                                      <p:cBhvr>
                                        <p:cTn id="202" dur="500"/>
                                        <p:tgtEl>
                                          <p:spTgt spid="19"/>
                                        </p:tgtEl>
                                      </p:cBhvr>
                                    </p:animEffect>
                                  </p:childTnLst>
                                </p:cTn>
                              </p:par>
                            </p:childTnLst>
                          </p:cTn>
                        </p:par>
                        <p:par>
                          <p:cTn id="203" fill="hold">
                            <p:stCondLst>
                              <p:cond delay="2500"/>
                            </p:stCondLst>
                            <p:childTnLst>
                              <p:par>
                                <p:cTn id="204" presetID="22" presetClass="entr" presetSubtype="1" fill="hold" nodeType="afterEffect">
                                  <p:stCondLst>
                                    <p:cond delay="0"/>
                                  </p:stCondLst>
                                  <p:childTnLst>
                                    <p:set>
                                      <p:cBhvr>
                                        <p:cTn id="205" dur="1" fill="hold">
                                          <p:stCondLst>
                                            <p:cond delay="0"/>
                                          </p:stCondLst>
                                        </p:cTn>
                                        <p:tgtEl>
                                          <p:spTgt spid="24"/>
                                        </p:tgtEl>
                                        <p:attrNameLst>
                                          <p:attrName>style.visibility</p:attrName>
                                        </p:attrNameLst>
                                      </p:cBhvr>
                                      <p:to>
                                        <p:strVal val="visible"/>
                                      </p:to>
                                    </p:set>
                                    <p:animEffect transition="in" filter="wipe(up)">
                                      <p:cBhvr>
                                        <p:cTn id="206" dur="500"/>
                                        <p:tgtEl>
                                          <p:spTgt spid="24"/>
                                        </p:tgtEl>
                                      </p:cBhvr>
                                    </p:animEffect>
                                  </p:childTnLst>
                                </p:cTn>
                              </p:par>
                            </p:childTnLst>
                          </p:cTn>
                        </p:par>
                        <p:par>
                          <p:cTn id="207" fill="hold">
                            <p:stCondLst>
                              <p:cond delay="3000"/>
                            </p:stCondLst>
                            <p:childTnLst>
                              <p:par>
                                <p:cTn id="208" presetID="22" presetClass="entr" presetSubtype="8" fill="hold" grpId="0" nodeType="afterEffect">
                                  <p:stCondLst>
                                    <p:cond delay="0"/>
                                  </p:stCondLst>
                                  <p:childTnLst>
                                    <p:set>
                                      <p:cBhvr>
                                        <p:cTn id="209" dur="1" fill="hold">
                                          <p:stCondLst>
                                            <p:cond delay="0"/>
                                          </p:stCondLst>
                                        </p:cTn>
                                        <p:tgtEl>
                                          <p:spTgt spid="28"/>
                                        </p:tgtEl>
                                        <p:attrNameLst>
                                          <p:attrName>style.visibility</p:attrName>
                                        </p:attrNameLst>
                                      </p:cBhvr>
                                      <p:to>
                                        <p:strVal val="visible"/>
                                      </p:to>
                                    </p:set>
                                    <p:animEffect transition="in" filter="wipe(left)">
                                      <p:cBhvr>
                                        <p:cTn id="210" dur="500"/>
                                        <p:tgtEl>
                                          <p:spTgt spid="28"/>
                                        </p:tgtEl>
                                      </p:cBhvr>
                                    </p:animEffect>
                                  </p:childTnLst>
                                </p:cTn>
                              </p:par>
                            </p:childTnLst>
                          </p:cTn>
                        </p:par>
                        <p:par>
                          <p:cTn id="211" fill="hold">
                            <p:stCondLst>
                              <p:cond delay="3500"/>
                            </p:stCondLst>
                            <p:childTnLst>
                              <p:par>
                                <p:cTn id="212" presetID="22" presetClass="entr" presetSubtype="8" fill="hold" grpId="0" nodeType="afterEffect">
                                  <p:stCondLst>
                                    <p:cond delay="0"/>
                                  </p:stCondLst>
                                  <p:childTnLst>
                                    <p:set>
                                      <p:cBhvr>
                                        <p:cTn id="213" dur="1" fill="hold">
                                          <p:stCondLst>
                                            <p:cond delay="0"/>
                                          </p:stCondLst>
                                        </p:cTn>
                                        <p:tgtEl>
                                          <p:spTgt spid="58"/>
                                        </p:tgtEl>
                                        <p:attrNameLst>
                                          <p:attrName>style.visibility</p:attrName>
                                        </p:attrNameLst>
                                      </p:cBhvr>
                                      <p:to>
                                        <p:strVal val="visible"/>
                                      </p:to>
                                    </p:set>
                                    <p:animEffect transition="in" filter="wipe(left)">
                                      <p:cBhvr>
                                        <p:cTn id="214" dur="500"/>
                                        <p:tgtEl>
                                          <p:spTgt spid="58"/>
                                        </p:tgtEl>
                                      </p:cBhvr>
                                    </p:animEffect>
                                  </p:childTnLst>
                                </p:cTn>
                              </p:par>
                            </p:childTnLst>
                          </p:cTn>
                        </p:par>
                        <p:par>
                          <p:cTn id="215" fill="hold">
                            <p:stCondLst>
                              <p:cond delay="4000"/>
                            </p:stCondLst>
                            <p:childTnLst>
                              <p:par>
                                <p:cTn id="216" presetID="22" presetClass="entr" presetSubtype="1" fill="hold" nodeType="afterEffect">
                                  <p:stCondLst>
                                    <p:cond delay="0"/>
                                  </p:stCondLst>
                                  <p:childTnLst>
                                    <p:set>
                                      <p:cBhvr>
                                        <p:cTn id="217" dur="1" fill="hold">
                                          <p:stCondLst>
                                            <p:cond delay="0"/>
                                          </p:stCondLst>
                                        </p:cTn>
                                        <p:tgtEl>
                                          <p:spTgt spid="27"/>
                                        </p:tgtEl>
                                        <p:attrNameLst>
                                          <p:attrName>style.visibility</p:attrName>
                                        </p:attrNameLst>
                                      </p:cBhvr>
                                      <p:to>
                                        <p:strVal val="visible"/>
                                      </p:to>
                                    </p:set>
                                    <p:animEffect transition="in" filter="wipe(up)">
                                      <p:cBhvr>
                                        <p:cTn id="218" dur="500"/>
                                        <p:tgtEl>
                                          <p:spTgt spid="27"/>
                                        </p:tgtEl>
                                      </p:cBhvr>
                                    </p:animEffect>
                                  </p:childTnLst>
                                </p:cTn>
                              </p:par>
                            </p:childTnLst>
                          </p:cTn>
                        </p:par>
                        <p:par>
                          <p:cTn id="219" fill="hold">
                            <p:stCondLst>
                              <p:cond delay="4500"/>
                            </p:stCondLst>
                            <p:childTnLst>
                              <p:par>
                                <p:cTn id="220" presetID="22" presetClass="entr" presetSubtype="8" fill="hold" grpId="0" nodeType="afterEffect">
                                  <p:stCondLst>
                                    <p:cond delay="0"/>
                                  </p:stCondLst>
                                  <p:childTnLst>
                                    <p:set>
                                      <p:cBhvr>
                                        <p:cTn id="221" dur="1" fill="hold">
                                          <p:stCondLst>
                                            <p:cond delay="0"/>
                                          </p:stCondLst>
                                        </p:cTn>
                                        <p:tgtEl>
                                          <p:spTgt spid="25"/>
                                        </p:tgtEl>
                                        <p:attrNameLst>
                                          <p:attrName>style.visibility</p:attrName>
                                        </p:attrNameLst>
                                      </p:cBhvr>
                                      <p:to>
                                        <p:strVal val="visible"/>
                                      </p:to>
                                    </p:set>
                                    <p:animEffect transition="in" filter="wipe(left)">
                                      <p:cBhvr>
                                        <p:cTn id="222" dur="500"/>
                                        <p:tgtEl>
                                          <p:spTgt spid="25"/>
                                        </p:tgtEl>
                                      </p:cBhvr>
                                    </p:animEffect>
                                  </p:childTnLst>
                                </p:cTn>
                              </p:par>
                            </p:childTnLst>
                          </p:cTn>
                        </p:par>
                        <p:par>
                          <p:cTn id="223" fill="hold">
                            <p:stCondLst>
                              <p:cond delay="5000"/>
                            </p:stCondLst>
                            <p:childTnLst>
                              <p:par>
                                <p:cTn id="224" presetID="22" presetClass="entr" presetSubtype="1" fill="hold" grpId="0" nodeType="afterEffect">
                                  <p:stCondLst>
                                    <p:cond delay="0"/>
                                  </p:stCondLst>
                                  <p:childTnLst>
                                    <p:set>
                                      <p:cBhvr>
                                        <p:cTn id="225" dur="1" fill="hold">
                                          <p:stCondLst>
                                            <p:cond delay="0"/>
                                          </p:stCondLst>
                                        </p:cTn>
                                        <p:tgtEl>
                                          <p:spTgt spid="36"/>
                                        </p:tgtEl>
                                        <p:attrNameLst>
                                          <p:attrName>style.visibility</p:attrName>
                                        </p:attrNameLst>
                                      </p:cBhvr>
                                      <p:to>
                                        <p:strVal val="visible"/>
                                      </p:to>
                                    </p:set>
                                    <p:animEffect transition="in" filter="wipe(up)">
                                      <p:cBhvr>
                                        <p:cTn id="226" dur="500"/>
                                        <p:tgtEl>
                                          <p:spTgt spid="36"/>
                                        </p:tgtEl>
                                      </p:cBhvr>
                                    </p:animEffect>
                                  </p:childTnLst>
                                </p:cTn>
                              </p:par>
                            </p:childTnLst>
                          </p:cTn>
                        </p:par>
                        <p:par>
                          <p:cTn id="227" fill="hold">
                            <p:stCondLst>
                              <p:cond delay="5500"/>
                            </p:stCondLst>
                            <p:childTnLst>
                              <p:par>
                                <p:cTn id="228" presetID="22" presetClass="entr" presetSubtype="8" fill="hold" grpId="0" nodeType="afterEffect">
                                  <p:stCondLst>
                                    <p:cond delay="0"/>
                                  </p:stCondLst>
                                  <p:childTnLst>
                                    <p:set>
                                      <p:cBhvr>
                                        <p:cTn id="229" dur="1" fill="hold">
                                          <p:stCondLst>
                                            <p:cond delay="0"/>
                                          </p:stCondLst>
                                        </p:cTn>
                                        <p:tgtEl>
                                          <p:spTgt spid="14"/>
                                        </p:tgtEl>
                                        <p:attrNameLst>
                                          <p:attrName>style.visibility</p:attrName>
                                        </p:attrNameLst>
                                      </p:cBhvr>
                                      <p:to>
                                        <p:strVal val="visible"/>
                                      </p:to>
                                    </p:set>
                                    <p:animEffect transition="in" filter="wipe(left)">
                                      <p:cBhvr>
                                        <p:cTn id="230" dur="500"/>
                                        <p:tgtEl>
                                          <p:spTgt spid="14"/>
                                        </p:tgtEl>
                                      </p:cBhvr>
                                    </p:animEffect>
                                  </p:childTnLst>
                                </p:cTn>
                              </p:par>
                            </p:childTnLst>
                          </p:cTn>
                        </p:par>
                        <p:par>
                          <p:cTn id="231" fill="hold">
                            <p:stCondLst>
                              <p:cond delay="6000"/>
                            </p:stCondLst>
                            <p:childTnLst>
                              <p:par>
                                <p:cTn id="232" presetID="22" presetClass="entr" presetSubtype="8" fill="hold" grpId="0" nodeType="afterEffect">
                                  <p:stCondLst>
                                    <p:cond delay="0"/>
                                  </p:stCondLst>
                                  <p:childTnLst>
                                    <p:set>
                                      <p:cBhvr>
                                        <p:cTn id="233" dur="1" fill="hold">
                                          <p:stCondLst>
                                            <p:cond delay="0"/>
                                          </p:stCondLst>
                                        </p:cTn>
                                        <p:tgtEl>
                                          <p:spTgt spid="57"/>
                                        </p:tgtEl>
                                        <p:attrNameLst>
                                          <p:attrName>style.visibility</p:attrName>
                                        </p:attrNameLst>
                                      </p:cBhvr>
                                      <p:to>
                                        <p:strVal val="visible"/>
                                      </p:to>
                                    </p:set>
                                    <p:animEffect transition="in" filter="wipe(left)">
                                      <p:cBhvr>
                                        <p:cTn id="234" dur="500"/>
                                        <p:tgtEl>
                                          <p:spTgt spid="57"/>
                                        </p:tgtEl>
                                      </p:cBhvr>
                                    </p:animEffect>
                                  </p:childTnLst>
                                </p:cTn>
                              </p:par>
                            </p:childTnLst>
                          </p:cTn>
                        </p:par>
                        <p:par>
                          <p:cTn id="235" fill="hold">
                            <p:stCondLst>
                              <p:cond delay="6500"/>
                            </p:stCondLst>
                            <p:childTnLst>
                              <p:par>
                                <p:cTn id="236" presetID="22" presetClass="entr" presetSubtype="1" fill="hold" nodeType="afterEffect">
                                  <p:stCondLst>
                                    <p:cond delay="0"/>
                                  </p:stCondLst>
                                  <p:childTnLst>
                                    <p:set>
                                      <p:cBhvr>
                                        <p:cTn id="237" dur="1" fill="hold">
                                          <p:stCondLst>
                                            <p:cond delay="0"/>
                                          </p:stCondLst>
                                        </p:cTn>
                                        <p:tgtEl>
                                          <p:spTgt spid="32"/>
                                        </p:tgtEl>
                                        <p:attrNameLst>
                                          <p:attrName>style.visibility</p:attrName>
                                        </p:attrNameLst>
                                      </p:cBhvr>
                                      <p:to>
                                        <p:strVal val="visible"/>
                                      </p:to>
                                    </p:set>
                                    <p:animEffect transition="in" filter="wipe(up)">
                                      <p:cBhvr>
                                        <p:cTn id="238" dur="500"/>
                                        <p:tgtEl>
                                          <p:spTgt spid="32"/>
                                        </p:tgtEl>
                                      </p:cBhvr>
                                    </p:animEffect>
                                  </p:childTnLst>
                                </p:cTn>
                              </p:par>
                            </p:childTnLst>
                          </p:cTn>
                        </p:par>
                        <p:par>
                          <p:cTn id="239" fill="hold">
                            <p:stCondLst>
                              <p:cond delay="7000"/>
                            </p:stCondLst>
                            <p:childTnLst>
                              <p:par>
                                <p:cTn id="240" presetID="22" presetClass="entr" presetSubtype="8" fill="hold" grpId="0" nodeType="afterEffect">
                                  <p:stCondLst>
                                    <p:cond delay="0"/>
                                  </p:stCondLst>
                                  <p:childTnLst>
                                    <p:set>
                                      <p:cBhvr>
                                        <p:cTn id="241" dur="1" fill="hold">
                                          <p:stCondLst>
                                            <p:cond delay="0"/>
                                          </p:stCondLst>
                                        </p:cTn>
                                        <p:tgtEl>
                                          <p:spTgt spid="31"/>
                                        </p:tgtEl>
                                        <p:attrNameLst>
                                          <p:attrName>style.visibility</p:attrName>
                                        </p:attrNameLst>
                                      </p:cBhvr>
                                      <p:to>
                                        <p:strVal val="visible"/>
                                      </p:to>
                                    </p:set>
                                    <p:animEffect transition="in" filter="wipe(left)">
                                      <p:cBhvr>
                                        <p:cTn id="242" dur="500"/>
                                        <p:tgtEl>
                                          <p:spTgt spid="31"/>
                                        </p:tgtEl>
                                      </p:cBhvr>
                                    </p:animEffect>
                                  </p:childTnLst>
                                </p:cTn>
                              </p:par>
                            </p:childTnLst>
                          </p:cTn>
                        </p:par>
                        <p:par>
                          <p:cTn id="243" fill="hold">
                            <p:stCondLst>
                              <p:cond delay="7500"/>
                            </p:stCondLst>
                            <p:childTnLst>
                              <p:par>
                                <p:cTn id="244" presetID="22" presetClass="entr" presetSubtype="1" fill="hold" grpId="0" nodeType="afterEffect">
                                  <p:stCondLst>
                                    <p:cond delay="0"/>
                                  </p:stCondLst>
                                  <p:childTnLst>
                                    <p:set>
                                      <p:cBhvr>
                                        <p:cTn id="245" dur="1" fill="hold">
                                          <p:stCondLst>
                                            <p:cond delay="0"/>
                                          </p:stCondLst>
                                        </p:cTn>
                                        <p:tgtEl>
                                          <p:spTgt spid="38"/>
                                        </p:tgtEl>
                                        <p:attrNameLst>
                                          <p:attrName>style.visibility</p:attrName>
                                        </p:attrNameLst>
                                      </p:cBhvr>
                                      <p:to>
                                        <p:strVal val="visible"/>
                                      </p:to>
                                    </p:set>
                                    <p:animEffect transition="in" filter="wipe(up)">
                                      <p:cBhvr>
                                        <p:cTn id="246" dur="500"/>
                                        <p:tgtEl>
                                          <p:spTgt spid="38"/>
                                        </p:tgtEl>
                                      </p:cBhvr>
                                    </p:animEffect>
                                  </p:childTnLst>
                                </p:cTn>
                              </p:par>
                            </p:childTnLst>
                          </p:cTn>
                        </p:par>
                        <p:par>
                          <p:cTn id="247" fill="hold">
                            <p:stCondLst>
                              <p:cond delay="8000"/>
                            </p:stCondLst>
                            <p:childTnLst>
                              <p:par>
                                <p:cTn id="248" presetID="22" presetClass="entr" presetSubtype="8" fill="hold" grpId="0" nodeType="afterEffect">
                                  <p:stCondLst>
                                    <p:cond delay="0"/>
                                  </p:stCondLst>
                                  <p:childTnLst>
                                    <p:set>
                                      <p:cBhvr>
                                        <p:cTn id="249" dur="1" fill="hold">
                                          <p:stCondLst>
                                            <p:cond delay="0"/>
                                          </p:stCondLst>
                                        </p:cTn>
                                        <p:tgtEl>
                                          <p:spTgt spid="15"/>
                                        </p:tgtEl>
                                        <p:attrNameLst>
                                          <p:attrName>style.visibility</p:attrName>
                                        </p:attrNameLst>
                                      </p:cBhvr>
                                      <p:to>
                                        <p:strVal val="visible"/>
                                      </p:to>
                                    </p:set>
                                    <p:animEffect transition="in" filter="wipe(left)">
                                      <p:cBhvr>
                                        <p:cTn id="250" dur="500"/>
                                        <p:tgtEl>
                                          <p:spTgt spid="15"/>
                                        </p:tgtEl>
                                      </p:cBhvr>
                                    </p:animEffect>
                                  </p:childTnLst>
                                </p:cTn>
                              </p:par>
                            </p:childTnLst>
                          </p:cTn>
                        </p:par>
                      </p:childTnLst>
                    </p:cTn>
                  </p:par>
                  <p:par>
                    <p:cTn id="251" fill="hold">
                      <p:stCondLst>
                        <p:cond delay="indefinite"/>
                      </p:stCondLst>
                      <p:childTnLst>
                        <p:par>
                          <p:cTn id="252" fill="hold">
                            <p:stCondLst>
                              <p:cond delay="0"/>
                            </p:stCondLst>
                            <p:childTnLst>
                              <p:par>
                                <p:cTn id="253" presetID="22" presetClass="entr" presetSubtype="1" fill="hold" grpId="0" nodeType="clickEffect">
                                  <p:stCondLst>
                                    <p:cond delay="0"/>
                                  </p:stCondLst>
                                  <p:childTnLst>
                                    <p:set>
                                      <p:cBhvr>
                                        <p:cTn id="254" dur="1" fill="hold">
                                          <p:stCondLst>
                                            <p:cond delay="0"/>
                                          </p:stCondLst>
                                        </p:cTn>
                                        <p:tgtEl>
                                          <p:spTgt spid="39"/>
                                        </p:tgtEl>
                                        <p:attrNameLst>
                                          <p:attrName>style.visibility</p:attrName>
                                        </p:attrNameLst>
                                      </p:cBhvr>
                                      <p:to>
                                        <p:strVal val="visible"/>
                                      </p:to>
                                    </p:set>
                                    <p:animEffect transition="in" filter="wipe(up)">
                                      <p:cBhvr>
                                        <p:cTn id="255" dur="500"/>
                                        <p:tgtEl>
                                          <p:spTgt spid="39"/>
                                        </p:tgtEl>
                                      </p:cBhvr>
                                    </p:animEffect>
                                  </p:childTnLst>
                                </p:cTn>
                              </p:par>
                            </p:childTnLst>
                          </p:cTn>
                        </p:par>
                        <p:par>
                          <p:cTn id="256" fill="hold">
                            <p:stCondLst>
                              <p:cond delay="500"/>
                            </p:stCondLst>
                            <p:childTnLst>
                              <p:par>
                                <p:cTn id="257" presetID="22" presetClass="entr" presetSubtype="8" fill="hold" grpId="0" nodeType="afterEffect">
                                  <p:stCondLst>
                                    <p:cond delay="0"/>
                                  </p:stCondLst>
                                  <p:childTnLst>
                                    <p:set>
                                      <p:cBhvr>
                                        <p:cTn id="258" dur="1" fill="hold">
                                          <p:stCondLst>
                                            <p:cond delay="0"/>
                                          </p:stCondLst>
                                        </p:cTn>
                                        <p:tgtEl>
                                          <p:spTgt spid="16"/>
                                        </p:tgtEl>
                                        <p:attrNameLst>
                                          <p:attrName>style.visibility</p:attrName>
                                        </p:attrNameLst>
                                      </p:cBhvr>
                                      <p:to>
                                        <p:strVal val="visible"/>
                                      </p:to>
                                    </p:set>
                                    <p:animEffect transition="in" filter="wipe(left)">
                                      <p:cBhvr>
                                        <p:cTn id="25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utoUpdateAnimBg="0"/>
      <p:bldP spid="7" grpId="0" autoUpdateAnimBg="0"/>
      <p:bldP spid="8" grpId="0" autoUpdateAnimBg="0"/>
      <p:bldP spid="9" grpId="0" animBg="1" autoUpdateAnimBg="0"/>
      <p:bldP spid="10" grpId="0" animBg="1" autoUpdateAnimBg="0"/>
      <p:bldP spid="11" grpId="0" animBg="1" autoUpdateAnimBg="0"/>
      <p:bldP spid="12" grpId="0" autoUpdateAnimBg="0"/>
      <p:bldP spid="14" grpId="0" animBg="1" autoUpdateAnimBg="0"/>
      <p:bldP spid="15" grpId="0" animBg="1" autoUpdateAnimBg="0"/>
      <p:bldP spid="16" grpId="0" autoUpdateAnimBg="0"/>
      <p:bldP spid="17" grpId="0" autoUpdateAnimBg="0"/>
      <p:bldP spid="18" grpId="0" autoUpdateAnimBg="0"/>
      <p:bldP spid="19" grpId="0" autoUpdateAnimBg="0"/>
      <p:bldP spid="20" grpId="0" animBg="1" autoUpdateAnimBg="0"/>
      <p:bldP spid="29" grpId="0" autoUpdateAnimBg="0"/>
      <p:bldP spid="33" grpId="0" animBg="1" autoUpdateAnimBg="0"/>
      <p:bldP spid="34" grpId="0" animBg="1"/>
      <p:bldP spid="35" grpId="0" animBg="1"/>
      <p:bldP spid="36" grpId="0" animBg="1"/>
      <p:bldP spid="37" grpId="0" animBg="1"/>
      <p:bldP spid="38" grpId="0" animBg="1"/>
      <p:bldP spid="39" grpId="0" animBg="1"/>
      <p:bldP spid="51" grpId="0" animBg="1"/>
      <p:bldP spid="53" grpId="0" animBg="1"/>
      <p:bldP spid="52" grpId="0" autoUpdateAnimBg="0"/>
      <p:bldP spid="54" grpId="0" autoUpdateAnimBg="0"/>
      <p:bldP spid="55" grpId="0" autoUpdateAnimBg="0"/>
      <p:bldP spid="56" grpId="0" autoUpdateAnimBg="0"/>
      <p:bldP spid="57" grpId="0" autoUpdateAnimBg="0"/>
      <p:bldP spid="13" grpId="0" animBg="1" autoUpdateAnimBg="0"/>
      <p:bldP spid="25" grpId="0" animBg="1" autoUpdateAnimBg="0"/>
      <p:bldP spid="28" grpId="0" animBg="1" autoUpdateAnimBg="0"/>
      <p:bldP spid="31" grpId="0" animBg="1" autoUpdateAnimBg="0"/>
      <p:bldP spid="58" grpId="0" autoUpdateAnimBg="0"/>
      <p:bldP spid="60" grpId="0" animBg="1"/>
      <p:bldP spid="6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FD99FC1E-03A8-4440-A20B-E67C18758668}"/>
              </a:ext>
            </a:extLst>
          </p:cNvPr>
          <p:cNvSpPr txBox="1"/>
          <p:nvPr/>
        </p:nvSpPr>
        <p:spPr>
          <a:xfrm>
            <a:off x="2575504" y="3519450"/>
            <a:ext cx="9384059" cy="3139321"/>
          </a:xfrm>
          <a:prstGeom prst="rect">
            <a:avLst/>
          </a:prstGeom>
          <a:solidFill>
            <a:srgbClr val="FEF0D2"/>
          </a:solidFill>
          <a:ln w="12700">
            <a:solidFill>
              <a:srgbClr val="002060"/>
            </a:solidFill>
          </a:ln>
        </p:spPr>
        <p:txBody>
          <a:bodyPr wrap="square">
            <a:spAutoFit/>
          </a:bodyPr>
          <a:lstStyle/>
          <a:p>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void</a:t>
            </a:r>
            <a:r>
              <a:rPr lang="en-US" altLang="zh-CN" b="1" dirty="0">
                <a:latin typeface="Courier New" panose="02070309020205020404" pitchFamily="49" charset="0"/>
                <a:cs typeface="Courier New" panose="02070309020205020404" pitchFamily="49" charset="0"/>
              </a:rPr>
              <a:t> </a:t>
            </a:r>
            <a:r>
              <a:rPr lang="en-US" altLang="zh-CN" b="1" dirty="0" err="1">
                <a:latin typeface="Courier New" panose="02070309020205020404" pitchFamily="49" charset="0"/>
                <a:cs typeface="Courier New" panose="02070309020205020404" pitchFamily="49" charset="0"/>
              </a:rPr>
              <a:t>RadixSort</a:t>
            </a:r>
            <a:r>
              <a:rPr lang="en-US" altLang="zh-CN" b="1" dirty="0">
                <a:latin typeface="Courier New" panose="02070309020205020404" pitchFamily="49" charset="0"/>
                <a:cs typeface="Courier New" panose="02070309020205020404" pitchFamily="49" charset="0"/>
              </a:rPr>
              <a:t>(</a:t>
            </a:r>
            <a:r>
              <a:rPr lang="en-US" altLang="zh-CN" b="1" dirty="0" err="1">
                <a:latin typeface="Courier New" panose="02070309020205020404" pitchFamily="49" charset="0"/>
                <a:cs typeface="Courier New" panose="02070309020205020404" pitchFamily="49" charset="0"/>
              </a:rPr>
              <a:t>SLList</a:t>
            </a:r>
            <a:r>
              <a:rPr lang="en-US" altLang="zh-CN" b="1" dirty="0">
                <a:latin typeface="Courier New" panose="02070309020205020404" pitchFamily="49" charset="0"/>
                <a:cs typeface="Courier New" panose="02070309020205020404" pitchFamily="49" charset="0"/>
              </a:rPr>
              <a:t> L) </a:t>
            </a:r>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en-US" altLang="zh-CN" b="1" dirty="0">
                <a:latin typeface="Courier New" panose="02070309020205020404" pitchFamily="49" charset="0"/>
                <a:cs typeface="Courier New" panose="02070309020205020404" pitchFamily="49" charset="0"/>
              </a:rPr>
              <a:t>  </a:t>
            </a:r>
            <a:r>
              <a:rPr lang="en-US" altLang="zh-CN"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a:t>
            </a:r>
            <a:r>
              <a:rPr lang="zh-CN" altLang="en-US" b="1"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Courier New" panose="02070309020205020404" pitchFamily="49" charset="0"/>
              </a:rPr>
              <a:t>算法</a:t>
            </a:r>
            <a:r>
              <a:rPr lang="en-US" altLang="zh-CN" b="1"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Courier New" panose="02070309020205020404" pitchFamily="49" charset="0"/>
              </a:rPr>
              <a:t>10.15</a:t>
            </a:r>
          </a:p>
          <a:p>
            <a:r>
              <a:rPr lang="en-US" altLang="zh-CN"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 L</a:t>
            </a:r>
            <a:r>
              <a:rPr lang="zh-CN" altLang="en-US"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是采用静态链表表示的顺序表。</a:t>
            </a:r>
          </a:p>
          <a:p>
            <a:r>
              <a:rPr lang="zh-CN" altLang="en-US"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a:t>
            </a:r>
            <a:r>
              <a:rPr lang="en-US" altLang="zh-CN"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a:t>
            </a:r>
            <a:r>
              <a:rPr lang="zh-CN" altLang="en-US"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对</a:t>
            </a:r>
            <a:r>
              <a:rPr lang="en-US" altLang="zh-CN"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L</a:t>
            </a:r>
            <a:r>
              <a:rPr lang="zh-CN" altLang="en-US"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作基数排序，使得</a:t>
            </a:r>
            <a:r>
              <a:rPr lang="en-US" altLang="zh-CN"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L</a:t>
            </a:r>
            <a:r>
              <a:rPr lang="zh-CN" altLang="en-US"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成为按关键字自小到大的有序静态链表，</a:t>
            </a:r>
            <a:r>
              <a:rPr lang="en-US" altLang="zh-CN"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L-&gt;r[0]</a:t>
            </a:r>
            <a:r>
              <a:rPr lang="zh-CN" altLang="en-US"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为头结点。</a:t>
            </a:r>
          </a:p>
          <a:p>
            <a:r>
              <a:rPr lang="en-US" altLang="zh-CN"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a:t>
            </a:r>
            <a:r>
              <a:rPr lang="en-US" altLang="zh-CN" b="1" dirty="0">
                <a:solidFill>
                  <a:srgbClr val="041ABC"/>
                </a:solidFill>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int</a:t>
            </a:r>
            <a:r>
              <a:rPr lang="en-US" altLang="zh-CN" b="1" dirty="0">
                <a:solidFill>
                  <a:srgbClr val="041ABC"/>
                </a:solidFill>
                <a:latin typeface="Courier New" panose="02070309020205020404" pitchFamily="49" charset="0"/>
                <a:ea typeface="仿宋" panose="02010609060101010101" pitchFamily="49" charset="-122"/>
                <a:cs typeface="Courier New" panose="02070309020205020404" pitchFamily="49" charset="0"/>
              </a:rPr>
              <a:t> </a:t>
            </a:r>
            <a:r>
              <a:rPr lang="en-US" altLang="zh-CN" b="1" dirty="0" err="1">
                <a:solidFill>
                  <a:srgbClr val="041ABC"/>
                </a:solidFill>
                <a:latin typeface="Courier New" panose="02070309020205020404" pitchFamily="49" charset="0"/>
                <a:ea typeface="仿宋" panose="02010609060101010101" pitchFamily="49" charset="-122"/>
                <a:cs typeface="Courier New" panose="02070309020205020404" pitchFamily="49" charset="0"/>
              </a:rPr>
              <a:t>i</a:t>
            </a:r>
            <a:r>
              <a:rPr lang="en-US" altLang="zh-CN" b="1" dirty="0">
                <a:solidFill>
                  <a:srgbClr val="041ABC"/>
                </a:solidFill>
                <a:latin typeface="Courier New" panose="02070309020205020404" pitchFamily="49" charset="0"/>
                <a:ea typeface="仿宋" panose="02010609060101010101" pitchFamily="49" charset="-122"/>
                <a:cs typeface="Courier New" panose="02070309020205020404" pitchFamily="49" charset="0"/>
              </a:rPr>
              <a:t>;  </a:t>
            </a:r>
            <a:r>
              <a:rPr lang="en-US" altLang="zh-CN" b="1" dirty="0" err="1">
                <a:solidFill>
                  <a:srgbClr val="041ABC"/>
                </a:solidFill>
                <a:latin typeface="Courier New" panose="02070309020205020404" pitchFamily="49" charset="0"/>
                <a:ea typeface="仿宋" panose="02010609060101010101" pitchFamily="49" charset="-122"/>
                <a:cs typeface="Courier New" panose="02070309020205020404" pitchFamily="49" charset="0"/>
              </a:rPr>
              <a:t>ArrType</a:t>
            </a:r>
            <a:r>
              <a:rPr lang="en-US" altLang="zh-CN" b="1" dirty="0">
                <a:solidFill>
                  <a:srgbClr val="041ABC"/>
                </a:solidFill>
                <a:latin typeface="Courier New" panose="02070309020205020404" pitchFamily="49" charset="0"/>
                <a:ea typeface="仿宋" panose="02010609060101010101" pitchFamily="49" charset="-122"/>
                <a:cs typeface="Courier New" panose="02070309020205020404" pitchFamily="49" charset="0"/>
              </a:rPr>
              <a:t> f, e;</a:t>
            </a:r>
          </a:p>
          <a:p>
            <a:r>
              <a:rPr lang="en-US" altLang="zh-CN" b="1" dirty="0">
                <a:latin typeface="Courier New" panose="02070309020205020404" pitchFamily="49" charset="0"/>
                <a:cs typeface="Courier New" panose="02070309020205020404" pitchFamily="49" charset="0"/>
              </a:rPr>
              <a:t> </a:t>
            </a:r>
            <a:r>
              <a:rPr lang="nn-NO" altLang="zh-CN" b="1" dirty="0">
                <a:latin typeface="Courier New" panose="02070309020205020404" pitchFamily="49" charset="0"/>
                <a:cs typeface="Courier New" panose="02070309020205020404" pitchFamily="49" charset="0"/>
              </a:rPr>
              <a:t> </a:t>
            </a:r>
            <a:r>
              <a:rPr lang="nn-NO"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for</a:t>
            </a:r>
            <a:r>
              <a:rPr lang="nn-NO" altLang="zh-CN" b="1" dirty="0">
                <a:latin typeface="Courier New" panose="02070309020205020404" pitchFamily="49" charset="0"/>
                <a:cs typeface="Courier New" panose="02070309020205020404" pitchFamily="49" charset="0"/>
              </a:rPr>
              <a:t> (i=1; i&lt;L-&gt;len; ++i) L-&gt;r[i-1].next = i; </a:t>
            </a:r>
          </a:p>
          <a:p>
            <a:r>
              <a:rPr lang="nn-NO" altLang="zh-CN" b="1" dirty="0">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L-&gt;r[L-&gt;</a:t>
            </a:r>
            <a:r>
              <a:rPr lang="en-US" altLang="zh-CN" b="1" dirty="0" err="1">
                <a:latin typeface="Courier New" panose="02070309020205020404" pitchFamily="49" charset="0"/>
                <a:cs typeface="Courier New" panose="02070309020205020404" pitchFamily="49" charset="0"/>
              </a:rPr>
              <a:t>len</a:t>
            </a:r>
            <a:r>
              <a:rPr lang="en-US" altLang="zh-CN" b="1" dirty="0">
                <a:latin typeface="Courier New" panose="02070309020205020404" pitchFamily="49" charset="0"/>
                <a:cs typeface="Courier New" panose="02070309020205020404" pitchFamily="49" charset="0"/>
              </a:rPr>
              <a:t>].next = 0;        </a:t>
            </a:r>
            <a:r>
              <a:rPr lang="en-US" altLang="zh-CN"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a:t>
            </a:r>
            <a:r>
              <a:rPr lang="zh-CN" altLang="en-US"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将</a:t>
            </a:r>
            <a:r>
              <a:rPr lang="en-US" altLang="zh-CN"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L</a:t>
            </a:r>
            <a:r>
              <a:rPr lang="zh-CN" altLang="en-US"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改造为静态链表</a:t>
            </a:r>
          </a:p>
          <a:p>
            <a:r>
              <a:rPr lang="zh-CN" altLang="en-US" b="1" dirty="0">
                <a:latin typeface="Courier New" panose="02070309020205020404" pitchFamily="49" charset="0"/>
                <a:cs typeface="Courier New" panose="02070309020205020404" pitchFamily="49" charset="0"/>
              </a:rPr>
              <a:t>  </a:t>
            </a:r>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for</a:t>
            </a:r>
            <a:r>
              <a:rPr lang="en-US" altLang="zh-CN" b="1" dirty="0">
                <a:latin typeface="Courier New" panose="02070309020205020404" pitchFamily="49" charset="0"/>
                <a:cs typeface="Courier New" panose="02070309020205020404" pitchFamily="49" charset="0"/>
              </a:rPr>
              <a:t> (</a:t>
            </a:r>
            <a:r>
              <a:rPr lang="en-US" altLang="zh-CN" b="1" dirty="0" err="1">
                <a:latin typeface="Courier New" panose="02070309020205020404" pitchFamily="49" charset="0"/>
                <a:cs typeface="Courier New" panose="02070309020205020404" pitchFamily="49" charset="0"/>
              </a:rPr>
              <a:t>i</a:t>
            </a:r>
            <a:r>
              <a:rPr lang="en-US" altLang="zh-CN" b="1" dirty="0">
                <a:latin typeface="Courier New" panose="02070309020205020404" pitchFamily="49" charset="0"/>
                <a:cs typeface="Courier New" panose="02070309020205020404" pitchFamily="49" charset="0"/>
              </a:rPr>
              <a:t>=0; </a:t>
            </a:r>
            <a:r>
              <a:rPr lang="en-US" altLang="zh-CN" b="1" dirty="0" err="1">
                <a:latin typeface="Courier New" panose="02070309020205020404" pitchFamily="49" charset="0"/>
                <a:cs typeface="Courier New" panose="02070309020205020404" pitchFamily="49" charset="0"/>
              </a:rPr>
              <a:t>i</a:t>
            </a:r>
            <a:r>
              <a:rPr lang="en-US" altLang="zh-CN" b="1" dirty="0">
                <a:latin typeface="Courier New" panose="02070309020205020404" pitchFamily="49" charset="0"/>
                <a:cs typeface="Courier New" panose="02070309020205020404" pitchFamily="49" charset="0"/>
              </a:rPr>
              <a:t>&lt;L-&gt;</a:t>
            </a:r>
            <a:r>
              <a:rPr lang="en-US" altLang="zh-CN" b="1" dirty="0" err="1">
                <a:latin typeface="Courier New" panose="02070309020205020404" pitchFamily="49" charset="0"/>
                <a:cs typeface="Courier New" panose="02070309020205020404" pitchFamily="49" charset="0"/>
              </a:rPr>
              <a:t>keynum</a:t>
            </a:r>
            <a:r>
              <a:rPr lang="en-US" altLang="zh-CN" b="1" dirty="0">
                <a:latin typeface="Courier New" panose="02070309020205020404" pitchFamily="49" charset="0"/>
                <a:cs typeface="Courier New" panose="02070309020205020404" pitchFamily="49" charset="0"/>
              </a:rPr>
              <a:t>; ++</a:t>
            </a:r>
            <a:r>
              <a:rPr lang="en-US" altLang="zh-CN" b="1" dirty="0" err="1">
                <a:latin typeface="Courier New" panose="02070309020205020404" pitchFamily="49" charset="0"/>
                <a:cs typeface="Courier New" panose="02070309020205020404" pitchFamily="49" charset="0"/>
              </a:rPr>
              <a:t>i</a:t>
            </a:r>
            <a:r>
              <a:rPr lang="en-US" altLang="zh-CN" b="1" dirty="0">
                <a:latin typeface="Courier New" panose="02070309020205020404" pitchFamily="49" charset="0"/>
                <a:cs typeface="Courier New" panose="02070309020205020404" pitchFamily="49" charset="0"/>
              </a:rPr>
              <a:t>) </a:t>
            </a:r>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en-US" altLang="zh-CN" b="1" dirty="0">
                <a:latin typeface="Courier New" panose="02070309020205020404" pitchFamily="49" charset="0"/>
                <a:cs typeface="Courier New" panose="02070309020205020404" pitchFamily="49" charset="0"/>
              </a:rPr>
              <a:t> </a:t>
            </a:r>
            <a:r>
              <a:rPr lang="en-US" altLang="zh-CN"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a:t>
            </a:r>
            <a:r>
              <a:rPr lang="zh-CN" altLang="en-US"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按最低位优先依次对各关键字作分配和收集</a:t>
            </a:r>
          </a:p>
          <a:p>
            <a:r>
              <a:rPr lang="zh-CN" altLang="en-US" b="1" dirty="0">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Distribute(L-&gt;r, </a:t>
            </a:r>
            <a:r>
              <a:rPr lang="en-US" altLang="zh-CN" b="1" dirty="0" err="1">
                <a:latin typeface="Courier New" panose="02070309020205020404" pitchFamily="49" charset="0"/>
                <a:cs typeface="Courier New" panose="02070309020205020404" pitchFamily="49" charset="0"/>
              </a:rPr>
              <a:t>i</a:t>
            </a:r>
            <a:r>
              <a:rPr lang="en-US" altLang="zh-CN" b="1" dirty="0">
                <a:latin typeface="Courier New" panose="02070309020205020404" pitchFamily="49" charset="0"/>
                <a:cs typeface="Courier New" panose="02070309020205020404" pitchFamily="49" charset="0"/>
              </a:rPr>
              <a:t>, f, e);  </a:t>
            </a:r>
            <a:r>
              <a:rPr lang="en-US" altLang="zh-CN"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a:t>
            </a:r>
            <a:r>
              <a:rPr lang="zh-CN" altLang="en-US"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第</a:t>
            </a:r>
            <a:r>
              <a:rPr lang="en-US" altLang="zh-CN" b="1" dirty="0" err="1">
                <a:solidFill>
                  <a:srgbClr val="0070C0"/>
                </a:solidFill>
                <a:latin typeface="Courier New" panose="02070309020205020404" pitchFamily="49" charset="0"/>
                <a:ea typeface="仿宋" panose="02010609060101010101" pitchFamily="49" charset="-122"/>
                <a:cs typeface="Courier New" panose="02070309020205020404" pitchFamily="49" charset="0"/>
              </a:rPr>
              <a:t>i</a:t>
            </a:r>
            <a:r>
              <a:rPr lang="zh-CN" altLang="en-US"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趟分配。</a:t>
            </a:r>
            <a:r>
              <a:rPr lang="zh-CN" altLang="en-US"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调用算法</a:t>
            </a:r>
            <a:r>
              <a:rPr lang="en-US" altLang="zh-CN"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10.13</a:t>
            </a:r>
            <a:endParaRPr lang="zh-CN" altLang="en-US" b="1" dirty="0">
              <a:solidFill>
                <a:srgbClr val="C00000"/>
              </a:solidFill>
              <a:latin typeface="Courier New" panose="02070309020205020404" pitchFamily="49" charset="0"/>
              <a:ea typeface="仿宋" panose="02010609060101010101" pitchFamily="49" charset="-122"/>
              <a:cs typeface="Courier New" panose="02070309020205020404" pitchFamily="49" charset="0"/>
            </a:endParaRPr>
          </a:p>
          <a:p>
            <a:r>
              <a:rPr lang="zh-CN" altLang="en-US" b="1" dirty="0">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Collect(L-&gt;r, </a:t>
            </a:r>
            <a:r>
              <a:rPr lang="en-US" altLang="zh-CN" b="1" dirty="0" err="1">
                <a:latin typeface="Courier New" panose="02070309020205020404" pitchFamily="49" charset="0"/>
                <a:cs typeface="Courier New" panose="02070309020205020404" pitchFamily="49" charset="0"/>
              </a:rPr>
              <a:t>i</a:t>
            </a:r>
            <a:r>
              <a:rPr lang="en-US" altLang="zh-CN" b="1" dirty="0">
                <a:latin typeface="Courier New" panose="02070309020205020404" pitchFamily="49" charset="0"/>
                <a:cs typeface="Courier New" panose="02070309020205020404" pitchFamily="49" charset="0"/>
              </a:rPr>
              <a:t>, f, e);     </a:t>
            </a:r>
            <a:r>
              <a:rPr lang="en-US" altLang="zh-CN"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a:t>
            </a:r>
            <a:r>
              <a:rPr lang="zh-CN" altLang="en-US"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第</a:t>
            </a:r>
            <a:r>
              <a:rPr lang="en-US" altLang="zh-CN" b="1" dirty="0" err="1">
                <a:solidFill>
                  <a:srgbClr val="0070C0"/>
                </a:solidFill>
                <a:latin typeface="Courier New" panose="02070309020205020404" pitchFamily="49" charset="0"/>
                <a:ea typeface="仿宋" panose="02010609060101010101" pitchFamily="49" charset="-122"/>
                <a:cs typeface="Courier New" panose="02070309020205020404" pitchFamily="49" charset="0"/>
              </a:rPr>
              <a:t>i</a:t>
            </a:r>
            <a:r>
              <a:rPr lang="zh-CN" altLang="en-US"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趟收集。</a:t>
            </a:r>
            <a:r>
              <a:rPr lang="zh-CN" altLang="en-US"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调用算法</a:t>
            </a:r>
            <a:r>
              <a:rPr lang="en-US" altLang="zh-CN"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10.14</a:t>
            </a:r>
            <a:endParaRPr lang="zh-CN" altLang="en-US" b="1" dirty="0">
              <a:solidFill>
                <a:srgbClr val="C00000"/>
              </a:solidFill>
              <a:latin typeface="Courier New" panose="02070309020205020404" pitchFamily="49" charset="0"/>
              <a:ea typeface="仿宋" panose="02010609060101010101" pitchFamily="49" charset="-122"/>
              <a:cs typeface="Courier New" panose="02070309020205020404" pitchFamily="49" charset="0"/>
            </a:endParaRPr>
          </a:p>
          <a:p>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p>
          <a:p>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zh-CN" altLang="en-US"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p:txBody>
      </p:sp>
      <p:sp>
        <p:nvSpPr>
          <p:cNvPr id="7" name="文本框 6">
            <a:extLst>
              <a:ext uri="{FF2B5EF4-FFF2-40B4-BE49-F238E27FC236}">
                <a16:creationId xmlns:a16="http://schemas.microsoft.com/office/drawing/2014/main" id="{6FFE6579-4E3B-488E-93D3-94B28A5C5EAA}"/>
              </a:ext>
            </a:extLst>
          </p:cNvPr>
          <p:cNvSpPr txBox="1"/>
          <p:nvPr/>
        </p:nvSpPr>
        <p:spPr>
          <a:xfrm>
            <a:off x="5096088" y="502432"/>
            <a:ext cx="6851368" cy="2939266"/>
          </a:xfrm>
          <a:prstGeom prst="rect">
            <a:avLst/>
          </a:prstGeom>
          <a:solidFill>
            <a:schemeClr val="accent6">
              <a:lumMod val="20000"/>
              <a:lumOff val="80000"/>
            </a:schemeClr>
          </a:solidFill>
          <a:ln w="12700">
            <a:solidFill>
              <a:schemeClr val="accent6">
                <a:lumMod val="75000"/>
              </a:schemeClr>
            </a:solidFill>
          </a:ln>
        </p:spPr>
        <p:txBody>
          <a:bodyPr wrap="square">
            <a:spAutoFit/>
          </a:bodyPr>
          <a:lstStyle/>
          <a:p>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typedef</a:t>
            </a:r>
            <a:r>
              <a:rPr lang="en-US" altLang="zh-CN" b="1" dirty="0">
                <a:latin typeface="Courier New" panose="02070309020205020404" pitchFamily="49" charset="0"/>
                <a:cs typeface="Courier New" panose="02070309020205020404" pitchFamily="49" charset="0"/>
              </a:rPr>
              <a:t> </a:t>
            </a:r>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struct</a:t>
            </a:r>
            <a:r>
              <a:rPr lang="en-US" altLang="zh-CN" b="1" dirty="0">
                <a:latin typeface="Courier New" panose="02070309020205020404" pitchFamily="49" charset="0"/>
                <a:cs typeface="Courier New" panose="02070309020205020404" pitchFamily="49" charset="0"/>
              </a:rPr>
              <a:t> </a:t>
            </a:r>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r>
              <a:rPr lang="en-US" altLang="zh-CN" b="1" dirty="0">
                <a:latin typeface="Courier New" panose="02070309020205020404" pitchFamily="49" charset="0"/>
                <a:cs typeface="Courier New" panose="02070309020205020404" pitchFamily="49" charset="0"/>
              </a:rPr>
              <a:t>  </a:t>
            </a:r>
            <a:r>
              <a:rPr lang="en-US" altLang="zh-CN" b="1" dirty="0" err="1">
                <a:latin typeface="Courier New" panose="02070309020205020404" pitchFamily="49" charset="0"/>
                <a:cs typeface="Courier New" panose="02070309020205020404" pitchFamily="49" charset="0"/>
              </a:rPr>
              <a:t>KeysType</a:t>
            </a:r>
            <a:r>
              <a:rPr lang="en-US" altLang="zh-CN" b="1" dirty="0">
                <a:latin typeface="Courier New" panose="02070309020205020404" pitchFamily="49" charset="0"/>
                <a:cs typeface="Courier New" panose="02070309020205020404" pitchFamily="49" charset="0"/>
              </a:rPr>
              <a:t> keys[MAX_NUM_OF_KEY]; </a:t>
            </a:r>
            <a:r>
              <a:rPr lang="en-US" altLang="zh-CN"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a:t>
            </a:r>
            <a:r>
              <a:rPr lang="zh-CN" altLang="en-US"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关键字</a:t>
            </a:r>
            <a:endParaRPr lang="en-US" altLang="zh-CN"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a:p>
            <a:r>
              <a:rPr lang="en-US" altLang="zh-CN" b="1" dirty="0">
                <a:latin typeface="Courier New" panose="02070309020205020404" pitchFamily="49" charset="0"/>
                <a:cs typeface="Courier New" panose="02070309020205020404" pitchFamily="49" charset="0"/>
              </a:rPr>
              <a:t>  </a:t>
            </a:r>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en-US" altLang="zh-CN" b="1" dirty="0">
                <a:latin typeface="Courier New" panose="02070309020205020404" pitchFamily="49" charset="0"/>
                <a:cs typeface="Courier New" panose="02070309020205020404" pitchFamily="49" charset="0"/>
              </a:rPr>
              <a:t> next;                      </a:t>
            </a:r>
            <a:r>
              <a:rPr lang="en-US" altLang="zh-CN"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a:t>
            </a:r>
            <a:r>
              <a:rPr lang="zh-CN" altLang="en-US"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链指针</a:t>
            </a:r>
            <a:endParaRPr lang="en-US" altLang="zh-CN"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a:p>
            <a:r>
              <a:rPr lang="en-US" altLang="zh-CN" b="1" dirty="0">
                <a:latin typeface="Courier New" panose="02070309020205020404" pitchFamily="49" charset="0"/>
                <a:cs typeface="Courier New" panose="02070309020205020404" pitchFamily="49" charset="0"/>
              </a:rPr>
              <a:t>  </a:t>
            </a:r>
            <a:r>
              <a:rPr lang="en-US" altLang="zh-CN" b="1" dirty="0" err="1">
                <a:latin typeface="Courier New" panose="02070309020205020404" pitchFamily="49" charset="0"/>
                <a:cs typeface="Courier New" panose="02070309020205020404" pitchFamily="49" charset="0"/>
              </a:rPr>
              <a:t>InfoType</a:t>
            </a:r>
            <a:r>
              <a:rPr lang="en-US" altLang="zh-CN" b="1" dirty="0">
                <a:latin typeface="Courier New" panose="02070309020205020404" pitchFamily="49" charset="0"/>
                <a:cs typeface="Courier New" panose="02070309020205020404" pitchFamily="49" charset="0"/>
              </a:rPr>
              <a:t> </a:t>
            </a:r>
            <a:r>
              <a:rPr lang="en-US" altLang="zh-CN" b="1" dirty="0" err="1">
                <a:latin typeface="Courier New" panose="02070309020205020404" pitchFamily="49" charset="0"/>
                <a:cs typeface="Courier New" panose="02070309020205020404" pitchFamily="49" charset="0"/>
              </a:rPr>
              <a:t>otheritems</a:t>
            </a:r>
            <a:r>
              <a:rPr lang="en-US" altLang="zh-CN" b="1" dirty="0">
                <a:latin typeface="Courier New" panose="02070309020205020404" pitchFamily="49" charset="0"/>
                <a:cs typeface="Courier New" panose="02070309020205020404" pitchFamily="49" charset="0"/>
              </a:rPr>
              <a:t>;   </a:t>
            </a:r>
            <a:r>
              <a:rPr lang="en-US" altLang="zh-CN"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a:t>
            </a:r>
            <a:r>
              <a:rPr lang="zh-CN" altLang="en-US"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其他数据项</a:t>
            </a:r>
            <a:endParaRPr lang="en-US" altLang="zh-CN"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a:p>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en-US" altLang="zh-CN" b="1" dirty="0">
                <a:latin typeface="Courier New" panose="02070309020205020404" pitchFamily="49" charset="0"/>
                <a:cs typeface="Courier New" panose="02070309020205020404" pitchFamily="49" charset="0"/>
              </a:rPr>
              <a:t> </a:t>
            </a:r>
            <a:r>
              <a:rPr lang="en-US" altLang="zh-CN" b="1" dirty="0" err="1">
                <a:latin typeface="Courier New" panose="02070309020205020404" pitchFamily="49" charset="0"/>
                <a:cs typeface="Courier New" panose="02070309020205020404" pitchFamily="49" charset="0"/>
              </a:rPr>
              <a:t>SLCell</a:t>
            </a:r>
            <a:r>
              <a:rPr lang="en-US" altLang="zh-CN" b="1" dirty="0">
                <a:latin typeface="Courier New" panose="02070309020205020404" pitchFamily="49" charset="0"/>
                <a:cs typeface="Courier New" panose="02070309020205020404" pitchFamily="49" charset="0"/>
              </a:rPr>
              <a:t>;     </a:t>
            </a:r>
            <a:r>
              <a:rPr lang="en-US" altLang="zh-CN"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a:t>
            </a:r>
            <a:r>
              <a:rPr lang="zh-CN" altLang="en-US"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静态链表的结点类型</a:t>
            </a:r>
            <a:endParaRPr lang="en-US" altLang="zh-CN"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a:p>
            <a:pPr>
              <a:spcBef>
                <a:spcPts val="600"/>
              </a:spcBef>
            </a:pPr>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typedef</a:t>
            </a:r>
            <a:r>
              <a:rPr lang="en-US" altLang="zh-CN" b="1" dirty="0">
                <a:latin typeface="Courier New" panose="02070309020205020404" pitchFamily="49" charset="0"/>
                <a:cs typeface="Courier New" panose="02070309020205020404" pitchFamily="49" charset="0"/>
              </a:rPr>
              <a:t> </a:t>
            </a:r>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struct {</a:t>
            </a:r>
          </a:p>
          <a:p>
            <a:r>
              <a:rPr lang="en-US" altLang="zh-CN" b="1" dirty="0">
                <a:latin typeface="Courier New" panose="02070309020205020404" pitchFamily="49" charset="0"/>
                <a:cs typeface="Courier New" panose="02070309020205020404" pitchFamily="49" charset="0"/>
              </a:rPr>
              <a:t>  </a:t>
            </a:r>
            <a:r>
              <a:rPr lang="en-US" altLang="zh-CN" b="1" dirty="0" err="1">
                <a:latin typeface="Courier New" panose="02070309020205020404" pitchFamily="49" charset="0"/>
                <a:cs typeface="Courier New" panose="02070309020205020404" pitchFamily="49" charset="0"/>
              </a:rPr>
              <a:t>SLCell</a:t>
            </a:r>
            <a:r>
              <a:rPr lang="en-US" altLang="zh-CN" b="1" dirty="0">
                <a:latin typeface="Courier New" panose="02070309020205020404" pitchFamily="49" charset="0"/>
                <a:cs typeface="Courier New" panose="02070309020205020404" pitchFamily="49" charset="0"/>
              </a:rPr>
              <a:t> *r;  </a:t>
            </a:r>
            <a:r>
              <a:rPr lang="en-US" altLang="zh-CN"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a:t>
            </a:r>
            <a:r>
              <a:rPr lang="zh-CN" altLang="en-US"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静态链表结点的存储空间，</a:t>
            </a:r>
            <a:r>
              <a:rPr lang="en-US" altLang="zh-CN"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r[0]</a:t>
            </a:r>
            <a:r>
              <a:rPr lang="zh-CN" altLang="en-US"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为头结点</a:t>
            </a:r>
            <a:endParaRPr lang="en-US" altLang="zh-CN"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a:p>
            <a:r>
              <a:rPr lang="en-US" altLang="zh-CN" b="1" dirty="0">
                <a:latin typeface="Courier New" panose="02070309020205020404" pitchFamily="49" charset="0"/>
                <a:cs typeface="Courier New" panose="02070309020205020404" pitchFamily="49" charset="0"/>
              </a:rPr>
              <a:t>  </a:t>
            </a:r>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en-US" altLang="zh-CN" b="1" dirty="0">
                <a:latin typeface="Courier New" panose="02070309020205020404" pitchFamily="49" charset="0"/>
                <a:cs typeface="Courier New" panose="02070309020205020404" pitchFamily="49" charset="0"/>
              </a:rPr>
              <a:t>  </a:t>
            </a:r>
            <a:r>
              <a:rPr lang="en-US" altLang="zh-CN" b="1" dirty="0" err="1">
                <a:latin typeface="Courier New" panose="02070309020205020404" pitchFamily="49" charset="0"/>
                <a:cs typeface="Courier New" panose="02070309020205020404" pitchFamily="49" charset="0"/>
              </a:rPr>
              <a:t>keynum</a:t>
            </a:r>
            <a:r>
              <a:rPr lang="en-US" altLang="zh-CN" b="1" dirty="0">
                <a:latin typeface="Courier New" panose="02070309020205020404" pitchFamily="49" charset="0"/>
                <a:cs typeface="Courier New" panose="02070309020205020404" pitchFamily="49" charset="0"/>
              </a:rPr>
              <a:t>;  </a:t>
            </a:r>
            <a:r>
              <a:rPr lang="en-US" altLang="zh-CN"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a:t>
            </a:r>
            <a:r>
              <a:rPr lang="zh-CN" altLang="en-US"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记录的关键字个（位）数</a:t>
            </a:r>
            <a:endParaRPr lang="en-US" altLang="zh-CN"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a:p>
            <a:r>
              <a:rPr lang="en-US" altLang="zh-CN" b="1" dirty="0">
                <a:latin typeface="Courier New" panose="02070309020205020404" pitchFamily="49" charset="0"/>
                <a:cs typeface="Courier New" panose="02070309020205020404" pitchFamily="49" charset="0"/>
              </a:rPr>
              <a:t>  </a:t>
            </a:r>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en-US" altLang="zh-CN" b="1" dirty="0">
                <a:latin typeface="Courier New" panose="02070309020205020404" pitchFamily="49" charset="0"/>
                <a:cs typeface="Courier New" panose="02070309020205020404" pitchFamily="49" charset="0"/>
              </a:rPr>
              <a:t>  </a:t>
            </a:r>
            <a:r>
              <a:rPr lang="en-US" altLang="zh-CN" b="1" dirty="0" err="1">
                <a:latin typeface="Courier New" panose="02070309020205020404" pitchFamily="49" charset="0"/>
                <a:cs typeface="Courier New" panose="02070309020205020404" pitchFamily="49" charset="0"/>
              </a:rPr>
              <a:t>recnum</a:t>
            </a:r>
            <a:r>
              <a:rPr lang="en-US" altLang="zh-CN" b="1" dirty="0">
                <a:latin typeface="Courier New" panose="02070309020205020404" pitchFamily="49" charset="0"/>
                <a:cs typeface="Courier New" panose="02070309020205020404" pitchFamily="49" charset="0"/>
              </a:rPr>
              <a:t>;  </a:t>
            </a:r>
            <a:r>
              <a:rPr lang="en-US" altLang="zh-CN"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a:t>
            </a:r>
            <a:r>
              <a:rPr lang="zh-CN" altLang="en-US"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静态链表当前长度</a:t>
            </a:r>
            <a:endParaRPr lang="en-US" altLang="zh-CN"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a:p>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en-US" altLang="zh-CN" b="1" dirty="0">
                <a:latin typeface="Courier New" panose="02070309020205020404" pitchFamily="49" charset="0"/>
                <a:cs typeface="Courier New" panose="02070309020205020404" pitchFamily="49" charset="0"/>
              </a:rPr>
              <a:t> *</a:t>
            </a:r>
            <a:r>
              <a:rPr lang="en-US" altLang="zh-CN" b="1" dirty="0" err="1">
                <a:latin typeface="Courier New" panose="02070309020205020404" pitchFamily="49" charset="0"/>
                <a:cs typeface="Courier New" panose="02070309020205020404" pitchFamily="49" charset="0"/>
              </a:rPr>
              <a:t>SLList</a:t>
            </a:r>
            <a:r>
              <a:rPr lang="en-US" altLang="zh-CN" b="1" dirty="0">
                <a:latin typeface="Courier New" panose="02070309020205020404" pitchFamily="49" charset="0"/>
                <a:cs typeface="Courier New" panose="02070309020205020404" pitchFamily="49" charset="0"/>
              </a:rPr>
              <a:t>;      </a:t>
            </a:r>
            <a:r>
              <a:rPr lang="en-US" altLang="zh-CN"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a:t>
            </a:r>
            <a:r>
              <a:rPr lang="zh-CN" altLang="en-US"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静态链表类型</a:t>
            </a:r>
          </a:p>
        </p:txBody>
      </p:sp>
      <p:sp>
        <p:nvSpPr>
          <p:cNvPr id="8" name="矩形: 圆角 7">
            <a:extLst>
              <a:ext uri="{FF2B5EF4-FFF2-40B4-BE49-F238E27FC236}">
                <a16:creationId xmlns:a16="http://schemas.microsoft.com/office/drawing/2014/main" id="{982CFBCF-974D-49A9-9EBF-BE3A7FFA78CB}"/>
              </a:ext>
            </a:extLst>
          </p:cNvPr>
          <p:cNvSpPr/>
          <p:nvPr/>
        </p:nvSpPr>
        <p:spPr>
          <a:xfrm>
            <a:off x="1368871" y="266619"/>
            <a:ext cx="2245010" cy="471625"/>
          </a:xfrm>
          <a:prstGeom prst="roundRect">
            <a:avLst/>
          </a:prstGeom>
          <a:solidFill>
            <a:schemeClr val="tx2">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3004BC"/>
                </a:solidFill>
                <a:effectLst>
                  <a:outerShdw blurRad="38100" dist="38100" dir="2700000" algn="tl">
                    <a:srgbClr val="000000">
                      <a:alpha val="43137"/>
                    </a:srgbClr>
                  </a:outerShdw>
                </a:effectLst>
              </a:rPr>
              <a:t>链式基数排序</a:t>
            </a:r>
          </a:p>
        </p:txBody>
      </p:sp>
      <p:sp>
        <p:nvSpPr>
          <p:cNvPr id="10" name="文本框 9">
            <a:extLst>
              <a:ext uri="{FF2B5EF4-FFF2-40B4-BE49-F238E27FC236}">
                <a16:creationId xmlns:a16="http://schemas.microsoft.com/office/drawing/2014/main" id="{05676705-7B37-46EE-B1E7-4973D2297585}"/>
              </a:ext>
            </a:extLst>
          </p:cNvPr>
          <p:cNvSpPr txBox="1"/>
          <p:nvPr/>
        </p:nvSpPr>
        <p:spPr>
          <a:xfrm>
            <a:off x="493974" y="1050245"/>
            <a:ext cx="3882710" cy="2289216"/>
          </a:xfrm>
          <a:prstGeom prst="rect">
            <a:avLst/>
          </a:prstGeom>
          <a:noFill/>
        </p:spPr>
        <p:txBody>
          <a:bodyPr wrap="square">
            <a:spAutoFit/>
          </a:bodyPr>
          <a:lstStyle/>
          <a:p>
            <a:pPr>
              <a:lnSpc>
                <a:spcPct val="114000"/>
              </a:lnSpc>
            </a:pPr>
            <a:r>
              <a:rPr lang="zh-CN" altLang="zh-CN" sz="1800" b="1" dirty="0">
                <a:effectLst>
                  <a:outerShdw blurRad="38100" dist="38100" dir="2700000" algn="tl">
                    <a:srgbClr val="000000">
                      <a:alpha val="43137"/>
                    </a:srgbClr>
                  </a:outerShdw>
                </a:effectLst>
                <a:latin typeface="Courier New" panose="02070309020205020404" pitchFamily="49" charset="0"/>
                <a:ea typeface="黑体" panose="02010609060101010101" pitchFamily="49" charset="-122"/>
                <a:cs typeface="Courier New" panose="02070309020205020404" pitchFamily="49" charset="0"/>
              </a:rPr>
              <a:t>链式基数排序</a:t>
            </a:r>
            <a:r>
              <a:rPr lang="zh-CN" altLang="zh-CN" sz="1800" b="1" dirty="0">
                <a:effectLst/>
                <a:latin typeface="Courier New" panose="02070309020205020404" pitchFamily="49" charset="0"/>
                <a:ea typeface="宋体" panose="02010600030101010101" pitchFamily="2" charset="-122"/>
                <a:cs typeface="Courier New" panose="02070309020205020404" pitchFamily="49" charset="0"/>
              </a:rPr>
              <a:t>是在链表的结构上实现基数排序的算法。</a:t>
            </a:r>
            <a:endParaRPr lang="en-US" altLang="zh-CN" sz="1800" b="1" dirty="0">
              <a:effectLst/>
              <a:latin typeface="Courier New" panose="02070309020205020404" pitchFamily="49" charset="0"/>
              <a:ea typeface="宋体" panose="02010600030101010101" pitchFamily="2" charset="-122"/>
              <a:cs typeface="Courier New" panose="02070309020205020404" pitchFamily="49" charset="0"/>
            </a:endParaRPr>
          </a:p>
          <a:p>
            <a:pPr>
              <a:lnSpc>
                <a:spcPct val="114000"/>
              </a:lnSpc>
            </a:pPr>
            <a:r>
              <a:rPr lang="zh-CN" altLang="zh-CN" b="1" dirty="0">
                <a:latin typeface="Courier New" panose="02070309020205020404" pitchFamily="49" charset="0"/>
                <a:ea typeface="宋体" panose="02010600030101010101" pitchFamily="2" charset="-122"/>
                <a:cs typeface="Courier New" panose="02070309020205020404" pitchFamily="49" charset="0"/>
              </a:rPr>
              <a:t>类似于表插入排序，在存储结构中每个表结点添加一个</a:t>
            </a:r>
            <a:r>
              <a:rPr lang="en-US" altLang="zh-CN" b="1" dirty="0">
                <a:solidFill>
                  <a:srgbClr val="C00000"/>
                </a:solidFill>
                <a:latin typeface="Courier New" panose="02070309020205020404" pitchFamily="49" charset="0"/>
                <a:ea typeface="宋体" panose="02010600030101010101" pitchFamily="2" charset="-122"/>
                <a:cs typeface="Courier New" panose="02070309020205020404" pitchFamily="49" charset="0"/>
              </a:rPr>
              <a:t>next</a:t>
            </a:r>
            <a:r>
              <a:rPr lang="zh-CN" altLang="zh-CN" b="1" dirty="0">
                <a:latin typeface="Courier New" panose="02070309020205020404" pitchFamily="49" charset="0"/>
                <a:ea typeface="宋体" panose="02010600030101010101" pitchFamily="2" charset="-122"/>
                <a:cs typeface="Courier New" panose="02070309020205020404" pitchFamily="49" charset="0"/>
              </a:rPr>
              <a:t>指针，将存储记录的顺序表改造为一个静态链表。</a:t>
            </a:r>
            <a:endParaRPr lang="en-US" altLang="zh-CN" b="1" dirty="0">
              <a:latin typeface="Courier New" panose="02070309020205020404" pitchFamily="49" charset="0"/>
              <a:ea typeface="宋体" panose="02010600030101010101" pitchFamily="2" charset="-122"/>
              <a:cs typeface="Courier New" panose="02070309020205020404" pitchFamily="49" charset="0"/>
            </a:endParaRPr>
          </a:p>
          <a:p>
            <a:pPr>
              <a:lnSpc>
                <a:spcPct val="114000"/>
              </a:lnSpc>
            </a:pPr>
            <a:r>
              <a:rPr lang="zh-CN" altLang="zh-CN" b="1" dirty="0">
                <a:latin typeface="Courier New" panose="02070309020205020404" pitchFamily="49" charset="0"/>
                <a:ea typeface="宋体" panose="02010600030101010101" pitchFamily="2" charset="-122"/>
                <a:cs typeface="Courier New" panose="02070309020205020404" pitchFamily="49" charset="0"/>
              </a:rPr>
              <a:t>并通过修改结点的</a:t>
            </a:r>
            <a:r>
              <a:rPr lang="en-US" altLang="zh-CN" b="1" dirty="0">
                <a:solidFill>
                  <a:srgbClr val="C00000"/>
                </a:solidFill>
                <a:latin typeface="Courier New" panose="02070309020205020404" pitchFamily="49" charset="0"/>
                <a:ea typeface="宋体" panose="02010600030101010101" pitchFamily="2" charset="-122"/>
                <a:cs typeface="Courier New" panose="02070309020205020404" pitchFamily="49" charset="0"/>
              </a:rPr>
              <a:t>next</a:t>
            </a:r>
            <a:r>
              <a:rPr lang="zh-CN" altLang="zh-CN" b="1" dirty="0">
                <a:latin typeface="Courier New" panose="02070309020205020404" pitchFamily="49" charset="0"/>
                <a:ea typeface="宋体" panose="02010600030101010101" pitchFamily="2" charset="-122"/>
                <a:cs typeface="Courier New" panose="02070309020205020404" pitchFamily="49" charset="0"/>
              </a:rPr>
              <a:t>指针，来实现基数排序中的分配和收集。</a:t>
            </a:r>
            <a:endParaRPr lang="zh-CN" altLang="en-US" b="1" dirty="0">
              <a:latin typeface="Courier New" panose="02070309020205020404" pitchFamily="49" charset="0"/>
              <a:ea typeface="宋体" panose="02010600030101010101" pitchFamily="2" charset="-122"/>
              <a:cs typeface="Courier New" panose="02070309020205020404" pitchFamily="49" charset="0"/>
            </a:endParaRPr>
          </a:p>
        </p:txBody>
      </p:sp>
      <p:cxnSp>
        <p:nvCxnSpPr>
          <p:cNvPr id="12" name="直接连接符 11">
            <a:extLst>
              <a:ext uri="{FF2B5EF4-FFF2-40B4-BE49-F238E27FC236}">
                <a16:creationId xmlns:a16="http://schemas.microsoft.com/office/drawing/2014/main" id="{A40089E9-36A3-4B87-9A48-C38ADD149969}"/>
              </a:ext>
            </a:extLst>
          </p:cNvPr>
          <p:cNvCxnSpPr>
            <a:cxnSpLocks/>
          </p:cNvCxnSpPr>
          <p:nvPr/>
        </p:nvCxnSpPr>
        <p:spPr>
          <a:xfrm>
            <a:off x="5451499" y="1381439"/>
            <a:ext cx="1288348"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ADC74AD4-0F04-4573-A37F-7DAE8A8C46AE}"/>
              </a:ext>
            </a:extLst>
          </p:cNvPr>
          <p:cNvCxnSpPr>
            <a:cxnSpLocks/>
          </p:cNvCxnSpPr>
          <p:nvPr/>
        </p:nvCxnSpPr>
        <p:spPr>
          <a:xfrm>
            <a:off x="2953464" y="4935929"/>
            <a:ext cx="6010738"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D75FF6CA-9E0B-43ED-BF41-EBD5217A6C30}"/>
              </a:ext>
            </a:extLst>
          </p:cNvPr>
          <p:cNvCxnSpPr>
            <a:cxnSpLocks/>
          </p:cNvCxnSpPr>
          <p:nvPr/>
        </p:nvCxnSpPr>
        <p:spPr>
          <a:xfrm>
            <a:off x="2953464" y="5214225"/>
            <a:ext cx="3051781"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9838AD3C-7D96-4802-B37D-BF7F22F67B8F}"/>
              </a:ext>
            </a:extLst>
          </p:cNvPr>
          <p:cNvCxnSpPr>
            <a:cxnSpLocks/>
          </p:cNvCxnSpPr>
          <p:nvPr/>
        </p:nvCxnSpPr>
        <p:spPr>
          <a:xfrm>
            <a:off x="3192004" y="5737685"/>
            <a:ext cx="3696818"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4E1FB3CD-09FF-4B46-ACE9-C3FCC8F97DBE}"/>
              </a:ext>
            </a:extLst>
          </p:cNvPr>
          <p:cNvCxnSpPr>
            <a:cxnSpLocks/>
          </p:cNvCxnSpPr>
          <p:nvPr/>
        </p:nvCxnSpPr>
        <p:spPr>
          <a:xfrm>
            <a:off x="3192004" y="6029232"/>
            <a:ext cx="3290989"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DB5C4EE3-5387-4A8C-8475-B9D95B0FF106}"/>
              </a:ext>
            </a:extLst>
          </p:cNvPr>
          <p:cNvCxnSpPr>
            <a:cxnSpLocks/>
          </p:cNvCxnSpPr>
          <p:nvPr/>
        </p:nvCxnSpPr>
        <p:spPr>
          <a:xfrm>
            <a:off x="5441339" y="1116605"/>
            <a:ext cx="4180409"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1708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par>
                          <p:cTn id="7" fill="hold">
                            <p:stCondLst>
                              <p:cond delay="0"/>
                            </p:stCondLst>
                            <p:childTnLst>
                              <p:par>
                                <p:cTn id="8" presetID="32" presetClass="emph" presetSubtype="0" fill="hold" nodeType="afterEffect">
                                  <p:stCondLst>
                                    <p:cond delay="0"/>
                                  </p:stCondLst>
                                  <p:childTnLst>
                                    <p:animRot by="120000">
                                      <p:cBhvr>
                                        <p:cTn id="9" dur="100" fill="hold">
                                          <p:stCondLst>
                                            <p:cond delay="0"/>
                                          </p:stCondLst>
                                        </p:cTn>
                                        <p:tgtEl>
                                          <p:spTgt spid="11"/>
                                        </p:tgtEl>
                                        <p:attrNameLst>
                                          <p:attrName>r</p:attrName>
                                        </p:attrNameLst>
                                      </p:cBhvr>
                                    </p:animRot>
                                    <p:animRot by="-240000">
                                      <p:cBhvr>
                                        <p:cTn id="10" dur="200" fill="hold">
                                          <p:stCondLst>
                                            <p:cond delay="200"/>
                                          </p:stCondLst>
                                        </p:cTn>
                                        <p:tgtEl>
                                          <p:spTgt spid="11"/>
                                        </p:tgtEl>
                                        <p:attrNameLst>
                                          <p:attrName>r</p:attrName>
                                        </p:attrNameLst>
                                      </p:cBhvr>
                                    </p:animRot>
                                    <p:animRot by="240000">
                                      <p:cBhvr>
                                        <p:cTn id="11" dur="200" fill="hold">
                                          <p:stCondLst>
                                            <p:cond delay="400"/>
                                          </p:stCondLst>
                                        </p:cTn>
                                        <p:tgtEl>
                                          <p:spTgt spid="11"/>
                                        </p:tgtEl>
                                        <p:attrNameLst>
                                          <p:attrName>r</p:attrName>
                                        </p:attrNameLst>
                                      </p:cBhvr>
                                    </p:animRot>
                                    <p:animRot by="-240000">
                                      <p:cBhvr>
                                        <p:cTn id="12" dur="200" fill="hold">
                                          <p:stCondLst>
                                            <p:cond delay="600"/>
                                          </p:stCondLst>
                                        </p:cTn>
                                        <p:tgtEl>
                                          <p:spTgt spid="11"/>
                                        </p:tgtEl>
                                        <p:attrNameLst>
                                          <p:attrName>r</p:attrName>
                                        </p:attrNameLst>
                                      </p:cBhvr>
                                    </p:animRot>
                                    <p:animRot by="120000">
                                      <p:cBhvr>
                                        <p:cTn id="13" dur="200" fill="hold">
                                          <p:stCondLst>
                                            <p:cond delay="800"/>
                                          </p:stCondLst>
                                        </p:cTn>
                                        <p:tgtEl>
                                          <p:spTgt spid="11"/>
                                        </p:tgtEl>
                                        <p:attrNameLst>
                                          <p:attrName>r</p:attrName>
                                        </p:attrNameLst>
                                      </p:cBhvr>
                                    </p:animRo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10">
                                            <p:txEl>
                                              <p:pRg st="0" end="0"/>
                                            </p:txEl>
                                          </p:spTgt>
                                        </p:tgtEl>
                                        <p:attrNameLst>
                                          <p:attrName>style.visibility</p:attrName>
                                        </p:attrNameLst>
                                      </p:cBhvr>
                                      <p:to>
                                        <p:strVal val="visible"/>
                                      </p:to>
                                    </p:set>
                                    <p:animEffect transition="in" filter="wipe(up)">
                                      <p:cBhvr>
                                        <p:cTn id="18" dur="500"/>
                                        <p:tgtEl>
                                          <p:spTgt spid="10">
                                            <p:txEl>
                                              <p:pRg st="0" end="0"/>
                                            </p:txEl>
                                          </p:spTgt>
                                        </p:tgtEl>
                                      </p:cBhvr>
                                    </p:animEffect>
                                  </p:childTnLst>
                                </p:cTn>
                              </p:par>
                            </p:childTnLst>
                          </p:cTn>
                        </p:par>
                        <p:par>
                          <p:cTn id="19" fill="hold">
                            <p:stCondLst>
                              <p:cond delay="500"/>
                            </p:stCondLst>
                            <p:childTnLst>
                              <p:par>
                                <p:cTn id="20" presetID="1" presetClass="entr" presetSubtype="0" fill="hold" nodeType="afterEffect">
                                  <p:stCondLst>
                                    <p:cond delay="0"/>
                                  </p:stCondLst>
                                  <p:childTnLst>
                                    <p:set>
                                      <p:cBhvr>
                                        <p:cTn id="21" dur="1" fill="hold">
                                          <p:stCondLst>
                                            <p:cond delay="0"/>
                                          </p:stCondLst>
                                        </p:cTn>
                                        <p:tgtEl>
                                          <p:spTgt spid="12"/>
                                        </p:tgtEl>
                                        <p:attrNameLst>
                                          <p:attrName>style.visibility</p:attrName>
                                        </p:attrNameLst>
                                      </p:cBhvr>
                                      <p:to>
                                        <p:strVal val="visible"/>
                                      </p:to>
                                    </p:set>
                                  </p:childTnLst>
                                </p:cTn>
                              </p:par>
                            </p:childTnLst>
                          </p:cTn>
                        </p:par>
                        <p:par>
                          <p:cTn id="22" fill="hold">
                            <p:stCondLst>
                              <p:cond delay="500"/>
                            </p:stCondLst>
                            <p:childTnLst>
                              <p:par>
                                <p:cTn id="23" presetID="32" presetClass="emph" presetSubtype="0" fill="hold" nodeType="afterEffect">
                                  <p:stCondLst>
                                    <p:cond delay="0"/>
                                  </p:stCondLst>
                                  <p:childTnLst>
                                    <p:animRot by="120000">
                                      <p:cBhvr>
                                        <p:cTn id="24" dur="100" fill="hold">
                                          <p:stCondLst>
                                            <p:cond delay="0"/>
                                          </p:stCondLst>
                                        </p:cTn>
                                        <p:tgtEl>
                                          <p:spTgt spid="12"/>
                                        </p:tgtEl>
                                        <p:attrNameLst>
                                          <p:attrName>r</p:attrName>
                                        </p:attrNameLst>
                                      </p:cBhvr>
                                    </p:animRot>
                                    <p:animRot by="-240000">
                                      <p:cBhvr>
                                        <p:cTn id="25" dur="200" fill="hold">
                                          <p:stCondLst>
                                            <p:cond delay="200"/>
                                          </p:stCondLst>
                                        </p:cTn>
                                        <p:tgtEl>
                                          <p:spTgt spid="12"/>
                                        </p:tgtEl>
                                        <p:attrNameLst>
                                          <p:attrName>r</p:attrName>
                                        </p:attrNameLst>
                                      </p:cBhvr>
                                    </p:animRot>
                                    <p:animRot by="240000">
                                      <p:cBhvr>
                                        <p:cTn id="26" dur="200" fill="hold">
                                          <p:stCondLst>
                                            <p:cond delay="400"/>
                                          </p:stCondLst>
                                        </p:cTn>
                                        <p:tgtEl>
                                          <p:spTgt spid="12"/>
                                        </p:tgtEl>
                                        <p:attrNameLst>
                                          <p:attrName>r</p:attrName>
                                        </p:attrNameLst>
                                      </p:cBhvr>
                                    </p:animRot>
                                    <p:animRot by="-240000">
                                      <p:cBhvr>
                                        <p:cTn id="27" dur="200" fill="hold">
                                          <p:stCondLst>
                                            <p:cond delay="600"/>
                                          </p:stCondLst>
                                        </p:cTn>
                                        <p:tgtEl>
                                          <p:spTgt spid="12"/>
                                        </p:tgtEl>
                                        <p:attrNameLst>
                                          <p:attrName>r</p:attrName>
                                        </p:attrNameLst>
                                      </p:cBhvr>
                                    </p:animRot>
                                    <p:animRot by="120000">
                                      <p:cBhvr>
                                        <p:cTn id="28" dur="200" fill="hold">
                                          <p:stCondLst>
                                            <p:cond delay="800"/>
                                          </p:stCondLst>
                                        </p:cTn>
                                        <p:tgtEl>
                                          <p:spTgt spid="12"/>
                                        </p:tgtEl>
                                        <p:attrNameLst>
                                          <p:attrName>r</p:attrName>
                                        </p:attrNameLst>
                                      </p:cBhvr>
                                    </p:animRo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10">
                                            <p:txEl>
                                              <p:pRg st="1" end="1"/>
                                            </p:txEl>
                                          </p:spTgt>
                                        </p:tgtEl>
                                        <p:attrNameLst>
                                          <p:attrName>style.visibility</p:attrName>
                                        </p:attrNameLst>
                                      </p:cBhvr>
                                      <p:to>
                                        <p:strVal val="visible"/>
                                      </p:to>
                                    </p:set>
                                    <p:animEffect transition="in" filter="wipe(up)">
                                      <p:cBhvr>
                                        <p:cTn id="33" dur="500"/>
                                        <p:tgtEl>
                                          <p:spTgt spid="10">
                                            <p:txEl>
                                              <p:pRg st="1" end="1"/>
                                            </p:txEl>
                                          </p:spTgt>
                                        </p:tgtEl>
                                      </p:cBhvr>
                                    </p:animEffect>
                                  </p:childTnLst>
                                </p:cTn>
                              </p:par>
                            </p:childTnLst>
                          </p:cTn>
                        </p:par>
                        <p:par>
                          <p:cTn id="34" fill="hold">
                            <p:stCondLst>
                              <p:cond delay="500"/>
                            </p:stCondLst>
                            <p:childTnLst>
                              <p:par>
                                <p:cTn id="35" presetID="22" presetClass="entr" presetSubtype="8" fill="hold" nodeType="after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left)">
                                      <p:cBhvr>
                                        <p:cTn id="37" dur="1000"/>
                                        <p:tgtEl>
                                          <p:spTgt spid="13"/>
                                        </p:tgtEl>
                                      </p:cBhvr>
                                    </p:animEffect>
                                  </p:childTnLst>
                                </p:cTn>
                              </p:par>
                            </p:childTnLst>
                          </p:cTn>
                        </p:par>
                        <p:par>
                          <p:cTn id="38" fill="hold">
                            <p:stCondLst>
                              <p:cond delay="1500"/>
                            </p:stCondLst>
                            <p:childTnLst>
                              <p:par>
                                <p:cTn id="39" presetID="22" presetClass="entr" presetSubtype="8" fill="hold" nodeType="after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wipe(left)">
                                      <p:cBhvr>
                                        <p:cTn id="41" dur="1000"/>
                                        <p:tgtEl>
                                          <p:spTgt spid="14"/>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grpId="0" nodeType="clickEffect">
                                  <p:stCondLst>
                                    <p:cond delay="0"/>
                                  </p:stCondLst>
                                  <p:childTnLst>
                                    <p:set>
                                      <p:cBhvr>
                                        <p:cTn id="45" dur="1" fill="hold">
                                          <p:stCondLst>
                                            <p:cond delay="0"/>
                                          </p:stCondLst>
                                        </p:cTn>
                                        <p:tgtEl>
                                          <p:spTgt spid="10">
                                            <p:txEl>
                                              <p:pRg st="2" end="2"/>
                                            </p:txEl>
                                          </p:spTgt>
                                        </p:tgtEl>
                                        <p:attrNameLst>
                                          <p:attrName>style.visibility</p:attrName>
                                        </p:attrNameLst>
                                      </p:cBhvr>
                                      <p:to>
                                        <p:strVal val="visible"/>
                                      </p:to>
                                    </p:set>
                                    <p:animEffect transition="in" filter="wipe(up)">
                                      <p:cBhvr>
                                        <p:cTn id="46" dur="500"/>
                                        <p:tgtEl>
                                          <p:spTgt spid="10">
                                            <p:txEl>
                                              <p:pRg st="2" end="2"/>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wipe(left)">
                                      <p:cBhvr>
                                        <p:cTn id="51" dur="1000"/>
                                        <p:tgtEl>
                                          <p:spTgt spid="17"/>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wipe(left)">
                                      <p:cBhvr>
                                        <p:cTn id="56" dur="1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1" name="组合 270">
            <a:extLst>
              <a:ext uri="{FF2B5EF4-FFF2-40B4-BE49-F238E27FC236}">
                <a16:creationId xmlns:a16="http://schemas.microsoft.com/office/drawing/2014/main" id="{B2A8B554-4E7C-4870-BB4C-C16162B4E7A5}"/>
              </a:ext>
            </a:extLst>
          </p:cNvPr>
          <p:cNvGrpSpPr/>
          <p:nvPr/>
        </p:nvGrpSpPr>
        <p:grpSpPr>
          <a:xfrm>
            <a:off x="6236729" y="4462427"/>
            <a:ext cx="5643243" cy="617205"/>
            <a:chOff x="6236729" y="3720602"/>
            <a:chExt cx="5643243" cy="617205"/>
          </a:xfrm>
        </p:grpSpPr>
        <p:sp>
          <p:nvSpPr>
            <p:cNvPr id="270" name="Rectangle 321">
              <a:extLst>
                <a:ext uri="{FF2B5EF4-FFF2-40B4-BE49-F238E27FC236}">
                  <a16:creationId xmlns:a16="http://schemas.microsoft.com/office/drawing/2014/main" id="{7E777A8B-18C7-4100-8837-C0FEDE02889F}"/>
                </a:ext>
              </a:extLst>
            </p:cNvPr>
            <p:cNvSpPr>
              <a:spLocks noChangeArrowheads="1"/>
            </p:cNvSpPr>
            <p:nvPr/>
          </p:nvSpPr>
          <p:spPr bwMode="auto">
            <a:xfrm>
              <a:off x="6537208" y="3740565"/>
              <a:ext cx="532864" cy="322788"/>
            </a:xfrm>
            <a:prstGeom prst="rect">
              <a:avLst/>
            </a:prstGeom>
            <a:solidFill>
              <a:schemeClr val="accent6">
                <a:lumMod val="20000"/>
                <a:lumOff val="8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r>
                <a:rPr lang="en-US" altLang="zh-CN" b="1" kern="0" dirty="0">
                  <a:solidFill>
                    <a:srgbClr val="3333CC"/>
                  </a:solidFill>
                  <a:latin typeface="Times New Roman" panose="02020603050405020304" pitchFamily="18" charset="0"/>
                  <a:ea typeface="宋体" panose="02010600030101010101" pitchFamily="2" charset="-122"/>
                </a:rPr>
                <a:t>0</a:t>
              </a:r>
              <a:endParaRPr lang="zh-CN" altLang="zh-CN" b="1" kern="0" dirty="0">
                <a:solidFill>
                  <a:srgbClr val="3333CC"/>
                </a:solidFill>
                <a:latin typeface="Times New Roman" panose="02020603050405020304" pitchFamily="18" charset="0"/>
                <a:ea typeface="宋体" panose="02010600030101010101" pitchFamily="2" charset="-122"/>
              </a:endParaRPr>
            </a:p>
          </p:txBody>
        </p:sp>
        <p:grpSp>
          <p:nvGrpSpPr>
            <p:cNvPr id="266" name="组合 265">
              <a:extLst>
                <a:ext uri="{FF2B5EF4-FFF2-40B4-BE49-F238E27FC236}">
                  <a16:creationId xmlns:a16="http://schemas.microsoft.com/office/drawing/2014/main" id="{BC3FDA27-85D7-4ACC-83B6-5BBBBD7E03F8}"/>
                </a:ext>
              </a:extLst>
            </p:cNvPr>
            <p:cNvGrpSpPr/>
            <p:nvPr/>
          </p:nvGrpSpPr>
          <p:grpSpPr>
            <a:xfrm>
              <a:off x="6236729" y="3720602"/>
              <a:ext cx="5643243" cy="617205"/>
              <a:chOff x="6236729" y="3720602"/>
              <a:chExt cx="5643243" cy="617205"/>
            </a:xfrm>
          </p:grpSpPr>
          <p:grpSp>
            <p:nvGrpSpPr>
              <p:cNvPr id="238" name="组合 237">
                <a:extLst>
                  <a:ext uri="{FF2B5EF4-FFF2-40B4-BE49-F238E27FC236}">
                    <a16:creationId xmlns:a16="http://schemas.microsoft.com/office/drawing/2014/main" id="{87588403-D2F7-4765-8DC7-593B762D79B4}"/>
                  </a:ext>
                </a:extLst>
              </p:cNvPr>
              <p:cNvGrpSpPr/>
              <p:nvPr/>
            </p:nvGrpSpPr>
            <p:grpSpPr>
              <a:xfrm>
                <a:off x="6236729" y="3720602"/>
                <a:ext cx="5643243" cy="369332"/>
                <a:chOff x="6236729" y="3720602"/>
                <a:chExt cx="5643243" cy="369332"/>
              </a:xfrm>
            </p:grpSpPr>
            <p:grpSp>
              <p:nvGrpSpPr>
                <p:cNvPr id="213" name="组合 212">
                  <a:extLst>
                    <a:ext uri="{FF2B5EF4-FFF2-40B4-BE49-F238E27FC236}">
                      <a16:creationId xmlns:a16="http://schemas.microsoft.com/office/drawing/2014/main" id="{2DE3F615-BA08-41F6-84AB-571B47EACAC8}"/>
                    </a:ext>
                  </a:extLst>
                </p:cNvPr>
                <p:cNvGrpSpPr/>
                <p:nvPr/>
              </p:nvGrpSpPr>
              <p:grpSpPr>
                <a:xfrm>
                  <a:off x="6538125" y="3725145"/>
                  <a:ext cx="5341847" cy="350331"/>
                  <a:chOff x="6832331" y="1861166"/>
                  <a:chExt cx="4605516" cy="350331"/>
                </a:xfrm>
              </p:grpSpPr>
              <p:sp>
                <p:nvSpPr>
                  <p:cNvPr id="214" name="Rectangle 313">
                    <a:extLst>
                      <a:ext uri="{FF2B5EF4-FFF2-40B4-BE49-F238E27FC236}">
                        <a16:creationId xmlns:a16="http://schemas.microsoft.com/office/drawing/2014/main" id="{69B5936C-F506-4728-9D1F-E91CF891FD13}"/>
                      </a:ext>
                    </a:extLst>
                  </p:cNvPr>
                  <p:cNvSpPr>
                    <a:spLocks noChangeArrowheads="1"/>
                  </p:cNvSpPr>
                  <p:nvPr/>
                </p:nvSpPr>
                <p:spPr bwMode="auto">
                  <a:xfrm>
                    <a:off x="10979415" y="1872944"/>
                    <a:ext cx="458432" cy="322788"/>
                  </a:xfrm>
                  <a:prstGeom prst="rect">
                    <a:avLst/>
                  </a:prstGeom>
                  <a:solidFill>
                    <a:schemeClr val="accent6">
                      <a:lumMod val="20000"/>
                      <a:lumOff val="8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0</a:t>
                    </a:r>
                    <a:endParaRPr kumimoji="0" lang="zh-CN" altLang="zh-CN"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215" name="Rectangle 314">
                    <a:extLst>
                      <a:ext uri="{FF2B5EF4-FFF2-40B4-BE49-F238E27FC236}">
                        <a16:creationId xmlns:a16="http://schemas.microsoft.com/office/drawing/2014/main" id="{CD211F87-6069-4FEE-9D4D-09F3E949D6F7}"/>
                      </a:ext>
                    </a:extLst>
                  </p:cNvPr>
                  <p:cNvSpPr>
                    <a:spLocks noChangeArrowheads="1"/>
                  </p:cNvSpPr>
                  <p:nvPr/>
                </p:nvSpPr>
                <p:spPr bwMode="auto">
                  <a:xfrm>
                    <a:off x="10520002" y="1872944"/>
                    <a:ext cx="459413" cy="322788"/>
                  </a:xfrm>
                  <a:prstGeom prst="rect">
                    <a:avLst/>
                  </a:prstGeom>
                  <a:solidFill>
                    <a:schemeClr val="accent6">
                      <a:lumMod val="20000"/>
                      <a:lumOff val="8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0</a:t>
                    </a:r>
                    <a:endParaRPr kumimoji="0" lang="zh-CN" altLang="zh-CN"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216" name="Rectangle 315">
                    <a:extLst>
                      <a:ext uri="{FF2B5EF4-FFF2-40B4-BE49-F238E27FC236}">
                        <a16:creationId xmlns:a16="http://schemas.microsoft.com/office/drawing/2014/main" id="{63782135-44AD-4A15-B83F-570CCAF4C3B5}"/>
                      </a:ext>
                    </a:extLst>
                  </p:cNvPr>
                  <p:cNvSpPr>
                    <a:spLocks noChangeArrowheads="1"/>
                  </p:cNvSpPr>
                  <p:nvPr/>
                </p:nvSpPr>
                <p:spPr bwMode="auto">
                  <a:xfrm>
                    <a:off x="10060590" y="1872944"/>
                    <a:ext cx="459413" cy="322788"/>
                  </a:xfrm>
                  <a:prstGeom prst="rect">
                    <a:avLst/>
                  </a:prstGeom>
                  <a:solidFill>
                    <a:schemeClr val="accent6">
                      <a:lumMod val="20000"/>
                      <a:lumOff val="8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0</a:t>
                    </a:r>
                    <a:endParaRPr kumimoji="0" lang="zh-CN" altLang="zh-CN"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217" name="Rectangle 316">
                    <a:extLst>
                      <a:ext uri="{FF2B5EF4-FFF2-40B4-BE49-F238E27FC236}">
                        <a16:creationId xmlns:a16="http://schemas.microsoft.com/office/drawing/2014/main" id="{2C9D32F5-4347-4331-B600-C0CBF2A9E3A2}"/>
                      </a:ext>
                    </a:extLst>
                  </p:cNvPr>
                  <p:cNvSpPr>
                    <a:spLocks noChangeArrowheads="1"/>
                  </p:cNvSpPr>
                  <p:nvPr/>
                </p:nvSpPr>
                <p:spPr bwMode="auto">
                  <a:xfrm>
                    <a:off x="9602158" y="1872944"/>
                    <a:ext cx="458432" cy="322788"/>
                  </a:xfrm>
                  <a:prstGeom prst="rect">
                    <a:avLst/>
                  </a:prstGeom>
                  <a:solidFill>
                    <a:schemeClr val="accent6">
                      <a:lumMod val="20000"/>
                      <a:lumOff val="8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0</a:t>
                    </a:r>
                    <a:endParaRPr kumimoji="0" lang="zh-CN" altLang="zh-CN"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218" name="Rectangle 317">
                    <a:extLst>
                      <a:ext uri="{FF2B5EF4-FFF2-40B4-BE49-F238E27FC236}">
                        <a16:creationId xmlns:a16="http://schemas.microsoft.com/office/drawing/2014/main" id="{C3B507B5-4BFF-4E6D-9570-0B46337578D5}"/>
                      </a:ext>
                    </a:extLst>
                  </p:cNvPr>
                  <p:cNvSpPr>
                    <a:spLocks noChangeArrowheads="1"/>
                  </p:cNvSpPr>
                  <p:nvPr/>
                </p:nvSpPr>
                <p:spPr bwMode="auto">
                  <a:xfrm>
                    <a:off x="9142744" y="1872944"/>
                    <a:ext cx="459413" cy="322788"/>
                  </a:xfrm>
                  <a:prstGeom prst="rect">
                    <a:avLst/>
                  </a:prstGeom>
                  <a:solidFill>
                    <a:schemeClr val="accent6">
                      <a:lumMod val="20000"/>
                      <a:lumOff val="8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0</a:t>
                    </a:r>
                    <a:endParaRPr kumimoji="0" lang="zh-CN" altLang="zh-CN"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219" name="Rectangle 318">
                    <a:extLst>
                      <a:ext uri="{FF2B5EF4-FFF2-40B4-BE49-F238E27FC236}">
                        <a16:creationId xmlns:a16="http://schemas.microsoft.com/office/drawing/2014/main" id="{0B3C79BC-3E7A-45BE-AD06-5E1424AB5C26}"/>
                      </a:ext>
                    </a:extLst>
                  </p:cNvPr>
                  <p:cNvSpPr>
                    <a:spLocks noChangeArrowheads="1"/>
                  </p:cNvSpPr>
                  <p:nvPr/>
                </p:nvSpPr>
                <p:spPr bwMode="auto">
                  <a:xfrm>
                    <a:off x="8683331" y="1872944"/>
                    <a:ext cx="459413" cy="322788"/>
                  </a:xfrm>
                  <a:prstGeom prst="rect">
                    <a:avLst/>
                  </a:prstGeom>
                  <a:solidFill>
                    <a:schemeClr val="accent6">
                      <a:lumMod val="20000"/>
                      <a:lumOff val="8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0</a:t>
                    </a:r>
                    <a:endParaRPr kumimoji="0" lang="zh-CN" altLang="zh-CN"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220" name="Rectangle 319">
                    <a:extLst>
                      <a:ext uri="{FF2B5EF4-FFF2-40B4-BE49-F238E27FC236}">
                        <a16:creationId xmlns:a16="http://schemas.microsoft.com/office/drawing/2014/main" id="{799168A6-A6B6-4719-B51C-0428D1B65351}"/>
                      </a:ext>
                    </a:extLst>
                  </p:cNvPr>
                  <p:cNvSpPr>
                    <a:spLocks noChangeArrowheads="1"/>
                  </p:cNvSpPr>
                  <p:nvPr/>
                </p:nvSpPr>
                <p:spPr bwMode="auto">
                  <a:xfrm>
                    <a:off x="8223918" y="1872944"/>
                    <a:ext cx="459413" cy="322788"/>
                  </a:xfrm>
                  <a:prstGeom prst="rect">
                    <a:avLst/>
                  </a:prstGeom>
                  <a:solidFill>
                    <a:schemeClr val="accent6">
                      <a:lumMod val="20000"/>
                      <a:lumOff val="8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0</a:t>
                    </a:r>
                    <a:endParaRPr kumimoji="0" lang="zh-CN" altLang="zh-CN"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221" name="Rectangle 320">
                    <a:extLst>
                      <a:ext uri="{FF2B5EF4-FFF2-40B4-BE49-F238E27FC236}">
                        <a16:creationId xmlns:a16="http://schemas.microsoft.com/office/drawing/2014/main" id="{0C716A3C-37CF-47E1-A078-4589CCFE5357}"/>
                      </a:ext>
                    </a:extLst>
                  </p:cNvPr>
                  <p:cNvSpPr>
                    <a:spLocks noChangeArrowheads="1"/>
                  </p:cNvSpPr>
                  <p:nvPr/>
                </p:nvSpPr>
                <p:spPr bwMode="auto">
                  <a:xfrm>
                    <a:off x="7765486" y="1861166"/>
                    <a:ext cx="453993" cy="334566"/>
                  </a:xfrm>
                  <a:prstGeom prst="rect">
                    <a:avLst/>
                  </a:prstGeom>
                  <a:solidFill>
                    <a:schemeClr val="accent6">
                      <a:lumMod val="20000"/>
                      <a:lumOff val="8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r>
                      <a:rPr lang="en-US" altLang="zh-CN" b="1" kern="0" dirty="0">
                        <a:solidFill>
                          <a:srgbClr val="3333CC"/>
                        </a:solidFill>
                        <a:latin typeface="Times New Roman" panose="02020603050405020304" pitchFamily="18" charset="0"/>
                        <a:ea typeface="宋体" panose="02010600030101010101" pitchFamily="2" charset="-122"/>
                      </a:rPr>
                      <a:t>0</a:t>
                    </a:r>
                    <a:endParaRPr kumimoji="0" lang="zh-CN" altLang="zh-CN"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222" name="Rectangle 321">
                    <a:extLst>
                      <a:ext uri="{FF2B5EF4-FFF2-40B4-BE49-F238E27FC236}">
                        <a16:creationId xmlns:a16="http://schemas.microsoft.com/office/drawing/2014/main" id="{40164034-CE2D-4872-874E-B01F276544AF}"/>
                      </a:ext>
                    </a:extLst>
                  </p:cNvPr>
                  <p:cNvSpPr>
                    <a:spLocks noChangeArrowheads="1"/>
                  </p:cNvSpPr>
                  <p:nvPr/>
                </p:nvSpPr>
                <p:spPr bwMode="auto">
                  <a:xfrm>
                    <a:off x="7306074" y="1872944"/>
                    <a:ext cx="459413" cy="322788"/>
                  </a:xfrm>
                  <a:prstGeom prst="rect">
                    <a:avLst/>
                  </a:prstGeom>
                  <a:solidFill>
                    <a:schemeClr val="accent6">
                      <a:lumMod val="20000"/>
                      <a:lumOff val="8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fontAlgn="base" hangingPunct="0">
                      <a:spcBef>
                        <a:spcPct val="0"/>
                      </a:spcBef>
                      <a:spcAft>
                        <a:spcPct val="0"/>
                      </a:spcAft>
                    </a:pPr>
                    <a:r>
                      <a:rPr lang="en-US" altLang="zh-CN" b="1" kern="0" dirty="0">
                        <a:solidFill>
                          <a:srgbClr val="3333CC"/>
                        </a:solidFill>
                        <a:latin typeface="Times New Roman" panose="02020603050405020304" pitchFamily="18" charset="0"/>
                        <a:ea typeface="宋体" panose="02010600030101010101" pitchFamily="2" charset="-122"/>
                      </a:rPr>
                      <a:t>0</a:t>
                    </a:r>
                    <a:endParaRPr lang="zh-CN" altLang="zh-CN" b="1" kern="0" dirty="0">
                      <a:solidFill>
                        <a:srgbClr val="3333CC"/>
                      </a:solidFill>
                      <a:latin typeface="Times New Roman" panose="02020603050405020304" pitchFamily="18" charset="0"/>
                      <a:ea typeface="宋体" panose="02010600030101010101" pitchFamily="2" charset="-122"/>
                    </a:endParaRPr>
                  </a:p>
                </p:txBody>
              </p:sp>
              <p:sp useBgFill="1">
                <p:nvSpPr>
                  <p:cNvPr id="223" name="Line 337">
                    <a:extLst>
                      <a:ext uri="{FF2B5EF4-FFF2-40B4-BE49-F238E27FC236}">
                        <a16:creationId xmlns:a16="http://schemas.microsoft.com/office/drawing/2014/main" id="{5B30C4FF-F559-4CB1-94DA-8836AD6838EC}"/>
                      </a:ext>
                    </a:extLst>
                  </p:cNvPr>
                  <p:cNvSpPr>
                    <a:spLocks noChangeShapeType="1"/>
                  </p:cNvSpPr>
                  <p:nvPr/>
                </p:nvSpPr>
                <p:spPr bwMode="auto">
                  <a:xfrm>
                    <a:off x="6832332" y="1872944"/>
                    <a:ext cx="0" cy="322788"/>
                  </a:xfrm>
                  <a:prstGeom prst="line">
                    <a:avLst/>
                  </a:prstGeom>
                  <a:ln w="28575" cap="sq">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0000"/>
                      </a:solidFill>
                      <a:effectLst/>
                      <a:uLnTx/>
                      <a:uFillTx/>
                      <a:latin typeface="Times New Roman" panose="02020603050405020304" pitchFamily="18" charset="0"/>
                      <a:ea typeface="华文行楷" panose="02010800040101010101" pitchFamily="2" charset="-122"/>
                    </a:endParaRPr>
                  </a:p>
                </p:txBody>
              </p:sp>
              <p:sp useBgFill="1">
                <p:nvSpPr>
                  <p:cNvPr id="224" name="Line 339">
                    <a:extLst>
                      <a:ext uri="{FF2B5EF4-FFF2-40B4-BE49-F238E27FC236}">
                        <a16:creationId xmlns:a16="http://schemas.microsoft.com/office/drawing/2014/main" id="{0F3D4E84-52B9-465B-955B-AB6E4DDCE74C}"/>
                      </a:ext>
                    </a:extLst>
                  </p:cNvPr>
                  <p:cNvSpPr>
                    <a:spLocks noChangeShapeType="1"/>
                  </p:cNvSpPr>
                  <p:nvPr/>
                </p:nvSpPr>
                <p:spPr bwMode="auto">
                  <a:xfrm>
                    <a:off x="7306074" y="1872944"/>
                    <a:ext cx="0" cy="322788"/>
                  </a:xfrm>
                  <a:prstGeom prst="line">
                    <a:avLst/>
                  </a:prstGeom>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0000"/>
                      </a:solidFill>
                      <a:effectLst/>
                      <a:uLnTx/>
                      <a:uFillTx/>
                      <a:latin typeface="Times New Roman" panose="02020603050405020304" pitchFamily="18" charset="0"/>
                      <a:ea typeface="华文行楷" panose="02010800040101010101" pitchFamily="2" charset="-122"/>
                    </a:endParaRPr>
                  </a:p>
                </p:txBody>
              </p:sp>
              <p:sp useBgFill="1">
                <p:nvSpPr>
                  <p:cNvPr id="225" name="Line 341">
                    <a:extLst>
                      <a:ext uri="{FF2B5EF4-FFF2-40B4-BE49-F238E27FC236}">
                        <a16:creationId xmlns:a16="http://schemas.microsoft.com/office/drawing/2014/main" id="{A27FF36C-547D-4CE6-912E-509EFE84DBB9}"/>
                      </a:ext>
                    </a:extLst>
                  </p:cNvPr>
                  <p:cNvSpPr>
                    <a:spLocks noChangeShapeType="1"/>
                  </p:cNvSpPr>
                  <p:nvPr/>
                </p:nvSpPr>
                <p:spPr bwMode="auto">
                  <a:xfrm>
                    <a:off x="7765486" y="1872944"/>
                    <a:ext cx="0" cy="322788"/>
                  </a:xfrm>
                  <a:prstGeom prst="line">
                    <a:avLst/>
                  </a:prstGeom>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0000"/>
                      </a:solidFill>
                      <a:effectLst/>
                      <a:uLnTx/>
                      <a:uFillTx/>
                      <a:latin typeface="Times New Roman" panose="02020603050405020304" pitchFamily="18" charset="0"/>
                      <a:ea typeface="华文行楷" panose="02010800040101010101" pitchFamily="2" charset="-122"/>
                    </a:endParaRPr>
                  </a:p>
                </p:txBody>
              </p:sp>
              <p:sp useBgFill="1">
                <p:nvSpPr>
                  <p:cNvPr id="226" name="Line 343">
                    <a:extLst>
                      <a:ext uri="{FF2B5EF4-FFF2-40B4-BE49-F238E27FC236}">
                        <a16:creationId xmlns:a16="http://schemas.microsoft.com/office/drawing/2014/main" id="{891DA7BA-A17F-4453-8738-056BFC80DA8D}"/>
                      </a:ext>
                    </a:extLst>
                  </p:cNvPr>
                  <p:cNvSpPr>
                    <a:spLocks noChangeShapeType="1"/>
                  </p:cNvSpPr>
                  <p:nvPr/>
                </p:nvSpPr>
                <p:spPr bwMode="auto">
                  <a:xfrm>
                    <a:off x="8223918" y="1872944"/>
                    <a:ext cx="0" cy="322788"/>
                  </a:xfrm>
                  <a:prstGeom prst="line">
                    <a:avLst/>
                  </a:prstGeom>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0000"/>
                      </a:solidFill>
                      <a:effectLst/>
                      <a:uLnTx/>
                      <a:uFillTx/>
                      <a:latin typeface="Times New Roman" panose="02020603050405020304" pitchFamily="18" charset="0"/>
                      <a:ea typeface="华文行楷" panose="02010800040101010101" pitchFamily="2" charset="-122"/>
                    </a:endParaRPr>
                  </a:p>
                </p:txBody>
              </p:sp>
              <p:sp useBgFill="1">
                <p:nvSpPr>
                  <p:cNvPr id="227" name="Line 345">
                    <a:extLst>
                      <a:ext uri="{FF2B5EF4-FFF2-40B4-BE49-F238E27FC236}">
                        <a16:creationId xmlns:a16="http://schemas.microsoft.com/office/drawing/2014/main" id="{FDA44B07-FD29-4654-B38E-E975873E471B}"/>
                      </a:ext>
                    </a:extLst>
                  </p:cNvPr>
                  <p:cNvSpPr>
                    <a:spLocks noChangeShapeType="1"/>
                  </p:cNvSpPr>
                  <p:nvPr/>
                </p:nvSpPr>
                <p:spPr bwMode="auto">
                  <a:xfrm>
                    <a:off x="8683331" y="1872944"/>
                    <a:ext cx="0" cy="322788"/>
                  </a:xfrm>
                  <a:prstGeom prst="line">
                    <a:avLst/>
                  </a:prstGeom>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0000"/>
                      </a:solidFill>
                      <a:effectLst/>
                      <a:uLnTx/>
                      <a:uFillTx/>
                      <a:latin typeface="Times New Roman" panose="02020603050405020304" pitchFamily="18" charset="0"/>
                      <a:ea typeface="华文行楷" panose="02010800040101010101" pitchFamily="2" charset="-122"/>
                    </a:endParaRPr>
                  </a:p>
                </p:txBody>
              </p:sp>
              <p:sp useBgFill="1">
                <p:nvSpPr>
                  <p:cNvPr id="228" name="Line 347">
                    <a:extLst>
                      <a:ext uri="{FF2B5EF4-FFF2-40B4-BE49-F238E27FC236}">
                        <a16:creationId xmlns:a16="http://schemas.microsoft.com/office/drawing/2014/main" id="{B6DD8BE1-144A-40EA-83C2-3290F754951D}"/>
                      </a:ext>
                    </a:extLst>
                  </p:cNvPr>
                  <p:cNvSpPr>
                    <a:spLocks noChangeShapeType="1"/>
                  </p:cNvSpPr>
                  <p:nvPr/>
                </p:nvSpPr>
                <p:spPr bwMode="auto">
                  <a:xfrm>
                    <a:off x="9142744" y="1872944"/>
                    <a:ext cx="0" cy="322788"/>
                  </a:xfrm>
                  <a:prstGeom prst="line">
                    <a:avLst/>
                  </a:prstGeom>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0000"/>
                      </a:solidFill>
                      <a:effectLst/>
                      <a:uLnTx/>
                      <a:uFillTx/>
                      <a:latin typeface="Times New Roman" panose="02020603050405020304" pitchFamily="18" charset="0"/>
                      <a:ea typeface="华文行楷" panose="02010800040101010101" pitchFamily="2" charset="-122"/>
                    </a:endParaRPr>
                  </a:p>
                </p:txBody>
              </p:sp>
              <p:sp useBgFill="1">
                <p:nvSpPr>
                  <p:cNvPr id="229" name="Line 349">
                    <a:extLst>
                      <a:ext uri="{FF2B5EF4-FFF2-40B4-BE49-F238E27FC236}">
                        <a16:creationId xmlns:a16="http://schemas.microsoft.com/office/drawing/2014/main" id="{122A86E9-6EF8-4AB3-9039-B6A0534DFB00}"/>
                      </a:ext>
                    </a:extLst>
                  </p:cNvPr>
                  <p:cNvSpPr>
                    <a:spLocks noChangeShapeType="1"/>
                  </p:cNvSpPr>
                  <p:nvPr/>
                </p:nvSpPr>
                <p:spPr bwMode="auto">
                  <a:xfrm>
                    <a:off x="9602158" y="1872944"/>
                    <a:ext cx="0" cy="322788"/>
                  </a:xfrm>
                  <a:prstGeom prst="line">
                    <a:avLst/>
                  </a:prstGeom>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0000"/>
                      </a:solidFill>
                      <a:effectLst/>
                      <a:uLnTx/>
                      <a:uFillTx/>
                      <a:latin typeface="Times New Roman" panose="02020603050405020304" pitchFamily="18" charset="0"/>
                      <a:ea typeface="华文行楷" panose="02010800040101010101" pitchFamily="2" charset="-122"/>
                    </a:endParaRPr>
                  </a:p>
                </p:txBody>
              </p:sp>
              <p:sp useBgFill="1">
                <p:nvSpPr>
                  <p:cNvPr id="230" name="Line 351">
                    <a:extLst>
                      <a:ext uri="{FF2B5EF4-FFF2-40B4-BE49-F238E27FC236}">
                        <a16:creationId xmlns:a16="http://schemas.microsoft.com/office/drawing/2014/main" id="{CF2DFF26-303D-4712-924F-4AC2E62D3B7B}"/>
                      </a:ext>
                    </a:extLst>
                  </p:cNvPr>
                  <p:cNvSpPr>
                    <a:spLocks noChangeShapeType="1"/>
                  </p:cNvSpPr>
                  <p:nvPr/>
                </p:nvSpPr>
                <p:spPr bwMode="auto">
                  <a:xfrm>
                    <a:off x="10060590" y="1872944"/>
                    <a:ext cx="0" cy="322788"/>
                  </a:xfrm>
                  <a:prstGeom prst="line">
                    <a:avLst/>
                  </a:prstGeom>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0000"/>
                      </a:solidFill>
                      <a:effectLst/>
                      <a:uLnTx/>
                      <a:uFillTx/>
                      <a:latin typeface="Times New Roman" panose="02020603050405020304" pitchFamily="18" charset="0"/>
                      <a:ea typeface="华文行楷" panose="02010800040101010101" pitchFamily="2" charset="-122"/>
                    </a:endParaRPr>
                  </a:p>
                </p:txBody>
              </p:sp>
              <p:sp useBgFill="1">
                <p:nvSpPr>
                  <p:cNvPr id="231" name="Line 353">
                    <a:extLst>
                      <a:ext uri="{FF2B5EF4-FFF2-40B4-BE49-F238E27FC236}">
                        <a16:creationId xmlns:a16="http://schemas.microsoft.com/office/drawing/2014/main" id="{156D848B-46BF-4655-89A7-F85FF3916C24}"/>
                      </a:ext>
                    </a:extLst>
                  </p:cNvPr>
                  <p:cNvSpPr>
                    <a:spLocks noChangeShapeType="1"/>
                  </p:cNvSpPr>
                  <p:nvPr/>
                </p:nvSpPr>
                <p:spPr bwMode="auto">
                  <a:xfrm>
                    <a:off x="10520002" y="1872944"/>
                    <a:ext cx="0" cy="322788"/>
                  </a:xfrm>
                  <a:prstGeom prst="line">
                    <a:avLst/>
                  </a:prstGeom>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0000"/>
                      </a:solidFill>
                      <a:effectLst/>
                      <a:uLnTx/>
                      <a:uFillTx/>
                      <a:latin typeface="Times New Roman" panose="02020603050405020304" pitchFamily="18" charset="0"/>
                      <a:ea typeface="华文行楷" panose="02010800040101010101" pitchFamily="2" charset="-122"/>
                    </a:endParaRPr>
                  </a:p>
                </p:txBody>
              </p:sp>
              <p:sp useBgFill="1">
                <p:nvSpPr>
                  <p:cNvPr id="232" name="Line 354">
                    <a:extLst>
                      <a:ext uri="{FF2B5EF4-FFF2-40B4-BE49-F238E27FC236}">
                        <a16:creationId xmlns:a16="http://schemas.microsoft.com/office/drawing/2014/main" id="{998DA54A-C20B-472E-8A11-9641A4FB1DDF}"/>
                      </a:ext>
                    </a:extLst>
                  </p:cNvPr>
                  <p:cNvSpPr>
                    <a:spLocks noChangeShapeType="1"/>
                  </p:cNvSpPr>
                  <p:nvPr/>
                </p:nvSpPr>
                <p:spPr bwMode="auto">
                  <a:xfrm>
                    <a:off x="10979415" y="1872944"/>
                    <a:ext cx="0" cy="322788"/>
                  </a:xfrm>
                  <a:prstGeom prst="line">
                    <a:avLst/>
                  </a:prstGeom>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0000"/>
                      </a:solidFill>
                      <a:effectLst/>
                      <a:uLnTx/>
                      <a:uFillTx/>
                      <a:latin typeface="Times New Roman" panose="02020603050405020304" pitchFamily="18" charset="0"/>
                      <a:ea typeface="华文行楷" panose="02010800040101010101" pitchFamily="2" charset="-122"/>
                    </a:endParaRPr>
                  </a:p>
                </p:txBody>
              </p:sp>
              <p:sp useBgFill="1">
                <p:nvSpPr>
                  <p:cNvPr id="233" name="Line 355">
                    <a:extLst>
                      <a:ext uri="{FF2B5EF4-FFF2-40B4-BE49-F238E27FC236}">
                        <a16:creationId xmlns:a16="http://schemas.microsoft.com/office/drawing/2014/main" id="{B8702DD2-13DD-4048-AAF9-8FDBAF224A32}"/>
                      </a:ext>
                    </a:extLst>
                  </p:cNvPr>
                  <p:cNvSpPr>
                    <a:spLocks noChangeShapeType="1"/>
                  </p:cNvSpPr>
                  <p:nvPr/>
                </p:nvSpPr>
                <p:spPr bwMode="auto">
                  <a:xfrm>
                    <a:off x="11437245" y="1881024"/>
                    <a:ext cx="0" cy="322788"/>
                  </a:xfrm>
                  <a:prstGeom prst="line">
                    <a:avLst/>
                  </a:prstGeom>
                  <a:ln w="28575" cap="sq">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0000"/>
                      </a:solidFill>
                      <a:effectLst/>
                      <a:uLnTx/>
                      <a:uFillTx/>
                      <a:latin typeface="Times New Roman" panose="02020603050405020304" pitchFamily="18" charset="0"/>
                      <a:ea typeface="华文行楷" panose="02010800040101010101" pitchFamily="2" charset="-122"/>
                    </a:endParaRPr>
                  </a:p>
                </p:txBody>
              </p:sp>
              <p:sp useBgFill="1">
                <p:nvSpPr>
                  <p:cNvPr id="234" name="Line 356">
                    <a:extLst>
                      <a:ext uri="{FF2B5EF4-FFF2-40B4-BE49-F238E27FC236}">
                        <a16:creationId xmlns:a16="http://schemas.microsoft.com/office/drawing/2014/main" id="{BD7C91BA-8792-4665-B818-672ECC2DF41C}"/>
                      </a:ext>
                    </a:extLst>
                  </p:cNvPr>
                  <p:cNvSpPr>
                    <a:spLocks noChangeShapeType="1"/>
                  </p:cNvSpPr>
                  <p:nvPr/>
                </p:nvSpPr>
                <p:spPr bwMode="auto">
                  <a:xfrm>
                    <a:off x="6832331" y="1868267"/>
                    <a:ext cx="4604912" cy="4676"/>
                  </a:xfrm>
                  <a:prstGeom prst="line">
                    <a:avLst/>
                  </a:prstGeom>
                  <a:ln w="28575" cap="sq">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0000"/>
                      </a:solidFill>
                      <a:effectLst/>
                      <a:uLnTx/>
                      <a:uFillTx/>
                      <a:latin typeface="Times New Roman" panose="02020603050405020304" pitchFamily="18" charset="0"/>
                      <a:ea typeface="华文行楷" panose="02010800040101010101" pitchFamily="2" charset="-122"/>
                    </a:endParaRPr>
                  </a:p>
                </p:txBody>
              </p:sp>
              <p:sp useBgFill="1">
                <p:nvSpPr>
                  <p:cNvPr id="235" name="Line 357">
                    <a:extLst>
                      <a:ext uri="{FF2B5EF4-FFF2-40B4-BE49-F238E27FC236}">
                        <a16:creationId xmlns:a16="http://schemas.microsoft.com/office/drawing/2014/main" id="{A78B3E5D-CA44-46DB-ADD2-3C7EF1F2B880}"/>
                      </a:ext>
                    </a:extLst>
                  </p:cNvPr>
                  <p:cNvSpPr>
                    <a:spLocks noChangeShapeType="1"/>
                  </p:cNvSpPr>
                  <p:nvPr/>
                </p:nvSpPr>
                <p:spPr bwMode="auto">
                  <a:xfrm>
                    <a:off x="6832332" y="2200408"/>
                    <a:ext cx="4604308" cy="11089"/>
                  </a:xfrm>
                  <a:prstGeom prst="line">
                    <a:avLst/>
                  </a:prstGeom>
                  <a:ln w="28575" cap="sq">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0000"/>
                      </a:solidFill>
                      <a:effectLst/>
                      <a:uLnTx/>
                      <a:uFillTx/>
                      <a:latin typeface="Times New Roman" panose="02020603050405020304" pitchFamily="18" charset="0"/>
                      <a:ea typeface="华文行楷" panose="02010800040101010101" pitchFamily="2" charset="-122"/>
                    </a:endParaRPr>
                  </a:p>
                </p:txBody>
              </p:sp>
            </p:grpSp>
            <p:sp>
              <p:nvSpPr>
                <p:cNvPr id="237" name="Rectangle 445">
                  <a:extLst>
                    <a:ext uri="{FF2B5EF4-FFF2-40B4-BE49-F238E27FC236}">
                      <a16:creationId xmlns:a16="http://schemas.microsoft.com/office/drawing/2014/main" id="{E25D5DFC-F0C3-4CD7-9183-1BA156E05418}"/>
                    </a:ext>
                  </a:extLst>
                </p:cNvPr>
                <p:cNvSpPr>
                  <a:spLocks noChangeArrowheads="1"/>
                </p:cNvSpPr>
                <p:nvPr/>
              </p:nvSpPr>
              <p:spPr bwMode="auto">
                <a:xfrm>
                  <a:off x="6236729" y="3720602"/>
                  <a:ext cx="293401" cy="369332"/>
                </a:xfrm>
                <a:prstGeom prst="rect">
                  <a:avLst/>
                </a:prstGeom>
                <a:noFill/>
                <a:ln w="12700">
                  <a:noFill/>
                  <a:miter lim="800000"/>
                  <a:headEnd/>
                  <a:tailEnd/>
                </a:ln>
                <a:effectLst/>
              </p:spPr>
              <p:txBody>
                <a:bodyPr wrap="none" lIns="36000" tIns="0" rIns="72000" bIns="0">
                  <a:spAutoFit/>
                </a:bodyPr>
                <a:lstStyle/>
                <a:p>
                  <a:pPr eaLnBrk="0" fontAlgn="base" hangingPunct="0">
                    <a:spcBef>
                      <a:spcPct val="0"/>
                    </a:spcBef>
                    <a:spcAft>
                      <a:spcPct val="0"/>
                    </a:spcAft>
                  </a:pPr>
                  <a:r>
                    <a:rPr lang="en-US" altLang="zh-CN" sz="2400" b="1" dirty="0">
                      <a:solidFill>
                        <a:srgbClr val="CC6600"/>
                      </a:solidFill>
                      <a:latin typeface="Courier New" panose="02070309020205020404" pitchFamily="49" charset="0"/>
                      <a:ea typeface="宋体" panose="02010600030101010101" pitchFamily="2" charset="-122"/>
                      <a:cs typeface="Courier New" panose="02070309020205020404" pitchFamily="49" charset="0"/>
                    </a:rPr>
                    <a:t>f</a:t>
                  </a:r>
                </a:p>
              </p:txBody>
            </p:sp>
          </p:grpSp>
          <p:grpSp>
            <p:nvGrpSpPr>
              <p:cNvPr id="241" name="组合 240">
                <a:extLst>
                  <a:ext uri="{FF2B5EF4-FFF2-40B4-BE49-F238E27FC236}">
                    <a16:creationId xmlns:a16="http://schemas.microsoft.com/office/drawing/2014/main" id="{5E27879E-8D7A-4291-83AA-D64D842389CA}"/>
                  </a:ext>
                </a:extLst>
              </p:cNvPr>
              <p:cNvGrpSpPr/>
              <p:nvPr/>
            </p:nvGrpSpPr>
            <p:grpSpPr>
              <a:xfrm>
                <a:off x="6574513" y="4062057"/>
                <a:ext cx="5277953" cy="275750"/>
                <a:chOff x="6602019" y="1642643"/>
                <a:chExt cx="5277953" cy="275750"/>
              </a:xfrm>
            </p:grpSpPr>
            <p:sp>
              <p:nvSpPr>
                <p:cNvPr id="242" name="Rectangle 312">
                  <a:extLst>
                    <a:ext uri="{FF2B5EF4-FFF2-40B4-BE49-F238E27FC236}">
                      <a16:creationId xmlns:a16="http://schemas.microsoft.com/office/drawing/2014/main" id="{6B61CF31-1A5F-46F1-81C1-BE944B1049E9}"/>
                    </a:ext>
                  </a:extLst>
                </p:cNvPr>
                <p:cNvSpPr>
                  <a:spLocks noChangeArrowheads="1"/>
                </p:cNvSpPr>
                <p:nvPr/>
              </p:nvSpPr>
              <p:spPr bwMode="auto">
                <a:xfrm>
                  <a:off x="11351838" y="1642643"/>
                  <a:ext cx="528134" cy="275750"/>
                </a:xfrm>
                <a:prstGeom prst="rect">
                  <a:avLst/>
                </a:prstGeom>
                <a:noFill/>
                <a:ln>
                  <a:noFill/>
                </a:ln>
                <a:effectLst/>
              </p:spPr>
              <p:txBody>
                <a:bodyPr tIns="0" bIns="0" anchor="ctr" anchorCtr="0"/>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b="0" i="0" u="none" strike="noStrike" kern="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rPr>
                    <a:t>9</a:t>
                  </a:r>
                </a:p>
              </p:txBody>
            </p:sp>
            <p:sp>
              <p:nvSpPr>
                <p:cNvPr id="243" name="Rectangle 323">
                  <a:extLst>
                    <a:ext uri="{FF2B5EF4-FFF2-40B4-BE49-F238E27FC236}">
                      <a16:creationId xmlns:a16="http://schemas.microsoft.com/office/drawing/2014/main" id="{A533283A-C2E2-443C-BEE4-BCE9F6A91750}"/>
                    </a:ext>
                  </a:extLst>
                </p:cNvPr>
                <p:cNvSpPr>
                  <a:spLocks noChangeArrowheads="1"/>
                </p:cNvSpPr>
                <p:nvPr/>
              </p:nvSpPr>
              <p:spPr bwMode="auto">
                <a:xfrm>
                  <a:off x="10824832" y="1642643"/>
                  <a:ext cx="527006" cy="275750"/>
                </a:xfrm>
                <a:prstGeom prst="rect">
                  <a:avLst/>
                </a:prstGeom>
                <a:noFill/>
                <a:ln>
                  <a:noFill/>
                </a:ln>
                <a:effectLst/>
              </p:spPr>
              <p:txBody>
                <a:bodyPr tIns="0" bIns="0" anchor="ctr" anchorCtr="0"/>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b="0" i="0" u="none" strike="noStrike" kern="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rPr>
                    <a:t>8</a:t>
                  </a:r>
                </a:p>
              </p:txBody>
            </p:sp>
            <p:sp>
              <p:nvSpPr>
                <p:cNvPr id="244" name="Rectangle 324">
                  <a:extLst>
                    <a:ext uri="{FF2B5EF4-FFF2-40B4-BE49-F238E27FC236}">
                      <a16:creationId xmlns:a16="http://schemas.microsoft.com/office/drawing/2014/main" id="{C2DBABD2-6404-492D-906F-C892E055F664}"/>
                    </a:ext>
                  </a:extLst>
                </p:cNvPr>
                <p:cNvSpPr>
                  <a:spLocks noChangeArrowheads="1"/>
                </p:cNvSpPr>
                <p:nvPr/>
              </p:nvSpPr>
              <p:spPr bwMode="auto">
                <a:xfrm>
                  <a:off x="10296699" y="1642643"/>
                  <a:ext cx="528134" cy="275750"/>
                </a:xfrm>
                <a:prstGeom prst="rect">
                  <a:avLst/>
                </a:prstGeom>
                <a:noFill/>
                <a:ln>
                  <a:noFill/>
                </a:ln>
                <a:effectLst/>
              </p:spPr>
              <p:txBody>
                <a:bodyPr tIns="0" bIns="0" anchor="ctr" anchorCtr="0"/>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b="0" i="0" u="none" strike="noStrike" kern="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rPr>
                    <a:t>7</a:t>
                  </a:r>
                </a:p>
              </p:txBody>
            </p:sp>
            <p:sp>
              <p:nvSpPr>
                <p:cNvPr id="245" name="Rectangle 325">
                  <a:extLst>
                    <a:ext uri="{FF2B5EF4-FFF2-40B4-BE49-F238E27FC236}">
                      <a16:creationId xmlns:a16="http://schemas.microsoft.com/office/drawing/2014/main" id="{88888AA7-67B5-4A28-A04B-91B1119CE5EF}"/>
                    </a:ext>
                  </a:extLst>
                </p:cNvPr>
                <p:cNvSpPr>
                  <a:spLocks noChangeArrowheads="1"/>
                </p:cNvSpPr>
                <p:nvPr/>
              </p:nvSpPr>
              <p:spPr bwMode="auto">
                <a:xfrm>
                  <a:off x="9768566" y="1642643"/>
                  <a:ext cx="528134" cy="275750"/>
                </a:xfrm>
                <a:prstGeom prst="rect">
                  <a:avLst/>
                </a:prstGeom>
                <a:noFill/>
                <a:ln>
                  <a:noFill/>
                </a:ln>
                <a:effectLst/>
              </p:spPr>
              <p:txBody>
                <a:bodyPr tIns="0" bIns="0" anchor="ctr" anchorCtr="0"/>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b="0" i="0" u="none" strike="noStrike" kern="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rPr>
                    <a:t>6</a:t>
                  </a:r>
                </a:p>
              </p:txBody>
            </p:sp>
            <p:sp>
              <p:nvSpPr>
                <p:cNvPr id="246" name="Rectangle 326">
                  <a:extLst>
                    <a:ext uri="{FF2B5EF4-FFF2-40B4-BE49-F238E27FC236}">
                      <a16:creationId xmlns:a16="http://schemas.microsoft.com/office/drawing/2014/main" id="{E3B17CC2-6EA8-49D9-A858-C90A6B0BF589}"/>
                    </a:ext>
                  </a:extLst>
                </p:cNvPr>
                <p:cNvSpPr>
                  <a:spLocks noChangeArrowheads="1"/>
                </p:cNvSpPr>
                <p:nvPr/>
              </p:nvSpPr>
              <p:spPr bwMode="auto">
                <a:xfrm>
                  <a:off x="9241560" y="1642643"/>
                  <a:ext cx="527006" cy="275750"/>
                </a:xfrm>
                <a:prstGeom prst="rect">
                  <a:avLst/>
                </a:prstGeom>
                <a:noFill/>
                <a:ln>
                  <a:noFill/>
                </a:ln>
                <a:effectLst/>
              </p:spPr>
              <p:txBody>
                <a:bodyPr tIns="0" bIns="0" anchor="ctr" anchorCtr="0"/>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b="0" i="0" u="none" strike="noStrike" kern="0" cap="none" spc="0" normalizeH="0" baseline="0" noProof="0">
                      <a:ln>
                        <a:noFill/>
                      </a:ln>
                      <a:solidFill>
                        <a:srgbClr val="002060"/>
                      </a:solidFill>
                      <a:effectLst/>
                      <a:uLnTx/>
                      <a:uFillTx/>
                      <a:latin typeface="Times New Roman" panose="02020603050405020304" pitchFamily="18" charset="0"/>
                      <a:ea typeface="宋体" panose="02010600030101010101" pitchFamily="2" charset="-122"/>
                    </a:rPr>
                    <a:t>5</a:t>
                  </a:r>
                </a:p>
              </p:txBody>
            </p:sp>
            <p:sp>
              <p:nvSpPr>
                <p:cNvPr id="247" name="Rectangle 327">
                  <a:extLst>
                    <a:ext uri="{FF2B5EF4-FFF2-40B4-BE49-F238E27FC236}">
                      <a16:creationId xmlns:a16="http://schemas.microsoft.com/office/drawing/2014/main" id="{E7D6DFDD-D0D9-41CB-963B-8AFE9B8F03AA}"/>
                    </a:ext>
                  </a:extLst>
                </p:cNvPr>
                <p:cNvSpPr>
                  <a:spLocks noChangeArrowheads="1"/>
                </p:cNvSpPr>
                <p:nvPr/>
              </p:nvSpPr>
              <p:spPr bwMode="auto">
                <a:xfrm>
                  <a:off x="8713426" y="1642643"/>
                  <a:ext cx="528134" cy="275750"/>
                </a:xfrm>
                <a:prstGeom prst="rect">
                  <a:avLst/>
                </a:prstGeom>
                <a:noFill/>
                <a:ln>
                  <a:noFill/>
                </a:ln>
                <a:effectLst/>
              </p:spPr>
              <p:txBody>
                <a:bodyPr tIns="0" bIns="0" anchor="ctr" anchorCtr="0"/>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b="0" i="0" u="none" strike="noStrike" kern="0" cap="none" spc="0" normalizeH="0" baseline="0" noProof="0">
                      <a:ln>
                        <a:noFill/>
                      </a:ln>
                      <a:solidFill>
                        <a:srgbClr val="002060"/>
                      </a:solidFill>
                      <a:effectLst/>
                      <a:uLnTx/>
                      <a:uFillTx/>
                      <a:latin typeface="Times New Roman" panose="02020603050405020304" pitchFamily="18" charset="0"/>
                      <a:ea typeface="宋体" panose="02010600030101010101" pitchFamily="2" charset="-122"/>
                    </a:rPr>
                    <a:t>4</a:t>
                  </a:r>
                </a:p>
              </p:txBody>
            </p:sp>
            <p:sp>
              <p:nvSpPr>
                <p:cNvPr id="248" name="Rectangle 328">
                  <a:extLst>
                    <a:ext uri="{FF2B5EF4-FFF2-40B4-BE49-F238E27FC236}">
                      <a16:creationId xmlns:a16="http://schemas.microsoft.com/office/drawing/2014/main" id="{E1CCFFC5-96CE-4298-97C0-0B2410F5A71A}"/>
                    </a:ext>
                  </a:extLst>
                </p:cNvPr>
                <p:cNvSpPr>
                  <a:spLocks noChangeArrowheads="1"/>
                </p:cNvSpPr>
                <p:nvPr/>
              </p:nvSpPr>
              <p:spPr bwMode="auto">
                <a:xfrm>
                  <a:off x="8185292" y="1642643"/>
                  <a:ext cx="528134" cy="275750"/>
                </a:xfrm>
                <a:prstGeom prst="rect">
                  <a:avLst/>
                </a:prstGeom>
                <a:noFill/>
                <a:ln>
                  <a:noFill/>
                </a:ln>
                <a:effectLst/>
              </p:spPr>
              <p:txBody>
                <a:bodyPr tIns="0" bIns="0" anchor="ctr" anchorCtr="0"/>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b="0" i="0" u="none" strike="noStrike" kern="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rPr>
                    <a:t>3</a:t>
                  </a:r>
                </a:p>
              </p:txBody>
            </p:sp>
            <p:sp>
              <p:nvSpPr>
                <p:cNvPr id="249" name="Rectangle 329">
                  <a:extLst>
                    <a:ext uri="{FF2B5EF4-FFF2-40B4-BE49-F238E27FC236}">
                      <a16:creationId xmlns:a16="http://schemas.microsoft.com/office/drawing/2014/main" id="{86AAE2BC-9D5A-4164-B6D1-03E6931629D7}"/>
                    </a:ext>
                  </a:extLst>
                </p:cNvPr>
                <p:cNvSpPr>
                  <a:spLocks noChangeArrowheads="1"/>
                </p:cNvSpPr>
                <p:nvPr/>
              </p:nvSpPr>
              <p:spPr bwMode="auto">
                <a:xfrm>
                  <a:off x="7657158" y="1642643"/>
                  <a:ext cx="528134" cy="275750"/>
                </a:xfrm>
                <a:prstGeom prst="rect">
                  <a:avLst/>
                </a:prstGeom>
                <a:noFill/>
                <a:ln>
                  <a:noFill/>
                </a:ln>
                <a:effectLst/>
              </p:spPr>
              <p:txBody>
                <a:bodyPr tIns="0" bIns="0" anchor="ctr" anchorCtr="0"/>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b="0" i="0" u="none" strike="noStrike" kern="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rPr>
                    <a:t>2</a:t>
                  </a:r>
                </a:p>
              </p:txBody>
            </p:sp>
            <p:sp>
              <p:nvSpPr>
                <p:cNvPr id="250" name="Rectangle 330">
                  <a:extLst>
                    <a:ext uri="{FF2B5EF4-FFF2-40B4-BE49-F238E27FC236}">
                      <a16:creationId xmlns:a16="http://schemas.microsoft.com/office/drawing/2014/main" id="{8E7539E7-5F19-4B0E-B333-E78C9AC2B1B2}"/>
                    </a:ext>
                  </a:extLst>
                </p:cNvPr>
                <p:cNvSpPr>
                  <a:spLocks noChangeArrowheads="1"/>
                </p:cNvSpPr>
                <p:nvPr/>
              </p:nvSpPr>
              <p:spPr bwMode="auto">
                <a:xfrm>
                  <a:off x="7130153" y="1642643"/>
                  <a:ext cx="527006" cy="275750"/>
                </a:xfrm>
                <a:prstGeom prst="rect">
                  <a:avLst/>
                </a:prstGeom>
                <a:noFill/>
                <a:ln>
                  <a:noFill/>
                </a:ln>
                <a:effectLst/>
              </p:spPr>
              <p:txBody>
                <a:bodyPr tIns="0" bIns="0" anchor="ctr" anchorCtr="0"/>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b="0" i="0" u="none" strike="noStrike" kern="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rPr>
                    <a:t>1</a:t>
                  </a:r>
                </a:p>
              </p:txBody>
            </p:sp>
            <p:sp>
              <p:nvSpPr>
                <p:cNvPr id="251" name="Rectangle 331">
                  <a:extLst>
                    <a:ext uri="{FF2B5EF4-FFF2-40B4-BE49-F238E27FC236}">
                      <a16:creationId xmlns:a16="http://schemas.microsoft.com/office/drawing/2014/main" id="{FF5DF64D-2965-4607-98BC-6F9370E84769}"/>
                    </a:ext>
                  </a:extLst>
                </p:cNvPr>
                <p:cNvSpPr>
                  <a:spLocks noChangeArrowheads="1"/>
                </p:cNvSpPr>
                <p:nvPr/>
              </p:nvSpPr>
              <p:spPr bwMode="auto">
                <a:xfrm>
                  <a:off x="6602019" y="1642643"/>
                  <a:ext cx="528134" cy="275750"/>
                </a:xfrm>
                <a:prstGeom prst="rect">
                  <a:avLst/>
                </a:prstGeom>
                <a:noFill/>
                <a:ln>
                  <a:noFill/>
                </a:ln>
                <a:effectLst/>
              </p:spPr>
              <p:txBody>
                <a:bodyPr tIns="0" bIns="0" anchor="ctr" anchorCtr="0"/>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b="0" i="0" u="none" strike="noStrike" kern="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rPr>
                    <a:t>0</a:t>
                  </a:r>
                </a:p>
              </p:txBody>
            </p:sp>
            <p:sp>
              <p:nvSpPr>
                <p:cNvPr id="252" name="Line 335">
                  <a:extLst>
                    <a:ext uri="{FF2B5EF4-FFF2-40B4-BE49-F238E27FC236}">
                      <a16:creationId xmlns:a16="http://schemas.microsoft.com/office/drawing/2014/main" id="{B2422338-54F3-4C32-A911-16EA005E233F}"/>
                    </a:ext>
                  </a:extLst>
                </p:cNvPr>
                <p:cNvSpPr>
                  <a:spLocks noChangeShapeType="1"/>
                </p:cNvSpPr>
                <p:nvPr/>
              </p:nvSpPr>
              <p:spPr bwMode="auto">
                <a:xfrm>
                  <a:off x="11879972" y="1642643"/>
                  <a:ext cx="0" cy="275750"/>
                </a:xfrm>
                <a:prstGeom prst="line">
                  <a:avLst/>
                </a:prstGeom>
                <a:ln>
                  <a:noFill/>
                </a:ln>
                <a:effectLst/>
                <a:extLs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ctr" anchorCtr="0"/>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2060"/>
                    </a:solidFill>
                    <a:effectLst/>
                    <a:uLnTx/>
                    <a:uFillTx/>
                    <a:latin typeface="Times New Roman" panose="02020603050405020304" pitchFamily="18" charset="0"/>
                    <a:ea typeface="华文行楷" panose="02010800040101010101" pitchFamily="2" charset="-122"/>
                  </a:endParaRPr>
                </a:p>
              </p:txBody>
            </p:sp>
            <p:sp>
              <p:nvSpPr>
                <p:cNvPr id="253" name="Line 336">
                  <a:extLst>
                    <a:ext uri="{FF2B5EF4-FFF2-40B4-BE49-F238E27FC236}">
                      <a16:creationId xmlns:a16="http://schemas.microsoft.com/office/drawing/2014/main" id="{5988971E-5660-4912-A2B5-FF49095FF54A}"/>
                    </a:ext>
                  </a:extLst>
                </p:cNvPr>
                <p:cNvSpPr>
                  <a:spLocks noChangeShapeType="1"/>
                </p:cNvSpPr>
                <p:nvPr/>
              </p:nvSpPr>
              <p:spPr bwMode="auto">
                <a:xfrm>
                  <a:off x="6602019" y="1642643"/>
                  <a:ext cx="528134" cy="0"/>
                </a:xfrm>
                <a:prstGeom prst="line">
                  <a:avLst/>
                </a:prstGeom>
                <a:ln>
                  <a:noFill/>
                </a:ln>
                <a:effectLst/>
                <a:extLs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ctr" anchorCtr="0"/>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2060"/>
                    </a:solidFill>
                    <a:effectLst/>
                    <a:uLnTx/>
                    <a:uFillTx/>
                    <a:latin typeface="Times New Roman" panose="02020603050405020304" pitchFamily="18" charset="0"/>
                    <a:ea typeface="华文行楷" panose="02010800040101010101" pitchFamily="2" charset="-122"/>
                  </a:endParaRPr>
                </a:p>
              </p:txBody>
            </p:sp>
            <p:sp>
              <p:nvSpPr>
                <p:cNvPr id="254" name="Line 338">
                  <a:extLst>
                    <a:ext uri="{FF2B5EF4-FFF2-40B4-BE49-F238E27FC236}">
                      <a16:creationId xmlns:a16="http://schemas.microsoft.com/office/drawing/2014/main" id="{3DBA9EE3-E6D0-46E0-BF58-768FEDD6940A}"/>
                    </a:ext>
                  </a:extLst>
                </p:cNvPr>
                <p:cNvSpPr>
                  <a:spLocks noChangeShapeType="1"/>
                </p:cNvSpPr>
                <p:nvPr/>
              </p:nvSpPr>
              <p:spPr bwMode="auto">
                <a:xfrm>
                  <a:off x="7130153" y="1642643"/>
                  <a:ext cx="527006" cy="0"/>
                </a:xfrm>
                <a:prstGeom prst="line">
                  <a:avLst/>
                </a:prstGeom>
                <a:ln>
                  <a:noFill/>
                </a:ln>
                <a:effectLst/>
                <a:extLs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ctr" anchorCtr="0"/>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2060"/>
                    </a:solidFill>
                    <a:effectLst/>
                    <a:uLnTx/>
                    <a:uFillTx/>
                    <a:latin typeface="Times New Roman" panose="02020603050405020304" pitchFamily="18" charset="0"/>
                    <a:ea typeface="华文行楷" panose="02010800040101010101" pitchFamily="2" charset="-122"/>
                  </a:endParaRPr>
                </a:p>
              </p:txBody>
            </p:sp>
            <p:sp>
              <p:nvSpPr>
                <p:cNvPr id="255" name="Line 340">
                  <a:extLst>
                    <a:ext uri="{FF2B5EF4-FFF2-40B4-BE49-F238E27FC236}">
                      <a16:creationId xmlns:a16="http://schemas.microsoft.com/office/drawing/2014/main" id="{636770F9-B19C-43BC-8A0C-CD7D8D06CB4C}"/>
                    </a:ext>
                  </a:extLst>
                </p:cNvPr>
                <p:cNvSpPr>
                  <a:spLocks noChangeShapeType="1"/>
                </p:cNvSpPr>
                <p:nvPr/>
              </p:nvSpPr>
              <p:spPr bwMode="auto">
                <a:xfrm>
                  <a:off x="7657158" y="1642643"/>
                  <a:ext cx="528134" cy="0"/>
                </a:xfrm>
                <a:prstGeom prst="line">
                  <a:avLst/>
                </a:prstGeom>
                <a:ln>
                  <a:noFill/>
                </a:ln>
                <a:effectLst/>
                <a:extLs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ctr" anchorCtr="0"/>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2060"/>
                    </a:solidFill>
                    <a:effectLst/>
                    <a:uLnTx/>
                    <a:uFillTx/>
                    <a:latin typeface="Times New Roman" panose="02020603050405020304" pitchFamily="18" charset="0"/>
                    <a:ea typeface="华文行楷" panose="02010800040101010101" pitchFamily="2" charset="-122"/>
                  </a:endParaRPr>
                </a:p>
              </p:txBody>
            </p:sp>
            <p:sp>
              <p:nvSpPr>
                <p:cNvPr id="256" name="Line 342">
                  <a:extLst>
                    <a:ext uri="{FF2B5EF4-FFF2-40B4-BE49-F238E27FC236}">
                      <a16:creationId xmlns:a16="http://schemas.microsoft.com/office/drawing/2014/main" id="{B640DF10-EFE2-4226-B70A-4D4683459254}"/>
                    </a:ext>
                  </a:extLst>
                </p:cNvPr>
                <p:cNvSpPr>
                  <a:spLocks noChangeShapeType="1"/>
                </p:cNvSpPr>
                <p:nvPr/>
              </p:nvSpPr>
              <p:spPr bwMode="auto">
                <a:xfrm>
                  <a:off x="8185292" y="1642643"/>
                  <a:ext cx="528134" cy="0"/>
                </a:xfrm>
                <a:prstGeom prst="line">
                  <a:avLst/>
                </a:prstGeom>
                <a:ln>
                  <a:noFill/>
                </a:ln>
                <a:effectLst/>
                <a:extLs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ctr" anchorCtr="0"/>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2060"/>
                    </a:solidFill>
                    <a:effectLst/>
                    <a:uLnTx/>
                    <a:uFillTx/>
                    <a:latin typeface="Times New Roman" panose="02020603050405020304" pitchFamily="18" charset="0"/>
                    <a:ea typeface="华文行楷" panose="02010800040101010101" pitchFamily="2" charset="-122"/>
                  </a:endParaRPr>
                </a:p>
              </p:txBody>
            </p:sp>
            <p:sp>
              <p:nvSpPr>
                <p:cNvPr id="257" name="Line 344">
                  <a:extLst>
                    <a:ext uri="{FF2B5EF4-FFF2-40B4-BE49-F238E27FC236}">
                      <a16:creationId xmlns:a16="http://schemas.microsoft.com/office/drawing/2014/main" id="{2BDFE035-4C56-4CA6-B85F-D0802D485589}"/>
                    </a:ext>
                  </a:extLst>
                </p:cNvPr>
                <p:cNvSpPr>
                  <a:spLocks noChangeShapeType="1"/>
                </p:cNvSpPr>
                <p:nvPr/>
              </p:nvSpPr>
              <p:spPr bwMode="auto">
                <a:xfrm>
                  <a:off x="8713426" y="1642643"/>
                  <a:ext cx="528134" cy="0"/>
                </a:xfrm>
                <a:prstGeom prst="line">
                  <a:avLst/>
                </a:prstGeom>
                <a:ln>
                  <a:noFill/>
                </a:ln>
                <a:effectLst/>
                <a:extLs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ctr" anchorCtr="0"/>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2060"/>
                    </a:solidFill>
                    <a:effectLst/>
                    <a:uLnTx/>
                    <a:uFillTx/>
                    <a:latin typeface="Times New Roman" panose="02020603050405020304" pitchFamily="18" charset="0"/>
                    <a:ea typeface="华文行楷" panose="02010800040101010101" pitchFamily="2" charset="-122"/>
                  </a:endParaRPr>
                </a:p>
              </p:txBody>
            </p:sp>
            <p:sp>
              <p:nvSpPr>
                <p:cNvPr id="258" name="Line 346">
                  <a:extLst>
                    <a:ext uri="{FF2B5EF4-FFF2-40B4-BE49-F238E27FC236}">
                      <a16:creationId xmlns:a16="http://schemas.microsoft.com/office/drawing/2014/main" id="{6641180F-D049-414E-B68E-6F31E835E6D2}"/>
                    </a:ext>
                  </a:extLst>
                </p:cNvPr>
                <p:cNvSpPr>
                  <a:spLocks noChangeShapeType="1"/>
                </p:cNvSpPr>
                <p:nvPr/>
              </p:nvSpPr>
              <p:spPr bwMode="auto">
                <a:xfrm>
                  <a:off x="9241560" y="1642643"/>
                  <a:ext cx="527006" cy="0"/>
                </a:xfrm>
                <a:prstGeom prst="line">
                  <a:avLst/>
                </a:prstGeom>
                <a:ln>
                  <a:noFill/>
                </a:ln>
                <a:effectLst/>
                <a:extLs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ctr" anchorCtr="0"/>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2060"/>
                    </a:solidFill>
                    <a:effectLst/>
                    <a:uLnTx/>
                    <a:uFillTx/>
                    <a:latin typeface="Times New Roman" panose="02020603050405020304" pitchFamily="18" charset="0"/>
                    <a:ea typeface="华文行楷" panose="02010800040101010101" pitchFamily="2" charset="-122"/>
                  </a:endParaRPr>
                </a:p>
              </p:txBody>
            </p:sp>
            <p:sp>
              <p:nvSpPr>
                <p:cNvPr id="259" name="Line 348">
                  <a:extLst>
                    <a:ext uri="{FF2B5EF4-FFF2-40B4-BE49-F238E27FC236}">
                      <a16:creationId xmlns:a16="http://schemas.microsoft.com/office/drawing/2014/main" id="{A23FE2DA-2180-45B2-BF1E-E8E40334C33A}"/>
                    </a:ext>
                  </a:extLst>
                </p:cNvPr>
                <p:cNvSpPr>
                  <a:spLocks noChangeShapeType="1"/>
                </p:cNvSpPr>
                <p:nvPr/>
              </p:nvSpPr>
              <p:spPr bwMode="auto">
                <a:xfrm>
                  <a:off x="9768566" y="1642643"/>
                  <a:ext cx="528134" cy="0"/>
                </a:xfrm>
                <a:prstGeom prst="line">
                  <a:avLst/>
                </a:prstGeom>
                <a:ln>
                  <a:noFill/>
                </a:ln>
                <a:effectLst/>
                <a:extLs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ctr" anchorCtr="0"/>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2060"/>
                    </a:solidFill>
                    <a:effectLst/>
                    <a:uLnTx/>
                    <a:uFillTx/>
                    <a:latin typeface="Times New Roman" panose="02020603050405020304" pitchFamily="18" charset="0"/>
                    <a:ea typeface="华文行楷" panose="02010800040101010101" pitchFamily="2" charset="-122"/>
                  </a:endParaRPr>
                </a:p>
              </p:txBody>
            </p:sp>
            <p:sp>
              <p:nvSpPr>
                <p:cNvPr id="260" name="Line 350">
                  <a:extLst>
                    <a:ext uri="{FF2B5EF4-FFF2-40B4-BE49-F238E27FC236}">
                      <a16:creationId xmlns:a16="http://schemas.microsoft.com/office/drawing/2014/main" id="{2CC1A4DF-675A-4568-AA09-446457E1FB48}"/>
                    </a:ext>
                  </a:extLst>
                </p:cNvPr>
                <p:cNvSpPr>
                  <a:spLocks noChangeShapeType="1"/>
                </p:cNvSpPr>
                <p:nvPr/>
              </p:nvSpPr>
              <p:spPr bwMode="auto">
                <a:xfrm>
                  <a:off x="10296699" y="1642643"/>
                  <a:ext cx="528134" cy="0"/>
                </a:xfrm>
                <a:prstGeom prst="line">
                  <a:avLst/>
                </a:prstGeom>
                <a:ln>
                  <a:noFill/>
                </a:ln>
                <a:effectLst/>
                <a:extLs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ctr" anchorCtr="0"/>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2060"/>
                    </a:solidFill>
                    <a:effectLst/>
                    <a:uLnTx/>
                    <a:uFillTx/>
                    <a:latin typeface="Times New Roman" panose="02020603050405020304" pitchFamily="18" charset="0"/>
                    <a:ea typeface="华文行楷" panose="02010800040101010101" pitchFamily="2" charset="-122"/>
                  </a:endParaRPr>
                </a:p>
              </p:txBody>
            </p:sp>
            <p:sp>
              <p:nvSpPr>
                <p:cNvPr id="261" name="Line 352">
                  <a:extLst>
                    <a:ext uri="{FF2B5EF4-FFF2-40B4-BE49-F238E27FC236}">
                      <a16:creationId xmlns:a16="http://schemas.microsoft.com/office/drawing/2014/main" id="{1F091236-D89C-4131-81BC-8857CD03061B}"/>
                    </a:ext>
                  </a:extLst>
                </p:cNvPr>
                <p:cNvSpPr>
                  <a:spLocks noChangeShapeType="1"/>
                </p:cNvSpPr>
                <p:nvPr/>
              </p:nvSpPr>
              <p:spPr bwMode="auto">
                <a:xfrm>
                  <a:off x="10824832" y="1642643"/>
                  <a:ext cx="1055140" cy="0"/>
                </a:xfrm>
                <a:prstGeom prst="line">
                  <a:avLst/>
                </a:prstGeom>
                <a:ln>
                  <a:noFill/>
                </a:ln>
                <a:effectLst/>
                <a:extLs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ctr" anchorCtr="0"/>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2060"/>
                    </a:solidFill>
                    <a:effectLst/>
                    <a:uLnTx/>
                    <a:uFillTx/>
                    <a:latin typeface="Times New Roman" panose="02020603050405020304" pitchFamily="18" charset="0"/>
                    <a:ea typeface="华文行楷" panose="02010800040101010101" pitchFamily="2" charset="-122"/>
                  </a:endParaRPr>
                </a:p>
              </p:txBody>
            </p:sp>
          </p:grpSp>
        </p:grpSp>
      </p:grpSp>
      <p:grpSp>
        <p:nvGrpSpPr>
          <p:cNvPr id="272" name="组合 271">
            <a:extLst>
              <a:ext uri="{FF2B5EF4-FFF2-40B4-BE49-F238E27FC236}">
                <a16:creationId xmlns:a16="http://schemas.microsoft.com/office/drawing/2014/main" id="{96493A78-8DA4-4926-A03E-8C9FA733AFBB}"/>
              </a:ext>
            </a:extLst>
          </p:cNvPr>
          <p:cNvGrpSpPr/>
          <p:nvPr/>
        </p:nvGrpSpPr>
        <p:grpSpPr>
          <a:xfrm>
            <a:off x="6246041" y="2229932"/>
            <a:ext cx="5635332" cy="625706"/>
            <a:chOff x="6246041" y="1642643"/>
            <a:chExt cx="5635332" cy="625706"/>
          </a:xfrm>
        </p:grpSpPr>
        <p:sp>
          <p:nvSpPr>
            <p:cNvPr id="269" name="Rectangle 321">
              <a:extLst>
                <a:ext uri="{FF2B5EF4-FFF2-40B4-BE49-F238E27FC236}">
                  <a16:creationId xmlns:a16="http://schemas.microsoft.com/office/drawing/2014/main" id="{3532508C-7642-45DD-8334-9267963CD961}"/>
                </a:ext>
              </a:extLst>
            </p:cNvPr>
            <p:cNvSpPr>
              <a:spLocks noChangeArrowheads="1"/>
            </p:cNvSpPr>
            <p:nvPr/>
          </p:nvSpPr>
          <p:spPr bwMode="auto">
            <a:xfrm>
              <a:off x="6546792" y="1937876"/>
              <a:ext cx="532864" cy="322788"/>
            </a:xfrm>
            <a:prstGeom prst="rect">
              <a:avLst/>
            </a:prstGeom>
            <a:solidFill>
              <a:schemeClr val="accent6">
                <a:lumMod val="20000"/>
                <a:lumOff val="8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zh-CN"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nvGrpSpPr>
            <p:cNvPr id="265" name="组合 264">
              <a:extLst>
                <a:ext uri="{FF2B5EF4-FFF2-40B4-BE49-F238E27FC236}">
                  <a16:creationId xmlns:a16="http://schemas.microsoft.com/office/drawing/2014/main" id="{E9E2A4FF-A632-48D6-9C64-D5ECE029AE8B}"/>
                </a:ext>
              </a:extLst>
            </p:cNvPr>
            <p:cNvGrpSpPr/>
            <p:nvPr/>
          </p:nvGrpSpPr>
          <p:grpSpPr>
            <a:xfrm>
              <a:off x="6246041" y="1642643"/>
              <a:ext cx="5635332" cy="625706"/>
              <a:chOff x="6246041" y="1642643"/>
              <a:chExt cx="5635332" cy="625706"/>
            </a:xfrm>
          </p:grpSpPr>
          <p:grpSp>
            <p:nvGrpSpPr>
              <p:cNvPr id="263" name="组合 262">
                <a:extLst>
                  <a:ext uri="{FF2B5EF4-FFF2-40B4-BE49-F238E27FC236}">
                    <a16:creationId xmlns:a16="http://schemas.microsoft.com/office/drawing/2014/main" id="{369BB195-1F41-472B-BB38-204D04264543}"/>
                  </a:ext>
                </a:extLst>
              </p:cNvPr>
              <p:cNvGrpSpPr/>
              <p:nvPr/>
            </p:nvGrpSpPr>
            <p:grpSpPr>
              <a:xfrm>
                <a:off x="6602019" y="1642643"/>
                <a:ext cx="5277953" cy="275750"/>
                <a:chOff x="6602019" y="1642643"/>
                <a:chExt cx="5277953" cy="275750"/>
              </a:xfrm>
            </p:grpSpPr>
            <p:sp>
              <p:nvSpPr>
                <p:cNvPr id="111" name="Rectangle 312">
                  <a:extLst>
                    <a:ext uri="{FF2B5EF4-FFF2-40B4-BE49-F238E27FC236}">
                      <a16:creationId xmlns:a16="http://schemas.microsoft.com/office/drawing/2014/main" id="{1B41C6C5-9AAB-406E-AFE8-E0E3EA0AA4FC}"/>
                    </a:ext>
                  </a:extLst>
                </p:cNvPr>
                <p:cNvSpPr>
                  <a:spLocks noChangeArrowheads="1"/>
                </p:cNvSpPr>
                <p:nvPr/>
              </p:nvSpPr>
              <p:spPr bwMode="auto">
                <a:xfrm>
                  <a:off x="11351838" y="1642643"/>
                  <a:ext cx="528134" cy="275750"/>
                </a:xfrm>
                <a:prstGeom prst="rect">
                  <a:avLst/>
                </a:prstGeom>
                <a:noFill/>
                <a:ln>
                  <a:noFill/>
                </a:ln>
                <a:effectLst/>
              </p:spPr>
              <p:txBody>
                <a:bodyPr tIns="0" bIns="0" anchor="ctr" anchorCtr="0"/>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b="0" i="0" u="none" strike="noStrike" kern="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rPr>
                    <a:t>9</a:t>
                  </a:r>
                </a:p>
              </p:txBody>
            </p:sp>
            <p:sp>
              <p:nvSpPr>
                <p:cNvPr id="122" name="Rectangle 323">
                  <a:extLst>
                    <a:ext uri="{FF2B5EF4-FFF2-40B4-BE49-F238E27FC236}">
                      <a16:creationId xmlns:a16="http://schemas.microsoft.com/office/drawing/2014/main" id="{5C859FD5-FF42-4E10-85D0-FDF580003A94}"/>
                    </a:ext>
                  </a:extLst>
                </p:cNvPr>
                <p:cNvSpPr>
                  <a:spLocks noChangeArrowheads="1"/>
                </p:cNvSpPr>
                <p:nvPr/>
              </p:nvSpPr>
              <p:spPr bwMode="auto">
                <a:xfrm>
                  <a:off x="10824832" y="1642643"/>
                  <a:ext cx="527006" cy="275750"/>
                </a:xfrm>
                <a:prstGeom prst="rect">
                  <a:avLst/>
                </a:prstGeom>
                <a:noFill/>
                <a:ln>
                  <a:noFill/>
                </a:ln>
                <a:effectLst/>
              </p:spPr>
              <p:txBody>
                <a:bodyPr tIns="0" bIns="0" anchor="ctr" anchorCtr="0"/>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b="0" i="0" u="none" strike="noStrike" kern="0" cap="none" spc="0" normalizeH="0" baseline="0" noProof="0">
                      <a:ln>
                        <a:noFill/>
                      </a:ln>
                      <a:solidFill>
                        <a:srgbClr val="002060"/>
                      </a:solidFill>
                      <a:effectLst/>
                      <a:uLnTx/>
                      <a:uFillTx/>
                      <a:latin typeface="Times New Roman" panose="02020603050405020304" pitchFamily="18" charset="0"/>
                      <a:ea typeface="宋体" panose="02010600030101010101" pitchFamily="2" charset="-122"/>
                    </a:rPr>
                    <a:t>8</a:t>
                  </a:r>
                </a:p>
              </p:txBody>
            </p:sp>
            <p:sp>
              <p:nvSpPr>
                <p:cNvPr id="123" name="Rectangle 324">
                  <a:extLst>
                    <a:ext uri="{FF2B5EF4-FFF2-40B4-BE49-F238E27FC236}">
                      <a16:creationId xmlns:a16="http://schemas.microsoft.com/office/drawing/2014/main" id="{D7766F27-1FE9-40B3-97F8-C20ACFEE7C11}"/>
                    </a:ext>
                  </a:extLst>
                </p:cNvPr>
                <p:cNvSpPr>
                  <a:spLocks noChangeArrowheads="1"/>
                </p:cNvSpPr>
                <p:nvPr/>
              </p:nvSpPr>
              <p:spPr bwMode="auto">
                <a:xfrm>
                  <a:off x="10296699" y="1642643"/>
                  <a:ext cx="528134" cy="275750"/>
                </a:xfrm>
                <a:prstGeom prst="rect">
                  <a:avLst/>
                </a:prstGeom>
                <a:noFill/>
                <a:ln>
                  <a:noFill/>
                </a:ln>
                <a:effectLst/>
              </p:spPr>
              <p:txBody>
                <a:bodyPr tIns="0" bIns="0" anchor="ctr" anchorCtr="0"/>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b="0" i="0" u="none" strike="noStrike" kern="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rPr>
                    <a:t>7</a:t>
                  </a:r>
                </a:p>
              </p:txBody>
            </p:sp>
            <p:sp>
              <p:nvSpPr>
                <p:cNvPr id="124" name="Rectangle 325">
                  <a:extLst>
                    <a:ext uri="{FF2B5EF4-FFF2-40B4-BE49-F238E27FC236}">
                      <a16:creationId xmlns:a16="http://schemas.microsoft.com/office/drawing/2014/main" id="{0F1DB113-BB40-4F24-B520-6F387A0C0C92}"/>
                    </a:ext>
                  </a:extLst>
                </p:cNvPr>
                <p:cNvSpPr>
                  <a:spLocks noChangeArrowheads="1"/>
                </p:cNvSpPr>
                <p:nvPr/>
              </p:nvSpPr>
              <p:spPr bwMode="auto">
                <a:xfrm>
                  <a:off x="9768566" y="1642643"/>
                  <a:ext cx="528134" cy="275750"/>
                </a:xfrm>
                <a:prstGeom prst="rect">
                  <a:avLst/>
                </a:prstGeom>
                <a:noFill/>
                <a:ln>
                  <a:noFill/>
                </a:ln>
                <a:effectLst/>
              </p:spPr>
              <p:txBody>
                <a:bodyPr tIns="0" bIns="0" anchor="ctr" anchorCtr="0"/>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b="0" i="0" u="none" strike="noStrike" kern="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rPr>
                    <a:t>6</a:t>
                  </a:r>
                </a:p>
              </p:txBody>
            </p:sp>
            <p:sp>
              <p:nvSpPr>
                <p:cNvPr id="125" name="Rectangle 326">
                  <a:extLst>
                    <a:ext uri="{FF2B5EF4-FFF2-40B4-BE49-F238E27FC236}">
                      <a16:creationId xmlns:a16="http://schemas.microsoft.com/office/drawing/2014/main" id="{3AE42FA2-93DE-4FC6-95CA-EBD581251958}"/>
                    </a:ext>
                  </a:extLst>
                </p:cNvPr>
                <p:cNvSpPr>
                  <a:spLocks noChangeArrowheads="1"/>
                </p:cNvSpPr>
                <p:nvPr/>
              </p:nvSpPr>
              <p:spPr bwMode="auto">
                <a:xfrm>
                  <a:off x="9241560" y="1642643"/>
                  <a:ext cx="527006" cy="275750"/>
                </a:xfrm>
                <a:prstGeom prst="rect">
                  <a:avLst/>
                </a:prstGeom>
                <a:noFill/>
                <a:ln>
                  <a:noFill/>
                </a:ln>
                <a:effectLst/>
              </p:spPr>
              <p:txBody>
                <a:bodyPr tIns="0" bIns="0" anchor="ctr" anchorCtr="0"/>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b="0" i="0" u="none" strike="noStrike" kern="0" cap="none" spc="0" normalizeH="0" baseline="0" noProof="0">
                      <a:ln>
                        <a:noFill/>
                      </a:ln>
                      <a:solidFill>
                        <a:srgbClr val="002060"/>
                      </a:solidFill>
                      <a:effectLst/>
                      <a:uLnTx/>
                      <a:uFillTx/>
                      <a:latin typeface="Times New Roman" panose="02020603050405020304" pitchFamily="18" charset="0"/>
                      <a:ea typeface="宋体" panose="02010600030101010101" pitchFamily="2" charset="-122"/>
                    </a:rPr>
                    <a:t>5</a:t>
                  </a:r>
                </a:p>
              </p:txBody>
            </p:sp>
            <p:sp>
              <p:nvSpPr>
                <p:cNvPr id="126" name="Rectangle 327">
                  <a:extLst>
                    <a:ext uri="{FF2B5EF4-FFF2-40B4-BE49-F238E27FC236}">
                      <a16:creationId xmlns:a16="http://schemas.microsoft.com/office/drawing/2014/main" id="{452B527E-7378-4F5B-A295-37BE552B8B99}"/>
                    </a:ext>
                  </a:extLst>
                </p:cNvPr>
                <p:cNvSpPr>
                  <a:spLocks noChangeArrowheads="1"/>
                </p:cNvSpPr>
                <p:nvPr/>
              </p:nvSpPr>
              <p:spPr bwMode="auto">
                <a:xfrm>
                  <a:off x="8713426" y="1642643"/>
                  <a:ext cx="528134" cy="275750"/>
                </a:xfrm>
                <a:prstGeom prst="rect">
                  <a:avLst/>
                </a:prstGeom>
                <a:noFill/>
                <a:ln>
                  <a:noFill/>
                </a:ln>
                <a:effectLst/>
              </p:spPr>
              <p:txBody>
                <a:bodyPr tIns="0" bIns="0" anchor="ctr" anchorCtr="0"/>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b="0" i="0" u="none" strike="noStrike" kern="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rPr>
                    <a:t>4</a:t>
                  </a:r>
                </a:p>
              </p:txBody>
            </p:sp>
            <p:sp>
              <p:nvSpPr>
                <p:cNvPr id="127" name="Rectangle 328">
                  <a:extLst>
                    <a:ext uri="{FF2B5EF4-FFF2-40B4-BE49-F238E27FC236}">
                      <a16:creationId xmlns:a16="http://schemas.microsoft.com/office/drawing/2014/main" id="{A6B5B9C6-B495-40EA-9537-59A0994EA991}"/>
                    </a:ext>
                  </a:extLst>
                </p:cNvPr>
                <p:cNvSpPr>
                  <a:spLocks noChangeArrowheads="1"/>
                </p:cNvSpPr>
                <p:nvPr/>
              </p:nvSpPr>
              <p:spPr bwMode="auto">
                <a:xfrm>
                  <a:off x="8185292" y="1642643"/>
                  <a:ext cx="528134" cy="275750"/>
                </a:xfrm>
                <a:prstGeom prst="rect">
                  <a:avLst/>
                </a:prstGeom>
                <a:noFill/>
                <a:ln>
                  <a:noFill/>
                </a:ln>
                <a:effectLst/>
              </p:spPr>
              <p:txBody>
                <a:bodyPr tIns="0" bIns="0" anchor="ctr" anchorCtr="0"/>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b="0" i="0" u="none" strike="noStrike" kern="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rPr>
                    <a:t>3</a:t>
                  </a:r>
                </a:p>
              </p:txBody>
            </p:sp>
            <p:sp>
              <p:nvSpPr>
                <p:cNvPr id="128" name="Rectangle 329">
                  <a:extLst>
                    <a:ext uri="{FF2B5EF4-FFF2-40B4-BE49-F238E27FC236}">
                      <a16:creationId xmlns:a16="http://schemas.microsoft.com/office/drawing/2014/main" id="{FB040D7F-1836-4D09-B4AB-69373465D098}"/>
                    </a:ext>
                  </a:extLst>
                </p:cNvPr>
                <p:cNvSpPr>
                  <a:spLocks noChangeArrowheads="1"/>
                </p:cNvSpPr>
                <p:nvPr/>
              </p:nvSpPr>
              <p:spPr bwMode="auto">
                <a:xfrm>
                  <a:off x="7657158" y="1642643"/>
                  <a:ext cx="528134" cy="275750"/>
                </a:xfrm>
                <a:prstGeom prst="rect">
                  <a:avLst/>
                </a:prstGeom>
                <a:noFill/>
                <a:ln>
                  <a:noFill/>
                </a:ln>
                <a:effectLst/>
              </p:spPr>
              <p:txBody>
                <a:bodyPr tIns="0" bIns="0" anchor="ctr" anchorCtr="0"/>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b="0" i="0" u="none" strike="noStrike" kern="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rPr>
                    <a:t>2</a:t>
                  </a:r>
                </a:p>
              </p:txBody>
            </p:sp>
            <p:sp>
              <p:nvSpPr>
                <p:cNvPr id="129" name="Rectangle 330">
                  <a:extLst>
                    <a:ext uri="{FF2B5EF4-FFF2-40B4-BE49-F238E27FC236}">
                      <a16:creationId xmlns:a16="http://schemas.microsoft.com/office/drawing/2014/main" id="{5FB0DCC2-EC0C-459A-86DB-EB971B8B3E62}"/>
                    </a:ext>
                  </a:extLst>
                </p:cNvPr>
                <p:cNvSpPr>
                  <a:spLocks noChangeArrowheads="1"/>
                </p:cNvSpPr>
                <p:nvPr/>
              </p:nvSpPr>
              <p:spPr bwMode="auto">
                <a:xfrm>
                  <a:off x="7130153" y="1642643"/>
                  <a:ext cx="527006" cy="275750"/>
                </a:xfrm>
                <a:prstGeom prst="rect">
                  <a:avLst/>
                </a:prstGeom>
                <a:noFill/>
                <a:ln>
                  <a:noFill/>
                </a:ln>
                <a:effectLst/>
              </p:spPr>
              <p:txBody>
                <a:bodyPr tIns="0" bIns="0" anchor="ctr" anchorCtr="0"/>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b="0" i="0" u="none" strike="noStrike" kern="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rPr>
                    <a:t>1</a:t>
                  </a:r>
                </a:p>
              </p:txBody>
            </p:sp>
            <p:sp>
              <p:nvSpPr>
                <p:cNvPr id="130" name="Rectangle 331">
                  <a:extLst>
                    <a:ext uri="{FF2B5EF4-FFF2-40B4-BE49-F238E27FC236}">
                      <a16:creationId xmlns:a16="http://schemas.microsoft.com/office/drawing/2014/main" id="{32A519FC-51CE-4BF0-B096-EC531F4AF45C}"/>
                    </a:ext>
                  </a:extLst>
                </p:cNvPr>
                <p:cNvSpPr>
                  <a:spLocks noChangeArrowheads="1"/>
                </p:cNvSpPr>
                <p:nvPr/>
              </p:nvSpPr>
              <p:spPr bwMode="auto">
                <a:xfrm>
                  <a:off x="6602019" y="1642643"/>
                  <a:ext cx="528134" cy="275750"/>
                </a:xfrm>
                <a:prstGeom prst="rect">
                  <a:avLst/>
                </a:prstGeom>
                <a:noFill/>
                <a:ln>
                  <a:noFill/>
                </a:ln>
                <a:effectLst/>
              </p:spPr>
              <p:txBody>
                <a:bodyPr tIns="0" bIns="0" anchor="ctr" anchorCtr="0"/>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b="0" i="0" u="none" strike="noStrike" kern="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rPr>
                    <a:t>0</a:t>
                  </a:r>
                </a:p>
              </p:txBody>
            </p:sp>
            <p:sp>
              <p:nvSpPr>
                <p:cNvPr id="134" name="Line 335">
                  <a:extLst>
                    <a:ext uri="{FF2B5EF4-FFF2-40B4-BE49-F238E27FC236}">
                      <a16:creationId xmlns:a16="http://schemas.microsoft.com/office/drawing/2014/main" id="{298FD29E-1CCD-4475-9F81-EF0F96FE0CC0}"/>
                    </a:ext>
                  </a:extLst>
                </p:cNvPr>
                <p:cNvSpPr>
                  <a:spLocks noChangeShapeType="1"/>
                </p:cNvSpPr>
                <p:nvPr/>
              </p:nvSpPr>
              <p:spPr bwMode="auto">
                <a:xfrm>
                  <a:off x="11879972" y="1642643"/>
                  <a:ext cx="0" cy="275750"/>
                </a:xfrm>
                <a:prstGeom prst="line">
                  <a:avLst/>
                </a:prstGeom>
                <a:ln>
                  <a:noFill/>
                </a:ln>
                <a:effectLst/>
                <a:extLs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ctr" anchorCtr="0"/>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2060"/>
                    </a:solidFill>
                    <a:effectLst/>
                    <a:uLnTx/>
                    <a:uFillTx/>
                    <a:latin typeface="Times New Roman" panose="02020603050405020304" pitchFamily="18" charset="0"/>
                    <a:ea typeface="华文行楷" panose="02010800040101010101" pitchFamily="2" charset="-122"/>
                  </a:endParaRPr>
                </a:p>
              </p:txBody>
            </p:sp>
            <p:sp>
              <p:nvSpPr>
                <p:cNvPr id="135" name="Line 336">
                  <a:extLst>
                    <a:ext uri="{FF2B5EF4-FFF2-40B4-BE49-F238E27FC236}">
                      <a16:creationId xmlns:a16="http://schemas.microsoft.com/office/drawing/2014/main" id="{D996DB6D-6624-40E3-80CF-1656D1410569}"/>
                    </a:ext>
                  </a:extLst>
                </p:cNvPr>
                <p:cNvSpPr>
                  <a:spLocks noChangeShapeType="1"/>
                </p:cNvSpPr>
                <p:nvPr/>
              </p:nvSpPr>
              <p:spPr bwMode="auto">
                <a:xfrm>
                  <a:off x="6602019" y="1642643"/>
                  <a:ext cx="528134" cy="0"/>
                </a:xfrm>
                <a:prstGeom prst="line">
                  <a:avLst/>
                </a:prstGeom>
                <a:ln>
                  <a:noFill/>
                </a:ln>
                <a:effectLst/>
                <a:extLs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ctr" anchorCtr="0"/>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2060"/>
                    </a:solidFill>
                    <a:effectLst/>
                    <a:uLnTx/>
                    <a:uFillTx/>
                    <a:latin typeface="Times New Roman" panose="02020603050405020304" pitchFamily="18" charset="0"/>
                    <a:ea typeface="华文行楷" panose="02010800040101010101" pitchFamily="2" charset="-122"/>
                  </a:endParaRPr>
                </a:p>
              </p:txBody>
            </p:sp>
            <p:sp>
              <p:nvSpPr>
                <p:cNvPr id="137" name="Line 338">
                  <a:extLst>
                    <a:ext uri="{FF2B5EF4-FFF2-40B4-BE49-F238E27FC236}">
                      <a16:creationId xmlns:a16="http://schemas.microsoft.com/office/drawing/2014/main" id="{FE9855E5-89A3-4711-BF8D-52F59022064D}"/>
                    </a:ext>
                  </a:extLst>
                </p:cNvPr>
                <p:cNvSpPr>
                  <a:spLocks noChangeShapeType="1"/>
                </p:cNvSpPr>
                <p:nvPr/>
              </p:nvSpPr>
              <p:spPr bwMode="auto">
                <a:xfrm>
                  <a:off x="7130153" y="1642643"/>
                  <a:ext cx="527006" cy="0"/>
                </a:xfrm>
                <a:prstGeom prst="line">
                  <a:avLst/>
                </a:prstGeom>
                <a:ln>
                  <a:noFill/>
                </a:ln>
                <a:effectLst/>
                <a:extLs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ctr" anchorCtr="0"/>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2060"/>
                    </a:solidFill>
                    <a:effectLst/>
                    <a:uLnTx/>
                    <a:uFillTx/>
                    <a:latin typeface="Times New Roman" panose="02020603050405020304" pitchFamily="18" charset="0"/>
                    <a:ea typeface="华文行楷" panose="02010800040101010101" pitchFamily="2" charset="-122"/>
                  </a:endParaRPr>
                </a:p>
              </p:txBody>
            </p:sp>
            <p:sp>
              <p:nvSpPr>
                <p:cNvPr id="139" name="Line 340">
                  <a:extLst>
                    <a:ext uri="{FF2B5EF4-FFF2-40B4-BE49-F238E27FC236}">
                      <a16:creationId xmlns:a16="http://schemas.microsoft.com/office/drawing/2014/main" id="{536EC847-AA44-4AB9-9068-7928B644D1ED}"/>
                    </a:ext>
                  </a:extLst>
                </p:cNvPr>
                <p:cNvSpPr>
                  <a:spLocks noChangeShapeType="1"/>
                </p:cNvSpPr>
                <p:nvPr/>
              </p:nvSpPr>
              <p:spPr bwMode="auto">
                <a:xfrm>
                  <a:off x="7657158" y="1642643"/>
                  <a:ext cx="528134" cy="0"/>
                </a:xfrm>
                <a:prstGeom prst="line">
                  <a:avLst/>
                </a:prstGeom>
                <a:ln>
                  <a:noFill/>
                </a:ln>
                <a:effectLst/>
                <a:extLs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ctr" anchorCtr="0"/>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2060"/>
                    </a:solidFill>
                    <a:effectLst/>
                    <a:uLnTx/>
                    <a:uFillTx/>
                    <a:latin typeface="Times New Roman" panose="02020603050405020304" pitchFamily="18" charset="0"/>
                    <a:ea typeface="华文行楷" panose="02010800040101010101" pitchFamily="2" charset="-122"/>
                  </a:endParaRPr>
                </a:p>
              </p:txBody>
            </p:sp>
            <p:sp>
              <p:nvSpPr>
                <p:cNvPr id="141" name="Line 342">
                  <a:extLst>
                    <a:ext uri="{FF2B5EF4-FFF2-40B4-BE49-F238E27FC236}">
                      <a16:creationId xmlns:a16="http://schemas.microsoft.com/office/drawing/2014/main" id="{50740884-AC10-4184-88A9-FAE696EAECE4}"/>
                    </a:ext>
                  </a:extLst>
                </p:cNvPr>
                <p:cNvSpPr>
                  <a:spLocks noChangeShapeType="1"/>
                </p:cNvSpPr>
                <p:nvPr/>
              </p:nvSpPr>
              <p:spPr bwMode="auto">
                <a:xfrm>
                  <a:off x="8185292" y="1642643"/>
                  <a:ext cx="528134" cy="0"/>
                </a:xfrm>
                <a:prstGeom prst="line">
                  <a:avLst/>
                </a:prstGeom>
                <a:ln>
                  <a:noFill/>
                </a:ln>
                <a:effectLst/>
                <a:extLs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ctr" anchorCtr="0"/>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2060"/>
                    </a:solidFill>
                    <a:effectLst/>
                    <a:uLnTx/>
                    <a:uFillTx/>
                    <a:latin typeface="Times New Roman" panose="02020603050405020304" pitchFamily="18" charset="0"/>
                    <a:ea typeface="华文行楷" panose="02010800040101010101" pitchFamily="2" charset="-122"/>
                  </a:endParaRPr>
                </a:p>
              </p:txBody>
            </p:sp>
            <p:sp>
              <p:nvSpPr>
                <p:cNvPr id="143" name="Line 344">
                  <a:extLst>
                    <a:ext uri="{FF2B5EF4-FFF2-40B4-BE49-F238E27FC236}">
                      <a16:creationId xmlns:a16="http://schemas.microsoft.com/office/drawing/2014/main" id="{C664C4BA-910D-44AB-9AE2-9EA7BBF26C4F}"/>
                    </a:ext>
                  </a:extLst>
                </p:cNvPr>
                <p:cNvSpPr>
                  <a:spLocks noChangeShapeType="1"/>
                </p:cNvSpPr>
                <p:nvPr/>
              </p:nvSpPr>
              <p:spPr bwMode="auto">
                <a:xfrm>
                  <a:off x="8713426" y="1642643"/>
                  <a:ext cx="528134" cy="0"/>
                </a:xfrm>
                <a:prstGeom prst="line">
                  <a:avLst/>
                </a:prstGeom>
                <a:ln>
                  <a:noFill/>
                </a:ln>
                <a:effectLst/>
                <a:extLs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ctr" anchorCtr="0"/>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2060"/>
                    </a:solidFill>
                    <a:effectLst/>
                    <a:uLnTx/>
                    <a:uFillTx/>
                    <a:latin typeface="Times New Roman" panose="02020603050405020304" pitchFamily="18" charset="0"/>
                    <a:ea typeface="华文行楷" panose="02010800040101010101" pitchFamily="2" charset="-122"/>
                  </a:endParaRPr>
                </a:p>
              </p:txBody>
            </p:sp>
            <p:sp>
              <p:nvSpPr>
                <p:cNvPr id="145" name="Line 346">
                  <a:extLst>
                    <a:ext uri="{FF2B5EF4-FFF2-40B4-BE49-F238E27FC236}">
                      <a16:creationId xmlns:a16="http://schemas.microsoft.com/office/drawing/2014/main" id="{B5D9BA29-A0C3-4815-95F6-7E775D516D20}"/>
                    </a:ext>
                  </a:extLst>
                </p:cNvPr>
                <p:cNvSpPr>
                  <a:spLocks noChangeShapeType="1"/>
                </p:cNvSpPr>
                <p:nvPr/>
              </p:nvSpPr>
              <p:spPr bwMode="auto">
                <a:xfrm>
                  <a:off x="9241560" y="1642643"/>
                  <a:ext cx="527006" cy="0"/>
                </a:xfrm>
                <a:prstGeom prst="line">
                  <a:avLst/>
                </a:prstGeom>
                <a:ln>
                  <a:noFill/>
                </a:ln>
                <a:effectLst/>
                <a:extLs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ctr" anchorCtr="0"/>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2060"/>
                    </a:solidFill>
                    <a:effectLst/>
                    <a:uLnTx/>
                    <a:uFillTx/>
                    <a:latin typeface="Times New Roman" panose="02020603050405020304" pitchFamily="18" charset="0"/>
                    <a:ea typeface="华文行楷" panose="02010800040101010101" pitchFamily="2" charset="-122"/>
                  </a:endParaRPr>
                </a:p>
              </p:txBody>
            </p:sp>
            <p:sp>
              <p:nvSpPr>
                <p:cNvPr id="147" name="Line 348">
                  <a:extLst>
                    <a:ext uri="{FF2B5EF4-FFF2-40B4-BE49-F238E27FC236}">
                      <a16:creationId xmlns:a16="http://schemas.microsoft.com/office/drawing/2014/main" id="{3A781395-FACD-41E4-B131-2DA82396DE77}"/>
                    </a:ext>
                  </a:extLst>
                </p:cNvPr>
                <p:cNvSpPr>
                  <a:spLocks noChangeShapeType="1"/>
                </p:cNvSpPr>
                <p:nvPr/>
              </p:nvSpPr>
              <p:spPr bwMode="auto">
                <a:xfrm>
                  <a:off x="9768566" y="1642643"/>
                  <a:ext cx="528134" cy="0"/>
                </a:xfrm>
                <a:prstGeom prst="line">
                  <a:avLst/>
                </a:prstGeom>
                <a:ln>
                  <a:noFill/>
                </a:ln>
                <a:effectLst/>
                <a:extLs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ctr" anchorCtr="0"/>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2060"/>
                    </a:solidFill>
                    <a:effectLst/>
                    <a:uLnTx/>
                    <a:uFillTx/>
                    <a:latin typeface="Times New Roman" panose="02020603050405020304" pitchFamily="18" charset="0"/>
                    <a:ea typeface="华文行楷" panose="02010800040101010101" pitchFamily="2" charset="-122"/>
                  </a:endParaRPr>
                </a:p>
              </p:txBody>
            </p:sp>
            <p:sp>
              <p:nvSpPr>
                <p:cNvPr id="149" name="Line 350">
                  <a:extLst>
                    <a:ext uri="{FF2B5EF4-FFF2-40B4-BE49-F238E27FC236}">
                      <a16:creationId xmlns:a16="http://schemas.microsoft.com/office/drawing/2014/main" id="{A835A0BF-42A5-4A92-B640-70AEA64332E8}"/>
                    </a:ext>
                  </a:extLst>
                </p:cNvPr>
                <p:cNvSpPr>
                  <a:spLocks noChangeShapeType="1"/>
                </p:cNvSpPr>
                <p:nvPr/>
              </p:nvSpPr>
              <p:spPr bwMode="auto">
                <a:xfrm>
                  <a:off x="10296699" y="1642643"/>
                  <a:ext cx="528134" cy="0"/>
                </a:xfrm>
                <a:prstGeom prst="line">
                  <a:avLst/>
                </a:prstGeom>
                <a:ln>
                  <a:noFill/>
                </a:ln>
                <a:effectLst/>
                <a:extLs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ctr" anchorCtr="0"/>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2060"/>
                    </a:solidFill>
                    <a:effectLst/>
                    <a:uLnTx/>
                    <a:uFillTx/>
                    <a:latin typeface="Times New Roman" panose="02020603050405020304" pitchFamily="18" charset="0"/>
                    <a:ea typeface="华文行楷" panose="02010800040101010101" pitchFamily="2" charset="-122"/>
                  </a:endParaRPr>
                </a:p>
              </p:txBody>
            </p:sp>
            <p:sp>
              <p:nvSpPr>
                <p:cNvPr id="151" name="Line 352">
                  <a:extLst>
                    <a:ext uri="{FF2B5EF4-FFF2-40B4-BE49-F238E27FC236}">
                      <a16:creationId xmlns:a16="http://schemas.microsoft.com/office/drawing/2014/main" id="{1BE63DB7-F66F-4E8C-8ABD-D355B0958B61}"/>
                    </a:ext>
                  </a:extLst>
                </p:cNvPr>
                <p:cNvSpPr>
                  <a:spLocks noChangeShapeType="1"/>
                </p:cNvSpPr>
                <p:nvPr/>
              </p:nvSpPr>
              <p:spPr bwMode="auto">
                <a:xfrm>
                  <a:off x="10824832" y="1642643"/>
                  <a:ext cx="1055140" cy="0"/>
                </a:xfrm>
                <a:prstGeom prst="line">
                  <a:avLst/>
                </a:prstGeom>
                <a:ln>
                  <a:noFill/>
                </a:ln>
                <a:effectLst/>
                <a:extLs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ctr" anchorCtr="0"/>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2060"/>
                    </a:solidFill>
                    <a:effectLst/>
                    <a:uLnTx/>
                    <a:uFillTx/>
                    <a:latin typeface="Times New Roman" panose="02020603050405020304" pitchFamily="18" charset="0"/>
                    <a:ea typeface="华文行楷" panose="02010800040101010101" pitchFamily="2" charset="-122"/>
                  </a:endParaRPr>
                </a:p>
              </p:txBody>
            </p:sp>
          </p:grpSp>
          <p:grpSp>
            <p:nvGrpSpPr>
              <p:cNvPr id="264" name="组合 263">
                <a:extLst>
                  <a:ext uri="{FF2B5EF4-FFF2-40B4-BE49-F238E27FC236}">
                    <a16:creationId xmlns:a16="http://schemas.microsoft.com/office/drawing/2014/main" id="{298E6D00-21EE-48ED-ABFA-0771A6FA6AEC}"/>
                  </a:ext>
                </a:extLst>
              </p:cNvPr>
              <p:cNvGrpSpPr/>
              <p:nvPr/>
            </p:nvGrpSpPr>
            <p:grpSpPr>
              <a:xfrm>
                <a:off x="6246041" y="1893207"/>
                <a:ext cx="5635332" cy="375142"/>
                <a:chOff x="6246041" y="1893207"/>
                <a:chExt cx="5635332" cy="375142"/>
              </a:xfrm>
            </p:grpSpPr>
            <p:sp>
              <p:nvSpPr>
                <p:cNvPr id="112" name="Rectangle 313">
                  <a:extLst>
                    <a:ext uri="{FF2B5EF4-FFF2-40B4-BE49-F238E27FC236}">
                      <a16:creationId xmlns:a16="http://schemas.microsoft.com/office/drawing/2014/main" id="{A81842DB-B8E4-4988-95C8-7C4AB0BE159C}"/>
                    </a:ext>
                  </a:extLst>
                </p:cNvPr>
                <p:cNvSpPr>
                  <a:spLocks noChangeArrowheads="1"/>
                </p:cNvSpPr>
                <p:nvPr/>
              </p:nvSpPr>
              <p:spPr bwMode="auto">
                <a:xfrm>
                  <a:off x="11349647" y="1929796"/>
                  <a:ext cx="531726" cy="322788"/>
                </a:xfrm>
                <a:prstGeom prst="rect">
                  <a:avLst/>
                </a:prstGeom>
                <a:solidFill>
                  <a:schemeClr val="accent6">
                    <a:lumMod val="20000"/>
                    <a:lumOff val="8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zh-CN" b="1" i="0" u="none" strike="noStrike" kern="0" cap="none" spc="0" normalizeH="0" baseline="0" noProof="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113" name="Rectangle 314">
                  <a:extLst>
                    <a:ext uri="{FF2B5EF4-FFF2-40B4-BE49-F238E27FC236}">
                      <a16:creationId xmlns:a16="http://schemas.microsoft.com/office/drawing/2014/main" id="{C34E48D6-4A18-459A-A176-59004E5A6675}"/>
                    </a:ext>
                  </a:extLst>
                </p:cNvPr>
                <p:cNvSpPr>
                  <a:spLocks noChangeArrowheads="1"/>
                </p:cNvSpPr>
                <p:nvPr/>
              </p:nvSpPr>
              <p:spPr bwMode="auto">
                <a:xfrm>
                  <a:off x="10816783" y="1929796"/>
                  <a:ext cx="532864" cy="322788"/>
                </a:xfrm>
                <a:prstGeom prst="rect">
                  <a:avLst/>
                </a:prstGeom>
                <a:solidFill>
                  <a:schemeClr val="accent6">
                    <a:lumMod val="20000"/>
                    <a:lumOff val="8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zh-CN" b="1" i="0" u="none" strike="noStrike" kern="0" cap="none" spc="0" normalizeH="0" baseline="0" noProof="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114" name="Rectangle 315">
                  <a:extLst>
                    <a:ext uri="{FF2B5EF4-FFF2-40B4-BE49-F238E27FC236}">
                      <a16:creationId xmlns:a16="http://schemas.microsoft.com/office/drawing/2014/main" id="{D0DDF165-F9FD-4A43-B76C-8DF5FB821292}"/>
                    </a:ext>
                  </a:extLst>
                </p:cNvPr>
                <p:cNvSpPr>
                  <a:spLocks noChangeArrowheads="1"/>
                </p:cNvSpPr>
                <p:nvPr/>
              </p:nvSpPr>
              <p:spPr bwMode="auto">
                <a:xfrm>
                  <a:off x="10283920" y="1929796"/>
                  <a:ext cx="532864" cy="322788"/>
                </a:xfrm>
                <a:prstGeom prst="rect">
                  <a:avLst/>
                </a:prstGeom>
                <a:solidFill>
                  <a:schemeClr val="accent6">
                    <a:lumMod val="20000"/>
                    <a:lumOff val="8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zh-CN" b="1" i="0" u="none" strike="noStrike" kern="0" cap="none" spc="0" normalizeH="0" baseline="0" noProof="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115" name="Rectangle 316">
                  <a:extLst>
                    <a:ext uri="{FF2B5EF4-FFF2-40B4-BE49-F238E27FC236}">
                      <a16:creationId xmlns:a16="http://schemas.microsoft.com/office/drawing/2014/main" id="{701FBAE1-FB6C-44CE-854C-27768531EE90}"/>
                    </a:ext>
                  </a:extLst>
                </p:cNvPr>
                <p:cNvSpPr>
                  <a:spLocks noChangeArrowheads="1"/>
                </p:cNvSpPr>
                <p:nvPr/>
              </p:nvSpPr>
              <p:spPr bwMode="auto">
                <a:xfrm>
                  <a:off x="9752194" y="1929796"/>
                  <a:ext cx="531726" cy="322788"/>
                </a:xfrm>
                <a:prstGeom prst="rect">
                  <a:avLst/>
                </a:prstGeom>
                <a:solidFill>
                  <a:schemeClr val="accent6">
                    <a:lumMod val="20000"/>
                    <a:lumOff val="8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zh-CN" b="1" i="0" u="none" strike="noStrike" kern="0" cap="none" spc="0" normalizeH="0" baseline="0" noProof="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116" name="Rectangle 317">
                  <a:extLst>
                    <a:ext uri="{FF2B5EF4-FFF2-40B4-BE49-F238E27FC236}">
                      <a16:creationId xmlns:a16="http://schemas.microsoft.com/office/drawing/2014/main" id="{CFBF572B-FC4A-4F17-8D93-118CE00AAD9D}"/>
                    </a:ext>
                  </a:extLst>
                </p:cNvPr>
                <p:cNvSpPr>
                  <a:spLocks noChangeArrowheads="1"/>
                </p:cNvSpPr>
                <p:nvPr/>
              </p:nvSpPr>
              <p:spPr bwMode="auto">
                <a:xfrm>
                  <a:off x="9219328" y="1929796"/>
                  <a:ext cx="532864" cy="322788"/>
                </a:xfrm>
                <a:prstGeom prst="rect">
                  <a:avLst/>
                </a:prstGeom>
                <a:solidFill>
                  <a:schemeClr val="accent6">
                    <a:lumMod val="20000"/>
                    <a:lumOff val="8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zh-CN" b="1" i="0" u="none" strike="noStrike" kern="0" cap="none" spc="0" normalizeH="0" baseline="0" noProof="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117" name="Rectangle 318">
                  <a:extLst>
                    <a:ext uri="{FF2B5EF4-FFF2-40B4-BE49-F238E27FC236}">
                      <a16:creationId xmlns:a16="http://schemas.microsoft.com/office/drawing/2014/main" id="{AA65A6D5-1B57-4C68-9F02-61FD30126DE7}"/>
                    </a:ext>
                  </a:extLst>
                </p:cNvPr>
                <p:cNvSpPr>
                  <a:spLocks noChangeArrowheads="1"/>
                </p:cNvSpPr>
                <p:nvPr/>
              </p:nvSpPr>
              <p:spPr bwMode="auto">
                <a:xfrm>
                  <a:off x="8686464" y="1929796"/>
                  <a:ext cx="532864" cy="322788"/>
                </a:xfrm>
                <a:prstGeom prst="rect">
                  <a:avLst/>
                </a:prstGeom>
                <a:solidFill>
                  <a:schemeClr val="accent6">
                    <a:lumMod val="20000"/>
                    <a:lumOff val="8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zh-CN" b="1" i="0" u="none" strike="noStrike" kern="0" cap="none" spc="0" normalizeH="0" baseline="0" noProof="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118" name="Rectangle 319">
                  <a:extLst>
                    <a:ext uri="{FF2B5EF4-FFF2-40B4-BE49-F238E27FC236}">
                      <a16:creationId xmlns:a16="http://schemas.microsoft.com/office/drawing/2014/main" id="{38BF08C6-DAAE-4D91-AF3A-5D5CE6F54519}"/>
                    </a:ext>
                  </a:extLst>
                </p:cNvPr>
                <p:cNvSpPr>
                  <a:spLocks noChangeArrowheads="1"/>
                </p:cNvSpPr>
                <p:nvPr/>
              </p:nvSpPr>
              <p:spPr bwMode="auto">
                <a:xfrm>
                  <a:off x="8153600" y="1929796"/>
                  <a:ext cx="532864" cy="322788"/>
                </a:xfrm>
                <a:prstGeom prst="rect">
                  <a:avLst/>
                </a:prstGeom>
                <a:solidFill>
                  <a:schemeClr val="accent6">
                    <a:lumMod val="20000"/>
                    <a:lumOff val="8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zh-CN" b="1" i="0" u="none" strike="noStrike" kern="0" cap="none" spc="0" normalizeH="0" baseline="0" noProof="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119" name="Rectangle 320">
                  <a:extLst>
                    <a:ext uri="{FF2B5EF4-FFF2-40B4-BE49-F238E27FC236}">
                      <a16:creationId xmlns:a16="http://schemas.microsoft.com/office/drawing/2014/main" id="{EFDFCA51-48D5-4E09-B382-1EE8D83BFF75}"/>
                    </a:ext>
                  </a:extLst>
                </p:cNvPr>
                <p:cNvSpPr>
                  <a:spLocks noChangeArrowheads="1"/>
                </p:cNvSpPr>
                <p:nvPr/>
              </p:nvSpPr>
              <p:spPr bwMode="auto">
                <a:xfrm>
                  <a:off x="7621874" y="1929796"/>
                  <a:ext cx="531726" cy="322788"/>
                </a:xfrm>
                <a:prstGeom prst="rect">
                  <a:avLst/>
                </a:prstGeom>
                <a:solidFill>
                  <a:schemeClr val="accent6">
                    <a:lumMod val="20000"/>
                    <a:lumOff val="8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zh-CN" b="1" i="0" u="none" strike="noStrike" kern="0" cap="none" spc="0" normalizeH="0" baseline="0" noProof="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120" name="Rectangle 321">
                  <a:extLst>
                    <a:ext uri="{FF2B5EF4-FFF2-40B4-BE49-F238E27FC236}">
                      <a16:creationId xmlns:a16="http://schemas.microsoft.com/office/drawing/2014/main" id="{FE754B76-AB7A-4F9C-91A0-D860B641339E}"/>
                    </a:ext>
                  </a:extLst>
                </p:cNvPr>
                <p:cNvSpPr>
                  <a:spLocks noChangeArrowheads="1"/>
                </p:cNvSpPr>
                <p:nvPr/>
              </p:nvSpPr>
              <p:spPr bwMode="auto">
                <a:xfrm>
                  <a:off x="7089011" y="1929796"/>
                  <a:ext cx="532864" cy="322788"/>
                </a:xfrm>
                <a:prstGeom prst="rect">
                  <a:avLst/>
                </a:prstGeom>
                <a:solidFill>
                  <a:schemeClr val="accent6">
                    <a:lumMod val="20000"/>
                    <a:lumOff val="8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zh-CN"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useBgFill="1">
              <p:nvSpPr>
                <p:cNvPr id="136" name="Line 337">
                  <a:extLst>
                    <a:ext uri="{FF2B5EF4-FFF2-40B4-BE49-F238E27FC236}">
                      <a16:creationId xmlns:a16="http://schemas.microsoft.com/office/drawing/2014/main" id="{76FD0E0D-59CA-497A-93A5-5E5CDDF336A8}"/>
                    </a:ext>
                  </a:extLst>
                </p:cNvPr>
                <p:cNvSpPr>
                  <a:spLocks noChangeShapeType="1"/>
                </p:cNvSpPr>
                <p:nvPr/>
              </p:nvSpPr>
              <p:spPr bwMode="auto">
                <a:xfrm>
                  <a:off x="6539527" y="1929796"/>
                  <a:ext cx="0" cy="322788"/>
                </a:xfrm>
                <a:prstGeom prst="line">
                  <a:avLst/>
                </a:prstGeom>
                <a:ln w="28575" cap="sq">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0000"/>
                    </a:solidFill>
                    <a:effectLst/>
                    <a:uLnTx/>
                    <a:uFillTx/>
                    <a:latin typeface="Times New Roman" panose="02020603050405020304" pitchFamily="18" charset="0"/>
                    <a:ea typeface="华文行楷" panose="02010800040101010101" pitchFamily="2" charset="-122"/>
                  </a:endParaRPr>
                </a:p>
              </p:txBody>
            </p:sp>
            <p:sp useBgFill="1">
              <p:nvSpPr>
                <p:cNvPr id="138" name="Line 339">
                  <a:extLst>
                    <a:ext uri="{FF2B5EF4-FFF2-40B4-BE49-F238E27FC236}">
                      <a16:creationId xmlns:a16="http://schemas.microsoft.com/office/drawing/2014/main" id="{33D11CD7-52F7-4461-BBD8-CBDB2D37F33E}"/>
                    </a:ext>
                  </a:extLst>
                </p:cNvPr>
                <p:cNvSpPr>
                  <a:spLocks noChangeShapeType="1"/>
                </p:cNvSpPr>
                <p:nvPr/>
              </p:nvSpPr>
              <p:spPr bwMode="auto">
                <a:xfrm>
                  <a:off x="7089011" y="1929796"/>
                  <a:ext cx="0" cy="322788"/>
                </a:xfrm>
                <a:prstGeom prst="line">
                  <a:avLst/>
                </a:prstGeom>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0000"/>
                    </a:solidFill>
                    <a:effectLst/>
                    <a:uLnTx/>
                    <a:uFillTx/>
                    <a:latin typeface="Times New Roman" panose="02020603050405020304" pitchFamily="18" charset="0"/>
                    <a:ea typeface="华文行楷" panose="02010800040101010101" pitchFamily="2" charset="-122"/>
                  </a:endParaRPr>
                </a:p>
              </p:txBody>
            </p:sp>
            <p:sp useBgFill="1">
              <p:nvSpPr>
                <p:cNvPr id="140" name="Line 341">
                  <a:extLst>
                    <a:ext uri="{FF2B5EF4-FFF2-40B4-BE49-F238E27FC236}">
                      <a16:creationId xmlns:a16="http://schemas.microsoft.com/office/drawing/2014/main" id="{2B13DBCE-0A77-43D9-B15B-CD127D0402D9}"/>
                    </a:ext>
                  </a:extLst>
                </p:cNvPr>
                <p:cNvSpPr>
                  <a:spLocks noChangeShapeType="1"/>
                </p:cNvSpPr>
                <p:nvPr/>
              </p:nvSpPr>
              <p:spPr bwMode="auto">
                <a:xfrm>
                  <a:off x="7621874" y="1929796"/>
                  <a:ext cx="0" cy="322788"/>
                </a:xfrm>
                <a:prstGeom prst="line">
                  <a:avLst/>
                </a:prstGeom>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0000"/>
                    </a:solidFill>
                    <a:effectLst/>
                    <a:uLnTx/>
                    <a:uFillTx/>
                    <a:latin typeface="Times New Roman" panose="02020603050405020304" pitchFamily="18" charset="0"/>
                    <a:ea typeface="华文行楷" panose="02010800040101010101" pitchFamily="2" charset="-122"/>
                  </a:endParaRPr>
                </a:p>
              </p:txBody>
            </p:sp>
            <p:sp useBgFill="1">
              <p:nvSpPr>
                <p:cNvPr id="142" name="Line 343">
                  <a:extLst>
                    <a:ext uri="{FF2B5EF4-FFF2-40B4-BE49-F238E27FC236}">
                      <a16:creationId xmlns:a16="http://schemas.microsoft.com/office/drawing/2014/main" id="{9731F9AD-6CD2-4D32-B86A-9A15766D4412}"/>
                    </a:ext>
                  </a:extLst>
                </p:cNvPr>
                <p:cNvSpPr>
                  <a:spLocks noChangeShapeType="1"/>
                </p:cNvSpPr>
                <p:nvPr/>
              </p:nvSpPr>
              <p:spPr bwMode="auto">
                <a:xfrm>
                  <a:off x="8153600" y="1929796"/>
                  <a:ext cx="0" cy="322788"/>
                </a:xfrm>
                <a:prstGeom prst="line">
                  <a:avLst/>
                </a:prstGeom>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0000"/>
                    </a:solidFill>
                    <a:effectLst/>
                    <a:uLnTx/>
                    <a:uFillTx/>
                    <a:latin typeface="Times New Roman" panose="02020603050405020304" pitchFamily="18" charset="0"/>
                    <a:ea typeface="华文行楷" panose="02010800040101010101" pitchFamily="2" charset="-122"/>
                  </a:endParaRPr>
                </a:p>
              </p:txBody>
            </p:sp>
            <p:sp useBgFill="1">
              <p:nvSpPr>
                <p:cNvPr id="144" name="Line 345">
                  <a:extLst>
                    <a:ext uri="{FF2B5EF4-FFF2-40B4-BE49-F238E27FC236}">
                      <a16:creationId xmlns:a16="http://schemas.microsoft.com/office/drawing/2014/main" id="{B7D48D72-BFC5-4199-8FF7-6413360FD46B}"/>
                    </a:ext>
                  </a:extLst>
                </p:cNvPr>
                <p:cNvSpPr>
                  <a:spLocks noChangeShapeType="1"/>
                </p:cNvSpPr>
                <p:nvPr/>
              </p:nvSpPr>
              <p:spPr bwMode="auto">
                <a:xfrm>
                  <a:off x="8686464" y="1929796"/>
                  <a:ext cx="0" cy="322788"/>
                </a:xfrm>
                <a:prstGeom prst="line">
                  <a:avLst/>
                </a:prstGeom>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0000"/>
                    </a:solidFill>
                    <a:effectLst/>
                    <a:uLnTx/>
                    <a:uFillTx/>
                    <a:latin typeface="Times New Roman" panose="02020603050405020304" pitchFamily="18" charset="0"/>
                    <a:ea typeface="华文行楷" panose="02010800040101010101" pitchFamily="2" charset="-122"/>
                  </a:endParaRPr>
                </a:p>
              </p:txBody>
            </p:sp>
            <p:sp useBgFill="1">
              <p:nvSpPr>
                <p:cNvPr id="146" name="Line 347">
                  <a:extLst>
                    <a:ext uri="{FF2B5EF4-FFF2-40B4-BE49-F238E27FC236}">
                      <a16:creationId xmlns:a16="http://schemas.microsoft.com/office/drawing/2014/main" id="{14199E31-67CE-482F-B1E9-FC27FA51D435}"/>
                    </a:ext>
                  </a:extLst>
                </p:cNvPr>
                <p:cNvSpPr>
                  <a:spLocks noChangeShapeType="1"/>
                </p:cNvSpPr>
                <p:nvPr/>
              </p:nvSpPr>
              <p:spPr bwMode="auto">
                <a:xfrm>
                  <a:off x="9219328" y="1929796"/>
                  <a:ext cx="0" cy="322788"/>
                </a:xfrm>
                <a:prstGeom prst="line">
                  <a:avLst/>
                </a:prstGeom>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0000"/>
                    </a:solidFill>
                    <a:effectLst/>
                    <a:uLnTx/>
                    <a:uFillTx/>
                    <a:latin typeface="Times New Roman" panose="02020603050405020304" pitchFamily="18" charset="0"/>
                    <a:ea typeface="华文行楷" panose="02010800040101010101" pitchFamily="2" charset="-122"/>
                  </a:endParaRPr>
                </a:p>
              </p:txBody>
            </p:sp>
            <p:sp useBgFill="1">
              <p:nvSpPr>
                <p:cNvPr id="148" name="Line 349">
                  <a:extLst>
                    <a:ext uri="{FF2B5EF4-FFF2-40B4-BE49-F238E27FC236}">
                      <a16:creationId xmlns:a16="http://schemas.microsoft.com/office/drawing/2014/main" id="{70852802-FB97-4423-B2A6-4DDA3F9E874A}"/>
                    </a:ext>
                  </a:extLst>
                </p:cNvPr>
                <p:cNvSpPr>
                  <a:spLocks noChangeShapeType="1"/>
                </p:cNvSpPr>
                <p:nvPr/>
              </p:nvSpPr>
              <p:spPr bwMode="auto">
                <a:xfrm>
                  <a:off x="9752194" y="1929796"/>
                  <a:ext cx="0" cy="322788"/>
                </a:xfrm>
                <a:prstGeom prst="line">
                  <a:avLst/>
                </a:prstGeom>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0000"/>
                    </a:solidFill>
                    <a:effectLst/>
                    <a:uLnTx/>
                    <a:uFillTx/>
                    <a:latin typeface="Times New Roman" panose="02020603050405020304" pitchFamily="18" charset="0"/>
                    <a:ea typeface="华文行楷" panose="02010800040101010101" pitchFamily="2" charset="-122"/>
                  </a:endParaRPr>
                </a:p>
              </p:txBody>
            </p:sp>
            <p:sp useBgFill="1">
              <p:nvSpPr>
                <p:cNvPr id="150" name="Line 351">
                  <a:extLst>
                    <a:ext uri="{FF2B5EF4-FFF2-40B4-BE49-F238E27FC236}">
                      <a16:creationId xmlns:a16="http://schemas.microsoft.com/office/drawing/2014/main" id="{EFB6BCBD-20F8-43D9-8950-CF090A809908}"/>
                    </a:ext>
                  </a:extLst>
                </p:cNvPr>
                <p:cNvSpPr>
                  <a:spLocks noChangeShapeType="1"/>
                </p:cNvSpPr>
                <p:nvPr/>
              </p:nvSpPr>
              <p:spPr bwMode="auto">
                <a:xfrm>
                  <a:off x="10283920" y="1929796"/>
                  <a:ext cx="0" cy="322788"/>
                </a:xfrm>
                <a:prstGeom prst="line">
                  <a:avLst/>
                </a:prstGeom>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0000"/>
                    </a:solidFill>
                    <a:effectLst/>
                    <a:uLnTx/>
                    <a:uFillTx/>
                    <a:latin typeface="Times New Roman" panose="02020603050405020304" pitchFamily="18" charset="0"/>
                    <a:ea typeface="华文行楷" panose="02010800040101010101" pitchFamily="2" charset="-122"/>
                  </a:endParaRPr>
                </a:p>
              </p:txBody>
            </p:sp>
            <p:sp useBgFill="1">
              <p:nvSpPr>
                <p:cNvPr id="152" name="Line 353">
                  <a:extLst>
                    <a:ext uri="{FF2B5EF4-FFF2-40B4-BE49-F238E27FC236}">
                      <a16:creationId xmlns:a16="http://schemas.microsoft.com/office/drawing/2014/main" id="{E101A17F-977D-4976-BEDC-28572F555535}"/>
                    </a:ext>
                  </a:extLst>
                </p:cNvPr>
                <p:cNvSpPr>
                  <a:spLocks noChangeShapeType="1"/>
                </p:cNvSpPr>
                <p:nvPr/>
              </p:nvSpPr>
              <p:spPr bwMode="auto">
                <a:xfrm>
                  <a:off x="10816783" y="1929796"/>
                  <a:ext cx="0" cy="322788"/>
                </a:xfrm>
                <a:prstGeom prst="line">
                  <a:avLst/>
                </a:prstGeom>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0000"/>
                    </a:solidFill>
                    <a:effectLst/>
                    <a:uLnTx/>
                    <a:uFillTx/>
                    <a:latin typeface="Times New Roman" panose="02020603050405020304" pitchFamily="18" charset="0"/>
                    <a:ea typeface="华文行楷" panose="02010800040101010101" pitchFamily="2" charset="-122"/>
                  </a:endParaRPr>
                </a:p>
              </p:txBody>
            </p:sp>
            <p:sp useBgFill="1">
              <p:nvSpPr>
                <p:cNvPr id="153" name="Line 354">
                  <a:extLst>
                    <a:ext uri="{FF2B5EF4-FFF2-40B4-BE49-F238E27FC236}">
                      <a16:creationId xmlns:a16="http://schemas.microsoft.com/office/drawing/2014/main" id="{E86A5DA8-475A-4743-9039-E06A803628BD}"/>
                    </a:ext>
                  </a:extLst>
                </p:cNvPr>
                <p:cNvSpPr>
                  <a:spLocks noChangeShapeType="1"/>
                </p:cNvSpPr>
                <p:nvPr/>
              </p:nvSpPr>
              <p:spPr bwMode="auto">
                <a:xfrm>
                  <a:off x="11349647" y="1929796"/>
                  <a:ext cx="0" cy="322788"/>
                </a:xfrm>
                <a:prstGeom prst="line">
                  <a:avLst/>
                </a:prstGeom>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0000"/>
                    </a:solidFill>
                    <a:effectLst/>
                    <a:uLnTx/>
                    <a:uFillTx/>
                    <a:latin typeface="Times New Roman" panose="02020603050405020304" pitchFamily="18" charset="0"/>
                    <a:ea typeface="华文行楷" panose="02010800040101010101" pitchFamily="2" charset="-122"/>
                  </a:endParaRPr>
                </a:p>
              </p:txBody>
            </p:sp>
            <p:sp useBgFill="1">
              <p:nvSpPr>
                <p:cNvPr id="154" name="Line 355">
                  <a:extLst>
                    <a:ext uri="{FF2B5EF4-FFF2-40B4-BE49-F238E27FC236}">
                      <a16:creationId xmlns:a16="http://schemas.microsoft.com/office/drawing/2014/main" id="{6BE7D961-4DAD-44FC-974A-C3CE60ECCFF2}"/>
                    </a:ext>
                  </a:extLst>
                </p:cNvPr>
                <p:cNvSpPr>
                  <a:spLocks noChangeShapeType="1"/>
                </p:cNvSpPr>
                <p:nvPr/>
              </p:nvSpPr>
              <p:spPr bwMode="auto">
                <a:xfrm>
                  <a:off x="11880675" y="1937876"/>
                  <a:ext cx="0" cy="322788"/>
                </a:xfrm>
                <a:prstGeom prst="line">
                  <a:avLst/>
                </a:prstGeom>
                <a:ln w="28575" cap="sq">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0000"/>
                    </a:solidFill>
                    <a:effectLst/>
                    <a:uLnTx/>
                    <a:uFillTx/>
                    <a:latin typeface="Times New Roman" panose="02020603050405020304" pitchFamily="18" charset="0"/>
                    <a:ea typeface="华文行楷" panose="02010800040101010101" pitchFamily="2" charset="-122"/>
                  </a:endParaRPr>
                </a:p>
              </p:txBody>
            </p:sp>
            <p:sp>
              <p:nvSpPr>
                <p:cNvPr id="155" name="Line 356">
                  <a:extLst>
                    <a:ext uri="{FF2B5EF4-FFF2-40B4-BE49-F238E27FC236}">
                      <a16:creationId xmlns:a16="http://schemas.microsoft.com/office/drawing/2014/main" id="{C889B775-665B-4EC2-87AA-24C1A641C036}"/>
                    </a:ext>
                  </a:extLst>
                </p:cNvPr>
                <p:cNvSpPr>
                  <a:spLocks noChangeShapeType="1"/>
                </p:cNvSpPr>
                <p:nvPr/>
              </p:nvSpPr>
              <p:spPr bwMode="auto">
                <a:xfrm>
                  <a:off x="6539526" y="1925119"/>
                  <a:ext cx="5341146" cy="4676"/>
                </a:xfrm>
                <a:prstGeom prst="line">
                  <a:avLst/>
                </a:prstGeom>
                <a:ln w="28575" cap="sq">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2060"/>
                    </a:solidFill>
                    <a:effectLst/>
                    <a:uLnTx/>
                    <a:uFillTx/>
                    <a:latin typeface="Times New Roman" panose="02020603050405020304" pitchFamily="18" charset="0"/>
                    <a:ea typeface="华文行楷" panose="02010800040101010101" pitchFamily="2" charset="-122"/>
                  </a:endParaRPr>
                </a:p>
              </p:txBody>
            </p:sp>
            <p:sp useBgFill="1">
              <p:nvSpPr>
                <p:cNvPr id="156" name="Line 357">
                  <a:extLst>
                    <a:ext uri="{FF2B5EF4-FFF2-40B4-BE49-F238E27FC236}">
                      <a16:creationId xmlns:a16="http://schemas.microsoft.com/office/drawing/2014/main" id="{70FE245C-8359-48B2-9F06-C69811FBD7A8}"/>
                    </a:ext>
                  </a:extLst>
                </p:cNvPr>
                <p:cNvSpPr>
                  <a:spLocks noChangeShapeType="1"/>
                </p:cNvSpPr>
                <p:nvPr/>
              </p:nvSpPr>
              <p:spPr bwMode="auto">
                <a:xfrm>
                  <a:off x="6539527" y="2257260"/>
                  <a:ext cx="5340446" cy="11089"/>
                </a:xfrm>
                <a:prstGeom prst="line">
                  <a:avLst/>
                </a:prstGeom>
                <a:ln w="28575" cap="sq">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0000"/>
                    </a:solidFill>
                    <a:effectLst/>
                    <a:uLnTx/>
                    <a:uFillTx/>
                    <a:latin typeface="Times New Roman" panose="02020603050405020304" pitchFamily="18" charset="0"/>
                    <a:ea typeface="华文行楷" panose="02010800040101010101" pitchFamily="2" charset="-122"/>
                  </a:endParaRPr>
                </a:p>
              </p:txBody>
            </p:sp>
            <p:sp>
              <p:nvSpPr>
                <p:cNvPr id="236" name="Rectangle 445">
                  <a:extLst>
                    <a:ext uri="{FF2B5EF4-FFF2-40B4-BE49-F238E27FC236}">
                      <a16:creationId xmlns:a16="http://schemas.microsoft.com/office/drawing/2014/main" id="{3FF6686A-5063-4E59-AE26-4858F6E0F932}"/>
                    </a:ext>
                  </a:extLst>
                </p:cNvPr>
                <p:cNvSpPr>
                  <a:spLocks noChangeArrowheads="1"/>
                </p:cNvSpPr>
                <p:nvPr/>
              </p:nvSpPr>
              <p:spPr bwMode="auto">
                <a:xfrm>
                  <a:off x="6246041" y="1893207"/>
                  <a:ext cx="293401" cy="369332"/>
                </a:xfrm>
                <a:prstGeom prst="rect">
                  <a:avLst/>
                </a:prstGeom>
                <a:noFill/>
                <a:ln w="12700">
                  <a:noFill/>
                  <a:miter lim="800000"/>
                  <a:headEnd/>
                  <a:tailEnd/>
                </a:ln>
                <a:effectLst/>
              </p:spPr>
              <p:txBody>
                <a:bodyPr wrap="none" lIns="36000" tIns="0" rIns="72000" bIns="0">
                  <a:spAutoFit/>
                </a:bodyPr>
                <a:lstStyle/>
                <a:p>
                  <a:pPr eaLnBrk="0" fontAlgn="base" hangingPunct="0">
                    <a:spcBef>
                      <a:spcPct val="0"/>
                    </a:spcBef>
                    <a:spcAft>
                      <a:spcPct val="0"/>
                    </a:spcAft>
                  </a:pPr>
                  <a:r>
                    <a:rPr lang="en-US" altLang="zh-CN" sz="2400" b="1" dirty="0">
                      <a:solidFill>
                        <a:srgbClr val="CC6600"/>
                      </a:solidFill>
                      <a:latin typeface="Courier New" panose="02070309020205020404" pitchFamily="49" charset="0"/>
                      <a:ea typeface="宋体" panose="02010600030101010101" pitchFamily="2" charset="-122"/>
                      <a:cs typeface="Courier New" panose="02070309020205020404" pitchFamily="49" charset="0"/>
                    </a:rPr>
                    <a:t>e</a:t>
                  </a:r>
                </a:p>
              </p:txBody>
            </p:sp>
          </p:grpSp>
        </p:grpSp>
      </p:grpSp>
      <p:sp>
        <p:nvSpPr>
          <p:cNvPr id="4" name="Text Box 171">
            <a:extLst>
              <a:ext uri="{FF2B5EF4-FFF2-40B4-BE49-F238E27FC236}">
                <a16:creationId xmlns:a16="http://schemas.microsoft.com/office/drawing/2014/main" id="{5453A80A-BE53-4155-8D78-2E4EE2138E9D}"/>
              </a:ext>
            </a:extLst>
          </p:cNvPr>
          <p:cNvSpPr txBox="1">
            <a:spLocks noChangeArrowheads="1"/>
          </p:cNvSpPr>
          <p:nvPr/>
        </p:nvSpPr>
        <p:spPr bwMode="auto">
          <a:xfrm>
            <a:off x="7865993" y="295426"/>
            <a:ext cx="2028020" cy="400110"/>
          </a:xfrm>
          <a:prstGeom prst="rect">
            <a:avLst/>
          </a:prstGeom>
          <a:noFill/>
          <a:ln>
            <a:noFill/>
          </a:ln>
          <a:effectLst/>
        </p:spPr>
        <p:txBody>
          <a:bodyPr wrap="square">
            <a:spAutoFit/>
          </a:bodyPr>
          <a:lstStyle/>
          <a:p>
            <a:pPr fontAlgn="base">
              <a:spcBef>
                <a:spcPct val="50000"/>
              </a:spcBef>
              <a:spcAft>
                <a:spcPct val="0"/>
              </a:spcAft>
            </a:pPr>
            <a:r>
              <a:rPr kumimoji="1" lang="zh-CN" altLang="en-US" sz="2000" dirty="0">
                <a:solidFill>
                  <a:srgbClr val="3333CC"/>
                </a:solidFill>
                <a:latin typeface="Times New Roman" panose="02020603050405020304" pitchFamily="18" charset="0"/>
                <a:ea typeface="华文行楷" panose="02010800040101010101" pitchFamily="2" charset="-122"/>
              </a:rPr>
              <a:t>待排关键字序列</a:t>
            </a:r>
          </a:p>
        </p:txBody>
      </p:sp>
      <p:graphicFrame>
        <p:nvGraphicFramePr>
          <p:cNvPr id="5" name="Group 82">
            <a:extLst>
              <a:ext uri="{FF2B5EF4-FFF2-40B4-BE49-F238E27FC236}">
                <a16:creationId xmlns:a16="http://schemas.microsoft.com/office/drawing/2014/main" id="{33D9848E-9B7B-4C59-B495-512D838659B8}"/>
              </a:ext>
            </a:extLst>
          </p:cNvPr>
          <p:cNvGraphicFramePr>
            <a:graphicFrameLocks noGrp="1"/>
          </p:cNvGraphicFramePr>
          <p:nvPr>
            <p:extLst>
              <p:ext uri="{D42A27DB-BD31-4B8C-83A1-F6EECF244321}">
                <p14:modId xmlns:p14="http://schemas.microsoft.com/office/powerpoint/2010/main" val="3437094602"/>
              </p:ext>
            </p:extLst>
          </p:nvPr>
        </p:nvGraphicFramePr>
        <p:xfrm>
          <a:off x="6858000" y="1061864"/>
          <a:ext cx="4998873" cy="731520"/>
        </p:xfrm>
        <a:graphic>
          <a:graphicData uri="http://schemas.openxmlformats.org/drawingml/2006/table">
            <a:tbl>
              <a:tblPr/>
              <a:tblGrid>
                <a:gridCol w="454443">
                  <a:extLst>
                    <a:ext uri="{9D8B030D-6E8A-4147-A177-3AD203B41FA5}">
                      <a16:colId xmlns:a16="http://schemas.microsoft.com/office/drawing/2014/main" val="2719283877"/>
                    </a:ext>
                  </a:extLst>
                </a:gridCol>
                <a:gridCol w="454443">
                  <a:extLst>
                    <a:ext uri="{9D8B030D-6E8A-4147-A177-3AD203B41FA5}">
                      <a16:colId xmlns:a16="http://schemas.microsoft.com/office/drawing/2014/main" val="3596978957"/>
                    </a:ext>
                  </a:extLst>
                </a:gridCol>
                <a:gridCol w="454443">
                  <a:extLst>
                    <a:ext uri="{9D8B030D-6E8A-4147-A177-3AD203B41FA5}">
                      <a16:colId xmlns:a16="http://schemas.microsoft.com/office/drawing/2014/main" val="1615309298"/>
                    </a:ext>
                  </a:extLst>
                </a:gridCol>
                <a:gridCol w="454443">
                  <a:extLst>
                    <a:ext uri="{9D8B030D-6E8A-4147-A177-3AD203B41FA5}">
                      <a16:colId xmlns:a16="http://schemas.microsoft.com/office/drawing/2014/main" val="4088602369"/>
                    </a:ext>
                  </a:extLst>
                </a:gridCol>
                <a:gridCol w="454443">
                  <a:extLst>
                    <a:ext uri="{9D8B030D-6E8A-4147-A177-3AD203B41FA5}">
                      <a16:colId xmlns:a16="http://schemas.microsoft.com/office/drawing/2014/main" val="1996123131"/>
                    </a:ext>
                  </a:extLst>
                </a:gridCol>
                <a:gridCol w="454443">
                  <a:extLst>
                    <a:ext uri="{9D8B030D-6E8A-4147-A177-3AD203B41FA5}">
                      <a16:colId xmlns:a16="http://schemas.microsoft.com/office/drawing/2014/main" val="2682607523"/>
                    </a:ext>
                  </a:extLst>
                </a:gridCol>
                <a:gridCol w="454443">
                  <a:extLst>
                    <a:ext uri="{9D8B030D-6E8A-4147-A177-3AD203B41FA5}">
                      <a16:colId xmlns:a16="http://schemas.microsoft.com/office/drawing/2014/main" val="4184123387"/>
                    </a:ext>
                  </a:extLst>
                </a:gridCol>
                <a:gridCol w="454443">
                  <a:extLst>
                    <a:ext uri="{9D8B030D-6E8A-4147-A177-3AD203B41FA5}">
                      <a16:colId xmlns:a16="http://schemas.microsoft.com/office/drawing/2014/main" val="2151605860"/>
                    </a:ext>
                  </a:extLst>
                </a:gridCol>
                <a:gridCol w="454443">
                  <a:extLst>
                    <a:ext uri="{9D8B030D-6E8A-4147-A177-3AD203B41FA5}">
                      <a16:colId xmlns:a16="http://schemas.microsoft.com/office/drawing/2014/main" val="2142618180"/>
                    </a:ext>
                  </a:extLst>
                </a:gridCol>
                <a:gridCol w="454443">
                  <a:extLst>
                    <a:ext uri="{9D8B030D-6E8A-4147-A177-3AD203B41FA5}">
                      <a16:colId xmlns:a16="http://schemas.microsoft.com/office/drawing/2014/main" val="459573992"/>
                    </a:ext>
                  </a:extLst>
                </a:gridCol>
                <a:gridCol w="454443">
                  <a:extLst>
                    <a:ext uri="{9D8B030D-6E8A-4147-A177-3AD203B41FA5}">
                      <a16:colId xmlns:a16="http://schemas.microsoft.com/office/drawing/2014/main" val="1428261318"/>
                    </a:ext>
                  </a:extLst>
                </a:gridCol>
              </a:tblGrid>
              <a:tr h="318221">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0</a:t>
                      </a:r>
                      <a:endParaRPr kumimoji="1"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36000" marR="36000" horzOverflow="overflow">
                    <a:lnL cap="flat">
                      <a:noFill/>
                    </a:lnL>
                    <a:lnR>
                      <a:noFill/>
                    </a:lnR>
                    <a:lnT cap="flat">
                      <a:noFill/>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a:t>
                      </a:r>
                    </a:p>
                  </a:txBody>
                  <a:tcPr marL="36000" marR="36000" horzOverflow="overflow">
                    <a:lnL>
                      <a:noFill/>
                    </a:lnL>
                    <a:lnR>
                      <a:noFill/>
                    </a:lnR>
                    <a:lnT cap="flat">
                      <a:noFill/>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2</a:t>
                      </a:r>
                    </a:p>
                  </a:txBody>
                  <a:tcPr marL="36000" marR="36000" horzOverflow="overflow">
                    <a:lnL>
                      <a:noFill/>
                    </a:lnL>
                    <a:lnR>
                      <a:noFill/>
                    </a:lnR>
                    <a:lnT cap="flat">
                      <a:noFill/>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3</a:t>
                      </a:r>
                    </a:p>
                  </a:txBody>
                  <a:tcPr marL="36000" marR="36000" horzOverflow="overflow">
                    <a:lnL>
                      <a:noFill/>
                    </a:lnL>
                    <a:lnR>
                      <a:noFill/>
                    </a:lnR>
                    <a:lnT cap="flat">
                      <a:noFill/>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4</a:t>
                      </a:r>
                    </a:p>
                  </a:txBody>
                  <a:tcPr marL="36000" marR="36000" horzOverflow="overflow">
                    <a:lnL>
                      <a:noFill/>
                    </a:lnL>
                    <a:lnR>
                      <a:noFill/>
                    </a:lnR>
                    <a:lnT cap="flat">
                      <a:noFill/>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5</a:t>
                      </a:r>
                    </a:p>
                  </a:txBody>
                  <a:tcPr marL="36000" marR="36000" horzOverflow="overflow">
                    <a:lnL>
                      <a:noFill/>
                    </a:lnL>
                    <a:lnR>
                      <a:noFill/>
                    </a:lnR>
                    <a:lnT cap="flat">
                      <a:noFill/>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6</a:t>
                      </a:r>
                    </a:p>
                  </a:txBody>
                  <a:tcPr marL="36000" marR="36000" horzOverflow="overflow">
                    <a:lnL>
                      <a:noFill/>
                    </a:lnL>
                    <a:lnR>
                      <a:noFill/>
                    </a:lnR>
                    <a:lnT cap="flat">
                      <a:noFill/>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7</a:t>
                      </a:r>
                    </a:p>
                  </a:txBody>
                  <a:tcPr marL="36000" marR="36000" horzOverflow="overflow">
                    <a:lnL>
                      <a:noFill/>
                    </a:lnL>
                    <a:lnR>
                      <a:noFill/>
                    </a:lnR>
                    <a:lnT cap="flat">
                      <a:noFill/>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8</a:t>
                      </a:r>
                    </a:p>
                  </a:txBody>
                  <a:tcPr marL="36000" marR="36000" horzOverflow="overflow">
                    <a:lnL>
                      <a:noFill/>
                    </a:lnL>
                    <a:lnR>
                      <a:noFill/>
                    </a:lnR>
                    <a:lnT cap="flat">
                      <a:noFill/>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9</a:t>
                      </a:r>
                    </a:p>
                  </a:txBody>
                  <a:tcPr marL="36000" marR="36000" horzOverflow="overflow">
                    <a:lnL>
                      <a:noFill/>
                    </a:lnL>
                    <a:lnR>
                      <a:noFill/>
                    </a:lnR>
                    <a:lnT cap="flat">
                      <a:noFill/>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10</a:t>
                      </a:r>
                    </a:p>
                  </a:txBody>
                  <a:tcPr marL="36000" marR="36000" horzOverflow="overflow">
                    <a:lnL>
                      <a:noFill/>
                    </a:lnL>
                    <a:lnR cap="flat">
                      <a:noFill/>
                    </a:lnR>
                    <a:lnT cap="flat">
                      <a:noFill/>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56494520"/>
                  </a:ext>
                </a:extLst>
              </a:tr>
              <a:tr h="353292">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楷体_GB2312" pitchFamily="49" charset="-122"/>
                        </a:rPr>
                        <a:t>—</a:t>
                      </a:r>
                      <a:endParaRPr kumimoji="1" lang="zh-CN" altLang="en-US" sz="1600" b="1" i="0" u="none" strike="noStrike" cap="none" normalizeH="0" baseline="0" dirty="0">
                        <a:ln>
                          <a:noFill/>
                        </a:ln>
                        <a:solidFill>
                          <a:schemeClr val="tx1"/>
                        </a:solidFill>
                        <a:effectLst/>
                        <a:latin typeface="Times New Roman" panose="02020603050405020304" pitchFamily="18" charset="0"/>
                        <a:ea typeface="楷体_GB2312" pitchFamily="49" charset="-122"/>
                      </a:endParaRPr>
                    </a:p>
                  </a:txBody>
                  <a:tcPr marL="36000" marR="3600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chemeClr val="tx2">
                        <a:lumMod val="10000"/>
                        <a:lumOff val="90000"/>
                      </a:schemeClr>
                    </a:solid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78</a:t>
                      </a:r>
                      <a:endParaRPr kumimoji="1" lang="zh-CN"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36000" marR="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09</a:t>
                      </a:r>
                    </a:p>
                  </a:txBody>
                  <a:tcPr marL="36000" marR="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63</a:t>
                      </a:r>
                    </a:p>
                  </a:txBody>
                  <a:tcPr marL="36000" marR="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30</a:t>
                      </a:r>
                    </a:p>
                  </a:txBody>
                  <a:tcPr marL="36000" marR="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89</a:t>
                      </a:r>
                    </a:p>
                  </a:txBody>
                  <a:tcPr marL="36000" marR="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84</a:t>
                      </a:r>
                    </a:p>
                  </a:txBody>
                  <a:tcPr marL="36000" marR="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05</a:t>
                      </a:r>
                    </a:p>
                  </a:txBody>
                  <a:tcPr marL="36000" marR="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69</a:t>
                      </a:r>
                    </a:p>
                  </a:txBody>
                  <a:tcPr marL="36000" marR="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08</a:t>
                      </a:r>
                    </a:p>
                  </a:txBody>
                  <a:tcPr marL="36000" marR="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83</a:t>
                      </a:r>
                    </a:p>
                  </a:txBody>
                  <a:tcPr marL="36000" marR="3600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75387437"/>
                  </a:ext>
                </a:extLst>
              </a:tr>
            </a:tbl>
          </a:graphicData>
        </a:graphic>
      </p:graphicFrame>
      <p:graphicFrame>
        <p:nvGraphicFramePr>
          <p:cNvPr id="6" name="Group 80">
            <a:extLst>
              <a:ext uri="{FF2B5EF4-FFF2-40B4-BE49-F238E27FC236}">
                <a16:creationId xmlns:a16="http://schemas.microsoft.com/office/drawing/2014/main" id="{2EC6F784-CB56-4B59-9111-D832F716BF81}"/>
              </a:ext>
            </a:extLst>
          </p:cNvPr>
          <p:cNvGraphicFramePr>
            <a:graphicFrameLocks noGrp="1"/>
          </p:cNvGraphicFramePr>
          <p:nvPr>
            <p:extLst>
              <p:ext uri="{D42A27DB-BD31-4B8C-83A1-F6EECF244321}">
                <p14:modId xmlns:p14="http://schemas.microsoft.com/office/powerpoint/2010/main" val="1077294465"/>
              </p:ext>
            </p:extLst>
          </p:nvPr>
        </p:nvGraphicFramePr>
        <p:xfrm>
          <a:off x="6858000" y="1793691"/>
          <a:ext cx="4998873" cy="365760"/>
        </p:xfrm>
        <a:graphic>
          <a:graphicData uri="http://schemas.openxmlformats.org/drawingml/2006/table">
            <a:tbl>
              <a:tblPr/>
              <a:tblGrid>
                <a:gridCol w="454443">
                  <a:extLst>
                    <a:ext uri="{9D8B030D-6E8A-4147-A177-3AD203B41FA5}">
                      <a16:colId xmlns:a16="http://schemas.microsoft.com/office/drawing/2014/main" val="3429578541"/>
                    </a:ext>
                  </a:extLst>
                </a:gridCol>
                <a:gridCol w="454443">
                  <a:extLst>
                    <a:ext uri="{9D8B030D-6E8A-4147-A177-3AD203B41FA5}">
                      <a16:colId xmlns:a16="http://schemas.microsoft.com/office/drawing/2014/main" val="2640589532"/>
                    </a:ext>
                  </a:extLst>
                </a:gridCol>
                <a:gridCol w="454443">
                  <a:extLst>
                    <a:ext uri="{9D8B030D-6E8A-4147-A177-3AD203B41FA5}">
                      <a16:colId xmlns:a16="http://schemas.microsoft.com/office/drawing/2014/main" val="744809669"/>
                    </a:ext>
                  </a:extLst>
                </a:gridCol>
                <a:gridCol w="454443">
                  <a:extLst>
                    <a:ext uri="{9D8B030D-6E8A-4147-A177-3AD203B41FA5}">
                      <a16:colId xmlns:a16="http://schemas.microsoft.com/office/drawing/2014/main" val="1984315397"/>
                    </a:ext>
                  </a:extLst>
                </a:gridCol>
                <a:gridCol w="454443">
                  <a:extLst>
                    <a:ext uri="{9D8B030D-6E8A-4147-A177-3AD203B41FA5}">
                      <a16:colId xmlns:a16="http://schemas.microsoft.com/office/drawing/2014/main" val="388995592"/>
                    </a:ext>
                  </a:extLst>
                </a:gridCol>
                <a:gridCol w="454443">
                  <a:extLst>
                    <a:ext uri="{9D8B030D-6E8A-4147-A177-3AD203B41FA5}">
                      <a16:colId xmlns:a16="http://schemas.microsoft.com/office/drawing/2014/main" val="1321063078"/>
                    </a:ext>
                  </a:extLst>
                </a:gridCol>
                <a:gridCol w="454443">
                  <a:extLst>
                    <a:ext uri="{9D8B030D-6E8A-4147-A177-3AD203B41FA5}">
                      <a16:colId xmlns:a16="http://schemas.microsoft.com/office/drawing/2014/main" val="2355676896"/>
                    </a:ext>
                  </a:extLst>
                </a:gridCol>
                <a:gridCol w="454443">
                  <a:extLst>
                    <a:ext uri="{9D8B030D-6E8A-4147-A177-3AD203B41FA5}">
                      <a16:colId xmlns:a16="http://schemas.microsoft.com/office/drawing/2014/main" val="112131747"/>
                    </a:ext>
                  </a:extLst>
                </a:gridCol>
                <a:gridCol w="454443">
                  <a:extLst>
                    <a:ext uri="{9D8B030D-6E8A-4147-A177-3AD203B41FA5}">
                      <a16:colId xmlns:a16="http://schemas.microsoft.com/office/drawing/2014/main" val="432427948"/>
                    </a:ext>
                  </a:extLst>
                </a:gridCol>
                <a:gridCol w="454443">
                  <a:extLst>
                    <a:ext uri="{9D8B030D-6E8A-4147-A177-3AD203B41FA5}">
                      <a16:colId xmlns:a16="http://schemas.microsoft.com/office/drawing/2014/main" val="2477038539"/>
                    </a:ext>
                  </a:extLst>
                </a:gridCol>
                <a:gridCol w="454443">
                  <a:extLst>
                    <a:ext uri="{9D8B030D-6E8A-4147-A177-3AD203B41FA5}">
                      <a16:colId xmlns:a16="http://schemas.microsoft.com/office/drawing/2014/main" val="2891318193"/>
                    </a:ext>
                  </a:extLst>
                </a:gridCol>
              </a:tblGrid>
              <a:tr h="294927">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accent2">
                              <a:lumMod val="75000"/>
                            </a:schemeClr>
                          </a:solidFill>
                          <a:effectLst/>
                          <a:latin typeface="Times New Roman" panose="02020603050405020304" pitchFamily="18" charset="0"/>
                          <a:ea typeface="楷体_GB2312" pitchFamily="49" charset="-122"/>
                        </a:rPr>
                        <a:t>1</a:t>
                      </a:r>
                      <a:endParaRPr kumimoji="1" lang="zh-CN" altLang="en-US" sz="1800" b="1" i="0" u="none" strike="noStrike" cap="none" normalizeH="0" baseline="0" dirty="0">
                        <a:ln>
                          <a:noFill/>
                        </a:ln>
                        <a:solidFill>
                          <a:schemeClr val="accent2">
                            <a:lumMod val="75000"/>
                          </a:schemeClr>
                        </a:solidFill>
                        <a:effectLst/>
                        <a:latin typeface="Times New Roman" panose="02020603050405020304" pitchFamily="18" charset="0"/>
                        <a:ea typeface="楷体_GB2312" pitchFamily="49" charset="-122"/>
                      </a:endParaRPr>
                    </a:p>
                  </a:txBody>
                  <a:tcPr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CF3BA"/>
                    </a:solid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accent2">
                              <a:lumMod val="75000"/>
                            </a:schemeClr>
                          </a:solidFill>
                          <a:effectLst/>
                          <a:latin typeface="Times New Roman" panose="02020603050405020304" pitchFamily="18" charset="0"/>
                          <a:ea typeface="宋体" panose="02010600030101010101" pitchFamily="2" charset="-122"/>
                        </a:rPr>
                        <a:t>2</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CF3BA"/>
                    </a:solid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accent2">
                              <a:lumMod val="75000"/>
                            </a:schemeClr>
                          </a:solidFill>
                          <a:effectLst/>
                          <a:latin typeface="Times New Roman" panose="02020603050405020304" pitchFamily="18" charset="0"/>
                          <a:ea typeface="宋体" panose="02010600030101010101" pitchFamily="2" charset="-122"/>
                        </a:rPr>
                        <a:t>3</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CF3BA"/>
                    </a:solid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accent2">
                              <a:lumMod val="75000"/>
                            </a:schemeClr>
                          </a:solidFill>
                          <a:effectLst/>
                          <a:latin typeface="Times New Roman" panose="02020603050405020304" pitchFamily="18" charset="0"/>
                          <a:ea typeface="宋体" panose="02010600030101010101" pitchFamily="2" charset="-122"/>
                        </a:rPr>
                        <a:t>4</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CF3BA"/>
                    </a:solid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accent2">
                              <a:lumMod val="75000"/>
                            </a:schemeClr>
                          </a:solidFill>
                          <a:effectLst/>
                          <a:latin typeface="Times New Roman" panose="02020603050405020304" pitchFamily="18" charset="0"/>
                          <a:ea typeface="宋体" panose="02010600030101010101" pitchFamily="2" charset="-122"/>
                        </a:rPr>
                        <a:t>5</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CF3BA"/>
                    </a:solid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accent2">
                              <a:lumMod val="75000"/>
                            </a:schemeClr>
                          </a:solidFill>
                          <a:effectLst/>
                          <a:latin typeface="Times New Roman" panose="02020603050405020304" pitchFamily="18" charset="0"/>
                          <a:ea typeface="宋体" panose="02010600030101010101" pitchFamily="2" charset="-122"/>
                        </a:rPr>
                        <a:t>6</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CF3BA"/>
                    </a:solid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accent2">
                              <a:lumMod val="75000"/>
                            </a:schemeClr>
                          </a:solidFill>
                          <a:effectLst/>
                          <a:latin typeface="Times New Roman" panose="02020603050405020304" pitchFamily="18" charset="0"/>
                          <a:ea typeface="宋体" panose="02010600030101010101" pitchFamily="2" charset="-122"/>
                        </a:rPr>
                        <a:t>7</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CF3BA"/>
                    </a:solid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accent2">
                              <a:lumMod val="75000"/>
                            </a:schemeClr>
                          </a:solidFill>
                          <a:effectLst/>
                          <a:latin typeface="Times New Roman" panose="02020603050405020304" pitchFamily="18" charset="0"/>
                          <a:ea typeface="宋体" panose="02010600030101010101" pitchFamily="2" charset="-122"/>
                        </a:rPr>
                        <a:t>8</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CF3BA"/>
                    </a:solid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accent2">
                              <a:lumMod val="75000"/>
                            </a:schemeClr>
                          </a:solidFill>
                          <a:effectLst/>
                          <a:latin typeface="Times New Roman" panose="02020603050405020304" pitchFamily="18" charset="0"/>
                          <a:ea typeface="宋体" panose="02010600030101010101" pitchFamily="2" charset="-122"/>
                        </a:rPr>
                        <a:t>9</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CF3BA"/>
                    </a:solid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accent2">
                              <a:lumMod val="75000"/>
                            </a:schemeClr>
                          </a:solidFill>
                          <a:effectLst/>
                          <a:latin typeface="Times New Roman" panose="02020603050405020304" pitchFamily="18" charset="0"/>
                          <a:ea typeface="宋体" panose="02010600030101010101" pitchFamily="2" charset="-122"/>
                        </a:rPr>
                        <a:t>10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CF3BA"/>
                    </a:solid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accent2">
                              <a:lumMod val="75000"/>
                            </a:schemeClr>
                          </a:solidFill>
                          <a:effectLst/>
                          <a:latin typeface="Times New Roman" panose="02020603050405020304" pitchFamily="18" charset="0"/>
                          <a:ea typeface="宋体" panose="02010600030101010101" pitchFamily="2" charset="-122"/>
                        </a:rPr>
                        <a:t>0</a:t>
                      </a:r>
                    </a:p>
                  </a:txBody>
                  <a:tcPr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CF3BA"/>
                    </a:solidFill>
                  </a:tcPr>
                </a:tc>
                <a:extLst>
                  <a:ext uri="{0D108BD9-81ED-4DB2-BD59-A6C34878D82A}">
                    <a16:rowId xmlns:a16="http://schemas.microsoft.com/office/drawing/2014/main" val="3168416222"/>
                  </a:ext>
                </a:extLst>
              </a:tr>
            </a:tbl>
          </a:graphicData>
        </a:graphic>
      </p:graphicFrame>
      <p:sp>
        <p:nvSpPr>
          <p:cNvPr id="81" name="Text Box 167">
            <a:extLst>
              <a:ext uri="{FF2B5EF4-FFF2-40B4-BE49-F238E27FC236}">
                <a16:creationId xmlns:a16="http://schemas.microsoft.com/office/drawing/2014/main" id="{7474EB0E-B8CD-4341-AA1B-A718E3E49C6D}"/>
              </a:ext>
            </a:extLst>
          </p:cNvPr>
          <p:cNvSpPr txBox="1">
            <a:spLocks noChangeArrowheads="1"/>
          </p:cNvSpPr>
          <p:nvPr/>
        </p:nvSpPr>
        <p:spPr bwMode="auto">
          <a:xfrm>
            <a:off x="8085835" y="554297"/>
            <a:ext cx="1496696" cy="400110"/>
          </a:xfrm>
          <a:prstGeom prst="rect">
            <a:avLst/>
          </a:prstGeom>
          <a:noFill/>
          <a:ln>
            <a:noFill/>
          </a:ln>
          <a:effectLst/>
        </p:spPr>
        <p:txBody>
          <a:bodyPr wrap="square">
            <a:spAutoFit/>
          </a:bodyPr>
          <a:lstStyle/>
          <a:p>
            <a:pPr fontAlgn="base">
              <a:spcBef>
                <a:spcPct val="50000"/>
              </a:spcBef>
              <a:spcAft>
                <a:spcPct val="0"/>
              </a:spcAft>
            </a:pPr>
            <a:r>
              <a:rPr kumimoji="1" lang="zh-CN" altLang="en-US" sz="2000" dirty="0">
                <a:solidFill>
                  <a:srgbClr val="3333CC"/>
                </a:solidFill>
                <a:latin typeface="Times New Roman" panose="02020603050405020304" pitchFamily="18" charset="0"/>
                <a:ea typeface="华文行楷" panose="02010800040101010101" pitchFamily="2" charset="-122"/>
              </a:rPr>
              <a:t>初始化链表</a:t>
            </a:r>
          </a:p>
        </p:txBody>
      </p:sp>
      <p:sp>
        <p:nvSpPr>
          <p:cNvPr id="82" name="Text Box 168">
            <a:extLst>
              <a:ext uri="{FF2B5EF4-FFF2-40B4-BE49-F238E27FC236}">
                <a16:creationId xmlns:a16="http://schemas.microsoft.com/office/drawing/2014/main" id="{C29440AD-919A-4419-B945-6FDCCDBA5578}"/>
              </a:ext>
            </a:extLst>
          </p:cNvPr>
          <p:cNvSpPr txBox="1">
            <a:spLocks noChangeArrowheads="1"/>
          </p:cNvSpPr>
          <p:nvPr/>
        </p:nvSpPr>
        <p:spPr bwMode="auto">
          <a:xfrm>
            <a:off x="8154847" y="5560395"/>
            <a:ext cx="179703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pPr>
            <a:r>
              <a:rPr kumimoji="1" lang="zh-CN" altLang="en-US" dirty="0">
                <a:solidFill>
                  <a:srgbClr val="008080"/>
                </a:solidFill>
                <a:latin typeface="Times New Roman" panose="02020603050405020304" pitchFamily="18" charset="0"/>
                <a:ea typeface="华文行楷" panose="02010800040101010101" pitchFamily="2" charset="-122"/>
              </a:rPr>
              <a:t>进行第一次分配</a:t>
            </a:r>
          </a:p>
        </p:txBody>
      </p:sp>
      <p:sp useBgFill="1">
        <p:nvSpPr>
          <p:cNvPr id="101" name="Text Box 302">
            <a:extLst>
              <a:ext uri="{FF2B5EF4-FFF2-40B4-BE49-F238E27FC236}">
                <a16:creationId xmlns:a16="http://schemas.microsoft.com/office/drawing/2014/main" id="{9ED66959-D700-4988-AE0A-79133F6D93D1}"/>
              </a:ext>
            </a:extLst>
          </p:cNvPr>
          <p:cNvSpPr txBox="1">
            <a:spLocks noChangeArrowheads="1"/>
          </p:cNvSpPr>
          <p:nvPr/>
        </p:nvSpPr>
        <p:spPr bwMode="auto">
          <a:xfrm>
            <a:off x="8152027" y="6076191"/>
            <a:ext cx="1797033" cy="369332"/>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fontAlgn="base" hangingPunct="0">
              <a:spcBef>
                <a:spcPct val="0"/>
              </a:spcBef>
              <a:spcAft>
                <a:spcPct val="0"/>
              </a:spcAft>
            </a:pPr>
            <a:r>
              <a:rPr lang="zh-CN" altLang="en-US" dirty="0">
                <a:solidFill>
                  <a:srgbClr val="008080"/>
                </a:solidFill>
                <a:latin typeface="Times New Roman" panose="02020603050405020304" pitchFamily="18" charset="0"/>
                <a:ea typeface="华文行楷" panose="02010800040101010101" pitchFamily="2" charset="-122"/>
              </a:rPr>
              <a:t>进行第一次收集</a:t>
            </a:r>
          </a:p>
        </p:txBody>
      </p:sp>
      <p:sp>
        <p:nvSpPr>
          <p:cNvPr id="267" name="Rectangle 445">
            <a:extLst>
              <a:ext uri="{FF2B5EF4-FFF2-40B4-BE49-F238E27FC236}">
                <a16:creationId xmlns:a16="http://schemas.microsoft.com/office/drawing/2014/main" id="{A65235BC-E0F6-43A9-A28F-4B35C7C1591E}"/>
              </a:ext>
            </a:extLst>
          </p:cNvPr>
          <p:cNvSpPr>
            <a:spLocks noChangeArrowheads="1"/>
          </p:cNvSpPr>
          <p:nvPr/>
        </p:nvSpPr>
        <p:spPr bwMode="auto">
          <a:xfrm>
            <a:off x="5905581" y="1436297"/>
            <a:ext cx="935673" cy="307777"/>
          </a:xfrm>
          <a:prstGeom prst="rect">
            <a:avLst/>
          </a:prstGeom>
          <a:noFill/>
          <a:ln w="12700">
            <a:noFill/>
            <a:miter lim="800000"/>
            <a:headEnd/>
            <a:tailEnd/>
          </a:ln>
          <a:effectLst/>
        </p:spPr>
        <p:txBody>
          <a:bodyPr wrap="square" lIns="36000" tIns="0" rIns="72000" bIns="0">
            <a:spAutoFit/>
          </a:bodyPr>
          <a:lstStyle/>
          <a:p>
            <a:pPr algn="r" eaLnBrk="0" fontAlgn="base" hangingPunct="0">
              <a:spcBef>
                <a:spcPct val="0"/>
              </a:spcBef>
              <a:spcAft>
                <a:spcPct val="0"/>
              </a:spcAft>
            </a:pPr>
            <a:r>
              <a:rPr lang="en-US" altLang="zh-CN" sz="2000" b="1" dirty="0">
                <a:solidFill>
                  <a:srgbClr val="CC6600"/>
                </a:solidFill>
                <a:latin typeface="Courier New" panose="02070309020205020404" pitchFamily="49" charset="0"/>
                <a:ea typeface="宋体" panose="02010600030101010101" pitchFamily="2" charset="-122"/>
                <a:cs typeface="Courier New" panose="02070309020205020404" pitchFamily="49" charset="0"/>
              </a:rPr>
              <a:t>keys</a:t>
            </a:r>
          </a:p>
        </p:txBody>
      </p:sp>
      <p:sp>
        <p:nvSpPr>
          <p:cNvPr id="268" name="Rectangle 445">
            <a:extLst>
              <a:ext uri="{FF2B5EF4-FFF2-40B4-BE49-F238E27FC236}">
                <a16:creationId xmlns:a16="http://schemas.microsoft.com/office/drawing/2014/main" id="{36691C22-C48B-4F35-B17B-128E7E5F694B}"/>
              </a:ext>
            </a:extLst>
          </p:cNvPr>
          <p:cNvSpPr>
            <a:spLocks noChangeArrowheads="1"/>
          </p:cNvSpPr>
          <p:nvPr/>
        </p:nvSpPr>
        <p:spPr bwMode="auto">
          <a:xfrm>
            <a:off x="5922327" y="1830395"/>
            <a:ext cx="935673" cy="307777"/>
          </a:xfrm>
          <a:prstGeom prst="rect">
            <a:avLst/>
          </a:prstGeom>
          <a:noFill/>
          <a:ln w="12700">
            <a:noFill/>
            <a:miter lim="800000"/>
            <a:headEnd/>
            <a:tailEnd/>
          </a:ln>
          <a:effectLst/>
        </p:spPr>
        <p:txBody>
          <a:bodyPr wrap="square" lIns="36000" tIns="0" rIns="72000" bIns="0">
            <a:spAutoFit/>
          </a:bodyPr>
          <a:lstStyle/>
          <a:p>
            <a:pPr algn="r" eaLnBrk="0" fontAlgn="base" hangingPunct="0">
              <a:spcBef>
                <a:spcPct val="0"/>
              </a:spcBef>
              <a:spcAft>
                <a:spcPct val="0"/>
              </a:spcAft>
            </a:pPr>
            <a:r>
              <a:rPr lang="en-US" altLang="zh-CN" sz="2000" b="1" dirty="0">
                <a:solidFill>
                  <a:srgbClr val="CC6600"/>
                </a:solidFill>
                <a:latin typeface="Courier New" panose="02070309020205020404" pitchFamily="49" charset="0"/>
                <a:ea typeface="宋体" panose="02010600030101010101" pitchFamily="2" charset="-122"/>
                <a:cs typeface="Courier New" panose="02070309020205020404" pitchFamily="49" charset="0"/>
              </a:rPr>
              <a:t>next</a:t>
            </a:r>
          </a:p>
        </p:txBody>
      </p:sp>
      <p:sp>
        <p:nvSpPr>
          <p:cNvPr id="87" name="Rectangle 263">
            <a:extLst>
              <a:ext uri="{FF2B5EF4-FFF2-40B4-BE49-F238E27FC236}">
                <a16:creationId xmlns:a16="http://schemas.microsoft.com/office/drawing/2014/main" id="{6D46F407-1BC0-4C3F-906F-E48901016B59}"/>
              </a:ext>
            </a:extLst>
          </p:cNvPr>
          <p:cNvSpPr>
            <a:spLocks noChangeArrowheads="1"/>
          </p:cNvSpPr>
          <p:nvPr/>
        </p:nvSpPr>
        <p:spPr bwMode="auto">
          <a:xfrm>
            <a:off x="10943736" y="4528983"/>
            <a:ext cx="260822" cy="249299"/>
          </a:xfrm>
          <a:prstGeom prst="rect">
            <a:avLst/>
          </a:prstGeom>
          <a:solidFill>
            <a:schemeClr val="accent6">
              <a:lumMod val="20000"/>
              <a:lumOff val="80000"/>
            </a:schemeClr>
          </a:solidFill>
          <a:ln>
            <a:noFill/>
          </a:ln>
          <a:effectLst/>
        </p:spPr>
        <p:txBody>
          <a:bodyPr wrap="none" lIns="72000" tIns="0" rIns="72000" bIns="0">
            <a:spAutoFit/>
          </a:bodyPr>
          <a:lstStyle/>
          <a:p>
            <a:pPr eaLnBrk="0" fontAlgn="base" hangingPunct="0">
              <a:lnSpc>
                <a:spcPct val="90000"/>
              </a:lnSpc>
              <a:spcBef>
                <a:spcPct val="0"/>
              </a:spcBef>
              <a:spcAft>
                <a:spcPct val="0"/>
              </a:spcAft>
            </a:pPr>
            <a:r>
              <a:rPr lang="en-US" altLang="zh-CN" b="1" dirty="0">
                <a:solidFill>
                  <a:srgbClr val="C00000"/>
                </a:solidFill>
                <a:latin typeface="Times New Roman" panose="02020603050405020304" pitchFamily="18" charset="0"/>
                <a:ea typeface="宋体" panose="02010600030101010101" pitchFamily="2" charset="-122"/>
              </a:rPr>
              <a:t>1</a:t>
            </a:r>
          </a:p>
        </p:txBody>
      </p:sp>
      <p:cxnSp>
        <p:nvCxnSpPr>
          <p:cNvPr id="274" name="直接箭头连接符 273">
            <a:extLst>
              <a:ext uri="{FF2B5EF4-FFF2-40B4-BE49-F238E27FC236}">
                <a16:creationId xmlns:a16="http://schemas.microsoft.com/office/drawing/2014/main" id="{D66E783C-7534-4BAA-98ED-C74E89D998C6}"/>
              </a:ext>
            </a:extLst>
          </p:cNvPr>
          <p:cNvCxnSpPr>
            <a:cxnSpLocks/>
          </p:cNvCxnSpPr>
          <p:nvPr/>
        </p:nvCxnSpPr>
        <p:spPr>
          <a:xfrm flipV="1">
            <a:off x="11081814" y="4281660"/>
            <a:ext cx="0" cy="231723"/>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grpSp>
        <p:nvGrpSpPr>
          <p:cNvPr id="281" name="组合 280">
            <a:extLst>
              <a:ext uri="{FF2B5EF4-FFF2-40B4-BE49-F238E27FC236}">
                <a16:creationId xmlns:a16="http://schemas.microsoft.com/office/drawing/2014/main" id="{66A34108-D559-416B-BC35-B08F0B40B2B3}"/>
              </a:ext>
            </a:extLst>
          </p:cNvPr>
          <p:cNvGrpSpPr/>
          <p:nvPr/>
        </p:nvGrpSpPr>
        <p:grpSpPr>
          <a:xfrm>
            <a:off x="7393656" y="812601"/>
            <a:ext cx="299295" cy="429500"/>
            <a:chOff x="4432971" y="1141734"/>
            <a:chExt cx="299295" cy="429500"/>
          </a:xfrm>
        </p:grpSpPr>
        <p:cxnSp>
          <p:nvCxnSpPr>
            <p:cNvPr id="275" name="直接箭头连接符 274">
              <a:extLst>
                <a:ext uri="{FF2B5EF4-FFF2-40B4-BE49-F238E27FC236}">
                  <a16:creationId xmlns:a16="http://schemas.microsoft.com/office/drawing/2014/main" id="{8A3D496B-65AE-4C2E-B0D5-623C899B7631}"/>
                </a:ext>
              </a:extLst>
            </p:cNvPr>
            <p:cNvCxnSpPr>
              <a:cxnSpLocks/>
            </p:cNvCxnSpPr>
            <p:nvPr/>
          </p:nvCxnSpPr>
          <p:spPr>
            <a:xfrm>
              <a:off x="4632484" y="1371273"/>
              <a:ext cx="0" cy="199961"/>
            </a:xfrm>
            <a:prstGeom prst="straightConnector1">
              <a:avLst/>
            </a:prstGeom>
            <a:ln w="28575">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277" name="Rectangle 263">
              <a:extLst>
                <a:ext uri="{FF2B5EF4-FFF2-40B4-BE49-F238E27FC236}">
                  <a16:creationId xmlns:a16="http://schemas.microsoft.com/office/drawing/2014/main" id="{18E1DF53-55C3-4978-8D04-79F4B12FF8B2}"/>
                </a:ext>
              </a:extLst>
            </p:cNvPr>
            <p:cNvSpPr>
              <a:spLocks noChangeArrowheads="1"/>
            </p:cNvSpPr>
            <p:nvPr/>
          </p:nvSpPr>
          <p:spPr bwMode="auto">
            <a:xfrm>
              <a:off x="4432971" y="1141734"/>
              <a:ext cx="299295" cy="284693"/>
            </a:xfrm>
            <a:prstGeom prst="rect">
              <a:avLst/>
            </a:prstGeom>
            <a:noFill/>
            <a:ln>
              <a:noFill/>
            </a:ln>
            <a:effectLst/>
          </p:spPr>
          <p:txBody>
            <a:bodyPr wrap="none" lIns="72000" tIns="0" rIns="72000" bIns="0">
              <a:spAutoFit/>
            </a:bodyPr>
            <a:lstStyle/>
            <a:p>
              <a:pPr eaLnBrk="0" fontAlgn="base" hangingPunct="0">
                <a:lnSpc>
                  <a:spcPct val="90000"/>
                </a:lnSpc>
                <a:spcBef>
                  <a:spcPct val="0"/>
                </a:spcBef>
                <a:spcAft>
                  <a:spcPct val="0"/>
                </a:spcAft>
              </a:pPr>
              <a:r>
                <a:rPr lang="en-US" altLang="zh-CN" sz="2000" b="1" dirty="0">
                  <a:solidFill>
                    <a:srgbClr val="C00000"/>
                  </a:solidFill>
                  <a:latin typeface="Courier New" panose="02070309020205020404" pitchFamily="49" charset="0"/>
                  <a:ea typeface="宋体" panose="02010600030101010101" pitchFamily="2" charset="-122"/>
                  <a:cs typeface="Courier New" panose="02070309020205020404" pitchFamily="49" charset="0"/>
                </a:rPr>
                <a:t>p</a:t>
              </a:r>
            </a:p>
          </p:txBody>
        </p:sp>
      </p:grpSp>
      <p:sp>
        <p:nvSpPr>
          <p:cNvPr id="282" name="Rectangle 263">
            <a:extLst>
              <a:ext uri="{FF2B5EF4-FFF2-40B4-BE49-F238E27FC236}">
                <a16:creationId xmlns:a16="http://schemas.microsoft.com/office/drawing/2014/main" id="{4A4DA442-CAAA-4845-B6DA-942F97F74EDA}"/>
              </a:ext>
            </a:extLst>
          </p:cNvPr>
          <p:cNvSpPr>
            <a:spLocks noChangeArrowheads="1"/>
          </p:cNvSpPr>
          <p:nvPr/>
        </p:nvSpPr>
        <p:spPr bwMode="auto">
          <a:xfrm>
            <a:off x="10957924" y="2581821"/>
            <a:ext cx="260822" cy="249299"/>
          </a:xfrm>
          <a:prstGeom prst="rect">
            <a:avLst/>
          </a:prstGeom>
          <a:solidFill>
            <a:schemeClr val="accent6">
              <a:lumMod val="20000"/>
              <a:lumOff val="80000"/>
            </a:schemeClr>
          </a:solidFill>
          <a:ln>
            <a:noFill/>
          </a:ln>
          <a:effectLst/>
        </p:spPr>
        <p:txBody>
          <a:bodyPr wrap="none" lIns="72000" tIns="0" rIns="72000" bIns="0">
            <a:spAutoFit/>
          </a:bodyPr>
          <a:lstStyle/>
          <a:p>
            <a:pPr eaLnBrk="0" fontAlgn="base" hangingPunct="0">
              <a:lnSpc>
                <a:spcPct val="90000"/>
              </a:lnSpc>
              <a:spcBef>
                <a:spcPct val="0"/>
              </a:spcBef>
              <a:spcAft>
                <a:spcPct val="0"/>
              </a:spcAft>
            </a:pPr>
            <a:r>
              <a:rPr lang="en-US" altLang="zh-CN" b="1" dirty="0">
                <a:solidFill>
                  <a:srgbClr val="C00000"/>
                </a:solidFill>
                <a:latin typeface="Times New Roman" panose="02020603050405020304" pitchFamily="18" charset="0"/>
                <a:ea typeface="宋体" panose="02010600030101010101" pitchFamily="2" charset="-122"/>
              </a:rPr>
              <a:t>1</a:t>
            </a:r>
          </a:p>
        </p:txBody>
      </p:sp>
      <p:cxnSp>
        <p:nvCxnSpPr>
          <p:cNvPr id="283" name="直接箭头连接符 282">
            <a:extLst>
              <a:ext uri="{FF2B5EF4-FFF2-40B4-BE49-F238E27FC236}">
                <a16:creationId xmlns:a16="http://schemas.microsoft.com/office/drawing/2014/main" id="{345ABA29-679C-401C-9375-3EE7CDB50DBC}"/>
              </a:ext>
            </a:extLst>
          </p:cNvPr>
          <p:cNvCxnSpPr>
            <a:cxnSpLocks/>
          </p:cNvCxnSpPr>
          <p:nvPr/>
        </p:nvCxnSpPr>
        <p:spPr>
          <a:xfrm>
            <a:off x="11081814" y="2849828"/>
            <a:ext cx="0" cy="1147242"/>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203" name="Rectangle 445">
            <a:extLst>
              <a:ext uri="{FF2B5EF4-FFF2-40B4-BE49-F238E27FC236}">
                <a16:creationId xmlns:a16="http://schemas.microsoft.com/office/drawing/2014/main" id="{7EFD6982-BA26-4DA3-BB23-6A68C630E5DB}"/>
              </a:ext>
            </a:extLst>
          </p:cNvPr>
          <p:cNvSpPr>
            <a:spLocks noChangeArrowheads="1"/>
          </p:cNvSpPr>
          <p:nvPr/>
        </p:nvSpPr>
        <p:spPr bwMode="auto">
          <a:xfrm>
            <a:off x="7316259" y="1440306"/>
            <a:ext cx="448033" cy="342000"/>
          </a:xfrm>
          <a:prstGeom prst="rect">
            <a:avLst/>
          </a:prstGeom>
          <a:solidFill>
            <a:schemeClr val="accent4">
              <a:lumMod val="20000"/>
              <a:lumOff val="80000"/>
            </a:schemeClr>
          </a:solidFill>
          <a:ln w="12700">
            <a:solidFill>
              <a:schemeClr val="tx1"/>
            </a:solidFill>
            <a:miter lim="800000"/>
            <a:headEnd/>
            <a:tailEnd/>
          </a:ln>
          <a:effectLst/>
        </p:spPr>
        <p:txBody>
          <a:bodyPr wrap="none" lIns="50400" tIns="28800" rIns="50400" bIns="28800">
            <a:noAutofit/>
          </a:bodyPr>
          <a:lstStyle/>
          <a:p>
            <a:pPr algn="ctr" eaLnBrk="0" fontAlgn="base" hangingPunct="0">
              <a:spcBef>
                <a:spcPct val="0"/>
              </a:spcBef>
              <a:spcAft>
                <a:spcPct val="0"/>
              </a:spcAft>
            </a:pPr>
            <a:r>
              <a:rPr lang="en-US" altLang="zh-CN" b="1" dirty="0">
                <a:latin typeface="Times New Roman" panose="02020603050405020304" pitchFamily="18" charset="0"/>
                <a:ea typeface="宋体" panose="02010600030101010101" pitchFamily="2" charset="-122"/>
              </a:rPr>
              <a:t>7</a:t>
            </a:r>
            <a:r>
              <a:rPr lang="en-US" altLang="zh-CN" b="1" dirty="0">
                <a:solidFill>
                  <a:srgbClr val="CC6600"/>
                </a:solidFill>
                <a:latin typeface="Times New Roman" panose="02020603050405020304" pitchFamily="18" charset="0"/>
                <a:ea typeface="宋体" panose="02010600030101010101" pitchFamily="2" charset="-122"/>
              </a:rPr>
              <a:t>8</a:t>
            </a:r>
          </a:p>
        </p:txBody>
      </p:sp>
      <p:grpSp>
        <p:nvGrpSpPr>
          <p:cNvPr id="121" name="组合 120">
            <a:extLst>
              <a:ext uri="{FF2B5EF4-FFF2-40B4-BE49-F238E27FC236}">
                <a16:creationId xmlns:a16="http://schemas.microsoft.com/office/drawing/2014/main" id="{B8045317-4FAC-4A1F-997C-C46D58C76654}"/>
              </a:ext>
            </a:extLst>
          </p:cNvPr>
          <p:cNvGrpSpPr/>
          <p:nvPr/>
        </p:nvGrpSpPr>
        <p:grpSpPr>
          <a:xfrm>
            <a:off x="10917845" y="4919673"/>
            <a:ext cx="299295" cy="394552"/>
            <a:chOff x="4432971" y="1031875"/>
            <a:chExt cx="299295" cy="394552"/>
          </a:xfrm>
        </p:grpSpPr>
        <p:cxnSp>
          <p:nvCxnSpPr>
            <p:cNvPr id="131" name="直接箭头连接符 130">
              <a:extLst>
                <a:ext uri="{FF2B5EF4-FFF2-40B4-BE49-F238E27FC236}">
                  <a16:creationId xmlns:a16="http://schemas.microsoft.com/office/drawing/2014/main" id="{54D4CF83-105C-4AD1-A948-8D42847E9A7B}"/>
                </a:ext>
              </a:extLst>
            </p:cNvPr>
            <p:cNvCxnSpPr>
              <a:cxnSpLocks/>
            </p:cNvCxnSpPr>
            <p:nvPr/>
          </p:nvCxnSpPr>
          <p:spPr>
            <a:xfrm flipV="1">
              <a:off x="4682375" y="1031875"/>
              <a:ext cx="0" cy="267427"/>
            </a:xfrm>
            <a:prstGeom prst="straightConnector1">
              <a:avLst/>
            </a:prstGeom>
            <a:ln w="28575">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132" name="Rectangle 263">
              <a:extLst>
                <a:ext uri="{FF2B5EF4-FFF2-40B4-BE49-F238E27FC236}">
                  <a16:creationId xmlns:a16="http://schemas.microsoft.com/office/drawing/2014/main" id="{B4A96FC5-7CCC-4C74-A0E0-B17ECE0ABE9A}"/>
                </a:ext>
              </a:extLst>
            </p:cNvPr>
            <p:cNvSpPr>
              <a:spLocks noChangeArrowheads="1"/>
            </p:cNvSpPr>
            <p:nvPr/>
          </p:nvSpPr>
          <p:spPr bwMode="auto">
            <a:xfrm>
              <a:off x="4432971" y="1141734"/>
              <a:ext cx="299295" cy="284693"/>
            </a:xfrm>
            <a:prstGeom prst="rect">
              <a:avLst/>
            </a:prstGeom>
            <a:noFill/>
            <a:ln>
              <a:noFill/>
            </a:ln>
            <a:effectLst/>
          </p:spPr>
          <p:txBody>
            <a:bodyPr wrap="none" lIns="72000" tIns="0" rIns="72000" bIns="0">
              <a:spAutoFit/>
            </a:bodyPr>
            <a:lstStyle/>
            <a:p>
              <a:pPr eaLnBrk="0" fontAlgn="base" hangingPunct="0">
                <a:lnSpc>
                  <a:spcPct val="90000"/>
                </a:lnSpc>
                <a:spcBef>
                  <a:spcPct val="0"/>
                </a:spcBef>
                <a:spcAft>
                  <a:spcPct val="0"/>
                </a:spcAft>
              </a:pPr>
              <a:r>
                <a:rPr lang="en-US" altLang="zh-CN" sz="2000" b="1" dirty="0">
                  <a:solidFill>
                    <a:srgbClr val="C00000"/>
                  </a:solidFill>
                  <a:latin typeface="Courier New" panose="02070309020205020404" pitchFamily="49" charset="0"/>
                  <a:ea typeface="宋体" panose="02010600030101010101" pitchFamily="2" charset="-122"/>
                  <a:cs typeface="Courier New" panose="02070309020205020404" pitchFamily="49" charset="0"/>
                </a:rPr>
                <a:t>j</a:t>
              </a:r>
            </a:p>
          </p:txBody>
        </p:sp>
      </p:grpSp>
      <p:sp>
        <p:nvSpPr>
          <p:cNvPr id="133" name="Rectangle 445">
            <a:extLst>
              <a:ext uri="{FF2B5EF4-FFF2-40B4-BE49-F238E27FC236}">
                <a16:creationId xmlns:a16="http://schemas.microsoft.com/office/drawing/2014/main" id="{1EEDCCC7-F8C6-4C18-9978-9675A816DF0F}"/>
              </a:ext>
            </a:extLst>
          </p:cNvPr>
          <p:cNvSpPr>
            <a:spLocks noChangeArrowheads="1"/>
          </p:cNvSpPr>
          <p:nvPr/>
        </p:nvSpPr>
        <p:spPr bwMode="auto">
          <a:xfrm>
            <a:off x="7770086" y="1444325"/>
            <a:ext cx="448033" cy="335161"/>
          </a:xfrm>
          <a:prstGeom prst="rect">
            <a:avLst/>
          </a:prstGeom>
          <a:solidFill>
            <a:schemeClr val="accent4">
              <a:lumMod val="20000"/>
              <a:lumOff val="80000"/>
            </a:schemeClr>
          </a:solidFill>
          <a:ln w="12700">
            <a:solidFill>
              <a:schemeClr val="tx1"/>
            </a:solidFill>
            <a:miter lim="800000"/>
            <a:headEnd/>
            <a:tailEnd/>
          </a:ln>
          <a:effectLst/>
        </p:spPr>
        <p:txBody>
          <a:bodyPr wrap="none" lIns="50400" tIns="28800" rIns="50400" bIns="28800">
            <a:noAutofit/>
          </a:bodyPr>
          <a:lstStyle/>
          <a:p>
            <a:pPr algn="ctr" eaLnBrk="0" fontAlgn="base" hangingPunct="0">
              <a:spcBef>
                <a:spcPct val="0"/>
              </a:spcBef>
              <a:spcAft>
                <a:spcPct val="0"/>
              </a:spcAft>
            </a:pPr>
            <a:r>
              <a:rPr lang="en-US" altLang="zh-CN" b="1" dirty="0">
                <a:latin typeface="Times New Roman" panose="02020603050405020304" pitchFamily="18" charset="0"/>
                <a:ea typeface="宋体" panose="02010600030101010101" pitchFamily="2" charset="-122"/>
              </a:rPr>
              <a:t>0</a:t>
            </a:r>
            <a:r>
              <a:rPr lang="en-US" altLang="zh-CN" b="1" dirty="0">
                <a:solidFill>
                  <a:schemeClr val="accent2">
                    <a:lumMod val="75000"/>
                  </a:schemeClr>
                </a:solidFill>
                <a:latin typeface="Times New Roman" panose="02020603050405020304" pitchFamily="18" charset="0"/>
                <a:ea typeface="宋体" panose="02010600030101010101" pitchFamily="2" charset="-122"/>
              </a:rPr>
              <a:t>9</a:t>
            </a:r>
          </a:p>
        </p:txBody>
      </p:sp>
      <p:sp>
        <p:nvSpPr>
          <p:cNvPr id="157" name="Rectangle 263">
            <a:extLst>
              <a:ext uri="{FF2B5EF4-FFF2-40B4-BE49-F238E27FC236}">
                <a16:creationId xmlns:a16="http://schemas.microsoft.com/office/drawing/2014/main" id="{2806C682-E03D-4531-907B-B917F5141CAA}"/>
              </a:ext>
            </a:extLst>
          </p:cNvPr>
          <p:cNvSpPr>
            <a:spLocks noChangeArrowheads="1"/>
          </p:cNvSpPr>
          <p:nvPr/>
        </p:nvSpPr>
        <p:spPr bwMode="auto">
          <a:xfrm>
            <a:off x="11469944" y="4511501"/>
            <a:ext cx="260822" cy="249299"/>
          </a:xfrm>
          <a:prstGeom prst="rect">
            <a:avLst/>
          </a:prstGeom>
          <a:solidFill>
            <a:schemeClr val="accent6">
              <a:lumMod val="20000"/>
              <a:lumOff val="80000"/>
            </a:schemeClr>
          </a:solidFill>
          <a:ln>
            <a:noFill/>
          </a:ln>
          <a:effectLst/>
        </p:spPr>
        <p:txBody>
          <a:bodyPr wrap="none" lIns="72000" tIns="0" rIns="72000" bIns="0">
            <a:spAutoFit/>
          </a:bodyPr>
          <a:lstStyle/>
          <a:p>
            <a:pPr eaLnBrk="0" fontAlgn="base" hangingPunct="0">
              <a:lnSpc>
                <a:spcPct val="90000"/>
              </a:lnSpc>
              <a:spcBef>
                <a:spcPct val="0"/>
              </a:spcBef>
              <a:spcAft>
                <a:spcPct val="0"/>
              </a:spcAft>
            </a:pPr>
            <a:r>
              <a:rPr lang="en-US" altLang="zh-CN" b="1" dirty="0">
                <a:solidFill>
                  <a:srgbClr val="C00000"/>
                </a:solidFill>
                <a:latin typeface="Times New Roman" panose="02020603050405020304" pitchFamily="18" charset="0"/>
                <a:ea typeface="宋体" panose="02010600030101010101" pitchFamily="2" charset="-122"/>
              </a:rPr>
              <a:t>2</a:t>
            </a:r>
          </a:p>
        </p:txBody>
      </p:sp>
      <p:cxnSp>
        <p:nvCxnSpPr>
          <p:cNvPr id="158" name="直接箭头连接符 157">
            <a:extLst>
              <a:ext uri="{FF2B5EF4-FFF2-40B4-BE49-F238E27FC236}">
                <a16:creationId xmlns:a16="http://schemas.microsoft.com/office/drawing/2014/main" id="{7505A4DD-4EF6-493C-812E-02B3A6E3B7B5}"/>
              </a:ext>
            </a:extLst>
          </p:cNvPr>
          <p:cNvCxnSpPr>
            <a:cxnSpLocks/>
          </p:cNvCxnSpPr>
          <p:nvPr/>
        </p:nvCxnSpPr>
        <p:spPr>
          <a:xfrm flipV="1">
            <a:off x="11608022" y="4273703"/>
            <a:ext cx="0" cy="231723"/>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159" name="Rectangle 263">
            <a:extLst>
              <a:ext uri="{FF2B5EF4-FFF2-40B4-BE49-F238E27FC236}">
                <a16:creationId xmlns:a16="http://schemas.microsoft.com/office/drawing/2014/main" id="{8D271A3A-E227-40FC-87CF-446E54D7712F}"/>
              </a:ext>
            </a:extLst>
          </p:cNvPr>
          <p:cNvSpPr>
            <a:spLocks noChangeArrowheads="1"/>
          </p:cNvSpPr>
          <p:nvPr/>
        </p:nvSpPr>
        <p:spPr bwMode="auto">
          <a:xfrm>
            <a:off x="11476383" y="2573287"/>
            <a:ext cx="260822" cy="249299"/>
          </a:xfrm>
          <a:prstGeom prst="rect">
            <a:avLst/>
          </a:prstGeom>
          <a:solidFill>
            <a:schemeClr val="accent6">
              <a:lumMod val="20000"/>
              <a:lumOff val="80000"/>
            </a:schemeClr>
          </a:solidFill>
          <a:ln>
            <a:noFill/>
          </a:ln>
          <a:effectLst/>
        </p:spPr>
        <p:txBody>
          <a:bodyPr wrap="none" lIns="72000" tIns="0" rIns="72000" bIns="0">
            <a:spAutoFit/>
          </a:bodyPr>
          <a:lstStyle/>
          <a:p>
            <a:pPr eaLnBrk="0" fontAlgn="base" hangingPunct="0">
              <a:lnSpc>
                <a:spcPct val="90000"/>
              </a:lnSpc>
              <a:spcBef>
                <a:spcPct val="0"/>
              </a:spcBef>
              <a:spcAft>
                <a:spcPct val="0"/>
              </a:spcAft>
            </a:pPr>
            <a:r>
              <a:rPr lang="en-US" altLang="zh-CN" b="1" dirty="0">
                <a:solidFill>
                  <a:srgbClr val="C00000"/>
                </a:solidFill>
                <a:latin typeface="Times New Roman" panose="02020603050405020304" pitchFamily="18" charset="0"/>
                <a:ea typeface="宋体" panose="02010600030101010101" pitchFamily="2" charset="-122"/>
              </a:rPr>
              <a:t>2</a:t>
            </a:r>
          </a:p>
        </p:txBody>
      </p:sp>
      <p:cxnSp>
        <p:nvCxnSpPr>
          <p:cNvPr id="160" name="直接箭头连接符 159">
            <a:extLst>
              <a:ext uri="{FF2B5EF4-FFF2-40B4-BE49-F238E27FC236}">
                <a16:creationId xmlns:a16="http://schemas.microsoft.com/office/drawing/2014/main" id="{8F604B6C-94E4-444A-BB5B-2D5A7FD0564D}"/>
              </a:ext>
            </a:extLst>
          </p:cNvPr>
          <p:cNvCxnSpPr>
            <a:cxnSpLocks/>
            <a:stCxn id="159" idx="2"/>
          </p:cNvCxnSpPr>
          <p:nvPr/>
        </p:nvCxnSpPr>
        <p:spPr>
          <a:xfrm flipH="1">
            <a:off x="11600274" y="2822586"/>
            <a:ext cx="6520" cy="1165950"/>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161" name="Rectangle 445">
            <a:extLst>
              <a:ext uri="{FF2B5EF4-FFF2-40B4-BE49-F238E27FC236}">
                <a16:creationId xmlns:a16="http://schemas.microsoft.com/office/drawing/2014/main" id="{E749DC0F-9D5A-40E5-AA85-A3CF8E40155D}"/>
              </a:ext>
            </a:extLst>
          </p:cNvPr>
          <p:cNvSpPr>
            <a:spLocks noChangeArrowheads="1"/>
          </p:cNvSpPr>
          <p:nvPr/>
        </p:nvSpPr>
        <p:spPr bwMode="auto">
          <a:xfrm>
            <a:off x="8223246" y="1447145"/>
            <a:ext cx="448033" cy="335161"/>
          </a:xfrm>
          <a:prstGeom prst="rect">
            <a:avLst/>
          </a:prstGeom>
          <a:solidFill>
            <a:schemeClr val="accent4">
              <a:lumMod val="20000"/>
              <a:lumOff val="80000"/>
            </a:schemeClr>
          </a:solidFill>
          <a:ln w="12700">
            <a:solidFill>
              <a:schemeClr val="tx1"/>
            </a:solidFill>
            <a:miter lim="800000"/>
            <a:headEnd/>
            <a:tailEnd/>
          </a:ln>
          <a:effectLst/>
        </p:spPr>
        <p:txBody>
          <a:bodyPr wrap="none" lIns="50400" tIns="28800" rIns="50400" bIns="28800">
            <a:noAutofit/>
          </a:bodyPr>
          <a:lstStyle/>
          <a:p>
            <a:pPr algn="ctr" eaLnBrk="0" fontAlgn="base" hangingPunct="0">
              <a:spcBef>
                <a:spcPct val="0"/>
              </a:spcBef>
              <a:spcAft>
                <a:spcPct val="0"/>
              </a:spcAft>
            </a:pPr>
            <a:r>
              <a:rPr lang="en-US" altLang="zh-CN" b="1" dirty="0">
                <a:latin typeface="Times New Roman" panose="02020603050405020304" pitchFamily="18" charset="0"/>
                <a:ea typeface="宋体" panose="02010600030101010101" pitchFamily="2" charset="-122"/>
              </a:rPr>
              <a:t>6</a:t>
            </a:r>
            <a:r>
              <a:rPr lang="en-US" altLang="zh-CN" b="1" dirty="0">
                <a:solidFill>
                  <a:schemeClr val="accent2">
                    <a:lumMod val="75000"/>
                  </a:schemeClr>
                </a:solidFill>
                <a:latin typeface="Times New Roman" panose="02020603050405020304" pitchFamily="18" charset="0"/>
                <a:ea typeface="宋体" panose="02010600030101010101" pitchFamily="2" charset="-122"/>
              </a:rPr>
              <a:t>3</a:t>
            </a:r>
          </a:p>
        </p:txBody>
      </p:sp>
      <p:cxnSp>
        <p:nvCxnSpPr>
          <p:cNvPr id="165" name="直接箭头连接符 164">
            <a:extLst>
              <a:ext uri="{FF2B5EF4-FFF2-40B4-BE49-F238E27FC236}">
                <a16:creationId xmlns:a16="http://schemas.microsoft.com/office/drawing/2014/main" id="{6678EAB5-C180-4658-B8B9-1E0F398CE4E1}"/>
              </a:ext>
            </a:extLst>
          </p:cNvPr>
          <p:cNvCxnSpPr>
            <a:cxnSpLocks/>
          </p:cNvCxnSpPr>
          <p:nvPr/>
        </p:nvCxnSpPr>
        <p:spPr>
          <a:xfrm>
            <a:off x="8415285" y="2836468"/>
            <a:ext cx="1006" cy="1170489"/>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166" name="Rectangle 445">
            <a:extLst>
              <a:ext uri="{FF2B5EF4-FFF2-40B4-BE49-F238E27FC236}">
                <a16:creationId xmlns:a16="http://schemas.microsoft.com/office/drawing/2014/main" id="{C348D31D-35F7-4830-BE12-6C4AB9641CE5}"/>
              </a:ext>
            </a:extLst>
          </p:cNvPr>
          <p:cNvSpPr>
            <a:spLocks noChangeArrowheads="1"/>
          </p:cNvSpPr>
          <p:nvPr/>
        </p:nvSpPr>
        <p:spPr bwMode="auto">
          <a:xfrm>
            <a:off x="8677162" y="1444753"/>
            <a:ext cx="448033" cy="335161"/>
          </a:xfrm>
          <a:prstGeom prst="rect">
            <a:avLst/>
          </a:prstGeom>
          <a:solidFill>
            <a:schemeClr val="accent4">
              <a:lumMod val="20000"/>
              <a:lumOff val="80000"/>
            </a:schemeClr>
          </a:solidFill>
          <a:ln w="12700">
            <a:solidFill>
              <a:schemeClr val="tx1"/>
            </a:solidFill>
            <a:miter lim="800000"/>
            <a:headEnd/>
            <a:tailEnd/>
          </a:ln>
          <a:effectLst/>
        </p:spPr>
        <p:txBody>
          <a:bodyPr wrap="none" lIns="50400" tIns="28800" rIns="50400" bIns="28800">
            <a:noAutofit/>
          </a:bodyPr>
          <a:lstStyle/>
          <a:p>
            <a:pPr algn="ctr" eaLnBrk="0" fontAlgn="base" hangingPunct="0">
              <a:spcBef>
                <a:spcPct val="0"/>
              </a:spcBef>
              <a:spcAft>
                <a:spcPct val="0"/>
              </a:spcAft>
            </a:pPr>
            <a:r>
              <a:rPr lang="en-US" altLang="zh-CN" b="1" dirty="0">
                <a:latin typeface="Times New Roman" panose="02020603050405020304" pitchFamily="18" charset="0"/>
                <a:ea typeface="宋体" panose="02010600030101010101" pitchFamily="2" charset="-122"/>
              </a:rPr>
              <a:t>3</a:t>
            </a:r>
            <a:r>
              <a:rPr lang="en-US" altLang="zh-CN" b="1" dirty="0">
                <a:solidFill>
                  <a:schemeClr val="accent2">
                    <a:lumMod val="75000"/>
                  </a:schemeClr>
                </a:solidFill>
                <a:latin typeface="Times New Roman" panose="02020603050405020304" pitchFamily="18" charset="0"/>
                <a:ea typeface="宋体" panose="02010600030101010101" pitchFamily="2" charset="-122"/>
              </a:rPr>
              <a:t>0</a:t>
            </a:r>
          </a:p>
        </p:txBody>
      </p:sp>
      <p:sp>
        <p:nvSpPr>
          <p:cNvPr id="167" name="Rectangle 263">
            <a:extLst>
              <a:ext uri="{FF2B5EF4-FFF2-40B4-BE49-F238E27FC236}">
                <a16:creationId xmlns:a16="http://schemas.microsoft.com/office/drawing/2014/main" id="{0D22D7F0-07B5-458C-9D9F-0763943A0D83}"/>
              </a:ext>
            </a:extLst>
          </p:cNvPr>
          <p:cNvSpPr>
            <a:spLocks noChangeArrowheads="1"/>
          </p:cNvSpPr>
          <p:nvPr/>
        </p:nvSpPr>
        <p:spPr bwMode="auto">
          <a:xfrm>
            <a:off x="8295319" y="4524082"/>
            <a:ext cx="260822" cy="249299"/>
          </a:xfrm>
          <a:prstGeom prst="rect">
            <a:avLst/>
          </a:prstGeom>
          <a:solidFill>
            <a:schemeClr val="accent6">
              <a:lumMod val="20000"/>
              <a:lumOff val="80000"/>
            </a:schemeClr>
          </a:solidFill>
          <a:ln>
            <a:noFill/>
          </a:ln>
          <a:effectLst/>
        </p:spPr>
        <p:txBody>
          <a:bodyPr wrap="none" lIns="72000" tIns="0" rIns="72000" bIns="0">
            <a:spAutoFit/>
          </a:bodyPr>
          <a:lstStyle/>
          <a:p>
            <a:pPr eaLnBrk="0" fontAlgn="base" hangingPunct="0">
              <a:lnSpc>
                <a:spcPct val="90000"/>
              </a:lnSpc>
              <a:spcBef>
                <a:spcPct val="0"/>
              </a:spcBef>
              <a:spcAft>
                <a:spcPct val="0"/>
              </a:spcAft>
            </a:pPr>
            <a:r>
              <a:rPr lang="en-US" altLang="zh-CN" b="1" dirty="0">
                <a:solidFill>
                  <a:srgbClr val="C00000"/>
                </a:solidFill>
                <a:latin typeface="Times New Roman" panose="02020603050405020304" pitchFamily="18" charset="0"/>
                <a:ea typeface="宋体" panose="02010600030101010101" pitchFamily="2" charset="-122"/>
              </a:rPr>
              <a:t>3</a:t>
            </a:r>
          </a:p>
        </p:txBody>
      </p:sp>
      <p:cxnSp>
        <p:nvCxnSpPr>
          <p:cNvPr id="168" name="直接箭头连接符 167">
            <a:extLst>
              <a:ext uri="{FF2B5EF4-FFF2-40B4-BE49-F238E27FC236}">
                <a16:creationId xmlns:a16="http://schemas.microsoft.com/office/drawing/2014/main" id="{4ECB481B-A6F4-4E57-8DB0-9591511D0407}"/>
              </a:ext>
            </a:extLst>
          </p:cNvPr>
          <p:cNvCxnSpPr>
            <a:cxnSpLocks/>
          </p:cNvCxnSpPr>
          <p:nvPr/>
        </p:nvCxnSpPr>
        <p:spPr>
          <a:xfrm flipV="1">
            <a:off x="8420405" y="4302057"/>
            <a:ext cx="0" cy="231723"/>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169" name="Rectangle 263">
            <a:extLst>
              <a:ext uri="{FF2B5EF4-FFF2-40B4-BE49-F238E27FC236}">
                <a16:creationId xmlns:a16="http://schemas.microsoft.com/office/drawing/2014/main" id="{BF55FA52-1B26-4DE3-A122-3B86673009E5}"/>
              </a:ext>
            </a:extLst>
          </p:cNvPr>
          <p:cNvSpPr>
            <a:spLocks noChangeArrowheads="1"/>
          </p:cNvSpPr>
          <p:nvPr/>
        </p:nvSpPr>
        <p:spPr bwMode="auto">
          <a:xfrm>
            <a:off x="8288611" y="2565670"/>
            <a:ext cx="260822" cy="249299"/>
          </a:xfrm>
          <a:prstGeom prst="rect">
            <a:avLst/>
          </a:prstGeom>
          <a:solidFill>
            <a:schemeClr val="accent6">
              <a:lumMod val="20000"/>
              <a:lumOff val="80000"/>
            </a:schemeClr>
          </a:solidFill>
          <a:ln>
            <a:noFill/>
          </a:ln>
          <a:effectLst/>
        </p:spPr>
        <p:txBody>
          <a:bodyPr wrap="none" lIns="72000" tIns="0" rIns="72000" bIns="0">
            <a:spAutoFit/>
          </a:bodyPr>
          <a:lstStyle/>
          <a:p>
            <a:pPr eaLnBrk="0" fontAlgn="base" hangingPunct="0">
              <a:lnSpc>
                <a:spcPct val="90000"/>
              </a:lnSpc>
              <a:spcBef>
                <a:spcPct val="0"/>
              </a:spcBef>
              <a:spcAft>
                <a:spcPct val="0"/>
              </a:spcAft>
            </a:pPr>
            <a:r>
              <a:rPr lang="en-US" altLang="zh-CN" b="1" dirty="0">
                <a:solidFill>
                  <a:srgbClr val="C00000"/>
                </a:solidFill>
                <a:latin typeface="Times New Roman" panose="02020603050405020304" pitchFamily="18" charset="0"/>
                <a:ea typeface="宋体" panose="02010600030101010101" pitchFamily="2" charset="-122"/>
              </a:rPr>
              <a:t>3</a:t>
            </a:r>
          </a:p>
        </p:txBody>
      </p:sp>
      <p:cxnSp>
        <p:nvCxnSpPr>
          <p:cNvPr id="170" name="直接箭头连接符 169">
            <a:extLst>
              <a:ext uri="{FF2B5EF4-FFF2-40B4-BE49-F238E27FC236}">
                <a16:creationId xmlns:a16="http://schemas.microsoft.com/office/drawing/2014/main" id="{05B25EB9-40D5-48DD-8DE3-18340B492581}"/>
              </a:ext>
            </a:extLst>
          </p:cNvPr>
          <p:cNvCxnSpPr>
            <a:cxnSpLocks/>
          </p:cNvCxnSpPr>
          <p:nvPr/>
        </p:nvCxnSpPr>
        <p:spPr>
          <a:xfrm>
            <a:off x="6804451" y="2836351"/>
            <a:ext cx="0" cy="1163087"/>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171" name="Rectangle 263">
            <a:extLst>
              <a:ext uri="{FF2B5EF4-FFF2-40B4-BE49-F238E27FC236}">
                <a16:creationId xmlns:a16="http://schemas.microsoft.com/office/drawing/2014/main" id="{A8375EE0-8C9E-4B88-85CE-4F062956A3DE}"/>
              </a:ext>
            </a:extLst>
          </p:cNvPr>
          <p:cNvSpPr>
            <a:spLocks noChangeArrowheads="1"/>
          </p:cNvSpPr>
          <p:nvPr/>
        </p:nvSpPr>
        <p:spPr bwMode="auto">
          <a:xfrm>
            <a:off x="6683343" y="4522544"/>
            <a:ext cx="260822" cy="249299"/>
          </a:xfrm>
          <a:prstGeom prst="rect">
            <a:avLst/>
          </a:prstGeom>
          <a:solidFill>
            <a:schemeClr val="accent6">
              <a:lumMod val="20000"/>
              <a:lumOff val="80000"/>
            </a:schemeClr>
          </a:solidFill>
          <a:ln>
            <a:noFill/>
          </a:ln>
          <a:effectLst/>
        </p:spPr>
        <p:txBody>
          <a:bodyPr wrap="none" lIns="72000" tIns="0" rIns="72000" bIns="0">
            <a:spAutoFit/>
          </a:bodyPr>
          <a:lstStyle/>
          <a:p>
            <a:pPr eaLnBrk="0" fontAlgn="base" hangingPunct="0">
              <a:lnSpc>
                <a:spcPct val="90000"/>
              </a:lnSpc>
              <a:spcBef>
                <a:spcPct val="0"/>
              </a:spcBef>
              <a:spcAft>
                <a:spcPct val="0"/>
              </a:spcAft>
            </a:pPr>
            <a:r>
              <a:rPr lang="en-US" altLang="zh-CN" b="1" dirty="0">
                <a:solidFill>
                  <a:srgbClr val="C00000"/>
                </a:solidFill>
                <a:latin typeface="Times New Roman" panose="02020603050405020304" pitchFamily="18" charset="0"/>
                <a:ea typeface="宋体" panose="02010600030101010101" pitchFamily="2" charset="-122"/>
              </a:rPr>
              <a:t>4</a:t>
            </a:r>
          </a:p>
        </p:txBody>
      </p:sp>
      <p:cxnSp>
        <p:nvCxnSpPr>
          <p:cNvPr id="172" name="直接箭头连接符 171">
            <a:extLst>
              <a:ext uri="{FF2B5EF4-FFF2-40B4-BE49-F238E27FC236}">
                <a16:creationId xmlns:a16="http://schemas.microsoft.com/office/drawing/2014/main" id="{7D615AAE-E954-4DC1-8779-34852013A4B1}"/>
              </a:ext>
            </a:extLst>
          </p:cNvPr>
          <p:cNvCxnSpPr>
            <a:cxnSpLocks/>
          </p:cNvCxnSpPr>
          <p:nvPr/>
        </p:nvCxnSpPr>
        <p:spPr>
          <a:xfrm flipV="1">
            <a:off x="6821421" y="4275221"/>
            <a:ext cx="0" cy="231723"/>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173" name="Rectangle 263">
            <a:extLst>
              <a:ext uri="{FF2B5EF4-FFF2-40B4-BE49-F238E27FC236}">
                <a16:creationId xmlns:a16="http://schemas.microsoft.com/office/drawing/2014/main" id="{D7C88131-C02C-48AC-B8E5-50562E3D1995}"/>
              </a:ext>
            </a:extLst>
          </p:cNvPr>
          <p:cNvSpPr>
            <a:spLocks noChangeArrowheads="1"/>
          </p:cNvSpPr>
          <p:nvPr/>
        </p:nvSpPr>
        <p:spPr bwMode="auto">
          <a:xfrm>
            <a:off x="6689782" y="2565146"/>
            <a:ext cx="260822" cy="249299"/>
          </a:xfrm>
          <a:prstGeom prst="rect">
            <a:avLst/>
          </a:prstGeom>
          <a:solidFill>
            <a:schemeClr val="accent6">
              <a:lumMod val="20000"/>
              <a:lumOff val="80000"/>
            </a:schemeClr>
          </a:solidFill>
          <a:ln>
            <a:noFill/>
          </a:ln>
          <a:effectLst/>
        </p:spPr>
        <p:txBody>
          <a:bodyPr wrap="none" lIns="72000" tIns="0" rIns="72000" bIns="0">
            <a:spAutoFit/>
          </a:bodyPr>
          <a:lstStyle/>
          <a:p>
            <a:pPr eaLnBrk="0" fontAlgn="base" hangingPunct="0">
              <a:lnSpc>
                <a:spcPct val="90000"/>
              </a:lnSpc>
              <a:spcBef>
                <a:spcPct val="0"/>
              </a:spcBef>
              <a:spcAft>
                <a:spcPct val="0"/>
              </a:spcAft>
            </a:pPr>
            <a:r>
              <a:rPr lang="en-US" altLang="zh-CN" b="1" dirty="0">
                <a:solidFill>
                  <a:srgbClr val="C00000"/>
                </a:solidFill>
                <a:latin typeface="Times New Roman" panose="02020603050405020304" pitchFamily="18" charset="0"/>
                <a:ea typeface="宋体" panose="02010600030101010101" pitchFamily="2" charset="-122"/>
              </a:rPr>
              <a:t>4</a:t>
            </a:r>
          </a:p>
        </p:txBody>
      </p:sp>
      <p:sp>
        <p:nvSpPr>
          <p:cNvPr id="174" name="Rectangle 445">
            <a:extLst>
              <a:ext uri="{FF2B5EF4-FFF2-40B4-BE49-F238E27FC236}">
                <a16:creationId xmlns:a16="http://schemas.microsoft.com/office/drawing/2014/main" id="{753D51D1-90CE-41BF-88D8-726CBC60C13E}"/>
              </a:ext>
            </a:extLst>
          </p:cNvPr>
          <p:cNvSpPr>
            <a:spLocks noChangeArrowheads="1"/>
          </p:cNvSpPr>
          <p:nvPr/>
        </p:nvSpPr>
        <p:spPr bwMode="auto">
          <a:xfrm>
            <a:off x="9134498" y="1447145"/>
            <a:ext cx="448033" cy="335161"/>
          </a:xfrm>
          <a:prstGeom prst="rect">
            <a:avLst/>
          </a:prstGeom>
          <a:solidFill>
            <a:schemeClr val="accent4">
              <a:lumMod val="20000"/>
              <a:lumOff val="80000"/>
            </a:schemeClr>
          </a:solidFill>
          <a:ln w="12700">
            <a:solidFill>
              <a:schemeClr val="tx1"/>
            </a:solidFill>
            <a:miter lim="800000"/>
            <a:headEnd/>
            <a:tailEnd/>
          </a:ln>
          <a:effectLst/>
        </p:spPr>
        <p:txBody>
          <a:bodyPr wrap="none" lIns="50400" tIns="28800" rIns="50400" bIns="28800">
            <a:noAutofit/>
          </a:bodyPr>
          <a:lstStyle/>
          <a:p>
            <a:pPr algn="ctr" eaLnBrk="0" fontAlgn="base" hangingPunct="0">
              <a:spcBef>
                <a:spcPct val="0"/>
              </a:spcBef>
              <a:spcAft>
                <a:spcPct val="0"/>
              </a:spcAft>
            </a:pPr>
            <a:r>
              <a:rPr lang="en-US" altLang="zh-CN" b="1" dirty="0">
                <a:latin typeface="Times New Roman" panose="02020603050405020304" pitchFamily="18" charset="0"/>
                <a:ea typeface="宋体" panose="02010600030101010101" pitchFamily="2" charset="-122"/>
              </a:rPr>
              <a:t>8</a:t>
            </a:r>
            <a:r>
              <a:rPr lang="en-US" altLang="zh-CN" b="1" dirty="0">
                <a:solidFill>
                  <a:schemeClr val="accent2">
                    <a:lumMod val="75000"/>
                  </a:schemeClr>
                </a:solidFill>
                <a:latin typeface="Times New Roman" panose="02020603050405020304" pitchFamily="18" charset="0"/>
                <a:ea typeface="宋体" panose="02010600030101010101" pitchFamily="2" charset="-122"/>
              </a:rPr>
              <a:t>9</a:t>
            </a:r>
          </a:p>
        </p:txBody>
      </p:sp>
      <p:cxnSp>
        <p:nvCxnSpPr>
          <p:cNvPr id="175" name="直接箭头连接符 174">
            <a:extLst>
              <a:ext uri="{FF2B5EF4-FFF2-40B4-BE49-F238E27FC236}">
                <a16:creationId xmlns:a16="http://schemas.microsoft.com/office/drawing/2014/main" id="{067841D4-2DC0-4C95-8477-251BE0789472}"/>
              </a:ext>
            </a:extLst>
          </p:cNvPr>
          <p:cNvCxnSpPr>
            <a:cxnSpLocks/>
          </p:cNvCxnSpPr>
          <p:nvPr/>
        </p:nvCxnSpPr>
        <p:spPr>
          <a:xfrm flipV="1">
            <a:off x="11600274" y="3767331"/>
            <a:ext cx="0" cy="230730"/>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76" name="直接箭头连接符 175">
            <a:extLst>
              <a:ext uri="{FF2B5EF4-FFF2-40B4-BE49-F238E27FC236}">
                <a16:creationId xmlns:a16="http://schemas.microsoft.com/office/drawing/2014/main" id="{84A177CF-4106-415B-ADC6-6A391874EA83}"/>
              </a:ext>
            </a:extLst>
          </p:cNvPr>
          <p:cNvCxnSpPr>
            <a:cxnSpLocks/>
          </p:cNvCxnSpPr>
          <p:nvPr/>
        </p:nvCxnSpPr>
        <p:spPr>
          <a:xfrm>
            <a:off x="11600274" y="2814969"/>
            <a:ext cx="0" cy="684783"/>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177" name="Rectangle 263">
            <a:extLst>
              <a:ext uri="{FF2B5EF4-FFF2-40B4-BE49-F238E27FC236}">
                <a16:creationId xmlns:a16="http://schemas.microsoft.com/office/drawing/2014/main" id="{2F583B60-F60A-46B9-A03D-5855BFDC76A2}"/>
              </a:ext>
            </a:extLst>
          </p:cNvPr>
          <p:cNvSpPr>
            <a:spLocks noChangeArrowheads="1"/>
          </p:cNvSpPr>
          <p:nvPr/>
        </p:nvSpPr>
        <p:spPr bwMode="auto">
          <a:xfrm>
            <a:off x="11482913" y="2560208"/>
            <a:ext cx="260822" cy="249299"/>
          </a:xfrm>
          <a:prstGeom prst="rect">
            <a:avLst/>
          </a:prstGeom>
          <a:solidFill>
            <a:schemeClr val="accent6">
              <a:lumMod val="20000"/>
              <a:lumOff val="80000"/>
            </a:schemeClr>
          </a:solidFill>
          <a:ln>
            <a:noFill/>
          </a:ln>
          <a:effectLst/>
        </p:spPr>
        <p:txBody>
          <a:bodyPr wrap="none" lIns="72000" tIns="0" rIns="72000" bIns="0">
            <a:spAutoFit/>
          </a:bodyPr>
          <a:lstStyle/>
          <a:p>
            <a:pPr eaLnBrk="0" fontAlgn="base" hangingPunct="0">
              <a:lnSpc>
                <a:spcPct val="90000"/>
              </a:lnSpc>
              <a:spcBef>
                <a:spcPct val="0"/>
              </a:spcBef>
              <a:spcAft>
                <a:spcPct val="0"/>
              </a:spcAft>
            </a:pPr>
            <a:r>
              <a:rPr lang="en-US" altLang="zh-CN" b="1" dirty="0">
                <a:solidFill>
                  <a:srgbClr val="C00000"/>
                </a:solidFill>
                <a:latin typeface="Times New Roman" panose="02020603050405020304" pitchFamily="18" charset="0"/>
                <a:ea typeface="宋体" panose="02010600030101010101" pitchFamily="2" charset="-122"/>
              </a:rPr>
              <a:t>5</a:t>
            </a:r>
          </a:p>
        </p:txBody>
      </p:sp>
      <p:sp>
        <p:nvSpPr>
          <p:cNvPr id="178" name="Rectangle 263">
            <a:extLst>
              <a:ext uri="{FF2B5EF4-FFF2-40B4-BE49-F238E27FC236}">
                <a16:creationId xmlns:a16="http://schemas.microsoft.com/office/drawing/2014/main" id="{761FAD19-0EAA-4E3E-8FD2-808FD7B3A345}"/>
              </a:ext>
            </a:extLst>
          </p:cNvPr>
          <p:cNvSpPr>
            <a:spLocks noChangeArrowheads="1"/>
          </p:cNvSpPr>
          <p:nvPr/>
        </p:nvSpPr>
        <p:spPr bwMode="auto">
          <a:xfrm>
            <a:off x="7864077" y="1853679"/>
            <a:ext cx="251541" cy="259089"/>
          </a:xfrm>
          <a:prstGeom prst="rect">
            <a:avLst/>
          </a:prstGeom>
          <a:solidFill>
            <a:srgbClr val="FCF3BA"/>
          </a:solidFill>
          <a:ln>
            <a:noFill/>
          </a:ln>
          <a:effectLst/>
        </p:spPr>
        <p:txBody>
          <a:bodyPr wrap="square" lIns="72000" tIns="0" rIns="72000" bIns="0">
            <a:spAutoFit/>
          </a:bodyPr>
          <a:lstStyle/>
          <a:p>
            <a:pPr eaLnBrk="0" fontAlgn="base" hangingPunct="0">
              <a:lnSpc>
                <a:spcPct val="90000"/>
              </a:lnSpc>
              <a:spcBef>
                <a:spcPct val="0"/>
              </a:spcBef>
              <a:spcAft>
                <a:spcPct val="0"/>
              </a:spcAft>
            </a:pPr>
            <a:r>
              <a:rPr lang="en-US" altLang="zh-CN" b="1" dirty="0">
                <a:solidFill>
                  <a:srgbClr val="FF0000"/>
                </a:solidFill>
                <a:latin typeface="Times New Roman" panose="02020603050405020304" pitchFamily="18" charset="0"/>
                <a:ea typeface="宋体" panose="02010600030101010101" pitchFamily="2" charset="-122"/>
              </a:rPr>
              <a:t>5</a:t>
            </a:r>
          </a:p>
        </p:txBody>
      </p:sp>
      <p:sp>
        <p:nvSpPr>
          <p:cNvPr id="179" name="Rectangle 445">
            <a:extLst>
              <a:ext uri="{FF2B5EF4-FFF2-40B4-BE49-F238E27FC236}">
                <a16:creationId xmlns:a16="http://schemas.microsoft.com/office/drawing/2014/main" id="{B95849B6-10DB-47F7-81AF-1D4CF5F36610}"/>
              </a:ext>
            </a:extLst>
          </p:cNvPr>
          <p:cNvSpPr>
            <a:spLocks noChangeArrowheads="1"/>
          </p:cNvSpPr>
          <p:nvPr/>
        </p:nvSpPr>
        <p:spPr bwMode="auto">
          <a:xfrm>
            <a:off x="9587681" y="1446674"/>
            <a:ext cx="448033" cy="335161"/>
          </a:xfrm>
          <a:prstGeom prst="rect">
            <a:avLst/>
          </a:prstGeom>
          <a:solidFill>
            <a:schemeClr val="accent4">
              <a:lumMod val="20000"/>
              <a:lumOff val="80000"/>
            </a:schemeClr>
          </a:solidFill>
          <a:ln w="12700">
            <a:solidFill>
              <a:schemeClr val="tx1"/>
            </a:solidFill>
            <a:miter lim="800000"/>
            <a:headEnd/>
            <a:tailEnd/>
          </a:ln>
          <a:effectLst/>
        </p:spPr>
        <p:txBody>
          <a:bodyPr wrap="none" lIns="50400" tIns="28800" rIns="50400" bIns="28800">
            <a:noAutofit/>
          </a:bodyPr>
          <a:lstStyle/>
          <a:p>
            <a:pPr algn="ctr" eaLnBrk="0" fontAlgn="base" hangingPunct="0">
              <a:spcBef>
                <a:spcPct val="0"/>
              </a:spcBef>
              <a:spcAft>
                <a:spcPct val="0"/>
              </a:spcAft>
            </a:pPr>
            <a:r>
              <a:rPr lang="en-US" altLang="zh-CN" b="1" dirty="0">
                <a:latin typeface="Times New Roman" panose="02020603050405020304" pitchFamily="18" charset="0"/>
                <a:ea typeface="宋体" panose="02010600030101010101" pitchFamily="2" charset="-122"/>
              </a:rPr>
              <a:t>8</a:t>
            </a:r>
            <a:r>
              <a:rPr lang="en-US" altLang="zh-CN" b="1" dirty="0">
                <a:solidFill>
                  <a:schemeClr val="accent2">
                    <a:lumMod val="75000"/>
                  </a:schemeClr>
                </a:solidFill>
                <a:latin typeface="Times New Roman" panose="02020603050405020304" pitchFamily="18" charset="0"/>
                <a:ea typeface="宋体" panose="02010600030101010101" pitchFamily="2" charset="-122"/>
              </a:rPr>
              <a:t>4</a:t>
            </a:r>
          </a:p>
        </p:txBody>
      </p:sp>
      <p:sp>
        <p:nvSpPr>
          <p:cNvPr id="180" name="Rectangle 263">
            <a:extLst>
              <a:ext uri="{FF2B5EF4-FFF2-40B4-BE49-F238E27FC236}">
                <a16:creationId xmlns:a16="http://schemas.microsoft.com/office/drawing/2014/main" id="{9192D27F-C95C-45BB-BAB9-DF5492BFD187}"/>
              </a:ext>
            </a:extLst>
          </p:cNvPr>
          <p:cNvSpPr>
            <a:spLocks noChangeArrowheads="1"/>
          </p:cNvSpPr>
          <p:nvPr/>
        </p:nvSpPr>
        <p:spPr bwMode="auto">
          <a:xfrm>
            <a:off x="8831949" y="4524082"/>
            <a:ext cx="260822" cy="249299"/>
          </a:xfrm>
          <a:prstGeom prst="rect">
            <a:avLst/>
          </a:prstGeom>
          <a:solidFill>
            <a:schemeClr val="accent6">
              <a:lumMod val="20000"/>
              <a:lumOff val="80000"/>
            </a:schemeClr>
          </a:solidFill>
          <a:ln>
            <a:noFill/>
          </a:ln>
          <a:effectLst/>
        </p:spPr>
        <p:txBody>
          <a:bodyPr wrap="none" lIns="72000" tIns="0" rIns="72000" bIns="0">
            <a:spAutoFit/>
          </a:bodyPr>
          <a:lstStyle/>
          <a:p>
            <a:pPr eaLnBrk="0" fontAlgn="base" hangingPunct="0">
              <a:lnSpc>
                <a:spcPct val="90000"/>
              </a:lnSpc>
              <a:spcBef>
                <a:spcPct val="0"/>
              </a:spcBef>
              <a:spcAft>
                <a:spcPct val="0"/>
              </a:spcAft>
            </a:pPr>
            <a:r>
              <a:rPr lang="en-US" altLang="zh-CN" b="1" dirty="0">
                <a:solidFill>
                  <a:srgbClr val="C00000"/>
                </a:solidFill>
                <a:latin typeface="Times New Roman" panose="02020603050405020304" pitchFamily="18" charset="0"/>
                <a:ea typeface="宋体" panose="02010600030101010101" pitchFamily="2" charset="-122"/>
              </a:rPr>
              <a:t>6</a:t>
            </a:r>
          </a:p>
        </p:txBody>
      </p:sp>
      <p:cxnSp>
        <p:nvCxnSpPr>
          <p:cNvPr id="181" name="直接箭头连接符 180">
            <a:extLst>
              <a:ext uri="{FF2B5EF4-FFF2-40B4-BE49-F238E27FC236}">
                <a16:creationId xmlns:a16="http://schemas.microsoft.com/office/drawing/2014/main" id="{56FEE6CA-8259-4505-813C-712F5742F723}"/>
              </a:ext>
            </a:extLst>
          </p:cNvPr>
          <p:cNvCxnSpPr>
            <a:cxnSpLocks/>
          </p:cNvCxnSpPr>
          <p:nvPr/>
        </p:nvCxnSpPr>
        <p:spPr>
          <a:xfrm flipV="1">
            <a:off x="8957035" y="4302057"/>
            <a:ext cx="0" cy="231723"/>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182" name="Rectangle 263">
            <a:extLst>
              <a:ext uri="{FF2B5EF4-FFF2-40B4-BE49-F238E27FC236}">
                <a16:creationId xmlns:a16="http://schemas.microsoft.com/office/drawing/2014/main" id="{3C57D6BC-E792-42D9-A2AA-1B34E9A73876}"/>
              </a:ext>
            </a:extLst>
          </p:cNvPr>
          <p:cNvSpPr>
            <a:spLocks noChangeArrowheads="1"/>
          </p:cNvSpPr>
          <p:nvPr/>
        </p:nvSpPr>
        <p:spPr bwMode="auto">
          <a:xfrm>
            <a:off x="8825241" y="2565670"/>
            <a:ext cx="260822" cy="249299"/>
          </a:xfrm>
          <a:prstGeom prst="rect">
            <a:avLst/>
          </a:prstGeom>
          <a:solidFill>
            <a:schemeClr val="accent6">
              <a:lumMod val="20000"/>
              <a:lumOff val="80000"/>
            </a:schemeClr>
          </a:solidFill>
          <a:ln>
            <a:noFill/>
          </a:ln>
          <a:effectLst/>
        </p:spPr>
        <p:txBody>
          <a:bodyPr wrap="none" lIns="72000" tIns="0" rIns="72000" bIns="0">
            <a:spAutoFit/>
          </a:bodyPr>
          <a:lstStyle/>
          <a:p>
            <a:pPr eaLnBrk="0" fontAlgn="base" hangingPunct="0">
              <a:lnSpc>
                <a:spcPct val="90000"/>
              </a:lnSpc>
              <a:spcBef>
                <a:spcPct val="0"/>
              </a:spcBef>
              <a:spcAft>
                <a:spcPct val="0"/>
              </a:spcAft>
            </a:pPr>
            <a:r>
              <a:rPr lang="en-US" altLang="zh-CN" b="1" dirty="0">
                <a:solidFill>
                  <a:srgbClr val="C00000"/>
                </a:solidFill>
                <a:latin typeface="Times New Roman" panose="02020603050405020304" pitchFamily="18" charset="0"/>
                <a:ea typeface="宋体" panose="02010600030101010101" pitchFamily="2" charset="-122"/>
              </a:rPr>
              <a:t>6</a:t>
            </a:r>
          </a:p>
        </p:txBody>
      </p:sp>
      <p:sp>
        <p:nvSpPr>
          <p:cNvPr id="183" name="Rectangle 263">
            <a:extLst>
              <a:ext uri="{FF2B5EF4-FFF2-40B4-BE49-F238E27FC236}">
                <a16:creationId xmlns:a16="http://schemas.microsoft.com/office/drawing/2014/main" id="{9AD7CAC7-F8E9-4CDC-8A21-045068B0E26F}"/>
              </a:ext>
            </a:extLst>
          </p:cNvPr>
          <p:cNvSpPr>
            <a:spLocks noChangeArrowheads="1"/>
          </p:cNvSpPr>
          <p:nvPr/>
        </p:nvSpPr>
        <p:spPr bwMode="auto">
          <a:xfrm>
            <a:off x="9228974" y="1857386"/>
            <a:ext cx="251541" cy="259089"/>
          </a:xfrm>
          <a:prstGeom prst="rect">
            <a:avLst/>
          </a:prstGeom>
          <a:solidFill>
            <a:srgbClr val="FCF3BA"/>
          </a:solidFill>
          <a:ln>
            <a:noFill/>
          </a:ln>
          <a:effectLst/>
        </p:spPr>
        <p:txBody>
          <a:bodyPr wrap="square" lIns="72000" tIns="0" rIns="72000" bIns="0">
            <a:spAutoFit/>
          </a:bodyPr>
          <a:lstStyle/>
          <a:p>
            <a:pPr eaLnBrk="0" fontAlgn="base" hangingPunct="0">
              <a:lnSpc>
                <a:spcPct val="90000"/>
              </a:lnSpc>
              <a:spcBef>
                <a:spcPct val="0"/>
              </a:spcBef>
              <a:spcAft>
                <a:spcPct val="0"/>
              </a:spcAft>
            </a:pPr>
            <a:r>
              <a:rPr lang="en-US" altLang="zh-CN" b="1" dirty="0">
                <a:solidFill>
                  <a:srgbClr val="FF0000"/>
                </a:solidFill>
                <a:latin typeface="Times New Roman" panose="02020603050405020304" pitchFamily="18" charset="0"/>
                <a:ea typeface="宋体" panose="02010600030101010101" pitchFamily="2" charset="-122"/>
              </a:rPr>
              <a:t>8</a:t>
            </a:r>
          </a:p>
        </p:txBody>
      </p:sp>
      <p:cxnSp>
        <p:nvCxnSpPr>
          <p:cNvPr id="184" name="直接箭头连接符 183">
            <a:extLst>
              <a:ext uri="{FF2B5EF4-FFF2-40B4-BE49-F238E27FC236}">
                <a16:creationId xmlns:a16="http://schemas.microsoft.com/office/drawing/2014/main" id="{AFD34E4B-DEEF-4797-BACA-28E76000C509}"/>
              </a:ext>
            </a:extLst>
          </p:cNvPr>
          <p:cNvCxnSpPr>
            <a:cxnSpLocks/>
          </p:cNvCxnSpPr>
          <p:nvPr/>
        </p:nvCxnSpPr>
        <p:spPr>
          <a:xfrm>
            <a:off x="8957035" y="2837616"/>
            <a:ext cx="1006" cy="1170489"/>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185" name="Rectangle 445">
            <a:extLst>
              <a:ext uri="{FF2B5EF4-FFF2-40B4-BE49-F238E27FC236}">
                <a16:creationId xmlns:a16="http://schemas.microsoft.com/office/drawing/2014/main" id="{826B50BA-7C7F-41CE-967A-414FA56E79E4}"/>
              </a:ext>
            </a:extLst>
          </p:cNvPr>
          <p:cNvSpPr>
            <a:spLocks noChangeArrowheads="1"/>
          </p:cNvSpPr>
          <p:nvPr/>
        </p:nvSpPr>
        <p:spPr bwMode="auto">
          <a:xfrm>
            <a:off x="10038826" y="1444391"/>
            <a:ext cx="448033" cy="335161"/>
          </a:xfrm>
          <a:prstGeom prst="rect">
            <a:avLst/>
          </a:prstGeom>
          <a:solidFill>
            <a:schemeClr val="accent4">
              <a:lumMod val="20000"/>
              <a:lumOff val="80000"/>
            </a:schemeClr>
          </a:solidFill>
          <a:ln w="12700">
            <a:solidFill>
              <a:schemeClr val="tx1"/>
            </a:solidFill>
            <a:miter lim="800000"/>
            <a:headEnd/>
            <a:tailEnd/>
          </a:ln>
          <a:effectLst/>
        </p:spPr>
        <p:txBody>
          <a:bodyPr wrap="none" lIns="50400" tIns="28800" rIns="50400" bIns="28800">
            <a:noAutofit/>
          </a:bodyPr>
          <a:lstStyle/>
          <a:p>
            <a:pPr algn="ctr" eaLnBrk="0" fontAlgn="base" hangingPunct="0">
              <a:spcBef>
                <a:spcPct val="0"/>
              </a:spcBef>
              <a:spcAft>
                <a:spcPct val="0"/>
              </a:spcAft>
            </a:pPr>
            <a:r>
              <a:rPr lang="en-US" altLang="zh-CN" b="1" dirty="0">
                <a:latin typeface="Times New Roman" panose="02020603050405020304" pitchFamily="18" charset="0"/>
                <a:ea typeface="宋体" panose="02010600030101010101" pitchFamily="2" charset="-122"/>
              </a:rPr>
              <a:t>0</a:t>
            </a:r>
            <a:r>
              <a:rPr lang="en-US" altLang="zh-CN" b="1" dirty="0">
                <a:solidFill>
                  <a:schemeClr val="accent2">
                    <a:lumMod val="75000"/>
                  </a:schemeClr>
                </a:solidFill>
                <a:latin typeface="Times New Roman" panose="02020603050405020304" pitchFamily="18" charset="0"/>
                <a:ea typeface="宋体" panose="02010600030101010101" pitchFamily="2" charset="-122"/>
              </a:rPr>
              <a:t>5</a:t>
            </a:r>
          </a:p>
        </p:txBody>
      </p:sp>
      <p:cxnSp>
        <p:nvCxnSpPr>
          <p:cNvPr id="186" name="直接箭头连接符 185">
            <a:extLst>
              <a:ext uri="{FF2B5EF4-FFF2-40B4-BE49-F238E27FC236}">
                <a16:creationId xmlns:a16="http://schemas.microsoft.com/office/drawing/2014/main" id="{3F9D5B49-39A2-4AF3-B032-BF04386D086F}"/>
              </a:ext>
            </a:extLst>
          </p:cNvPr>
          <p:cNvCxnSpPr>
            <a:cxnSpLocks/>
          </p:cNvCxnSpPr>
          <p:nvPr/>
        </p:nvCxnSpPr>
        <p:spPr>
          <a:xfrm flipV="1">
            <a:off x="9486226" y="4296266"/>
            <a:ext cx="0" cy="231723"/>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187" name="Rectangle 263">
            <a:extLst>
              <a:ext uri="{FF2B5EF4-FFF2-40B4-BE49-F238E27FC236}">
                <a16:creationId xmlns:a16="http://schemas.microsoft.com/office/drawing/2014/main" id="{3AF7885D-737C-4BBE-ACFF-4B67FF5CE347}"/>
              </a:ext>
            </a:extLst>
          </p:cNvPr>
          <p:cNvSpPr>
            <a:spLocks noChangeArrowheads="1"/>
          </p:cNvSpPr>
          <p:nvPr/>
        </p:nvSpPr>
        <p:spPr bwMode="auto">
          <a:xfrm>
            <a:off x="9354432" y="2559879"/>
            <a:ext cx="260822" cy="249299"/>
          </a:xfrm>
          <a:prstGeom prst="rect">
            <a:avLst/>
          </a:prstGeom>
          <a:solidFill>
            <a:schemeClr val="accent6">
              <a:lumMod val="20000"/>
              <a:lumOff val="80000"/>
            </a:schemeClr>
          </a:solidFill>
          <a:ln>
            <a:noFill/>
          </a:ln>
          <a:effectLst/>
        </p:spPr>
        <p:txBody>
          <a:bodyPr wrap="none" lIns="72000" tIns="0" rIns="72000" bIns="0">
            <a:spAutoFit/>
          </a:bodyPr>
          <a:lstStyle/>
          <a:p>
            <a:pPr eaLnBrk="0" fontAlgn="base" hangingPunct="0">
              <a:lnSpc>
                <a:spcPct val="90000"/>
              </a:lnSpc>
              <a:spcBef>
                <a:spcPct val="0"/>
              </a:spcBef>
              <a:spcAft>
                <a:spcPct val="0"/>
              </a:spcAft>
            </a:pPr>
            <a:r>
              <a:rPr lang="en-US" altLang="zh-CN" b="1" dirty="0">
                <a:solidFill>
                  <a:srgbClr val="C00000"/>
                </a:solidFill>
                <a:latin typeface="Times New Roman" panose="02020603050405020304" pitchFamily="18" charset="0"/>
                <a:ea typeface="宋体" panose="02010600030101010101" pitchFamily="2" charset="-122"/>
              </a:rPr>
              <a:t>7</a:t>
            </a:r>
          </a:p>
        </p:txBody>
      </p:sp>
      <p:sp>
        <p:nvSpPr>
          <p:cNvPr id="188" name="Rectangle 263">
            <a:extLst>
              <a:ext uri="{FF2B5EF4-FFF2-40B4-BE49-F238E27FC236}">
                <a16:creationId xmlns:a16="http://schemas.microsoft.com/office/drawing/2014/main" id="{839C4A39-0938-49D0-B7DB-6E2ACA9B6245}"/>
              </a:ext>
            </a:extLst>
          </p:cNvPr>
          <p:cNvSpPr>
            <a:spLocks noChangeArrowheads="1"/>
          </p:cNvSpPr>
          <p:nvPr/>
        </p:nvSpPr>
        <p:spPr bwMode="auto">
          <a:xfrm>
            <a:off x="9349037" y="4533238"/>
            <a:ext cx="260822" cy="249299"/>
          </a:xfrm>
          <a:prstGeom prst="rect">
            <a:avLst/>
          </a:prstGeom>
          <a:solidFill>
            <a:schemeClr val="accent6">
              <a:lumMod val="20000"/>
              <a:lumOff val="80000"/>
            </a:schemeClr>
          </a:solidFill>
          <a:ln>
            <a:noFill/>
          </a:ln>
          <a:effectLst/>
        </p:spPr>
        <p:txBody>
          <a:bodyPr wrap="none" lIns="72000" tIns="0" rIns="72000" bIns="0">
            <a:spAutoFit/>
          </a:bodyPr>
          <a:lstStyle/>
          <a:p>
            <a:pPr eaLnBrk="0" fontAlgn="base" hangingPunct="0">
              <a:lnSpc>
                <a:spcPct val="90000"/>
              </a:lnSpc>
              <a:spcBef>
                <a:spcPct val="0"/>
              </a:spcBef>
              <a:spcAft>
                <a:spcPct val="0"/>
              </a:spcAft>
            </a:pPr>
            <a:r>
              <a:rPr lang="en-US" altLang="zh-CN" b="1" dirty="0">
                <a:solidFill>
                  <a:srgbClr val="C00000"/>
                </a:solidFill>
                <a:latin typeface="Times New Roman" panose="02020603050405020304" pitchFamily="18" charset="0"/>
                <a:ea typeface="宋体" panose="02010600030101010101" pitchFamily="2" charset="-122"/>
              </a:rPr>
              <a:t>7</a:t>
            </a:r>
          </a:p>
        </p:txBody>
      </p:sp>
      <p:cxnSp>
        <p:nvCxnSpPr>
          <p:cNvPr id="189" name="直接箭头连接符 188">
            <a:extLst>
              <a:ext uri="{FF2B5EF4-FFF2-40B4-BE49-F238E27FC236}">
                <a16:creationId xmlns:a16="http://schemas.microsoft.com/office/drawing/2014/main" id="{30EE949B-16F7-4B38-BEC1-581F58292F75}"/>
              </a:ext>
            </a:extLst>
          </p:cNvPr>
          <p:cNvCxnSpPr>
            <a:cxnSpLocks/>
          </p:cNvCxnSpPr>
          <p:nvPr/>
        </p:nvCxnSpPr>
        <p:spPr>
          <a:xfrm>
            <a:off x="9489897" y="2833794"/>
            <a:ext cx="1006" cy="1170489"/>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190" name="Rectangle 445">
            <a:extLst>
              <a:ext uri="{FF2B5EF4-FFF2-40B4-BE49-F238E27FC236}">
                <a16:creationId xmlns:a16="http://schemas.microsoft.com/office/drawing/2014/main" id="{31EDE311-40B3-4275-9488-43B4C0DA55D0}"/>
              </a:ext>
            </a:extLst>
          </p:cNvPr>
          <p:cNvSpPr>
            <a:spLocks noChangeArrowheads="1"/>
          </p:cNvSpPr>
          <p:nvPr/>
        </p:nvSpPr>
        <p:spPr bwMode="auto">
          <a:xfrm>
            <a:off x="10494386" y="1444326"/>
            <a:ext cx="448033" cy="337996"/>
          </a:xfrm>
          <a:prstGeom prst="rect">
            <a:avLst/>
          </a:prstGeom>
          <a:solidFill>
            <a:schemeClr val="accent4">
              <a:lumMod val="20000"/>
              <a:lumOff val="80000"/>
            </a:schemeClr>
          </a:solidFill>
          <a:ln w="12700">
            <a:solidFill>
              <a:schemeClr val="tx1"/>
            </a:solidFill>
            <a:miter lim="800000"/>
            <a:headEnd/>
            <a:tailEnd/>
          </a:ln>
          <a:effectLst/>
        </p:spPr>
        <p:txBody>
          <a:bodyPr wrap="none" lIns="50400" tIns="28800" rIns="50400" bIns="28800">
            <a:noAutofit/>
          </a:bodyPr>
          <a:lstStyle/>
          <a:p>
            <a:pPr algn="ctr" eaLnBrk="0" fontAlgn="base" hangingPunct="0">
              <a:spcBef>
                <a:spcPct val="0"/>
              </a:spcBef>
              <a:spcAft>
                <a:spcPct val="0"/>
              </a:spcAft>
            </a:pPr>
            <a:r>
              <a:rPr lang="en-US" altLang="zh-CN" b="1" dirty="0">
                <a:latin typeface="Times New Roman" panose="02020603050405020304" pitchFamily="18" charset="0"/>
                <a:ea typeface="宋体" panose="02010600030101010101" pitchFamily="2" charset="-122"/>
              </a:rPr>
              <a:t>6</a:t>
            </a:r>
            <a:r>
              <a:rPr lang="en-US" altLang="zh-CN" b="1" dirty="0">
                <a:solidFill>
                  <a:schemeClr val="accent2">
                    <a:lumMod val="75000"/>
                  </a:schemeClr>
                </a:solidFill>
                <a:latin typeface="Times New Roman" panose="02020603050405020304" pitchFamily="18" charset="0"/>
                <a:ea typeface="宋体" panose="02010600030101010101" pitchFamily="2" charset="-122"/>
              </a:rPr>
              <a:t>9</a:t>
            </a:r>
          </a:p>
        </p:txBody>
      </p:sp>
      <p:cxnSp>
        <p:nvCxnSpPr>
          <p:cNvPr id="191" name="直接箭头连接符 190">
            <a:extLst>
              <a:ext uri="{FF2B5EF4-FFF2-40B4-BE49-F238E27FC236}">
                <a16:creationId xmlns:a16="http://schemas.microsoft.com/office/drawing/2014/main" id="{A21994C5-2BEE-4F4C-859C-CC33CD78A0C0}"/>
              </a:ext>
            </a:extLst>
          </p:cNvPr>
          <p:cNvCxnSpPr>
            <a:cxnSpLocks/>
          </p:cNvCxnSpPr>
          <p:nvPr/>
        </p:nvCxnSpPr>
        <p:spPr>
          <a:xfrm flipV="1">
            <a:off x="11600274" y="3262230"/>
            <a:ext cx="0" cy="230730"/>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192" name="Rectangle 263">
            <a:extLst>
              <a:ext uri="{FF2B5EF4-FFF2-40B4-BE49-F238E27FC236}">
                <a16:creationId xmlns:a16="http://schemas.microsoft.com/office/drawing/2014/main" id="{15010B6B-4649-43D7-A281-A05D1F64005F}"/>
              </a:ext>
            </a:extLst>
          </p:cNvPr>
          <p:cNvSpPr>
            <a:spLocks noChangeArrowheads="1"/>
          </p:cNvSpPr>
          <p:nvPr/>
        </p:nvSpPr>
        <p:spPr bwMode="auto">
          <a:xfrm>
            <a:off x="11482913" y="2567082"/>
            <a:ext cx="260822" cy="249299"/>
          </a:xfrm>
          <a:prstGeom prst="rect">
            <a:avLst/>
          </a:prstGeom>
          <a:solidFill>
            <a:schemeClr val="accent6">
              <a:lumMod val="20000"/>
              <a:lumOff val="80000"/>
            </a:schemeClr>
          </a:solidFill>
          <a:ln>
            <a:noFill/>
          </a:ln>
          <a:effectLst/>
        </p:spPr>
        <p:txBody>
          <a:bodyPr wrap="none" lIns="72000" tIns="0" rIns="72000" bIns="0">
            <a:spAutoFit/>
          </a:bodyPr>
          <a:lstStyle/>
          <a:p>
            <a:pPr eaLnBrk="0" fontAlgn="base" hangingPunct="0">
              <a:lnSpc>
                <a:spcPct val="90000"/>
              </a:lnSpc>
              <a:spcBef>
                <a:spcPct val="0"/>
              </a:spcBef>
              <a:spcAft>
                <a:spcPct val="0"/>
              </a:spcAft>
            </a:pPr>
            <a:r>
              <a:rPr lang="en-US" altLang="zh-CN" b="1" dirty="0">
                <a:solidFill>
                  <a:srgbClr val="C00000"/>
                </a:solidFill>
                <a:latin typeface="Times New Roman" panose="02020603050405020304" pitchFamily="18" charset="0"/>
                <a:ea typeface="宋体" panose="02010600030101010101" pitchFamily="2" charset="-122"/>
              </a:rPr>
              <a:t>8</a:t>
            </a:r>
          </a:p>
        </p:txBody>
      </p:sp>
      <p:cxnSp>
        <p:nvCxnSpPr>
          <p:cNvPr id="193" name="直接箭头连接符 192">
            <a:extLst>
              <a:ext uri="{FF2B5EF4-FFF2-40B4-BE49-F238E27FC236}">
                <a16:creationId xmlns:a16="http://schemas.microsoft.com/office/drawing/2014/main" id="{85DC84CC-E9F3-4F13-B172-58052667430B}"/>
              </a:ext>
            </a:extLst>
          </p:cNvPr>
          <p:cNvCxnSpPr>
            <a:cxnSpLocks/>
          </p:cNvCxnSpPr>
          <p:nvPr/>
        </p:nvCxnSpPr>
        <p:spPr>
          <a:xfrm>
            <a:off x="11600274" y="2816053"/>
            <a:ext cx="0" cy="206188"/>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194" name="Rectangle 445">
            <a:extLst>
              <a:ext uri="{FF2B5EF4-FFF2-40B4-BE49-F238E27FC236}">
                <a16:creationId xmlns:a16="http://schemas.microsoft.com/office/drawing/2014/main" id="{F0C60EB5-9E6A-43EC-8369-CCA480D3ACA9}"/>
              </a:ext>
            </a:extLst>
          </p:cNvPr>
          <p:cNvSpPr>
            <a:spLocks noChangeArrowheads="1"/>
          </p:cNvSpPr>
          <p:nvPr/>
        </p:nvSpPr>
        <p:spPr bwMode="auto">
          <a:xfrm>
            <a:off x="10946603" y="1444803"/>
            <a:ext cx="448033" cy="335161"/>
          </a:xfrm>
          <a:prstGeom prst="rect">
            <a:avLst/>
          </a:prstGeom>
          <a:solidFill>
            <a:schemeClr val="accent4">
              <a:lumMod val="20000"/>
              <a:lumOff val="80000"/>
            </a:schemeClr>
          </a:solidFill>
          <a:ln w="12700">
            <a:solidFill>
              <a:schemeClr val="tx1"/>
            </a:solidFill>
            <a:miter lim="800000"/>
            <a:headEnd/>
            <a:tailEnd/>
          </a:ln>
          <a:effectLst/>
        </p:spPr>
        <p:txBody>
          <a:bodyPr wrap="none" lIns="50400" tIns="28800" rIns="50400" bIns="28800">
            <a:noAutofit/>
          </a:bodyPr>
          <a:lstStyle/>
          <a:p>
            <a:pPr algn="ctr" eaLnBrk="0" fontAlgn="base" hangingPunct="0">
              <a:spcBef>
                <a:spcPct val="0"/>
              </a:spcBef>
              <a:spcAft>
                <a:spcPct val="0"/>
              </a:spcAft>
            </a:pPr>
            <a:r>
              <a:rPr lang="en-US" altLang="zh-CN" b="1" dirty="0">
                <a:latin typeface="Times New Roman" panose="02020603050405020304" pitchFamily="18" charset="0"/>
                <a:ea typeface="宋体" panose="02010600030101010101" pitchFamily="2" charset="-122"/>
              </a:rPr>
              <a:t>0</a:t>
            </a:r>
            <a:r>
              <a:rPr lang="en-US" altLang="zh-CN" b="1" dirty="0">
                <a:solidFill>
                  <a:schemeClr val="accent2">
                    <a:lumMod val="75000"/>
                  </a:schemeClr>
                </a:solidFill>
                <a:latin typeface="Times New Roman" panose="02020603050405020304" pitchFamily="18" charset="0"/>
                <a:ea typeface="宋体" panose="02010600030101010101" pitchFamily="2" charset="-122"/>
              </a:rPr>
              <a:t>8</a:t>
            </a:r>
          </a:p>
        </p:txBody>
      </p:sp>
      <p:cxnSp>
        <p:nvCxnSpPr>
          <p:cNvPr id="195" name="直接箭头连接符 194">
            <a:extLst>
              <a:ext uri="{FF2B5EF4-FFF2-40B4-BE49-F238E27FC236}">
                <a16:creationId xmlns:a16="http://schemas.microsoft.com/office/drawing/2014/main" id="{74E8A120-C66D-47FB-A6EC-3566ACA8263B}"/>
              </a:ext>
            </a:extLst>
          </p:cNvPr>
          <p:cNvCxnSpPr>
            <a:cxnSpLocks/>
          </p:cNvCxnSpPr>
          <p:nvPr/>
        </p:nvCxnSpPr>
        <p:spPr>
          <a:xfrm flipV="1">
            <a:off x="11081814" y="3766678"/>
            <a:ext cx="0" cy="230730"/>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196" name="Rectangle 263">
            <a:extLst>
              <a:ext uri="{FF2B5EF4-FFF2-40B4-BE49-F238E27FC236}">
                <a16:creationId xmlns:a16="http://schemas.microsoft.com/office/drawing/2014/main" id="{140A9B3F-5843-4306-B013-2CDAA3CE0919}"/>
              </a:ext>
            </a:extLst>
          </p:cNvPr>
          <p:cNvSpPr>
            <a:spLocks noChangeArrowheads="1"/>
          </p:cNvSpPr>
          <p:nvPr/>
        </p:nvSpPr>
        <p:spPr bwMode="auto">
          <a:xfrm>
            <a:off x="7398742" y="1865666"/>
            <a:ext cx="251541" cy="259089"/>
          </a:xfrm>
          <a:prstGeom prst="rect">
            <a:avLst/>
          </a:prstGeom>
          <a:solidFill>
            <a:srgbClr val="FCF3BA"/>
          </a:solidFill>
          <a:ln>
            <a:noFill/>
          </a:ln>
          <a:effectLst/>
        </p:spPr>
        <p:txBody>
          <a:bodyPr wrap="square" lIns="72000" tIns="0" rIns="72000" bIns="0">
            <a:spAutoFit/>
          </a:bodyPr>
          <a:lstStyle/>
          <a:p>
            <a:pPr eaLnBrk="0" fontAlgn="base" hangingPunct="0">
              <a:lnSpc>
                <a:spcPct val="90000"/>
              </a:lnSpc>
              <a:spcBef>
                <a:spcPct val="0"/>
              </a:spcBef>
              <a:spcAft>
                <a:spcPct val="0"/>
              </a:spcAft>
            </a:pPr>
            <a:r>
              <a:rPr lang="en-US" altLang="zh-CN" b="1" dirty="0">
                <a:solidFill>
                  <a:srgbClr val="FF0000"/>
                </a:solidFill>
                <a:latin typeface="Times New Roman" panose="02020603050405020304" pitchFamily="18" charset="0"/>
                <a:ea typeface="宋体" panose="02010600030101010101" pitchFamily="2" charset="-122"/>
              </a:rPr>
              <a:t>9</a:t>
            </a:r>
          </a:p>
        </p:txBody>
      </p:sp>
      <p:cxnSp>
        <p:nvCxnSpPr>
          <p:cNvPr id="197" name="直接箭头连接符 196">
            <a:extLst>
              <a:ext uri="{FF2B5EF4-FFF2-40B4-BE49-F238E27FC236}">
                <a16:creationId xmlns:a16="http://schemas.microsoft.com/office/drawing/2014/main" id="{12B48C58-0AB2-4A2A-B601-22F87EECF60D}"/>
              </a:ext>
            </a:extLst>
          </p:cNvPr>
          <p:cNvCxnSpPr>
            <a:cxnSpLocks/>
          </p:cNvCxnSpPr>
          <p:nvPr/>
        </p:nvCxnSpPr>
        <p:spPr>
          <a:xfrm>
            <a:off x="11080233" y="2829466"/>
            <a:ext cx="0" cy="684783"/>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198" name="Rectangle 263">
            <a:extLst>
              <a:ext uri="{FF2B5EF4-FFF2-40B4-BE49-F238E27FC236}">
                <a16:creationId xmlns:a16="http://schemas.microsoft.com/office/drawing/2014/main" id="{83899991-5A37-4B6D-9E4C-21BB52C36307}"/>
              </a:ext>
            </a:extLst>
          </p:cNvPr>
          <p:cNvSpPr>
            <a:spLocks noChangeArrowheads="1"/>
          </p:cNvSpPr>
          <p:nvPr/>
        </p:nvSpPr>
        <p:spPr bwMode="auto">
          <a:xfrm>
            <a:off x="10969747" y="2567829"/>
            <a:ext cx="260822" cy="249299"/>
          </a:xfrm>
          <a:prstGeom prst="rect">
            <a:avLst/>
          </a:prstGeom>
          <a:solidFill>
            <a:schemeClr val="accent6">
              <a:lumMod val="20000"/>
              <a:lumOff val="80000"/>
            </a:schemeClr>
          </a:solidFill>
          <a:ln>
            <a:noFill/>
          </a:ln>
          <a:effectLst/>
        </p:spPr>
        <p:txBody>
          <a:bodyPr wrap="none" lIns="72000" tIns="0" rIns="72000" bIns="0">
            <a:spAutoFit/>
          </a:bodyPr>
          <a:lstStyle/>
          <a:p>
            <a:pPr eaLnBrk="0" fontAlgn="base" hangingPunct="0">
              <a:lnSpc>
                <a:spcPct val="90000"/>
              </a:lnSpc>
              <a:spcBef>
                <a:spcPct val="0"/>
              </a:spcBef>
              <a:spcAft>
                <a:spcPct val="0"/>
              </a:spcAft>
            </a:pPr>
            <a:r>
              <a:rPr lang="en-US" altLang="zh-CN" b="1" dirty="0">
                <a:solidFill>
                  <a:srgbClr val="C00000"/>
                </a:solidFill>
                <a:latin typeface="Times New Roman" panose="02020603050405020304" pitchFamily="18" charset="0"/>
                <a:ea typeface="宋体" panose="02010600030101010101" pitchFamily="2" charset="-122"/>
              </a:rPr>
              <a:t>9</a:t>
            </a:r>
          </a:p>
        </p:txBody>
      </p:sp>
      <p:sp>
        <p:nvSpPr>
          <p:cNvPr id="199" name="Rectangle 445">
            <a:extLst>
              <a:ext uri="{FF2B5EF4-FFF2-40B4-BE49-F238E27FC236}">
                <a16:creationId xmlns:a16="http://schemas.microsoft.com/office/drawing/2014/main" id="{DA1E3316-7D98-4CA1-B022-269ECB84461F}"/>
              </a:ext>
            </a:extLst>
          </p:cNvPr>
          <p:cNvSpPr>
            <a:spLocks noChangeArrowheads="1"/>
          </p:cNvSpPr>
          <p:nvPr/>
        </p:nvSpPr>
        <p:spPr bwMode="auto">
          <a:xfrm>
            <a:off x="11397280" y="1446226"/>
            <a:ext cx="448033" cy="335161"/>
          </a:xfrm>
          <a:prstGeom prst="rect">
            <a:avLst/>
          </a:prstGeom>
          <a:solidFill>
            <a:schemeClr val="accent4">
              <a:lumMod val="20000"/>
              <a:lumOff val="80000"/>
            </a:schemeClr>
          </a:solidFill>
          <a:ln w="12700">
            <a:solidFill>
              <a:schemeClr val="tx1"/>
            </a:solidFill>
            <a:miter lim="800000"/>
            <a:headEnd/>
            <a:tailEnd/>
          </a:ln>
          <a:effectLst/>
        </p:spPr>
        <p:txBody>
          <a:bodyPr wrap="none" lIns="50400" tIns="28800" rIns="50400" bIns="28800">
            <a:noAutofit/>
          </a:bodyPr>
          <a:lstStyle/>
          <a:p>
            <a:pPr algn="ctr" eaLnBrk="0" fontAlgn="base" hangingPunct="0">
              <a:spcBef>
                <a:spcPct val="0"/>
              </a:spcBef>
              <a:spcAft>
                <a:spcPct val="0"/>
              </a:spcAft>
            </a:pPr>
            <a:r>
              <a:rPr lang="en-US" altLang="zh-CN" b="1" dirty="0">
                <a:latin typeface="Times New Roman" panose="02020603050405020304" pitchFamily="18" charset="0"/>
                <a:ea typeface="宋体" panose="02010600030101010101" pitchFamily="2" charset="-122"/>
              </a:rPr>
              <a:t>8</a:t>
            </a:r>
            <a:r>
              <a:rPr lang="en-US" altLang="zh-CN" b="1" dirty="0">
                <a:solidFill>
                  <a:schemeClr val="accent2">
                    <a:lumMod val="75000"/>
                  </a:schemeClr>
                </a:solidFill>
                <a:latin typeface="Times New Roman" panose="02020603050405020304" pitchFamily="18" charset="0"/>
                <a:ea typeface="宋体" panose="02010600030101010101" pitchFamily="2" charset="-122"/>
              </a:rPr>
              <a:t>3</a:t>
            </a:r>
          </a:p>
        </p:txBody>
      </p:sp>
      <p:sp>
        <p:nvSpPr>
          <p:cNvPr id="200" name="Rectangle 263">
            <a:extLst>
              <a:ext uri="{FF2B5EF4-FFF2-40B4-BE49-F238E27FC236}">
                <a16:creationId xmlns:a16="http://schemas.microsoft.com/office/drawing/2014/main" id="{26A82BCD-D363-4CF7-A004-BFF796510B26}"/>
              </a:ext>
            </a:extLst>
          </p:cNvPr>
          <p:cNvSpPr>
            <a:spLocks noChangeArrowheads="1"/>
          </p:cNvSpPr>
          <p:nvPr/>
        </p:nvSpPr>
        <p:spPr bwMode="auto">
          <a:xfrm>
            <a:off x="8243509" y="1854878"/>
            <a:ext cx="412851" cy="257890"/>
          </a:xfrm>
          <a:prstGeom prst="rect">
            <a:avLst/>
          </a:prstGeom>
          <a:solidFill>
            <a:srgbClr val="FCF3BA"/>
          </a:solidFill>
          <a:ln>
            <a:noFill/>
          </a:ln>
          <a:effectLst/>
        </p:spPr>
        <p:txBody>
          <a:bodyPr wrap="square" lIns="72000" tIns="0" rIns="72000" bIns="0">
            <a:spAutoFit/>
          </a:bodyPr>
          <a:lstStyle/>
          <a:p>
            <a:pPr eaLnBrk="0" fontAlgn="base" hangingPunct="0">
              <a:lnSpc>
                <a:spcPct val="90000"/>
              </a:lnSpc>
              <a:spcBef>
                <a:spcPct val="0"/>
              </a:spcBef>
              <a:spcAft>
                <a:spcPct val="0"/>
              </a:spcAft>
            </a:pPr>
            <a:r>
              <a:rPr lang="en-US" altLang="zh-CN" b="1" dirty="0">
                <a:solidFill>
                  <a:srgbClr val="FF0000"/>
                </a:solidFill>
                <a:latin typeface="Times New Roman" panose="02020603050405020304" pitchFamily="18" charset="0"/>
                <a:ea typeface="宋体" panose="02010600030101010101" pitchFamily="2" charset="-122"/>
              </a:rPr>
              <a:t>10</a:t>
            </a:r>
          </a:p>
        </p:txBody>
      </p:sp>
      <p:cxnSp>
        <p:nvCxnSpPr>
          <p:cNvPr id="201" name="直接箭头连接符 200">
            <a:extLst>
              <a:ext uri="{FF2B5EF4-FFF2-40B4-BE49-F238E27FC236}">
                <a16:creationId xmlns:a16="http://schemas.microsoft.com/office/drawing/2014/main" id="{418BBD09-4199-4D2F-9D41-9FCDAB0C8D28}"/>
              </a:ext>
            </a:extLst>
          </p:cNvPr>
          <p:cNvCxnSpPr>
            <a:cxnSpLocks/>
          </p:cNvCxnSpPr>
          <p:nvPr/>
        </p:nvCxnSpPr>
        <p:spPr>
          <a:xfrm flipV="1">
            <a:off x="8415285" y="3766678"/>
            <a:ext cx="0" cy="230730"/>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204" name="Rectangle 263">
            <a:extLst>
              <a:ext uri="{FF2B5EF4-FFF2-40B4-BE49-F238E27FC236}">
                <a16:creationId xmlns:a16="http://schemas.microsoft.com/office/drawing/2014/main" id="{D93F423E-13AD-403D-B759-DD6EFFB188EE}"/>
              </a:ext>
            </a:extLst>
          </p:cNvPr>
          <p:cNvSpPr>
            <a:spLocks noChangeArrowheads="1"/>
          </p:cNvSpPr>
          <p:nvPr/>
        </p:nvSpPr>
        <p:spPr bwMode="auto">
          <a:xfrm>
            <a:off x="8227830" y="2565997"/>
            <a:ext cx="376239" cy="249299"/>
          </a:xfrm>
          <a:prstGeom prst="rect">
            <a:avLst/>
          </a:prstGeom>
          <a:solidFill>
            <a:schemeClr val="accent6">
              <a:lumMod val="20000"/>
              <a:lumOff val="80000"/>
            </a:schemeClr>
          </a:solidFill>
          <a:ln>
            <a:noFill/>
          </a:ln>
          <a:effectLst/>
        </p:spPr>
        <p:txBody>
          <a:bodyPr wrap="none" lIns="72000" tIns="0" rIns="72000" bIns="0">
            <a:spAutoFit/>
          </a:bodyPr>
          <a:lstStyle/>
          <a:p>
            <a:pPr eaLnBrk="0" fontAlgn="base" hangingPunct="0">
              <a:lnSpc>
                <a:spcPct val="90000"/>
              </a:lnSpc>
              <a:spcBef>
                <a:spcPct val="0"/>
              </a:spcBef>
              <a:spcAft>
                <a:spcPct val="0"/>
              </a:spcAft>
            </a:pPr>
            <a:r>
              <a:rPr lang="en-US" altLang="zh-CN" b="1" dirty="0">
                <a:solidFill>
                  <a:srgbClr val="C00000"/>
                </a:solidFill>
                <a:latin typeface="Times New Roman" panose="02020603050405020304" pitchFamily="18" charset="0"/>
                <a:ea typeface="宋体" panose="02010600030101010101" pitchFamily="2" charset="-122"/>
              </a:rPr>
              <a:t>10</a:t>
            </a:r>
          </a:p>
        </p:txBody>
      </p:sp>
      <p:cxnSp>
        <p:nvCxnSpPr>
          <p:cNvPr id="205" name="直接箭头连接符 204">
            <a:extLst>
              <a:ext uri="{FF2B5EF4-FFF2-40B4-BE49-F238E27FC236}">
                <a16:creationId xmlns:a16="http://schemas.microsoft.com/office/drawing/2014/main" id="{6598478A-BA5C-4FA0-9A10-EB645BFCB17F}"/>
              </a:ext>
            </a:extLst>
          </p:cNvPr>
          <p:cNvCxnSpPr>
            <a:cxnSpLocks/>
          </p:cNvCxnSpPr>
          <p:nvPr/>
        </p:nvCxnSpPr>
        <p:spPr>
          <a:xfrm>
            <a:off x="8417811" y="2822591"/>
            <a:ext cx="0" cy="684783"/>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grpSp>
        <p:nvGrpSpPr>
          <p:cNvPr id="13" name="组合 12">
            <a:extLst>
              <a:ext uri="{FF2B5EF4-FFF2-40B4-BE49-F238E27FC236}">
                <a16:creationId xmlns:a16="http://schemas.microsoft.com/office/drawing/2014/main" id="{2A2DC4DA-8065-4B5A-86CD-E1E3278B4A0D}"/>
              </a:ext>
            </a:extLst>
          </p:cNvPr>
          <p:cNvGrpSpPr/>
          <p:nvPr/>
        </p:nvGrpSpPr>
        <p:grpSpPr>
          <a:xfrm>
            <a:off x="6866653" y="3833132"/>
            <a:ext cx="1548632" cy="589770"/>
            <a:chOff x="2374058" y="2159736"/>
            <a:chExt cx="1548632" cy="589770"/>
          </a:xfrm>
        </p:grpSpPr>
        <p:cxnSp>
          <p:nvCxnSpPr>
            <p:cNvPr id="3" name="直接连接符 2">
              <a:extLst>
                <a:ext uri="{FF2B5EF4-FFF2-40B4-BE49-F238E27FC236}">
                  <a16:creationId xmlns:a16="http://schemas.microsoft.com/office/drawing/2014/main" id="{6524C036-6D26-4BE3-8D9F-9445C7D5DE01}"/>
                </a:ext>
              </a:extLst>
            </p:cNvPr>
            <p:cNvCxnSpPr>
              <a:cxnSpLocks/>
            </p:cNvCxnSpPr>
            <p:nvPr/>
          </p:nvCxnSpPr>
          <p:spPr>
            <a:xfrm flipV="1">
              <a:off x="3651294" y="2738731"/>
              <a:ext cx="271396" cy="4469"/>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F32035ED-4821-421E-99C1-71792B7C42F1}"/>
                </a:ext>
              </a:extLst>
            </p:cNvPr>
            <p:cNvCxnSpPr>
              <a:cxnSpLocks/>
            </p:cNvCxnSpPr>
            <p:nvPr/>
          </p:nvCxnSpPr>
          <p:spPr>
            <a:xfrm>
              <a:off x="3644988" y="2168367"/>
              <a:ext cx="0" cy="581139"/>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06" name="直接连接符 205">
              <a:extLst>
                <a:ext uri="{FF2B5EF4-FFF2-40B4-BE49-F238E27FC236}">
                  <a16:creationId xmlns:a16="http://schemas.microsoft.com/office/drawing/2014/main" id="{C379A271-F771-493D-AA94-DF3D7BCC05B2}"/>
                </a:ext>
              </a:extLst>
            </p:cNvPr>
            <p:cNvCxnSpPr>
              <a:cxnSpLocks/>
            </p:cNvCxnSpPr>
            <p:nvPr/>
          </p:nvCxnSpPr>
          <p:spPr>
            <a:xfrm>
              <a:off x="2374058" y="2168367"/>
              <a:ext cx="1277236" cy="7354"/>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07" name="直接连接符 206">
              <a:extLst>
                <a:ext uri="{FF2B5EF4-FFF2-40B4-BE49-F238E27FC236}">
                  <a16:creationId xmlns:a16="http://schemas.microsoft.com/office/drawing/2014/main" id="{23A09EB9-8A99-4A99-8935-4C57E9E68781}"/>
                </a:ext>
              </a:extLst>
            </p:cNvPr>
            <p:cNvCxnSpPr>
              <a:cxnSpLocks/>
            </p:cNvCxnSpPr>
            <p:nvPr/>
          </p:nvCxnSpPr>
          <p:spPr>
            <a:xfrm>
              <a:off x="2382168" y="2159736"/>
              <a:ext cx="0" cy="18067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208" name="组合 207">
            <a:extLst>
              <a:ext uri="{FF2B5EF4-FFF2-40B4-BE49-F238E27FC236}">
                <a16:creationId xmlns:a16="http://schemas.microsoft.com/office/drawing/2014/main" id="{CC628A61-DA37-4FB5-BFD9-9E97955DB2EC}"/>
              </a:ext>
            </a:extLst>
          </p:cNvPr>
          <p:cNvGrpSpPr/>
          <p:nvPr/>
        </p:nvGrpSpPr>
        <p:grpSpPr>
          <a:xfrm>
            <a:off x="8528651" y="3330271"/>
            <a:ext cx="436979" cy="1099201"/>
            <a:chOff x="3416113" y="1650305"/>
            <a:chExt cx="436979" cy="1099201"/>
          </a:xfrm>
        </p:grpSpPr>
        <p:cxnSp>
          <p:nvCxnSpPr>
            <p:cNvPr id="209" name="直接连接符 208">
              <a:extLst>
                <a:ext uri="{FF2B5EF4-FFF2-40B4-BE49-F238E27FC236}">
                  <a16:creationId xmlns:a16="http://schemas.microsoft.com/office/drawing/2014/main" id="{3BCBB226-B2E2-49BA-91BB-822D3139B241}"/>
                </a:ext>
              </a:extLst>
            </p:cNvPr>
            <p:cNvCxnSpPr>
              <a:cxnSpLocks/>
            </p:cNvCxnSpPr>
            <p:nvPr/>
          </p:nvCxnSpPr>
          <p:spPr>
            <a:xfrm>
              <a:off x="3572525" y="2743200"/>
              <a:ext cx="280567"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10" name="直接连接符 209">
              <a:extLst>
                <a:ext uri="{FF2B5EF4-FFF2-40B4-BE49-F238E27FC236}">
                  <a16:creationId xmlns:a16="http://schemas.microsoft.com/office/drawing/2014/main" id="{C2849AFA-F27B-4FAE-872E-C07FCB0324F5}"/>
                </a:ext>
              </a:extLst>
            </p:cNvPr>
            <p:cNvCxnSpPr>
              <a:cxnSpLocks/>
            </p:cNvCxnSpPr>
            <p:nvPr/>
          </p:nvCxnSpPr>
          <p:spPr>
            <a:xfrm>
              <a:off x="3575138" y="1650354"/>
              <a:ext cx="0" cy="1099152"/>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11" name="直接连接符 210">
              <a:extLst>
                <a:ext uri="{FF2B5EF4-FFF2-40B4-BE49-F238E27FC236}">
                  <a16:creationId xmlns:a16="http://schemas.microsoft.com/office/drawing/2014/main" id="{01167158-9055-47AF-8F14-19F135EF814F}"/>
                </a:ext>
              </a:extLst>
            </p:cNvPr>
            <p:cNvCxnSpPr>
              <a:cxnSpLocks/>
            </p:cNvCxnSpPr>
            <p:nvPr/>
          </p:nvCxnSpPr>
          <p:spPr>
            <a:xfrm>
              <a:off x="3416113" y="1650305"/>
              <a:ext cx="165321"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12" name="直接连接符 211">
              <a:extLst>
                <a:ext uri="{FF2B5EF4-FFF2-40B4-BE49-F238E27FC236}">
                  <a16:creationId xmlns:a16="http://schemas.microsoft.com/office/drawing/2014/main" id="{F9044571-0175-4256-A44C-7D8C5512771B}"/>
                </a:ext>
              </a:extLst>
            </p:cNvPr>
            <p:cNvCxnSpPr>
              <a:cxnSpLocks/>
            </p:cNvCxnSpPr>
            <p:nvPr/>
          </p:nvCxnSpPr>
          <p:spPr>
            <a:xfrm>
              <a:off x="3416113" y="1651056"/>
              <a:ext cx="0" cy="148979"/>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239" name="组合 238">
            <a:extLst>
              <a:ext uri="{FF2B5EF4-FFF2-40B4-BE49-F238E27FC236}">
                <a16:creationId xmlns:a16="http://schemas.microsoft.com/office/drawing/2014/main" id="{2DC73E43-576D-47F0-B5B8-7AF6005D5EEE}"/>
              </a:ext>
            </a:extLst>
          </p:cNvPr>
          <p:cNvGrpSpPr/>
          <p:nvPr/>
        </p:nvGrpSpPr>
        <p:grpSpPr>
          <a:xfrm>
            <a:off x="9052479" y="3849209"/>
            <a:ext cx="445888" cy="575400"/>
            <a:chOff x="3407204" y="2174106"/>
            <a:chExt cx="445888" cy="575400"/>
          </a:xfrm>
        </p:grpSpPr>
        <p:cxnSp>
          <p:nvCxnSpPr>
            <p:cNvPr id="240" name="直接连接符 239">
              <a:extLst>
                <a:ext uri="{FF2B5EF4-FFF2-40B4-BE49-F238E27FC236}">
                  <a16:creationId xmlns:a16="http://schemas.microsoft.com/office/drawing/2014/main" id="{9D7ACB02-05CE-492E-A6DA-BE3BA80DF87D}"/>
                </a:ext>
              </a:extLst>
            </p:cNvPr>
            <p:cNvCxnSpPr>
              <a:cxnSpLocks/>
            </p:cNvCxnSpPr>
            <p:nvPr/>
          </p:nvCxnSpPr>
          <p:spPr>
            <a:xfrm>
              <a:off x="3572525" y="2743200"/>
              <a:ext cx="280567"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62" name="直接连接符 261">
              <a:extLst>
                <a:ext uri="{FF2B5EF4-FFF2-40B4-BE49-F238E27FC236}">
                  <a16:creationId xmlns:a16="http://schemas.microsoft.com/office/drawing/2014/main" id="{0AF999DD-A63A-46AE-98DE-06280D4706E4}"/>
                </a:ext>
              </a:extLst>
            </p:cNvPr>
            <p:cNvCxnSpPr>
              <a:cxnSpLocks/>
            </p:cNvCxnSpPr>
            <p:nvPr/>
          </p:nvCxnSpPr>
          <p:spPr>
            <a:xfrm>
              <a:off x="3572525" y="2174106"/>
              <a:ext cx="2613" cy="57540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73" name="直接连接符 272">
              <a:extLst>
                <a:ext uri="{FF2B5EF4-FFF2-40B4-BE49-F238E27FC236}">
                  <a16:creationId xmlns:a16="http://schemas.microsoft.com/office/drawing/2014/main" id="{720AFD92-204A-4B25-A8BE-6EEDC111C00F}"/>
                </a:ext>
              </a:extLst>
            </p:cNvPr>
            <p:cNvCxnSpPr>
              <a:cxnSpLocks/>
            </p:cNvCxnSpPr>
            <p:nvPr/>
          </p:nvCxnSpPr>
          <p:spPr>
            <a:xfrm>
              <a:off x="3407204" y="2174106"/>
              <a:ext cx="165321"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76" name="直接连接符 275">
              <a:extLst>
                <a:ext uri="{FF2B5EF4-FFF2-40B4-BE49-F238E27FC236}">
                  <a16:creationId xmlns:a16="http://schemas.microsoft.com/office/drawing/2014/main" id="{DA0B25FC-B90D-488A-95AE-20CB1855DBFD}"/>
                </a:ext>
              </a:extLst>
            </p:cNvPr>
            <p:cNvCxnSpPr>
              <a:cxnSpLocks/>
            </p:cNvCxnSpPr>
            <p:nvPr/>
          </p:nvCxnSpPr>
          <p:spPr>
            <a:xfrm>
              <a:off x="3407204" y="2174857"/>
              <a:ext cx="0" cy="148979"/>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278" name="组合 277">
            <a:extLst>
              <a:ext uri="{FF2B5EF4-FFF2-40B4-BE49-F238E27FC236}">
                <a16:creationId xmlns:a16="http://schemas.microsoft.com/office/drawing/2014/main" id="{D3CCE40C-A8E9-4160-8AD7-20D5E9A40701}"/>
              </a:ext>
            </a:extLst>
          </p:cNvPr>
          <p:cNvGrpSpPr/>
          <p:nvPr/>
        </p:nvGrpSpPr>
        <p:grpSpPr>
          <a:xfrm>
            <a:off x="9546551" y="3826712"/>
            <a:ext cx="1527596" cy="589770"/>
            <a:chOff x="2374058" y="2159736"/>
            <a:chExt cx="1527596" cy="589770"/>
          </a:xfrm>
        </p:grpSpPr>
        <p:cxnSp>
          <p:nvCxnSpPr>
            <p:cNvPr id="279" name="直接连接符 278">
              <a:extLst>
                <a:ext uri="{FF2B5EF4-FFF2-40B4-BE49-F238E27FC236}">
                  <a16:creationId xmlns:a16="http://schemas.microsoft.com/office/drawing/2014/main" id="{29E70284-5C21-44FA-8558-D832AF6BF9CA}"/>
                </a:ext>
              </a:extLst>
            </p:cNvPr>
            <p:cNvCxnSpPr>
              <a:cxnSpLocks/>
            </p:cNvCxnSpPr>
            <p:nvPr/>
          </p:nvCxnSpPr>
          <p:spPr>
            <a:xfrm>
              <a:off x="3651294" y="2743200"/>
              <a:ext cx="25036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80" name="直接连接符 279">
              <a:extLst>
                <a:ext uri="{FF2B5EF4-FFF2-40B4-BE49-F238E27FC236}">
                  <a16:creationId xmlns:a16="http://schemas.microsoft.com/office/drawing/2014/main" id="{8EADDED2-845E-4042-9F2C-06472CCFD06D}"/>
                </a:ext>
              </a:extLst>
            </p:cNvPr>
            <p:cNvCxnSpPr>
              <a:cxnSpLocks/>
            </p:cNvCxnSpPr>
            <p:nvPr/>
          </p:nvCxnSpPr>
          <p:spPr>
            <a:xfrm>
              <a:off x="3644988" y="2168367"/>
              <a:ext cx="0" cy="581139"/>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84" name="直接连接符 283">
              <a:extLst>
                <a:ext uri="{FF2B5EF4-FFF2-40B4-BE49-F238E27FC236}">
                  <a16:creationId xmlns:a16="http://schemas.microsoft.com/office/drawing/2014/main" id="{55FADD2C-CAB1-4D93-9F27-7261AEC4A9D3}"/>
                </a:ext>
              </a:extLst>
            </p:cNvPr>
            <p:cNvCxnSpPr>
              <a:cxnSpLocks/>
            </p:cNvCxnSpPr>
            <p:nvPr/>
          </p:nvCxnSpPr>
          <p:spPr>
            <a:xfrm>
              <a:off x="2374058" y="2168367"/>
              <a:ext cx="1277236" cy="7354"/>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85" name="直接连接符 284">
              <a:extLst>
                <a:ext uri="{FF2B5EF4-FFF2-40B4-BE49-F238E27FC236}">
                  <a16:creationId xmlns:a16="http://schemas.microsoft.com/office/drawing/2014/main" id="{84A88C18-6045-4B68-95F5-7B7834CACDCB}"/>
                </a:ext>
              </a:extLst>
            </p:cNvPr>
            <p:cNvCxnSpPr>
              <a:cxnSpLocks/>
            </p:cNvCxnSpPr>
            <p:nvPr/>
          </p:nvCxnSpPr>
          <p:spPr>
            <a:xfrm>
              <a:off x="2382168" y="2159736"/>
              <a:ext cx="0" cy="18067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286" name="组合 285">
            <a:extLst>
              <a:ext uri="{FF2B5EF4-FFF2-40B4-BE49-F238E27FC236}">
                <a16:creationId xmlns:a16="http://schemas.microsoft.com/office/drawing/2014/main" id="{88C3688A-BBB8-49B6-81C3-CA3E3FD03AFE}"/>
              </a:ext>
            </a:extLst>
          </p:cNvPr>
          <p:cNvGrpSpPr/>
          <p:nvPr/>
        </p:nvGrpSpPr>
        <p:grpSpPr>
          <a:xfrm>
            <a:off x="11173074" y="3330271"/>
            <a:ext cx="436979" cy="1079950"/>
            <a:chOff x="3416113" y="1669556"/>
            <a:chExt cx="436979" cy="1079950"/>
          </a:xfrm>
        </p:grpSpPr>
        <p:cxnSp>
          <p:nvCxnSpPr>
            <p:cNvPr id="287" name="直接连接符 286">
              <a:extLst>
                <a:ext uri="{FF2B5EF4-FFF2-40B4-BE49-F238E27FC236}">
                  <a16:creationId xmlns:a16="http://schemas.microsoft.com/office/drawing/2014/main" id="{928A1D77-C810-4C3E-810F-16EACB4E05CA}"/>
                </a:ext>
              </a:extLst>
            </p:cNvPr>
            <p:cNvCxnSpPr>
              <a:cxnSpLocks/>
            </p:cNvCxnSpPr>
            <p:nvPr/>
          </p:nvCxnSpPr>
          <p:spPr>
            <a:xfrm>
              <a:off x="3572525" y="2743200"/>
              <a:ext cx="280567"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88" name="直接连接符 287">
              <a:extLst>
                <a:ext uri="{FF2B5EF4-FFF2-40B4-BE49-F238E27FC236}">
                  <a16:creationId xmlns:a16="http://schemas.microsoft.com/office/drawing/2014/main" id="{D0EB01FD-1851-470E-B281-99AAA1F9B211}"/>
                </a:ext>
              </a:extLst>
            </p:cNvPr>
            <p:cNvCxnSpPr>
              <a:cxnSpLocks/>
            </p:cNvCxnSpPr>
            <p:nvPr/>
          </p:nvCxnSpPr>
          <p:spPr>
            <a:xfrm>
              <a:off x="3587838" y="1669556"/>
              <a:ext cx="0" cy="107995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89" name="直接连接符 288">
              <a:extLst>
                <a:ext uri="{FF2B5EF4-FFF2-40B4-BE49-F238E27FC236}">
                  <a16:creationId xmlns:a16="http://schemas.microsoft.com/office/drawing/2014/main" id="{BFFF61CB-A4ED-45C6-AAB7-8160353B17AA}"/>
                </a:ext>
              </a:extLst>
            </p:cNvPr>
            <p:cNvCxnSpPr>
              <a:cxnSpLocks/>
            </p:cNvCxnSpPr>
            <p:nvPr/>
          </p:nvCxnSpPr>
          <p:spPr>
            <a:xfrm>
              <a:off x="3416113" y="1675705"/>
              <a:ext cx="165321"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90" name="直接连接符 289">
              <a:extLst>
                <a:ext uri="{FF2B5EF4-FFF2-40B4-BE49-F238E27FC236}">
                  <a16:creationId xmlns:a16="http://schemas.microsoft.com/office/drawing/2014/main" id="{D0525FCF-44A2-417A-8EA9-966AE9FA2D7E}"/>
                </a:ext>
              </a:extLst>
            </p:cNvPr>
            <p:cNvCxnSpPr>
              <a:cxnSpLocks/>
            </p:cNvCxnSpPr>
            <p:nvPr/>
          </p:nvCxnSpPr>
          <p:spPr>
            <a:xfrm>
              <a:off x="3416113" y="1676456"/>
              <a:ext cx="0" cy="148979"/>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91" name="Rectangle 263">
            <a:extLst>
              <a:ext uri="{FF2B5EF4-FFF2-40B4-BE49-F238E27FC236}">
                <a16:creationId xmlns:a16="http://schemas.microsoft.com/office/drawing/2014/main" id="{919253DD-6DD5-4E66-B8E0-6C16A2CD79A7}"/>
              </a:ext>
            </a:extLst>
          </p:cNvPr>
          <p:cNvSpPr>
            <a:spLocks noChangeArrowheads="1"/>
          </p:cNvSpPr>
          <p:nvPr/>
        </p:nvSpPr>
        <p:spPr bwMode="auto">
          <a:xfrm>
            <a:off x="6684420" y="4522544"/>
            <a:ext cx="260822" cy="249299"/>
          </a:xfrm>
          <a:prstGeom prst="rect">
            <a:avLst/>
          </a:prstGeom>
          <a:noFill/>
          <a:ln>
            <a:noFill/>
          </a:ln>
          <a:effectLst/>
        </p:spPr>
        <p:txBody>
          <a:bodyPr wrap="none" lIns="72000" tIns="0" rIns="72000" bIns="0">
            <a:spAutoFit/>
          </a:bodyPr>
          <a:lstStyle/>
          <a:p>
            <a:pPr eaLnBrk="0" fontAlgn="base" hangingPunct="0">
              <a:lnSpc>
                <a:spcPct val="90000"/>
              </a:lnSpc>
              <a:spcBef>
                <a:spcPct val="0"/>
              </a:spcBef>
              <a:spcAft>
                <a:spcPct val="0"/>
              </a:spcAft>
            </a:pPr>
            <a:r>
              <a:rPr lang="en-US" altLang="zh-CN" b="1" dirty="0">
                <a:solidFill>
                  <a:srgbClr val="7030A0"/>
                </a:solidFill>
                <a:latin typeface="Times New Roman" panose="02020603050405020304" pitchFamily="18" charset="0"/>
                <a:ea typeface="宋体" panose="02010600030101010101" pitchFamily="2" charset="-122"/>
              </a:rPr>
              <a:t>4</a:t>
            </a:r>
          </a:p>
        </p:txBody>
      </p:sp>
      <p:grpSp>
        <p:nvGrpSpPr>
          <p:cNvPr id="295" name="组合 294">
            <a:extLst>
              <a:ext uri="{FF2B5EF4-FFF2-40B4-BE49-F238E27FC236}">
                <a16:creationId xmlns:a16="http://schemas.microsoft.com/office/drawing/2014/main" id="{BEED61FF-CD3A-451E-906C-4A5643404DA0}"/>
              </a:ext>
            </a:extLst>
          </p:cNvPr>
          <p:cNvGrpSpPr/>
          <p:nvPr/>
        </p:nvGrpSpPr>
        <p:grpSpPr>
          <a:xfrm>
            <a:off x="8656360" y="2158546"/>
            <a:ext cx="299295" cy="375634"/>
            <a:chOff x="4432971" y="1050793"/>
            <a:chExt cx="299295" cy="375634"/>
          </a:xfrm>
        </p:grpSpPr>
        <p:cxnSp>
          <p:nvCxnSpPr>
            <p:cNvPr id="296" name="直接箭头连接符 295">
              <a:extLst>
                <a:ext uri="{FF2B5EF4-FFF2-40B4-BE49-F238E27FC236}">
                  <a16:creationId xmlns:a16="http://schemas.microsoft.com/office/drawing/2014/main" id="{B0BF0016-F774-40B6-89DD-03DB2123A031}"/>
                </a:ext>
              </a:extLst>
            </p:cNvPr>
            <p:cNvCxnSpPr>
              <a:cxnSpLocks/>
            </p:cNvCxnSpPr>
            <p:nvPr/>
          </p:nvCxnSpPr>
          <p:spPr>
            <a:xfrm flipV="1">
              <a:off x="4676069" y="1050793"/>
              <a:ext cx="0" cy="267427"/>
            </a:xfrm>
            <a:prstGeom prst="straightConnector1">
              <a:avLst/>
            </a:prstGeom>
            <a:ln w="28575">
              <a:solidFill>
                <a:srgbClr val="3004BC"/>
              </a:solidFill>
              <a:tailEnd type="triangle" w="med" len="lg"/>
            </a:ln>
          </p:spPr>
          <p:style>
            <a:lnRef idx="1">
              <a:schemeClr val="accent1"/>
            </a:lnRef>
            <a:fillRef idx="0">
              <a:schemeClr val="accent1"/>
            </a:fillRef>
            <a:effectRef idx="0">
              <a:schemeClr val="accent1"/>
            </a:effectRef>
            <a:fontRef idx="minor">
              <a:schemeClr val="tx1"/>
            </a:fontRef>
          </p:style>
        </p:cxnSp>
        <p:sp>
          <p:nvSpPr>
            <p:cNvPr id="297" name="Rectangle 263">
              <a:extLst>
                <a:ext uri="{FF2B5EF4-FFF2-40B4-BE49-F238E27FC236}">
                  <a16:creationId xmlns:a16="http://schemas.microsoft.com/office/drawing/2014/main" id="{C3AB2B6D-A1D1-44CD-B21E-37353A533EF4}"/>
                </a:ext>
              </a:extLst>
            </p:cNvPr>
            <p:cNvSpPr>
              <a:spLocks noChangeArrowheads="1"/>
            </p:cNvSpPr>
            <p:nvPr/>
          </p:nvSpPr>
          <p:spPr bwMode="auto">
            <a:xfrm>
              <a:off x="4432971" y="1141734"/>
              <a:ext cx="299295" cy="284693"/>
            </a:xfrm>
            <a:prstGeom prst="rect">
              <a:avLst/>
            </a:prstGeom>
            <a:noFill/>
            <a:ln>
              <a:noFill/>
            </a:ln>
            <a:effectLst/>
          </p:spPr>
          <p:txBody>
            <a:bodyPr wrap="none" lIns="72000" tIns="0" rIns="72000" bIns="0">
              <a:spAutoFit/>
            </a:bodyPr>
            <a:lstStyle/>
            <a:p>
              <a:pPr eaLnBrk="0" fontAlgn="base" hangingPunct="0">
                <a:lnSpc>
                  <a:spcPct val="90000"/>
                </a:lnSpc>
                <a:spcBef>
                  <a:spcPct val="0"/>
                </a:spcBef>
                <a:spcAft>
                  <a:spcPct val="0"/>
                </a:spcAft>
              </a:pPr>
              <a:r>
                <a:rPr lang="en-US" altLang="zh-CN" sz="2000" b="1" dirty="0">
                  <a:solidFill>
                    <a:srgbClr val="3004BC"/>
                  </a:solidFill>
                  <a:latin typeface="Courier New" panose="02070309020205020404" pitchFamily="49" charset="0"/>
                  <a:ea typeface="宋体" panose="02010600030101010101" pitchFamily="2" charset="-122"/>
                  <a:cs typeface="Courier New" panose="02070309020205020404" pitchFamily="49" charset="0"/>
                </a:rPr>
                <a:t>t</a:t>
              </a:r>
            </a:p>
          </p:txBody>
        </p:sp>
      </p:grpSp>
      <p:sp>
        <p:nvSpPr>
          <p:cNvPr id="298" name="Rectangle 263">
            <a:extLst>
              <a:ext uri="{FF2B5EF4-FFF2-40B4-BE49-F238E27FC236}">
                <a16:creationId xmlns:a16="http://schemas.microsoft.com/office/drawing/2014/main" id="{063CD079-B724-43CC-B9AC-59196867C21D}"/>
              </a:ext>
            </a:extLst>
          </p:cNvPr>
          <p:cNvSpPr>
            <a:spLocks noChangeArrowheads="1"/>
          </p:cNvSpPr>
          <p:nvPr/>
        </p:nvSpPr>
        <p:spPr bwMode="auto">
          <a:xfrm>
            <a:off x="8293052" y="4522801"/>
            <a:ext cx="260822" cy="249299"/>
          </a:xfrm>
          <a:prstGeom prst="rect">
            <a:avLst/>
          </a:prstGeom>
          <a:noFill/>
          <a:ln>
            <a:noFill/>
          </a:ln>
          <a:effectLst/>
        </p:spPr>
        <p:txBody>
          <a:bodyPr wrap="none" lIns="72000" tIns="0" rIns="72000" bIns="0">
            <a:spAutoFit/>
          </a:bodyPr>
          <a:lstStyle/>
          <a:p>
            <a:pPr eaLnBrk="0" fontAlgn="base" hangingPunct="0">
              <a:lnSpc>
                <a:spcPct val="90000"/>
              </a:lnSpc>
              <a:spcBef>
                <a:spcPct val="0"/>
              </a:spcBef>
              <a:spcAft>
                <a:spcPct val="0"/>
              </a:spcAft>
            </a:pPr>
            <a:r>
              <a:rPr lang="en-US" altLang="zh-CN" b="1" dirty="0">
                <a:solidFill>
                  <a:srgbClr val="7030A0"/>
                </a:solidFill>
                <a:latin typeface="Times New Roman" panose="02020603050405020304" pitchFamily="18" charset="0"/>
                <a:ea typeface="宋体" panose="02010600030101010101" pitchFamily="2" charset="-122"/>
              </a:rPr>
              <a:t>3</a:t>
            </a:r>
          </a:p>
        </p:txBody>
      </p:sp>
      <p:sp>
        <p:nvSpPr>
          <p:cNvPr id="299" name="Rectangle 263">
            <a:extLst>
              <a:ext uri="{FF2B5EF4-FFF2-40B4-BE49-F238E27FC236}">
                <a16:creationId xmlns:a16="http://schemas.microsoft.com/office/drawing/2014/main" id="{A7AE5789-814B-4B32-9573-17B78B7F23E7}"/>
              </a:ext>
            </a:extLst>
          </p:cNvPr>
          <p:cNvSpPr>
            <a:spLocks noChangeArrowheads="1"/>
          </p:cNvSpPr>
          <p:nvPr/>
        </p:nvSpPr>
        <p:spPr bwMode="auto">
          <a:xfrm>
            <a:off x="8832231" y="4529354"/>
            <a:ext cx="260822" cy="249299"/>
          </a:xfrm>
          <a:prstGeom prst="rect">
            <a:avLst/>
          </a:prstGeom>
          <a:noFill/>
          <a:ln>
            <a:noFill/>
          </a:ln>
          <a:effectLst/>
        </p:spPr>
        <p:txBody>
          <a:bodyPr wrap="none" lIns="72000" tIns="0" rIns="72000" bIns="0">
            <a:spAutoFit/>
          </a:bodyPr>
          <a:lstStyle/>
          <a:p>
            <a:pPr eaLnBrk="0" fontAlgn="base" hangingPunct="0">
              <a:lnSpc>
                <a:spcPct val="90000"/>
              </a:lnSpc>
              <a:spcBef>
                <a:spcPct val="0"/>
              </a:spcBef>
              <a:spcAft>
                <a:spcPct val="0"/>
              </a:spcAft>
            </a:pPr>
            <a:r>
              <a:rPr lang="en-US" altLang="zh-CN" b="1" dirty="0">
                <a:solidFill>
                  <a:srgbClr val="7030A0"/>
                </a:solidFill>
                <a:latin typeface="Times New Roman" panose="02020603050405020304" pitchFamily="18" charset="0"/>
                <a:ea typeface="宋体" panose="02010600030101010101" pitchFamily="2" charset="-122"/>
              </a:rPr>
              <a:t>6</a:t>
            </a:r>
          </a:p>
        </p:txBody>
      </p:sp>
      <p:sp>
        <p:nvSpPr>
          <p:cNvPr id="300" name="Rectangle 263">
            <a:extLst>
              <a:ext uri="{FF2B5EF4-FFF2-40B4-BE49-F238E27FC236}">
                <a16:creationId xmlns:a16="http://schemas.microsoft.com/office/drawing/2014/main" id="{9BD821BC-EDBC-46CF-96A7-7F9BF0C41040}"/>
              </a:ext>
            </a:extLst>
          </p:cNvPr>
          <p:cNvSpPr>
            <a:spLocks noChangeArrowheads="1"/>
          </p:cNvSpPr>
          <p:nvPr/>
        </p:nvSpPr>
        <p:spPr bwMode="auto">
          <a:xfrm>
            <a:off x="9350183" y="4528983"/>
            <a:ext cx="260822" cy="249299"/>
          </a:xfrm>
          <a:prstGeom prst="rect">
            <a:avLst/>
          </a:prstGeom>
          <a:noFill/>
          <a:ln>
            <a:noFill/>
          </a:ln>
          <a:effectLst/>
        </p:spPr>
        <p:txBody>
          <a:bodyPr wrap="none" lIns="72000" tIns="0" rIns="72000" bIns="0">
            <a:spAutoFit/>
          </a:bodyPr>
          <a:lstStyle/>
          <a:p>
            <a:pPr eaLnBrk="0" fontAlgn="base" hangingPunct="0">
              <a:lnSpc>
                <a:spcPct val="90000"/>
              </a:lnSpc>
              <a:spcBef>
                <a:spcPct val="0"/>
              </a:spcBef>
              <a:spcAft>
                <a:spcPct val="0"/>
              </a:spcAft>
            </a:pPr>
            <a:r>
              <a:rPr lang="en-US" altLang="zh-CN" b="1" dirty="0">
                <a:solidFill>
                  <a:srgbClr val="7030A0"/>
                </a:solidFill>
                <a:latin typeface="Times New Roman" panose="02020603050405020304" pitchFamily="18" charset="0"/>
                <a:ea typeface="宋体" panose="02010600030101010101" pitchFamily="2" charset="-122"/>
              </a:rPr>
              <a:t>7</a:t>
            </a:r>
          </a:p>
        </p:txBody>
      </p:sp>
      <p:sp>
        <p:nvSpPr>
          <p:cNvPr id="301" name="Rectangle 263">
            <a:extLst>
              <a:ext uri="{FF2B5EF4-FFF2-40B4-BE49-F238E27FC236}">
                <a16:creationId xmlns:a16="http://schemas.microsoft.com/office/drawing/2014/main" id="{9E83260F-5E63-4924-8759-34F275418037}"/>
              </a:ext>
            </a:extLst>
          </p:cNvPr>
          <p:cNvSpPr>
            <a:spLocks noChangeArrowheads="1"/>
          </p:cNvSpPr>
          <p:nvPr/>
        </p:nvSpPr>
        <p:spPr bwMode="auto">
          <a:xfrm>
            <a:off x="10950863" y="4530498"/>
            <a:ext cx="260822" cy="249299"/>
          </a:xfrm>
          <a:prstGeom prst="rect">
            <a:avLst/>
          </a:prstGeom>
          <a:noFill/>
          <a:ln>
            <a:noFill/>
          </a:ln>
          <a:effectLst/>
        </p:spPr>
        <p:txBody>
          <a:bodyPr wrap="none" lIns="72000" tIns="0" rIns="72000" bIns="0">
            <a:spAutoFit/>
          </a:bodyPr>
          <a:lstStyle/>
          <a:p>
            <a:pPr eaLnBrk="0" fontAlgn="base" hangingPunct="0">
              <a:lnSpc>
                <a:spcPct val="90000"/>
              </a:lnSpc>
              <a:spcBef>
                <a:spcPct val="0"/>
              </a:spcBef>
              <a:spcAft>
                <a:spcPct val="0"/>
              </a:spcAft>
            </a:pPr>
            <a:r>
              <a:rPr lang="en-US" altLang="zh-CN" b="1" dirty="0">
                <a:solidFill>
                  <a:srgbClr val="7030A0"/>
                </a:solidFill>
                <a:latin typeface="Times New Roman" panose="02020603050405020304" pitchFamily="18" charset="0"/>
                <a:ea typeface="宋体" panose="02010600030101010101" pitchFamily="2" charset="-122"/>
              </a:rPr>
              <a:t>1</a:t>
            </a:r>
          </a:p>
        </p:txBody>
      </p:sp>
      <p:sp>
        <p:nvSpPr>
          <p:cNvPr id="302" name="Rectangle 263">
            <a:extLst>
              <a:ext uri="{FF2B5EF4-FFF2-40B4-BE49-F238E27FC236}">
                <a16:creationId xmlns:a16="http://schemas.microsoft.com/office/drawing/2014/main" id="{950E4B78-DAA3-4A06-BC2E-A1EC1AB8A737}"/>
              </a:ext>
            </a:extLst>
          </p:cNvPr>
          <p:cNvSpPr>
            <a:spLocks noChangeArrowheads="1"/>
          </p:cNvSpPr>
          <p:nvPr/>
        </p:nvSpPr>
        <p:spPr bwMode="auto">
          <a:xfrm>
            <a:off x="11468631" y="4530288"/>
            <a:ext cx="260822" cy="249299"/>
          </a:xfrm>
          <a:prstGeom prst="rect">
            <a:avLst/>
          </a:prstGeom>
          <a:noFill/>
          <a:ln>
            <a:noFill/>
          </a:ln>
          <a:effectLst/>
        </p:spPr>
        <p:txBody>
          <a:bodyPr wrap="none" lIns="72000" tIns="0" rIns="72000" bIns="0">
            <a:spAutoFit/>
          </a:bodyPr>
          <a:lstStyle/>
          <a:p>
            <a:pPr eaLnBrk="0" fontAlgn="base" hangingPunct="0">
              <a:lnSpc>
                <a:spcPct val="90000"/>
              </a:lnSpc>
              <a:spcBef>
                <a:spcPct val="0"/>
              </a:spcBef>
              <a:spcAft>
                <a:spcPct val="0"/>
              </a:spcAft>
            </a:pPr>
            <a:r>
              <a:rPr lang="en-US" altLang="zh-CN" b="1" dirty="0">
                <a:solidFill>
                  <a:srgbClr val="7030A0"/>
                </a:solidFill>
                <a:latin typeface="Times New Roman" panose="02020603050405020304" pitchFamily="18" charset="0"/>
                <a:ea typeface="宋体" panose="02010600030101010101" pitchFamily="2" charset="-122"/>
              </a:rPr>
              <a:t>2</a:t>
            </a:r>
          </a:p>
        </p:txBody>
      </p:sp>
      <p:sp>
        <p:nvSpPr>
          <p:cNvPr id="303" name="Rectangle 263">
            <a:extLst>
              <a:ext uri="{FF2B5EF4-FFF2-40B4-BE49-F238E27FC236}">
                <a16:creationId xmlns:a16="http://schemas.microsoft.com/office/drawing/2014/main" id="{70A2E53B-062A-44B6-8D9B-0F1ECCA4D503}"/>
              </a:ext>
            </a:extLst>
          </p:cNvPr>
          <p:cNvSpPr>
            <a:spLocks noChangeArrowheads="1"/>
          </p:cNvSpPr>
          <p:nvPr/>
        </p:nvSpPr>
        <p:spPr bwMode="auto">
          <a:xfrm>
            <a:off x="10592489" y="1868959"/>
            <a:ext cx="260822" cy="249299"/>
          </a:xfrm>
          <a:prstGeom prst="rect">
            <a:avLst/>
          </a:prstGeom>
          <a:noFill/>
          <a:ln>
            <a:noFill/>
          </a:ln>
          <a:effectLst/>
        </p:spPr>
        <p:txBody>
          <a:bodyPr wrap="none" lIns="72000" tIns="0" rIns="72000" bIns="0">
            <a:spAutoFit/>
          </a:bodyPr>
          <a:lstStyle/>
          <a:p>
            <a:pPr eaLnBrk="0" fontAlgn="base" hangingPunct="0">
              <a:lnSpc>
                <a:spcPct val="90000"/>
              </a:lnSpc>
              <a:spcBef>
                <a:spcPct val="0"/>
              </a:spcBef>
              <a:spcAft>
                <a:spcPct val="0"/>
              </a:spcAft>
            </a:pPr>
            <a:r>
              <a:rPr lang="en-US" altLang="zh-CN" b="1" dirty="0">
                <a:solidFill>
                  <a:srgbClr val="7030A0"/>
                </a:solidFill>
                <a:latin typeface="Times New Roman" panose="02020603050405020304" pitchFamily="18" charset="0"/>
                <a:ea typeface="宋体" panose="02010600030101010101" pitchFamily="2" charset="-122"/>
              </a:rPr>
              <a:t>0</a:t>
            </a:r>
          </a:p>
        </p:txBody>
      </p:sp>
      <p:sp>
        <p:nvSpPr>
          <p:cNvPr id="292" name="矩形: 圆角 291">
            <a:extLst>
              <a:ext uri="{FF2B5EF4-FFF2-40B4-BE49-F238E27FC236}">
                <a16:creationId xmlns:a16="http://schemas.microsoft.com/office/drawing/2014/main" id="{A84FDD93-DA36-41D6-B1E7-E9A5CFDD18DC}"/>
              </a:ext>
            </a:extLst>
          </p:cNvPr>
          <p:cNvSpPr/>
          <p:nvPr/>
        </p:nvSpPr>
        <p:spPr>
          <a:xfrm>
            <a:off x="1410105" y="295427"/>
            <a:ext cx="2245010" cy="455908"/>
          </a:xfrm>
          <a:prstGeom prst="roundRect">
            <a:avLst/>
          </a:prstGeom>
          <a:solidFill>
            <a:schemeClr val="tx2">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3004BC"/>
                </a:solidFill>
                <a:effectLst>
                  <a:outerShdw blurRad="38100" dist="38100" dir="2700000" algn="tl">
                    <a:srgbClr val="000000">
                      <a:alpha val="43137"/>
                    </a:srgbClr>
                  </a:outerShdw>
                </a:effectLst>
              </a:rPr>
              <a:t>链式基数排序</a:t>
            </a:r>
          </a:p>
        </p:txBody>
      </p:sp>
      <p:sp>
        <p:nvSpPr>
          <p:cNvPr id="293" name="文本框 292">
            <a:extLst>
              <a:ext uri="{FF2B5EF4-FFF2-40B4-BE49-F238E27FC236}">
                <a16:creationId xmlns:a16="http://schemas.microsoft.com/office/drawing/2014/main" id="{4F5E8CF6-9FF8-4FBE-8C3E-2938094EBAE2}"/>
              </a:ext>
            </a:extLst>
          </p:cNvPr>
          <p:cNvSpPr txBox="1"/>
          <p:nvPr/>
        </p:nvSpPr>
        <p:spPr>
          <a:xfrm>
            <a:off x="310628" y="1114560"/>
            <a:ext cx="5590770" cy="2554545"/>
          </a:xfrm>
          <a:prstGeom prst="rect">
            <a:avLst/>
          </a:prstGeom>
          <a:solidFill>
            <a:schemeClr val="accent6">
              <a:lumMod val="20000"/>
              <a:lumOff val="80000"/>
            </a:schemeClr>
          </a:solidFill>
          <a:ln>
            <a:solidFill>
              <a:schemeClr val="accent6">
                <a:lumMod val="50000"/>
              </a:schemeClr>
            </a:solidFill>
          </a:ln>
        </p:spPr>
        <p:txBody>
          <a:bodyPr wrap="square">
            <a:spAutoFit/>
          </a:bodyPr>
          <a:lstStyle/>
          <a:p>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void</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Distribute(SL</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Cell</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r[]</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int</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i, </a:t>
            </a:r>
            <a:endParaRPr lang="en-US" altLang="zh-CN" sz="1600" b="1" dirty="0">
              <a:latin typeface="Courier New" panose="02070309020205020404" pitchFamily="49" charset="0"/>
              <a:ea typeface="仿宋" panose="02010609060101010101" pitchFamily="49" charset="-122"/>
              <a:cs typeface="Courier New" panose="02070309020205020404" pitchFamily="49" charset="0"/>
            </a:endParaRPr>
          </a:p>
          <a:p>
            <a:r>
              <a:rPr lang="en-US" altLang="zh-CN"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ArrType f, ArrType e)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endParaRPr lang="zh-CN" altLang="en-US" sz="1600" b="1" dirty="0">
              <a:solidFill>
                <a:srgbClr val="3004BC"/>
              </a:solidFill>
              <a:latin typeface="Courier New" panose="02070309020205020404" pitchFamily="49" charset="0"/>
              <a:ea typeface="仿宋" panose="02010609060101010101" pitchFamily="49" charset="-122"/>
              <a:cs typeface="Courier New" panose="02070309020205020404" pitchFamily="49" charset="0"/>
            </a:endParaRPr>
          </a:p>
          <a:p>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  for</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(j=0; j&lt;RADIX; ++j) f[j] = 0;  </a:t>
            </a:r>
            <a:endParaRPr lang="zh-CN" altLang="en-US" sz="1600" b="1" dirty="0">
              <a:solidFill>
                <a:srgbClr val="3004BC"/>
              </a:solidFill>
              <a:latin typeface="Courier New" panose="02070309020205020404" pitchFamily="49" charset="0"/>
              <a:ea typeface="仿宋" panose="02010609060101010101" pitchFamily="49" charset="-122"/>
              <a:cs typeface="Courier New" panose="02070309020205020404" pitchFamily="49" charset="0"/>
            </a:endParaRP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for</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(p=r[0].next; p; p=r[p].next)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j = r[p].keys[i]</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-’0’</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映射到</a:t>
            </a:r>
            <a:r>
              <a:rPr lang="en-US" altLang="zh-CN"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0..</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RADIX-1</a:t>
            </a:r>
            <a:endParaRPr lang="en-US" altLang="zh-CN"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a:p>
            <a:r>
              <a:rPr lang="en-US" altLang="zh-CN"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if</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(!f[j]) f[j] = p;</a:t>
            </a:r>
            <a:r>
              <a:rPr lang="zh-CN" altLang="en-US" sz="1600" b="1" dirty="0">
                <a:solidFill>
                  <a:srgbClr val="3004BC"/>
                </a:solidFill>
                <a:latin typeface="Courier New" panose="02070309020205020404" pitchFamily="49" charset="0"/>
                <a:ea typeface="仿宋" panose="02010609060101010101" pitchFamily="49" charset="-122"/>
                <a:cs typeface="Courier New" panose="02070309020205020404" pitchFamily="49" charset="0"/>
              </a:rPr>
              <a:t> </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else</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r[e[j]].next = p;</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e[j] = p; </a:t>
            </a:r>
            <a:endParaRPr lang="en-US" altLang="zh-CN" sz="1600" b="1" dirty="0">
              <a:latin typeface="Courier New" panose="02070309020205020404" pitchFamily="49" charset="0"/>
              <a:ea typeface="仿宋" panose="02010609060101010101" pitchFamily="49" charset="-122"/>
              <a:cs typeface="Courier New" panose="02070309020205020404" pitchFamily="49" charset="0"/>
            </a:endParaRPr>
          </a:p>
          <a:p>
            <a:r>
              <a:rPr lang="en-US" altLang="zh-CN"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p>
          <a:p>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3004BC"/>
                </a:solidFill>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C00000"/>
                </a:solidFill>
                <a:latin typeface="等线" panose="02010600030101010101" pitchFamily="2" charset="-122"/>
                <a:ea typeface="等线" panose="02010600030101010101" pitchFamily="2" charset="-122"/>
                <a:cs typeface="Courier New" panose="02070309020205020404" pitchFamily="49" charset="0"/>
              </a:rPr>
              <a:t>算法10.1</a:t>
            </a:r>
            <a:r>
              <a:rPr lang="en-US" altLang="zh-CN" sz="1600" b="1" dirty="0">
                <a:solidFill>
                  <a:srgbClr val="C00000"/>
                </a:solidFill>
                <a:latin typeface="等线" panose="02010600030101010101" pitchFamily="2" charset="-122"/>
                <a:ea typeface="等线" panose="02010600030101010101" pitchFamily="2" charset="-122"/>
                <a:cs typeface="Courier New" panose="02070309020205020404" pitchFamily="49" charset="0"/>
              </a:rPr>
              <a:t>3</a:t>
            </a:r>
            <a:r>
              <a:rPr lang="zh-CN" altLang="en-US" sz="1600" b="1" dirty="0">
                <a:solidFill>
                  <a:srgbClr val="C00000"/>
                </a:solidFill>
                <a:latin typeface="等线" panose="02010600030101010101" pitchFamily="2" charset="-122"/>
                <a:ea typeface="等线" panose="02010600030101010101" pitchFamily="2" charset="-122"/>
                <a:cs typeface="Courier New" panose="02070309020205020404" pitchFamily="49" charset="0"/>
              </a:rPr>
              <a:t>  </a:t>
            </a:r>
            <a:r>
              <a:rPr lang="zh-CN" altLang="en-US" sz="1600" b="1" dirty="0">
                <a:solidFill>
                  <a:srgbClr val="3004BC"/>
                </a:solidFill>
                <a:latin typeface="仿宋" panose="02010609060101010101" pitchFamily="49" charset="-122"/>
                <a:ea typeface="仿宋" panose="02010609060101010101" pitchFamily="49" charset="-122"/>
                <a:cs typeface="Courier New" panose="02070309020205020404" pitchFamily="49" charset="0"/>
              </a:rPr>
              <a:t>按第</a:t>
            </a:r>
            <a:r>
              <a:rPr lang="en-US" altLang="zh-CN" sz="1600" b="1" dirty="0" err="1">
                <a:solidFill>
                  <a:srgbClr val="3004BC"/>
                </a:solidFill>
                <a:latin typeface="仿宋" panose="02010609060101010101" pitchFamily="49" charset="-122"/>
                <a:ea typeface="仿宋" panose="02010609060101010101" pitchFamily="49" charset="-122"/>
                <a:cs typeface="Courier New" panose="02070309020205020404" pitchFamily="49" charset="0"/>
              </a:rPr>
              <a:t>i</a:t>
            </a:r>
            <a:r>
              <a:rPr lang="zh-CN" altLang="en-US" sz="1600" b="1" dirty="0">
                <a:solidFill>
                  <a:srgbClr val="3004BC"/>
                </a:solidFill>
                <a:latin typeface="仿宋" panose="02010609060101010101" pitchFamily="49" charset="-122"/>
                <a:ea typeface="仿宋" panose="02010609060101010101" pitchFamily="49" charset="-122"/>
                <a:cs typeface="Courier New" panose="02070309020205020404" pitchFamily="49" charset="0"/>
              </a:rPr>
              <a:t>个关键字分配</a:t>
            </a:r>
          </a:p>
        </p:txBody>
      </p:sp>
      <p:sp>
        <p:nvSpPr>
          <p:cNvPr id="294" name="文本框 293">
            <a:extLst>
              <a:ext uri="{FF2B5EF4-FFF2-40B4-BE49-F238E27FC236}">
                <a16:creationId xmlns:a16="http://schemas.microsoft.com/office/drawing/2014/main" id="{8E7184CA-C22E-4AB2-A5DE-338869859930}"/>
              </a:ext>
            </a:extLst>
          </p:cNvPr>
          <p:cNvSpPr txBox="1"/>
          <p:nvPr/>
        </p:nvSpPr>
        <p:spPr>
          <a:xfrm>
            <a:off x="445719" y="3826784"/>
            <a:ext cx="4867780" cy="2800767"/>
          </a:xfrm>
          <a:prstGeom prst="rect">
            <a:avLst/>
          </a:prstGeom>
          <a:solidFill>
            <a:srgbClr val="FEF0D2"/>
          </a:solidFill>
          <a:ln>
            <a:solidFill>
              <a:srgbClr val="002060"/>
            </a:solidFill>
          </a:ln>
        </p:spPr>
        <p:txBody>
          <a:bodyPr wrap="square">
            <a:spAutoFit/>
          </a:bodyPr>
          <a:lstStyle/>
          <a:p>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void</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Collect(SL</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Cell</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r[]</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int</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i, </a:t>
            </a:r>
            <a:endParaRPr lang="en-US" altLang="zh-CN" sz="1600" b="1" dirty="0">
              <a:latin typeface="Courier New" panose="02070309020205020404" pitchFamily="49" charset="0"/>
              <a:ea typeface="仿宋" panose="02010609060101010101" pitchFamily="49" charset="-122"/>
              <a:cs typeface="Courier New" panose="02070309020205020404" pitchFamily="49" charset="0"/>
            </a:endParaRPr>
          </a:p>
          <a:p>
            <a:r>
              <a:rPr lang="en-US" altLang="zh-CN"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ArrType f, ArrType e)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endParaRPr lang="en-US" altLang="zh-CN"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endParaRPr>
          </a:p>
          <a:p>
            <a:r>
              <a:rPr lang="en-US" altLang="zh-CN"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for</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(j=0; !f[j]; j++); </a:t>
            </a:r>
            <a:endParaRPr lang="en-US" altLang="zh-CN" sz="1600" b="1" dirty="0">
              <a:latin typeface="Courier New" panose="02070309020205020404" pitchFamily="49" charset="0"/>
              <a:ea typeface="仿宋" panose="02010609060101010101" pitchFamily="49" charset="-122"/>
              <a:cs typeface="Courier New" panose="02070309020205020404" pitchFamily="49" charset="0"/>
            </a:endParaRP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r[0].next = f[j];  t = e[j]; </a:t>
            </a:r>
            <a:endParaRPr lang="zh-CN" altLang="en-US" sz="1600" b="1" dirty="0">
              <a:solidFill>
                <a:srgbClr val="3004BC"/>
              </a:solidFill>
              <a:latin typeface="Courier New" panose="02070309020205020404" pitchFamily="49" charset="0"/>
              <a:ea typeface="仿宋" panose="02010609060101010101" pitchFamily="49" charset="-122"/>
              <a:cs typeface="Courier New" panose="02070309020205020404" pitchFamily="49" charset="0"/>
            </a:endParaRP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while</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(j&lt;RADIX)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for</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(j+</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j&lt;RADIX &amp;&amp; !f[j]; j++)</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a:t>
            </a:r>
            <a:endParaRPr lang="zh-CN" altLang="en-US" sz="1600" b="1" dirty="0">
              <a:solidFill>
                <a:srgbClr val="3004BC"/>
              </a:solidFill>
              <a:latin typeface="Courier New" panose="02070309020205020404" pitchFamily="49" charset="0"/>
              <a:ea typeface="仿宋" panose="02010609060101010101" pitchFamily="49" charset="-122"/>
              <a:cs typeface="Courier New" panose="02070309020205020404" pitchFamily="49" charset="0"/>
            </a:endParaRP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if</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(j&lt;RADIX) </a:t>
            </a:r>
            <a:endParaRPr lang="en-US" altLang="zh-CN" sz="1600" b="1" dirty="0">
              <a:latin typeface="Courier New" panose="02070309020205020404" pitchFamily="49" charset="0"/>
              <a:ea typeface="仿宋" panose="02010609060101010101" pitchFamily="49" charset="-122"/>
              <a:cs typeface="Courier New" panose="02070309020205020404" pitchFamily="49" charset="0"/>
            </a:endParaRPr>
          </a:p>
          <a:p>
            <a:r>
              <a:rPr lang="en-US" altLang="zh-CN"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r[t].next = f[j];  t = e[j];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endParaRPr lang="en-US" altLang="zh-CN" sz="1600" b="1" dirty="0">
              <a:latin typeface="Courier New" panose="02070309020205020404" pitchFamily="49" charset="0"/>
              <a:ea typeface="仿宋" panose="02010609060101010101" pitchFamily="49" charset="-122"/>
              <a:cs typeface="Courier New" panose="02070309020205020404" pitchFamily="49" charset="0"/>
            </a:endParaRP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r[t].next = 0;</a:t>
            </a:r>
            <a:endParaRPr lang="en-US" altLang="zh-CN" sz="1600" b="1" dirty="0">
              <a:latin typeface="Courier New" panose="02070309020205020404" pitchFamily="49" charset="0"/>
              <a:ea typeface="仿宋" panose="02010609060101010101" pitchFamily="49" charset="-122"/>
              <a:cs typeface="Courier New" panose="02070309020205020404" pitchFamily="49" charset="0"/>
            </a:endParaRPr>
          </a:p>
          <a:p>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3004BC"/>
                </a:solidFill>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C00000"/>
                </a:solidFill>
                <a:latin typeface="等线" panose="02010600030101010101" pitchFamily="2" charset="-122"/>
                <a:ea typeface="等线" panose="02010600030101010101" pitchFamily="2" charset="-122"/>
                <a:cs typeface="Courier New" panose="02070309020205020404" pitchFamily="49" charset="0"/>
              </a:rPr>
              <a:t>算法10.1</a:t>
            </a:r>
            <a:r>
              <a:rPr lang="en-US" altLang="zh-CN" sz="1600" b="1" dirty="0">
                <a:solidFill>
                  <a:srgbClr val="C00000"/>
                </a:solidFill>
                <a:latin typeface="等线" panose="02010600030101010101" pitchFamily="2" charset="-122"/>
                <a:ea typeface="等线" panose="02010600030101010101" pitchFamily="2" charset="-122"/>
                <a:cs typeface="Courier New" panose="02070309020205020404" pitchFamily="49" charset="0"/>
              </a:rPr>
              <a:t>4</a:t>
            </a:r>
            <a:r>
              <a:rPr lang="zh-CN" altLang="en-US" sz="1600" b="1" dirty="0">
                <a:solidFill>
                  <a:srgbClr val="C00000"/>
                </a:solidFill>
                <a:latin typeface="等线" panose="02010600030101010101" pitchFamily="2" charset="-122"/>
                <a:ea typeface="等线" panose="02010600030101010101" pitchFamily="2" charset="-122"/>
                <a:cs typeface="Courier New" panose="02070309020205020404" pitchFamily="49" charset="0"/>
              </a:rPr>
              <a:t>  </a:t>
            </a:r>
            <a:r>
              <a:rPr lang="zh-CN" altLang="en-US" sz="1600" b="1" dirty="0">
                <a:solidFill>
                  <a:srgbClr val="3004BC"/>
                </a:solidFill>
                <a:latin typeface="仿宋" panose="02010609060101010101" pitchFamily="49" charset="-122"/>
                <a:ea typeface="仿宋" panose="02010609060101010101" pitchFamily="49" charset="-122"/>
                <a:cs typeface="Courier New" panose="02070309020205020404" pitchFamily="49" charset="0"/>
              </a:rPr>
              <a:t>按第</a:t>
            </a:r>
            <a:r>
              <a:rPr lang="en-US" altLang="zh-CN" sz="1600" b="1" dirty="0" err="1">
                <a:solidFill>
                  <a:srgbClr val="3004BC"/>
                </a:solidFill>
                <a:latin typeface="仿宋" panose="02010609060101010101" pitchFamily="49" charset="-122"/>
                <a:ea typeface="仿宋" panose="02010609060101010101" pitchFamily="49" charset="-122"/>
                <a:cs typeface="Courier New" panose="02070309020205020404" pitchFamily="49" charset="0"/>
              </a:rPr>
              <a:t>i</a:t>
            </a:r>
            <a:r>
              <a:rPr lang="zh-CN" altLang="en-US" sz="1600" b="1" dirty="0">
                <a:solidFill>
                  <a:srgbClr val="3004BC"/>
                </a:solidFill>
                <a:latin typeface="仿宋" panose="02010609060101010101" pitchFamily="49" charset="-122"/>
                <a:ea typeface="仿宋" panose="02010609060101010101" pitchFamily="49" charset="-122"/>
                <a:cs typeface="Courier New" panose="02070309020205020404" pitchFamily="49" charset="0"/>
              </a:rPr>
              <a:t>个关键字收集</a:t>
            </a:r>
            <a:endParaRPr lang="zh-CN" altLang="en-US" sz="1600" b="1" dirty="0">
              <a:solidFill>
                <a:srgbClr val="C00000"/>
              </a:solidFill>
              <a:latin typeface="等线" panose="02010600030101010101" pitchFamily="2" charset="-122"/>
              <a:ea typeface="等线" panose="02010600030101010101" pitchFamily="2" charset="-122"/>
              <a:cs typeface="Courier New" panose="02070309020205020404" pitchFamily="49" charset="0"/>
            </a:endParaRPr>
          </a:p>
        </p:txBody>
      </p:sp>
      <p:cxnSp>
        <p:nvCxnSpPr>
          <p:cNvPr id="202" name="直接连接符 201">
            <a:extLst>
              <a:ext uri="{FF2B5EF4-FFF2-40B4-BE49-F238E27FC236}">
                <a16:creationId xmlns:a16="http://schemas.microsoft.com/office/drawing/2014/main" id="{D5E59A32-11B0-4958-9BEE-EAA4ADD06919}"/>
              </a:ext>
            </a:extLst>
          </p:cNvPr>
          <p:cNvCxnSpPr>
            <a:cxnSpLocks/>
          </p:cNvCxnSpPr>
          <p:nvPr/>
        </p:nvCxnSpPr>
        <p:spPr>
          <a:xfrm flipV="1">
            <a:off x="647045" y="1853679"/>
            <a:ext cx="3992688" cy="11987"/>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04" name="直接连接符 303">
            <a:extLst>
              <a:ext uri="{FF2B5EF4-FFF2-40B4-BE49-F238E27FC236}">
                <a16:creationId xmlns:a16="http://schemas.microsoft.com/office/drawing/2014/main" id="{A0762BE9-425F-458A-89A6-85AAE23E37E8}"/>
              </a:ext>
            </a:extLst>
          </p:cNvPr>
          <p:cNvCxnSpPr>
            <a:cxnSpLocks/>
          </p:cNvCxnSpPr>
          <p:nvPr/>
        </p:nvCxnSpPr>
        <p:spPr>
          <a:xfrm flipV="1">
            <a:off x="1109669" y="2138227"/>
            <a:ext cx="1410011" cy="5994"/>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05" name="直接连接符 304">
            <a:extLst>
              <a:ext uri="{FF2B5EF4-FFF2-40B4-BE49-F238E27FC236}">
                <a16:creationId xmlns:a16="http://schemas.microsoft.com/office/drawing/2014/main" id="{FF20C1C8-5F2C-4B20-9E5B-32797139E911}"/>
              </a:ext>
            </a:extLst>
          </p:cNvPr>
          <p:cNvCxnSpPr>
            <a:cxnSpLocks/>
          </p:cNvCxnSpPr>
          <p:nvPr/>
        </p:nvCxnSpPr>
        <p:spPr>
          <a:xfrm flipV="1">
            <a:off x="883265" y="2381515"/>
            <a:ext cx="2738241" cy="1"/>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06" name="直接连接符 305">
            <a:extLst>
              <a:ext uri="{FF2B5EF4-FFF2-40B4-BE49-F238E27FC236}">
                <a16:creationId xmlns:a16="http://schemas.microsoft.com/office/drawing/2014/main" id="{24372A62-5136-4174-9451-D253AAABF1A6}"/>
              </a:ext>
            </a:extLst>
          </p:cNvPr>
          <p:cNvCxnSpPr>
            <a:cxnSpLocks/>
          </p:cNvCxnSpPr>
          <p:nvPr/>
        </p:nvCxnSpPr>
        <p:spPr>
          <a:xfrm flipV="1">
            <a:off x="883265" y="2619999"/>
            <a:ext cx="2738241" cy="1"/>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07" name="直接连接符 306">
            <a:extLst>
              <a:ext uri="{FF2B5EF4-FFF2-40B4-BE49-F238E27FC236}">
                <a16:creationId xmlns:a16="http://schemas.microsoft.com/office/drawing/2014/main" id="{97CA0C49-C0FB-46CC-86A2-198C4FE696DD}"/>
              </a:ext>
            </a:extLst>
          </p:cNvPr>
          <p:cNvCxnSpPr>
            <a:cxnSpLocks/>
          </p:cNvCxnSpPr>
          <p:nvPr/>
        </p:nvCxnSpPr>
        <p:spPr>
          <a:xfrm flipV="1">
            <a:off x="883265" y="3138938"/>
            <a:ext cx="1101322" cy="1"/>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08" name="直接连接符 307">
            <a:extLst>
              <a:ext uri="{FF2B5EF4-FFF2-40B4-BE49-F238E27FC236}">
                <a16:creationId xmlns:a16="http://schemas.microsoft.com/office/drawing/2014/main" id="{A5FD62EC-00AA-4194-9FB9-FC32AAE57D18}"/>
              </a:ext>
            </a:extLst>
          </p:cNvPr>
          <p:cNvCxnSpPr>
            <a:cxnSpLocks/>
          </p:cNvCxnSpPr>
          <p:nvPr/>
        </p:nvCxnSpPr>
        <p:spPr>
          <a:xfrm>
            <a:off x="772970" y="4602935"/>
            <a:ext cx="2614374" cy="1754"/>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09" name="直接连接符 308">
            <a:extLst>
              <a:ext uri="{FF2B5EF4-FFF2-40B4-BE49-F238E27FC236}">
                <a16:creationId xmlns:a16="http://schemas.microsoft.com/office/drawing/2014/main" id="{F91BECCA-E84E-4402-A3C3-73AFF0467B07}"/>
              </a:ext>
            </a:extLst>
          </p:cNvPr>
          <p:cNvCxnSpPr>
            <a:cxnSpLocks/>
          </p:cNvCxnSpPr>
          <p:nvPr/>
        </p:nvCxnSpPr>
        <p:spPr>
          <a:xfrm flipV="1">
            <a:off x="793874" y="4858552"/>
            <a:ext cx="2085735" cy="1"/>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0" name="直接连接符 309">
            <a:extLst>
              <a:ext uri="{FF2B5EF4-FFF2-40B4-BE49-F238E27FC236}">
                <a16:creationId xmlns:a16="http://schemas.microsoft.com/office/drawing/2014/main" id="{4317567A-3F98-4F44-88F9-E6F80E530F46}"/>
              </a:ext>
            </a:extLst>
          </p:cNvPr>
          <p:cNvCxnSpPr>
            <a:cxnSpLocks/>
          </p:cNvCxnSpPr>
          <p:nvPr/>
        </p:nvCxnSpPr>
        <p:spPr>
          <a:xfrm flipV="1">
            <a:off x="3120156" y="4858551"/>
            <a:ext cx="1101322" cy="1"/>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1" name="直接连接符 310">
            <a:extLst>
              <a:ext uri="{FF2B5EF4-FFF2-40B4-BE49-F238E27FC236}">
                <a16:creationId xmlns:a16="http://schemas.microsoft.com/office/drawing/2014/main" id="{32781E6D-0E1F-4370-A022-87E585F6CB78}"/>
              </a:ext>
            </a:extLst>
          </p:cNvPr>
          <p:cNvCxnSpPr>
            <a:cxnSpLocks/>
          </p:cNvCxnSpPr>
          <p:nvPr/>
        </p:nvCxnSpPr>
        <p:spPr>
          <a:xfrm>
            <a:off x="1037346" y="5341317"/>
            <a:ext cx="3939899"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2" name="直接连接符 311">
            <a:extLst>
              <a:ext uri="{FF2B5EF4-FFF2-40B4-BE49-F238E27FC236}">
                <a16:creationId xmlns:a16="http://schemas.microsoft.com/office/drawing/2014/main" id="{1BEC1CC6-F218-448F-9CAB-2DCEFA8349D7}"/>
              </a:ext>
            </a:extLst>
          </p:cNvPr>
          <p:cNvCxnSpPr>
            <a:cxnSpLocks/>
          </p:cNvCxnSpPr>
          <p:nvPr/>
        </p:nvCxnSpPr>
        <p:spPr>
          <a:xfrm flipV="1">
            <a:off x="1498869" y="5824081"/>
            <a:ext cx="2085735" cy="1"/>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3" name="直接连接符 312">
            <a:extLst>
              <a:ext uri="{FF2B5EF4-FFF2-40B4-BE49-F238E27FC236}">
                <a16:creationId xmlns:a16="http://schemas.microsoft.com/office/drawing/2014/main" id="{4F7116AA-2CEA-472A-AFF4-5664F3F4FB6A}"/>
              </a:ext>
            </a:extLst>
          </p:cNvPr>
          <p:cNvCxnSpPr>
            <a:cxnSpLocks/>
          </p:cNvCxnSpPr>
          <p:nvPr/>
        </p:nvCxnSpPr>
        <p:spPr>
          <a:xfrm flipV="1">
            <a:off x="3814575" y="5838557"/>
            <a:ext cx="1101322" cy="1"/>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4" name="直接连接符 313">
            <a:extLst>
              <a:ext uri="{FF2B5EF4-FFF2-40B4-BE49-F238E27FC236}">
                <a16:creationId xmlns:a16="http://schemas.microsoft.com/office/drawing/2014/main" id="{E36B254E-3498-4A71-9605-09FBF48C66C5}"/>
              </a:ext>
            </a:extLst>
          </p:cNvPr>
          <p:cNvCxnSpPr>
            <a:cxnSpLocks/>
          </p:cNvCxnSpPr>
          <p:nvPr/>
        </p:nvCxnSpPr>
        <p:spPr>
          <a:xfrm flipV="1">
            <a:off x="759423" y="6306845"/>
            <a:ext cx="1760257" cy="2"/>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15" name="矩形 314">
            <a:extLst>
              <a:ext uri="{FF2B5EF4-FFF2-40B4-BE49-F238E27FC236}">
                <a16:creationId xmlns:a16="http://schemas.microsoft.com/office/drawing/2014/main" id="{593D0D5C-8EB0-4F6C-85F6-DA74D1140F53}"/>
              </a:ext>
            </a:extLst>
          </p:cNvPr>
          <p:cNvSpPr/>
          <p:nvPr/>
        </p:nvSpPr>
        <p:spPr>
          <a:xfrm>
            <a:off x="743372" y="2143779"/>
            <a:ext cx="3104911" cy="1013861"/>
          </a:xfrm>
          <a:prstGeom prst="rect">
            <a:avLst/>
          </a:prstGeom>
          <a:noFill/>
          <a:ln w="28575">
            <a:solidFill>
              <a:schemeClr val="accent2"/>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316" name="矩形 315">
            <a:extLst>
              <a:ext uri="{FF2B5EF4-FFF2-40B4-BE49-F238E27FC236}">
                <a16:creationId xmlns:a16="http://schemas.microsoft.com/office/drawing/2014/main" id="{129EE48A-009A-4B49-9E47-48FCB0A1A635}"/>
              </a:ext>
            </a:extLst>
          </p:cNvPr>
          <p:cNvSpPr/>
          <p:nvPr/>
        </p:nvSpPr>
        <p:spPr>
          <a:xfrm>
            <a:off x="930154" y="5075767"/>
            <a:ext cx="4326001" cy="809291"/>
          </a:xfrm>
          <a:prstGeom prst="rect">
            <a:avLst/>
          </a:prstGeom>
          <a:noFill/>
          <a:ln w="28575">
            <a:solidFill>
              <a:schemeClr val="accent2"/>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Tree>
    <p:extLst>
      <p:ext uri="{BB962C8B-B14F-4D97-AF65-F5344CB8AC3E}">
        <p14:creationId xmlns:p14="http://schemas.microsoft.com/office/powerpoint/2010/main" val="3498178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22" presetClass="entr" presetSubtype="8" fill="hold" grpId="0" nodeType="withEffect">
                                  <p:stCondLst>
                                    <p:cond delay="0"/>
                                  </p:stCondLst>
                                  <p:childTnLst>
                                    <p:set>
                                      <p:cBhvr>
                                        <p:cTn id="11" dur="1" fill="hold">
                                          <p:stCondLst>
                                            <p:cond delay="0"/>
                                          </p:stCondLst>
                                        </p:cTn>
                                        <p:tgtEl>
                                          <p:spTgt spid="267"/>
                                        </p:tgtEl>
                                        <p:attrNameLst>
                                          <p:attrName>style.visibility</p:attrName>
                                        </p:attrNameLst>
                                      </p:cBhvr>
                                      <p:to>
                                        <p:strVal val="visible"/>
                                      </p:to>
                                    </p:set>
                                    <p:animEffect transition="in" filter="wipe(left)">
                                      <p:cBhvr>
                                        <p:cTn id="12" dur="500"/>
                                        <p:tgtEl>
                                          <p:spTgt spid="26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1"/>
                                        </p:tgtEl>
                                        <p:attrNameLst>
                                          <p:attrName>style.visibility</p:attrName>
                                        </p:attrNameLst>
                                      </p:cBhvr>
                                      <p:to>
                                        <p:strVal val="visible"/>
                                      </p:to>
                                    </p:set>
                                    <p:animEffect transition="in" filter="wipe(left)">
                                      <p:cBhvr>
                                        <p:cTn id="17" dur="500"/>
                                        <p:tgtEl>
                                          <p:spTgt spid="81"/>
                                        </p:tgtEl>
                                      </p:cBhvr>
                                    </p:animEffect>
                                  </p:childTnLst>
                                </p:cTn>
                              </p:par>
                            </p:childTnLst>
                          </p:cTn>
                        </p:par>
                        <p:par>
                          <p:cTn id="18" fill="hold">
                            <p:stCondLst>
                              <p:cond delay="500"/>
                            </p:stCondLst>
                            <p:childTnLst>
                              <p:par>
                                <p:cTn id="19" presetID="47" presetClass="entr" presetSubtype="0" fill="hold" grpId="0" nodeType="afterEffect">
                                  <p:stCondLst>
                                    <p:cond delay="0"/>
                                  </p:stCondLst>
                                  <p:childTnLst>
                                    <p:set>
                                      <p:cBhvr>
                                        <p:cTn id="20" dur="1" fill="hold">
                                          <p:stCondLst>
                                            <p:cond delay="0"/>
                                          </p:stCondLst>
                                        </p:cTn>
                                        <p:tgtEl>
                                          <p:spTgt spid="268"/>
                                        </p:tgtEl>
                                        <p:attrNameLst>
                                          <p:attrName>style.visibility</p:attrName>
                                        </p:attrNameLst>
                                      </p:cBhvr>
                                      <p:to>
                                        <p:strVal val="visible"/>
                                      </p:to>
                                    </p:set>
                                    <p:animEffect transition="in" filter="fade">
                                      <p:cBhvr>
                                        <p:cTn id="21" dur="1000"/>
                                        <p:tgtEl>
                                          <p:spTgt spid="268"/>
                                        </p:tgtEl>
                                      </p:cBhvr>
                                    </p:animEffect>
                                    <p:anim calcmode="lin" valueType="num">
                                      <p:cBhvr>
                                        <p:cTn id="22" dur="1000" fill="hold"/>
                                        <p:tgtEl>
                                          <p:spTgt spid="268"/>
                                        </p:tgtEl>
                                        <p:attrNameLst>
                                          <p:attrName>ppt_x</p:attrName>
                                        </p:attrNameLst>
                                      </p:cBhvr>
                                      <p:tavLst>
                                        <p:tav tm="0">
                                          <p:val>
                                            <p:strVal val="#ppt_x"/>
                                          </p:val>
                                        </p:tav>
                                        <p:tav tm="100000">
                                          <p:val>
                                            <p:strVal val="#ppt_x"/>
                                          </p:val>
                                        </p:tav>
                                      </p:tavLst>
                                    </p:anim>
                                    <p:anim calcmode="lin" valueType="num">
                                      <p:cBhvr>
                                        <p:cTn id="23" dur="1000" fill="hold"/>
                                        <p:tgtEl>
                                          <p:spTgt spid="268"/>
                                        </p:tgtEl>
                                        <p:attrNameLst>
                                          <p:attrName>ppt_y</p:attrName>
                                        </p:attrNameLst>
                                      </p:cBhvr>
                                      <p:tavLst>
                                        <p:tav tm="0">
                                          <p:val>
                                            <p:strVal val="#ppt_y-.1"/>
                                          </p:val>
                                        </p:tav>
                                        <p:tav tm="100000">
                                          <p:val>
                                            <p:strVal val="#ppt_y"/>
                                          </p:val>
                                        </p:tav>
                                      </p:tavLst>
                                    </p:anim>
                                  </p:childTnLst>
                                </p:cTn>
                              </p:par>
                            </p:childTnLst>
                          </p:cTn>
                        </p:par>
                        <p:par>
                          <p:cTn id="24" fill="hold">
                            <p:stCondLst>
                              <p:cond delay="1500"/>
                            </p:stCondLst>
                            <p:childTnLst>
                              <p:par>
                                <p:cTn id="25" presetID="22" presetClass="entr" presetSubtype="8" fill="hold" nodeType="after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02"/>
                                        </p:tgtEl>
                                        <p:attrNameLst>
                                          <p:attrName>style.visibility</p:attrName>
                                        </p:attrNameLst>
                                      </p:cBhvr>
                                      <p:to>
                                        <p:strVal val="visible"/>
                                      </p:to>
                                    </p:set>
                                    <p:animEffect transition="in" filter="wipe(left)">
                                      <p:cBhvr>
                                        <p:cTn id="32" dur="1000"/>
                                        <p:tgtEl>
                                          <p:spTgt spid="202"/>
                                        </p:tgtEl>
                                      </p:cBhvr>
                                    </p:animEffect>
                                  </p:childTnLst>
                                </p:cTn>
                              </p:par>
                            </p:childTnLst>
                          </p:cTn>
                        </p:par>
                        <p:par>
                          <p:cTn id="33" fill="hold">
                            <p:stCondLst>
                              <p:cond delay="1000"/>
                            </p:stCondLst>
                            <p:childTnLst>
                              <p:par>
                                <p:cTn id="34" presetID="42" presetClass="entr" presetSubtype="0" fill="hold" nodeType="afterEffect">
                                  <p:stCondLst>
                                    <p:cond delay="0"/>
                                  </p:stCondLst>
                                  <p:childTnLst>
                                    <p:set>
                                      <p:cBhvr>
                                        <p:cTn id="35" dur="1" fill="hold">
                                          <p:stCondLst>
                                            <p:cond delay="0"/>
                                          </p:stCondLst>
                                        </p:cTn>
                                        <p:tgtEl>
                                          <p:spTgt spid="271"/>
                                        </p:tgtEl>
                                        <p:attrNameLst>
                                          <p:attrName>style.visibility</p:attrName>
                                        </p:attrNameLst>
                                      </p:cBhvr>
                                      <p:to>
                                        <p:strVal val="visible"/>
                                      </p:to>
                                    </p:set>
                                    <p:animEffect transition="in" filter="fade">
                                      <p:cBhvr>
                                        <p:cTn id="36" dur="1000"/>
                                        <p:tgtEl>
                                          <p:spTgt spid="271"/>
                                        </p:tgtEl>
                                      </p:cBhvr>
                                    </p:animEffect>
                                    <p:anim calcmode="lin" valueType="num">
                                      <p:cBhvr>
                                        <p:cTn id="37" dur="1000" fill="hold"/>
                                        <p:tgtEl>
                                          <p:spTgt spid="271"/>
                                        </p:tgtEl>
                                        <p:attrNameLst>
                                          <p:attrName>ppt_x</p:attrName>
                                        </p:attrNameLst>
                                      </p:cBhvr>
                                      <p:tavLst>
                                        <p:tav tm="0">
                                          <p:val>
                                            <p:strVal val="#ppt_x"/>
                                          </p:val>
                                        </p:tav>
                                        <p:tav tm="100000">
                                          <p:val>
                                            <p:strVal val="#ppt_x"/>
                                          </p:val>
                                        </p:tav>
                                      </p:tavLst>
                                    </p:anim>
                                    <p:anim calcmode="lin" valueType="num">
                                      <p:cBhvr>
                                        <p:cTn id="38" dur="1000" fill="hold"/>
                                        <p:tgtEl>
                                          <p:spTgt spid="271"/>
                                        </p:tgtEl>
                                        <p:attrNameLst>
                                          <p:attrName>ppt_y</p:attrName>
                                        </p:attrNameLst>
                                      </p:cBhvr>
                                      <p:tavLst>
                                        <p:tav tm="0">
                                          <p:val>
                                            <p:strVal val="#ppt_y+.1"/>
                                          </p:val>
                                        </p:tav>
                                        <p:tav tm="100000">
                                          <p:val>
                                            <p:strVal val="#ppt_y"/>
                                          </p:val>
                                        </p:tav>
                                      </p:tavLst>
                                    </p:anim>
                                  </p:childTnLst>
                                </p:cTn>
                              </p:par>
                            </p:childTnLst>
                          </p:cTn>
                        </p:par>
                        <p:par>
                          <p:cTn id="39" fill="hold">
                            <p:stCondLst>
                              <p:cond delay="2000"/>
                            </p:stCondLst>
                            <p:childTnLst>
                              <p:par>
                                <p:cTn id="40" presetID="47" presetClass="entr" presetSubtype="0" fill="hold" nodeType="afterEffect">
                                  <p:stCondLst>
                                    <p:cond delay="0"/>
                                  </p:stCondLst>
                                  <p:childTnLst>
                                    <p:set>
                                      <p:cBhvr>
                                        <p:cTn id="41" dur="1" fill="hold">
                                          <p:stCondLst>
                                            <p:cond delay="0"/>
                                          </p:stCondLst>
                                        </p:cTn>
                                        <p:tgtEl>
                                          <p:spTgt spid="272"/>
                                        </p:tgtEl>
                                        <p:attrNameLst>
                                          <p:attrName>style.visibility</p:attrName>
                                        </p:attrNameLst>
                                      </p:cBhvr>
                                      <p:to>
                                        <p:strVal val="visible"/>
                                      </p:to>
                                    </p:set>
                                    <p:animEffect transition="in" filter="fade">
                                      <p:cBhvr>
                                        <p:cTn id="42" dur="1000"/>
                                        <p:tgtEl>
                                          <p:spTgt spid="272"/>
                                        </p:tgtEl>
                                      </p:cBhvr>
                                    </p:animEffect>
                                    <p:anim calcmode="lin" valueType="num">
                                      <p:cBhvr>
                                        <p:cTn id="43" dur="1000" fill="hold"/>
                                        <p:tgtEl>
                                          <p:spTgt spid="272"/>
                                        </p:tgtEl>
                                        <p:attrNameLst>
                                          <p:attrName>ppt_x</p:attrName>
                                        </p:attrNameLst>
                                      </p:cBhvr>
                                      <p:tavLst>
                                        <p:tav tm="0">
                                          <p:val>
                                            <p:strVal val="#ppt_x"/>
                                          </p:val>
                                        </p:tav>
                                        <p:tav tm="100000">
                                          <p:val>
                                            <p:strVal val="#ppt_x"/>
                                          </p:val>
                                        </p:tav>
                                      </p:tavLst>
                                    </p:anim>
                                    <p:anim calcmode="lin" valueType="num">
                                      <p:cBhvr>
                                        <p:cTn id="44" dur="1000" fill="hold"/>
                                        <p:tgtEl>
                                          <p:spTgt spid="272"/>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82"/>
                                        </p:tgtEl>
                                        <p:attrNameLst>
                                          <p:attrName>style.visibility</p:attrName>
                                        </p:attrNameLst>
                                      </p:cBhvr>
                                      <p:to>
                                        <p:strVal val="visible"/>
                                      </p:to>
                                    </p:set>
                                    <p:animEffect transition="in" filter="wipe(left)">
                                      <p:cBhvr>
                                        <p:cTn id="49" dur="500"/>
                                        <p:tgtEl>
                                          <p:spTgt spid="82"/>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xit" presetSubtype="4" fill="hold" nodeType="clickEffect">
                                  <p:stCondLst>
                                    <p:cond delay="0"/>
                                  </p:stCondLst>
                                  <p:childTnLst>
                                    <p:animEffect transition="out" filter="wipe(down)">
                                      <p:cBhvr>
                                        <p:cTn id="53" dur="500"/>
                                        <p:tgtEl>
                                          <p:spTgt spid="202"/>
                                        </p:tgtEl>
                                      </p:cBhvr>
                                    </p:animEffect>
                                    <p:set>
                                      <p:cBhvr>
                                        <p:cTn id="54" dur="1" fill="hold">
                                          <p:stCondLst>
                                            <p:cond delay="499"/>
                                          </p:stCondLst>
                                        </p:cTn>
                                        <p:tgtEl>
                                          <p:spTgt spid="202"/>
                                        </p:tgtEl>
                                        <p:attrNameLst>
                                          <p:attrName>style.visibility</p:attrName>
                                        </p:attrNameLst>
                                      </p:cBhvr>
                                      <p:to>
                                        <p:strVal val="hidden"/>
                                      </p:to>
                                    </p:set>
                                  </p:childTnLst>
                                </p:cTn>
                              </p:par>
                              <p:par>
                                <p:cTn id="55" presetID="22" presetClass="entr" presetSubtype="8" fill="hold" nodeType="withEffect">
                                  <p:stCondLst>
                                    <p:cond delay="0"/>
                                  </p:stCondLst>
                                  <p:childTnLst>
                                    <p:set>
                                      <p:cBhvr>
                                        <p:cTn id="56" dur="1" fill="hold">
                                          <p:stCondLst>
                                            <p:cond delay="0"/>
                                          </p:stCondLst>
                                        </p:cTn>
                                        <p:tgtEl>
                                          <p:spTgt spid="304"/>
                                        </p:tgtEl>
                                        <p:attrNameLst>
                                          <p:attrName>style.visibility</p:attrName>
                                        </p:attrNameLst>
                                      </p:cBhvr>
                                      <p:to>
                                        <p:strVal val="visible"/>
                                      </p:to>
                                    </p:set>
                                    <p:animEffect transition="in" filter="wipe(left)">
                                      <p:cBhvr>
                                        <p:cTn id="57" dur="1000"/>
                                        <p:tgtEl>
                                          <p:spTgt spid="304"/>
                                        </p:tgtEl>
                                      </p:cBhvr>
                                    </p:animEffect>
                                  </p:childTnLst>
                                </p:cTn>
                              </p:par>
                            </p:childTnLst>
                          </p:cTn>
                        </p:par>
                        <p:par>
                          <p:cTn id="58" fill="hold">
                            <p:stCondLst>
                              <p:cond delay="1000"/>
                            </p:stCondLst>
                            <p:childTnLst>
                              <p:par>
                                <p:cTn id="59" presetID="42" presetClass="entr" presetSubtype="0" fill="hold" nodeType="afterEffect">
                                  <p:stCondLst>
                                    <p:cond delay="0"/>
                                  </p:stCondLst>
                                  <p:childTnLst>
                                    <p:set>
                                      <p:cBhvr>
                                        <p:cTn id="60" dur="1" fill="hold">
                                          <p:stCondLst>
                                            <p:cond delay="0"/>
                                          </p:stCondLst>
                                        </p:cTn>
                                        <p:tgtEl>
                                          <p:spTgt spid="281"/>
                                        </p:tgtEl>
                                        <p:attrNameLst>
                                          <p:attrName>style.visibility</p:attrName>
                                        </p:attrNameLst>
                                      </p:cBhvr>
                                      <p:to>
                                        <p:strVal val="visible"/>
                                      </p:to>
                                    </p:set>
                                    <p:animEffect transition="in" filter="fade">
                                      <p:cBhvr>
                                        <p:cTn id="61" dur="1000"/>
                                        <p:tgtEl>
                                          <p:spTgt spid="281"/>
                                        </p:tgtEl>
                                      </p:cBhvr>
                                    </p:animEffect>
                                    <p:anim calcmode="lin" valueType="num">
                                      <p:cBhvr>
                                        <p:cTn id="62" dur="1000" fill="hold"/>
                                        <p:tgtEl>
                                          <p:spTgt spid="281"/>
                                        </p:tgtEl>
                                        <p:attrNameLst>
                                          <p:attrName>ppt_x</p:attrName>
                                        </p:attrNameLst>
                                      </p:cBhvr>
                                      <p:tavLst>
                                        <p:tav tm="0">
                                          <p:val>
                                            <p:strVal val="#ppt_x"/>
                                          </p:val>
                                        </p:tav>
                                        <p:tav tm="100000">
                                          <p:val>
                                            <p:strVal val="#ppt_x"/>
                                          </p:val>
                                        </p:tav>
                                      </p:tavLst>
                                    </p:anim>
                                    <p:anim calcmode="lin" valueType="num">
                                      <p:cBhvr>
                                        <p:cTn id="63" dur="1000" fill="hold"/>
                                        <p:tgtEl>
                                          <p:spTgt spid="281"/>
                                        </p:tgtEl>
                                        <p:attrNameLst>
                                          <p:attrName>ppt_y</p:attrName>
                                        </p:attrNameLst>
                                      </p:cBhvr>
                                      <p:tavLst>
                                        <p:tav tm="0">
                                          <p:val>
                                            <p:strVal val="#ppt_y+.1"/>
                                          </p:val>
                                        </p:tav>
                                        <p:tav tm="100000">
                                          <p:val>
                                            <p:strVal val="#ppt_y"/>
                                          </p:val>
                                        </p:tav>
                                      </p:tavLst>
                                    </p:anim>
                                  </p:childTnLst>
                                </p:cTn>
                              </p:par>
                            </p:childTnLst>
                          </p:cTn>
                        </p:par>
                        <p:par>
                          <p:cTn id="64" fill="hold">
                            <p:stCondLst>
                              <p:cond delay="2000"/>
                            </p:stCondLst>
                            <p:childTnLst>
                              <p:par>
                                <p:cTn id="65" presetID="22" presetClass="exit" presetSubtype="4" fill="hold" nodeType="afterEffect">
                                  <p:stCondLst>
                                    <p:cond delay="0"/>
                                  </p:stCondLst>
                                  <p:childTnLst>
                                    <p:animEffect transition="out" filter="wipe(down)">
                                      <p:cBhvr>
                                        <p:cTn id="66" dur="500"/>
                                        <p:tgtEl>
                                          <p:spTgt spid="304"/>
                                        </p:tgtEl>
                                      </p:cBhvr>
                                    </p:animEffect>
                                    <p:set>
                                      <p:cBhvr>
                                        <p:cTn id="67" dur="1" fill="hold">
                                          <p:stCondLst>
                                            <p:cond delay="499"/>
                                          </p:stCondLst>
                                        </p:cTn>
                                        <p:tgtEl>
                                          <p:spTgt spid="304"/>
                                        </p:tgtEl>
                                        <p:attrNameLst>
                                          <p:attrName>style.visibility</p:attrName>
                                        </p:attrNameLst>
                                      </p:cBhvr>
                                      <p:to>
                                        <p:strVal val="hidden"/>
                                      </p:to>
                                    </p:set>
                                  </p:childTnLst>
                                </p:cTn>
                              </p:par>
                              <p:par>
                                <p:cTn id="68" presetID="22" presetClass="entr" presetSubtype="8" fill="hold" nodeType="withEffect">
                                  <p:stCondLst>
                                    <p:cond delay="0"/>
                                  </p:stCondLst>
                                  <p:childTnLst>
                                    <p:set>
                                      <p:cBhvr>
                                        <p:cTn id="69" dur="1" fill="hold">
                                          <p:stCondLst>
                                            <p:cond delay="0"/>
                                          </p:stCondLst>
                                        </p:cTn>
                                        <p:tgtEl>
                                          <p:spTgt spid="305"/>
                                        </p:tgtEl>
                                        <p:attrNameLst>
                                          <p:attrName>style.visibility</p:attrName>
                                        </p:attrNameLst>
                                      </p:cBhvr>
                                      <p:to>
                                        <p:strVal val="visible"/>
                                      </p:to>
                                    </p:set>
                                    <p:animEffect transition="in" filter="wipe(left)">
                                      <p:cBhvr>
                                        <p:cTn id="70" dur="1000"/>
                                        <p:tgtEl>
                                          <p:spTgt spid="305"/>
                                        </p:tgtEl>
                                      </p:cBhvr>
                                    </p:animEffect>
                                  </p:childTnLst>
                                </p:cTn>
                              </p:par>
                            </p:childTnLst>
                          </p:cTn>
                        </p:par>
                        <p:par>
                          <p:cTn id="71" fill="hold">
                            <p:stCondLst>
                              <p:cond delay="3000"/>
                            </p:stCondLst>
                            <p:childTnLst>
                              <p:par>
                                <p:cTn id="72" presetID="42" presetClass="entr" presetSubtype="0" fill="hold" nodeType="afterEffect">
                                  <p:stCondLst>
                                    <p:cond delay="0"/>
                                  </p:stCondLst>
                                  <p:childTnLst>
                                    <p:set>
                                      <p:cBhvr>
                                        <p:cTn id="73" dur="1" fill="hold">
                                          <p:stCondLst>
                                            <p:cond delay="0"/>
                                          </p:stCondLst>
                                        </p:cTn>
                                        <p:tgtEl>
                                          <p:spTgt spid="121"/>
                                        </p:tgtEl>
                                        <p:attrNameLst>
                                          <p:attrName>style.visibility</p:attrName>
                                        </p:attrNameLst>
                                      </p:cBhvr>
                                      <p:to>
                                        <p:strVal val="visible"/>
                                      </p:to>
                                    </p:set>
                                    <p:animEffect transition="in" filter="fade">
                                      <p:cBhvr>
                                        <p:cTn id="74" dur="1000"/>
                                        <p:tgtEl>
                                          <p:spTgt spid="121"/>
                                        </p:tgtEl>
                                      </p:cBhvr>
                                    </p:animEffect>
                                    <p:anim calcmode="lin" valueType="num">
                                      <p:cBhvr>
                                        <p:cTn id="75" dur="1000" fill="hold"/>
                                        <p:tgtEl>
                                          <p:spTgt spid="121"/>
                                        </p:tgtEl>
                                        <p:attrNameLst>
                                          <p:attrName>ppt_x</p:attrName>
                                        </p:attrNameLst>
                                      </p:cBhvr>
                                      <p:tavLst>
                                        <p:tav tm="0">
                                          <p:val>
                                            <p:strVal val="#ppt_x"/>
                                          </p:val>
                                        </p:tav>
                                        <p:tav tm="100000">
                                          <p:val>
                                            <p:strVal val="#ppt_x"/>
                                          </p:val>
                                        </p:tav>
                                      </p:tavLst>
                                    </p:anim>
                                    <p:anim calcmode="lin" valueType="num">
                                      <p:cBhvr>
                                        <p:cTn id="76" dur="1000" fill="hold"/>
                                        <p:tgtEl>
                                          <p:spTgt spid="121"/>
                                        </p:tgtEl>
                                        <p:attrNameLst>
                                          <p:attrName>ppt_y</p:attrName>
                                        </p:attrNameLst>
                                      </p:cBhvr>
                                      <p:tavLst>
                                        <p:tav tm="0">
                                          <p:val>
                                            <p:strVal val="#ppt_y+.1"/>
                                          </p:val>
                                        </p:tav>
                                        <p:tav tm="100000">
                                          <p:val>
                                            <p:strVal val="#ppt_y"/>
                                          </p:val>
                                        </p:tav>
                                      </p:tavLst>
                                    </p:anim>
                                  </p:childTnLst>
                                </p:cTn>
                              </p:par>
                            </p:childTnLst>
                          </p:cTn>
                        </p:par>
                        <p:par>
                          <p:cTn id="77" fill="hold">
                            <p:stCondLst>
                              <p:cond delay="4000"/>
                            </p:stCondLst>
                            <p:childTnLst>
                              <p:par>
                                <p:cTn id="78" presetID="22" presetClass="exit" presetSubtype="4" fill="hold" nodeType="afterEffect">
                                  <p:stCondLst>
                                    <p:cond delay="0"/>
                                  </p:stCondLst>
                                  <p:childTnLst>
                                    <p:animEffect transition="out" filter="wipe(down)">
                                      <p:cBhvr>
                                        <p:cTn id="79" dur="500"/>
                                        <p:tgtEl>
                                          <p:spTgt spid="305"/>
                                        </p:tgtEl>
                                      </p:cBhvr>
                                    </p:animEffect>
                                    <p:set>
                                      <p:cBhvr>
                                        <p:cTn id="80" dur="1" fill="hold">
                                          <p:stCondLst>
                                            <p:cond delay="499"/>
                                          </p:stCondLst>
                                        </p:cTn>
                                        <p:tgtEl>
                                          <p:spTgt spid="305"/>
                                        </p:tgtEl>
                                        <p:attrNameLst>
                                          <p:attrName>style.visibility</p:attrName>
                                        </p:attrNameLst>
                                      </p:cBhvr>
                                      <p:to>
                                        <p:strVal val="hidden"/>
                                      </p:to>
                                    </p:set>
                                  </p:childTnLst>
                                </p:cTn>
                              </p:par>
                              <p:par>
                                <p:cTn id="81" presetID="22" presetClass="entr" presetSubtype="8" fill="hold" nodeType="withEffect">
                                  <p:stCondLst>
                                    <p:cond delay="0"/>
                                  </p:stCondLst>
                                  <p:childTnLst>
                                    <p:set>
                                      <p:cBhvr>
                                        <p:cTn id="82" dur="1" fill="hold">
                                          <p:stCondLst>
                                            <p:cond delay="0"/>
                                          </p:stCondLst>
                                        </p:cTn>
                                        <p:tgtEl>
                                          <p:spTgt spid="306"/>
                                        </p:tgtEl>
                                        <p:attrNameLst>
                                          <p:attrName>style.visibility</p:attrName>
                                        </p:attrNameLst>
                                      </p:cBhvr>
                                      <p:to>
                                        <p:strVal val="visible"/>
                                      </p:to>
                                    </p:set>
                                    <p:animEffect transition="in" filter="wipe(left)">
                                      <p:cBhvr>
                                        <p:cTn id="83" dur="1000"/>
                                        <p:tgtEl>
                                          <p:spTgt spid="306"/>
                                        </p:tgtEl>
                                      </p:cBhvr>
                                    </p:animEffect>
                                  </p:childTnLst>
                                </p:cTn>
                              </p:par>
                            </p:childTnLst>
                          </p:cTn>
                        </p:par>
                        <p:par>
                          <p:cTn id="84" fill="hold">
                            <p:stCondLst>
                              <p:cond delay="5000"/>
                            </p:stCondLst>
                            <p:childTnLst>
                              <p:par>
                                <p:cTn id="85" presetID="31" presetClass="entr" presetSubtype="0" fill="hold" grpId="0" nodeType="afterEffect">
                                  <p:stCondLst>
                                    <p:cond delay="0"/>
                                  </p:stCondLst>
                                  <p:childTnLst>
                                    <p:set>
                                      <p:cBhvr>
                                        <p:cTn id="86" dur="1" fill="hold">
                                          <p:stCondLst>
                                            <p:cond delay="0"/>
                                          </p:stCondLst>
                                        </p:cTn>
                                        <p:tgtEl>
                                          <p:spTgt spid="203"/>
                                        </p:tgtEl>
                                        <p:attrNameLst>
                                          <p:attrName>style.visibility</p:attrName>
                                        </p:attrNameLst>
                                      </p:cBhvr>
                                      <p:to>
                                        <p:strVal val="visible"/>
                                      </p:to>
                                    </p:set>
                                    <p:anim calcmode="lin" valueType="num">
                                      <p:cBhvr>
                                        <p:cTn id="87" dur="1000" fill="hold"/>
                                        <p:tgtEl>
                                          <p:spTgt spid="203"/>
                                        </p:tgtEl>
                                        <p:attrNameLst>
                                          <p:attrName>ppt_w</p:attrName>
                                        </p:attrNameLst>
                                      </p:cBhvr>
                                      <p:tavLst>
                                        <p:tav tm="0">
                                          <p:val>
                                            <p:fltVal val="0"/>
                                          </p:val>
                                        </p:tav>
                                        <p:tav tm="100000">
                                          <p:val>
                                            <p:strVal val="#ppt_w"/>
                                          </p:val>
                                        </p:tav>
                                      </p:tavLst>
                                    </p:anim>
                                    <p:anim calcmode="lin" valueType="num">
                                      <p:cBhvr>
                                        <p:cTn id="88" dur="1000" fill="hold"/>
                                        <p:tgtEl>
                                          <p:spTgt spid="203"/>
                                        </p:tgtEl>
                                        <p:attrNameLst>
                                          <p:attrName>ppt_h</p:attrName>
                                        </p:attrNameLst>
                                      </p:cBhvr>
                                      <p:tavLst>
                                        <p:tav tm="0">
                                          <p:val>
                                            <p:fltVal val="0"/>
                                          </p:val>
                                        </p:tav>
                                        <p:tav tm="100000">
                                          <p:val>
                                            <p:strVal val="#ppt_h"/>
                                          </p:val>
                                        </p:tav>
                                      </p:tavLst>
                                    </p:anim>
                                    <p:anim calcmode="lin" valueType="num">
                                      <p:cBhvr>
                                        <p:cTn id="89" dur="1000" fill="hold"/>
                                        <p:tgtEl>
                                          <p:spTgt spid="203"/>
                                        </p:tgtEl>
                                        <p:attrNameLst>
                                          <p:attrName>style.rotation</p:attrName>
                                        </p:attrNameLst>
                                      </p:cBhvr>
                                      <p:tavLst>
                                        <p:tav tm="0">
                                          <p:val>
                                            <p:fltVal val="90"/>
                                          </p:val>
                                        </p:tav>
                                        <p:tav tm="100000">
                                          <p:val>
                                            <p:fltVal val="0"/>
                                          </p:val>
                                        </p:tav>
                                      </p:tavLst>
                                    </p:anim>
                                    <p:animEffect transition="in" filter="fade">
                                      <p:cBhvr>
                                        <p:cTn id="90" dur="1000"/>
                                        <p:tgtEl>
                                          <p:spTgt spid="203"/>
                                        </p:tgtEl>
                                      </p:cBhvr>
                                    </p:animEffect>
                                  </p:childTnLst>
                                </p:cTn>
                              </p:par>
                            </p:childTnLst>
                          </p:cTn>
                        </p:par>
                        <p:par>
                          <p:cTn id="91" fill="hold">
                            <p:stCondLst>
                              <p:cond delay="6000"/>
                            </p:stCondLst>
                            <p:childTnLst>
                              <p:par>
                                <p:cTn id="92" presetID="42" presetClass="path" presetSubtype="0" accel="50000" decel="50000" fill="hold" grpId="1" nodeType="afterEffect">
                                  <p:stCondLst>
                                    <p:cond delay="0"/>
                                  </p:stCondLst>
                                  <p:childTnLst>
                                    <p:animMotion origin="layout" path="M 4.16667E-7 -3.7037E-6 L 0.29036 0.37037 " pathEditMode="relative" rAng="0" ptsTypes="AA">
                                      <p:cBhvr>
                                        <p:cTn id="93" dur="2000" fill="hold"/>
                                        <p:tgtEl>
                                          <p:spTgt spid="203"/>
                                        </p:tgtEl>
                                        <p:attrNameLst>
                                          <p:attrName>ppt_x</p:attrName>
                                          <p:attrName>ppt_y</p:attrName>
                                        </p:attrNameLst>
                                      </p:cBhvr>
                                      <p:rCtr x="14518" y="18519"/>
                                    </p:animMotion>
                                  </p:childTnLst>
                                </p:cTn>
                              </p:par>
                              <p:par>
                                <p:cTn id="94" presetID="31" presetClass="entr" presetSubtype="0" fill="hold" grpId="0" nodeType="withEffect">
                                  <p:stCondLst>
                                    <p:cond delay="0"/>
                                  </p:stCondLst>
                                  <p:childTnLst>
                                    <p:set>
                                      <p:cBhvr>
                                        <p:cTn id="95" dur="1" fill="hold">
                                          <p:stCondLst>
                                            <p:cond delay="0"/>
                                          </p:stCondLst>
                                        </p:cTn>
                                        <p:tgtEl>
                                          <p:spTgt spid="87"/>
                                        </p:tgtEl>
                                        <p:attrNameLst>
                                          <p:attrName>style.visibility</p:attrName>
                                        </p:attrNameLst>
                                      </p:cBhvr>
                                      <p:to>
                                        <p:strVal val="visible"/>
                                      </p:to>
                                    </p:set>
                                    <p:anim calcmode="lin" valueType="num">
                                      <p:cBhvr>
                                        <p:cTn id="96" dur="1000" fill="hold"/>
                                        <p:tgtEl>
                                          <p:spTgt spid="87"/>
                                        </p:tgtEl>
                                        <p:attrNameLst>
                                          <p:attrName>ppt_w</p:attrName>
                                        </p:attrNameLst>
                                      </p:cBhvr>
                                      <p:tavLst>
                                        <p:tav tm="0">
                                          <p:val>
                                            <p:fltVal val="0"/>
                                          </p:val>
                                        </p:tav>
                                        <p:tav tm="100000">
                                          <p:val>
                                            <p:strVal val="#ppt_w"/>
                                          </p:val>
                                        </p:tav>
                                      </p:tavLst>
                                    </p:anim>
                                    <p:anim calcmode="lin" valueType="num">
                                      <p:cBhvr>
                                        <p:cTn id="97" dur="1000" fill="hold"/>
                                        <p:tgtEl>
                                          <p:spTgt spid="87"/>
                                        </p:tgtEl>
                                        <p:attrNameLst>
                                          <p:attrName>ppt_h</p:attrName>
                                        </p:attrNameLst>
                                      </p:cBhvr>
                                      <p:tavLst>
                                        <p:tav tm="0">
                                          <p:val>
                                            <p:fltVal val="0"/>
                                          </p:val>
                                        </p:tav>
                                        <p:tav tm="100000">
                                          <p:val>
                                            <p:strVal val="#ppt_h"/>
                                          </p:val>
                                        </p:tav>
                                      </p:tavLst>
                                    </p:anim>
                                    <p:anim calcmode="lin" valueType="num">
                                      <p:cBhvr>
                                        <p:cTn id="98" dur="1000" fill="hold"/>
                                        <p:tgtEl>
                                          <p:spTgt spid="87"/>
                                        </p:tgtEl>
                                        <p:attrNameLst>
                                          <p:attrName>style.rotation</p:attrName>
                                        </p:attrNameLst>
                                      </p:cBhvr>
                                      <p:tavLst>
                                        <p:tav tm="0">
                                          <p:val>
                                            <p:fltVal val="90"/>
                                          </p:val>
                                        </p:tav>
                                        <p:tav tm="100000">
                                          <p:val>
                                            <p:fltVal val="0"/>
                                          </p:val>
                                        </p:tav>
                                      </p:tavLst>
                                    </p:anim>
                                    <p:animEffect transition="in" filter="fade">
                                      <p:cBhvr>
                                        <p:cTn id="99" dur="1000"/>
                                        <p:tgtEl>
                                          <p:spTgt spid="87"/>
                                        </p:tgtEl>
                                      </p:cBhvr>
                                    </p:animEffect>
                                  </p:childTnLst>
                                </p:cTn>
                              </p:par>
                              <p:par>
                                <p:cTn id="100" presetID="22" presetClass="entr" presetSubtype="4" fill="hold" nodeType="withEffect">
                                  <p:stCondLst>
                                    <p:cond delay="1000"/>
                                  </p:stCondLst>
                                  <p:childTnLst>
                                    <p:set>
                                      <p:cBhvr>
                                        <p:cTn id="101" dur="1" fill="hold">
                                          <p:stCondLst>
                                            <p:cond delay="0"/>
                                          </p:stCondLst>
                                        </p:cTn>
                                        <p:tgtEl>
                                          <p:spTgt spid="274"/>
                                        </p:tgtEl>
                                        <p:attrNameLst>
                                          <p:attrName>style.visibility</p:attrName>
                                        </p:attrNameLst>
                                      </p:cBhvr>
                                      <p:to>
                                        <p:strVal val="visible"/>
                                      </p:to>
                                    </p:set>
                                    <p:animEffect transition="in" filter="wipe(down)">
                                      <p:cBhvr>
                                        <p:cTn id="102" dur="500"/>
                                        <p:tgtEl>
                                          <p:spTgt spid="274"/>
                                        </p:tgtEl>
                                      </p:cBhvr>
                                    </p:animEffect>
                                  </p:childTnLst>
                                </p:cTn>
                              </p:par>
                            </p:childTnLst>
                          </p:cTn>
                        </p:par>
                        <p:par>
                          <p:cTn id="103" fill="hold">
                            <p:stCondLst>
                              <p:cond delay="8000"/>
                            </p:stCondLst>
                            <p:childTnLst>
                              <p:par>
                                <p:cTn id="104" presetID="22" presetClass="exit" presetSubtype="4" fill="hold" nodeType="afterEffect">
                                  <p:stCondLst>
                                    <p:cond delay="0"/>
                                  </p:stCondLst>
                                  <p:childTnLst>
                                    <p:animEffect transition="out" filter="wipe(down)">
                                      <p:cBhvr>
                                        <p:cTn id="105" dur="500"/>
                                        <p:tgtEl>
                                          <p:spTgt spid="306"/>
                                        </p:tgtEl>
                                      </p:cBhvr>
                                    </p:animEffect>
                                    <p:set>
                                      <p:cBhvr>
                                        <p:cTn id="106" dur="1" fill="hold">
                                          <p:stCondLst>
                                            <p:cond delay="499"/>
                                          </p:stCondLst>
                                        </p:cTn>
                                        <p:tgtEl>
                                          <p:spTgt spid="306"/>
                                        </p:tgtEl>
                                        <p:attrNameLst>
                                          <p:attrName>style.visibility</p:attrName>
                                        </p:attrNameLst>
                                      </p:cBhvr>
                                      <p:to>
                                        <p:strVal val="hidden"/>
                                      </p:to>
                                    </p:set>
                                  </p:childTnLst>
                                </p:cTn>
                              </p:par>
                              <p:par>
                                <p:cTn id="107" presetID="22" presetClass="entr" presetSubtype="8" fill="hold" nodeType="withEffect">
                                  <p:stCondLst>
                                    <p:cond delay="0"/>
                                  </p:stCondLst>
                                  <p:childTnLst>
                                    <p:set>
                                      <p:cBhvr>
                                        <p:cTn id="108" dur="1" fill="hold">
                                          <p:stCondLst>
                                            <p:cond delay="0"/>
                                          </p:stCondLst>
                                        </p:cTn>
                                        <p:tgtEl>
                                          <p:spTgt spid="307"/>
                                        </p:tgtEl>
                                        <p:attrNameLst>
                                          <p:attrName>style.visibility</p:attrName>
                                        </p:attrNameLst>
                                      </p:cBhvr>
                                      <p:to>
                                        <p:strVal val="visible"/>
                                      </p:to>
                                    </p:set>
                                    <p:animEffect transition="in" filter="wipe(left)">
                                      <p:cBhvr>
                                        <p:cTn id="109" dur="1000"/>
                                        <p:tgtEl>
                                          <p:spTgt spid="307"/>
                                        </p:tgtEl>
                                      </p:cBhvr>
                                    </p:animEffect>
                                  </p:childTnLst>
                                </p:cTn>
                              </p:par>
                              <p:par>
                                <p:cTn id="110" presetID="31" presetClass="entr" presetSubtype="0" fill="hold" grpId="0" nodeType="withEffect">
                                  <p:stCondLst>
                                    <p:cond delay="0"/>
                                  </p:stCondLst>
                                  <p:childTnLst>
                                    <p:set>
                                      <p:cBhvr>
                                        <p:cTn id="111" dur="1" fill="hold">
                                          <p:stCondLst>
                                            <p:cond delay="0"/>
                                          </p:stCondLst>
                                        </p:cTn>
                                        <p:tgtEl>
                                          <p:spTgt spid="282"/>
                                        </p:tgtEl>
                                        <p:attrNameLst>
                                          <p:attrName>style.visibility</p:attrName>
                                        </p:attrNameLst>
                                      </p:cBhvr>
                                      <p:to>
                                        <p:strVal val="visible"/>
                                      </p:to>
                                    </p:set>
                                    <p:anim calcmode="lin" valueType="num">
                                      <p:cBhvr>
                                        <p:cTn id="112" dur="1000" fill="hold"/>
                                        <p:tgtEl>
                                          <p:spTgt spid="282"/>
                                        </p:tgtEl>
                                        <p:attrNameLst>
                                          <p:attrName>ppt_w</p:attrName>
                                        </p:attrNameLst>
                                      </p:cBhvr>
                                      <p:tavLst>
                                        <p:tav tm="0">
                                          <p:val>
                                            <p:fltVal val="0"/>
                                          </p:val>
                                        </p:tav>
                                        <p:tav tm="100000">
                                          <p:val>
                                            <p:strVal val="#ppt_w"/>
                                          </p:val>
                                        </p:tav>
                                      </p:tavLst>
                                    </p:anim>
                                    <p:anim calcmode="lin" valueType="num">
                                      <p:cBhvr>
                                        <p:cTn id="113" dur="1000" fill="hold"/>
                                        <p:tgtEl>
                                          <p:spTgt spid="282"/>
                                        </p:tgtEl>
                                        <p:attrNameLst>
                                          <p:attrName>ppt_h</p:attrName>
                                        </p:attrNameLst>
                                      </p:cBhvr>
                                      <p:tavLst>
                                        <p:tav tm="0">
                                          <p:val>
                                            <p:fltVal val="0"/>
                                          </p:val>
                                        </p:tav>
                                        <p:tav tm="100000">
                                          <p:val>
                                            <p:strVal val="#ppt_h"/>
                                          </p:val>
                                        </p:tav>
                                      </p:tavLst>
                                    </p:anim>
                                    <p:anim calcmode="lin" valueType="num">
                                      <p:cBhvr>
                                        <p:cTn id="114" dur="1000" fill="hold"/>
                                        <p:tgtEl>
                                          <p:spTgt spid="282"/>
                                        </p:tgtEl>
                                        <p:attrNameLst>
                                          <p:attrName>style.rotation</p:attrName>
                                        </p:attrNameLst>
                                      </p:cBhvr>
                                      <p:tavLst>
                                        <p:tav tm="0">
                                          <p:val>
                                            <p:fltVal val="90"/>
                                          </p:val>
                                        </p:tav>
                                        <p:tav tm="100000">
                                          <p:val>
                                            <p:fltVal val="0"/>
                                          </p:val>
                                        </p:tav>
                                      </p:tavLst>
                                    </p:anim>
                                    <p:animEffect transition="in" filter="fade">
                                      <p:cBhvr>
                                        <p:cTn id="115" dur="1000"/>
                                        <p:tgtEl>
                                          <p:spTgt spid="282"/>
                                        </p:tgtEl>
                                      </p:cBhvr>
                                    </p:animEffect>
                                  </p:childTnLst>
                                </p:cTn>
                              </p:par>
                            </p:childTnLst>
                          </p:cTn>
                        </p:par>
                        <p:par>
                          <p:cTn id="116" fill="hold">
                            <p:stCondLst>
                              <p:cond delay="9000"/>
                            </p:stCondLst>
                            <p:childTnLst>
                              <p:par>
                                <p:cTn id="117" presetID="22" presetClass="entr" presetSubtype="1" fill="hold" nodeType="afterEffect">
                                  <p:stCondLst>
                                    <p:cond delay="0"/>
                                  </p:stCondLst>
                                  <p:childTnLst>
                                    <p:set>
                                      <p:cBhvr>
                                        <p:cTn id="118" dur="1" fill="hold">
                                          <p:stCondLst>
                                            <p:cond delay="0"/>
                                          </p:stCondLst>
                                        </p:cTn>
                                        <p:tgtEl>
                                          <p:spTgt spid="283"/>
                                        </p:tgtEl>
                                        <p:attrNameLst>
                                          <p:attrName>style.visibility</p:attrName>
                                        </p:attrNameLst>
                                      </p:cBhvr>
                                      <p:to>
                                        <p:strVal val="visible"/>
                                      </p:to>
                                    </p:set>
                                    <p:animEffect transition="in" filter="wipe(up)">
                                      <p:cBhvr>
                                        <p:cTn id="119" dur="500"/>
                                        <p:tgtEl>
                                          <p:spTgt spid="283"/>
                                        </p:tgtEl>
                                      </p:cBhvr>
                                    </p:animEffect>
                                  </p:childTnLst>
                                </p:cTn>
                              </p:par>
                            </p:childTnLst>
                          </p:cTn>
                        </p:par>
                      </p:childTnLst>
                    </p:cTn>
                  </p:par>
                  <p:par>
                    <p:cTn id="120" fill="hold">
                      <p:stCondLst>
                        <p:cond delay="indefinite"/>
                      </p:stCondLst>
                      <p:childTnLst>
                        <p:par>
                          <p:cTn id="121" fill="hold">
                            <p:stCondLst>
                              <p:cond delay="0"/>
                            </p:stCondLst>
                            <p:childTnLst>
                              <p:par>
                                <p:cTn id="122" presetID="22" presetClass="exit" presetSubtype="4" fill="hold" nodeType="clickEffect">
                                  <p:stCondLst>
                                    <p:cond delay="0"/>
                                  </p:stCondLst>
                                  <p:childTnLst>
                                    <p:animEffect transition="out" filter="wipe(down)">
                                      <p:cBhvr>
                                        <p:cTn id="123" dur="500"/>
                                        <p:tgtEl>
                                          <p:spTgt spid="307"/>
                                        </p:tgtEl>
                                      </p:cBhvr>
                                    </p:animEffect>
                                    <p:set>
                                      <p:cBhvr>
                                        <p:cTn id="124" dur="1" fill="hold">
                                          <p:stCondLst>
                                            <p:cond delay="499"/>
                                          </p:stCondLst>
                                        </p:cTn>
                                        <p:tgtEl>
                                          <p:spTgt spid="307"/>
                                        </p:tgtEl>
                                        <p:attrNameLst>
                                          <p:attrName>style.visibility</p:attrName>
                                        </p:attrNameLst>
                                      </p:cBhvr>
                                      <p:to>
                                        <p:strVal val="hidden"/>
                                      </p:to>
                                    </p:set>
                                  </p:childTnLst>
                                </p:cTn>
                              </p:par>
                            </p:childTnLst>
                          </p:cTn>
                        </p:par>
                      </p:childTnLst>
                    </p:cTn>
                  </p:par>
                  <p:par>
                    <p:cTn id="125" fill="hold">
                      <p:stCondLst>
                        <p:cond delay="indefinite"/>
                      </p:stCondLst>
                      <p:childTnLst>
                        <p:par>
                          <p:cTn id="126" fill="hold">
                            <p:stCondLst>
                              <p:cond delay="0"/>
                            </p:stCondLst>
                            <p:childTnLst>
                              <p:par>
                                <p:cTn id="127" presetID="63" presetClass="path" presetSubtype="0" accel="50000" decel="50000" fill="hold" nodeType="clickEffect">
                                  <p:stCondLst>
                                    <p:cond delay="0"/>
                                  </p:stCondLst>
                                  <p:childTnLst>
                                    <p:animMotion origin="layout" path="M 2.08333E-7 1.48148E-6 L 0.04023 0.00023 " pathEditMode="relative" rAng="0" ptsTypes="AA">
                                      <p:cBhvr>
                                        <p:cTn id="128" dur="2000" fill="hold"/>
                                        <p:tgtEl>
                                          <p:spTgt spid="281"/>
                                        </p:tgtEl>
                                        <p:attrNameLst>
                                          <p:attrName>ppt_x</p:attrName>
                                          <p:attrName>ppt_y</p:attrName>
                                        </p:attrNameLst>
                                      </p:cBhvr>
                                      <p:rCtr x="2005" y="0"/>
                                    </p:animMotion>
                                  </p:childTnLst>
                                </p:cTn>
                              </p:par>
                            </p:childTnLst>
                          </p:cTn>
                        </p:par>
                        <p:par>
                          <p:cTn id="129" fill="hold">
                            <p:stCondLst>
                              <p:cond delay="2000"/>
                            </p:stCondLst>
                            <p:childTnLst>
                              <p:par>
                                <p:cTn id="130" presetID="53" presetClass="entr" presetSubtype="16" fill="hold" grpId="0" nodeType="afterEffect">
                                  <p:stCondLst>
                                    <p:cond delay="0"/>
                                  </p:stCondLst>
                                  <p:childTnLst>
                                    <p:set>
                                      <p:cBhvr>
                                        <p:cTn id="131" dur="1" fill="hold">
                                          <p:stCondLst>
                                            <p:cond delay="0"/>
                                          </p:stCondLst>
                                        </p:cTn>
                                        <p:tgtEl>
                                          <p:spTgt spid="315"/>
                                        </p:tgtEl>
                                        <p:attrNameLst>
                                          <p:attrName>style.visibility</p:attrName>
                                        </p:attrNameLst>
                                      </p:cBhvr>
                                      <p:to>
                                        <p:strVal val="visible"/>
                                      </p:to>
                                    </p:set>
                                    <p:anim calcmode="lin" valueType="num">
                                      <p:cBhvr>
                                        <p:cTn id="132" dur="500" fill="hold"/>
                                        <p:tgtEl>
                                          <p:spTgt spid="315"/>
                                        </p:tgtEl>
                                        <p:attrNameLst>
                                          <p:attrName>ppt_w</p:attrName>
                                        </p:attrNameLst>
                                      </p:cBhvr>
                                      <p:tavLst>
                                        <p:tav tm="0">
                                          <p:val>
                                            <p:fltVal val="0"/>
                                          </p:val>
                                        </p:tav>
                                        <p:tav tm="100000">
                                          <p:val>
                                            <p:strVal val="#ppt_w"/>
                                          </p:val>
                                        </p:tav>
                                      </p:tavLst>
                                    </p:anim>
                                    <p:anim calcmode="lin" valueType="num">
                                      <p:cBhvr>
                                        <p:cTn id="133" dur="500" fill="hold"/>
                                        <p:tgtEl>
                                          <p:spTgt spid="315"/>
                                        </p:tgtEl>
                                        <p:attrNameLst>
                                          <p:attrName>ppt_h</p:attrName>
                                        </p:attrNameLst>
                                      </p:cBhvr>
                                      <p:tavLst>
                                        <p:tav tm="0">
                                          <p:val>
                                            <p:fltVal val="0"/>
                                          </p:val>
                                        </p:tav>
                                        <p:tav tm="100000">
                                          <p:val>
                                            <p:strVal val="#ppt_h"/>
                                          </p:val>
                                        </p:tav>
                                      </p:tavLst>
                                    </p:anim>
                                    <p:animEffect transition="in" filter="fade">
                                      <p:cBhvr>
                                        <p:cTn id="134" dur="500"/>
                                        <p:tgtEl>
                                          <p:spTgt spid="315"/>
                                        </p:tgtEl>
                                      </p:cBhvr>
                                    </p:animEffect>
                                  </p:childTnLst>
                                </p:cTn>
                              </p:par>
                            </p:childTnLst>
                          </p:cTn>
                        </p:par>
                        <p:par>
                          <p:cTn id="135" fill="hold">
                            <p:stCondLst>
                              <p:cond delay="2500"/>
                            </p:stCondLst>
                            <p:childTnLst>
                              <p:par>
                                <p:cTn id="136" presetID="63" presetClass="path" presetSubtype="0" accel="50000" decel="50000" fill="hold" nodeType="afterEffect">
                                  <p:stCondLst>
                                    <p:cond delay="0"/>
                                  </p:stCondLst>
                                  <p:childTnLst>
                                    <p:animMotion origin="layout" path="M -2.29167E-6 -4.81481E-6 L 0.04024 0.00024 " pathEditMode="relative" rAng="0" ptsTypes="AA">
                                      <p:cBhvr>
                                        <p:cTn id="137" dur="2000" fill="hold"/>
                                        <p:tgtEl>
                                          <p:spTgt spid="121"/>
                                        </p:tgtEl>
                                        <p:attrNameLst>
                                          <p:attrName>ppt_x</p:attrName>
                                          <p:attrName>ppt_y</p:attrName>
                                        </p:attrNameLst>
                                      </p:cBhvr>
                                      <p:rCtr x="2005" y="0"/>
                                    </p:animMotion>
                                  </p:childTnLst>
                                </p:cTn>
                              </p:par>
                            </p:childTnLst>
                          </p:cTn>
                        </p:par>
                        <p:par>
                          <p:cTn id="138" fill="hold">
                            <p:stCondLst>
                              <p:cond delay="4500"/>
                            </p:stCondLst>
                            <p:childTnLst>
                              <p:par>
                                <p:cTn id="139" presetID="31" presetClass="entr" presetSubtype="0" fill="hold" grpId="0" nodeType="afterEffect">
                                  <p:stCondLst>
                                    <p:cond delay="0"/>
                                  </p:stCondLst>
                                  <p:childTnLst>
                                    <p:set>
                                      <p:cBhvr>
                                        <p:cTn id="140" dur="1" fill="hold">
                                          <p:stCondLst>
                                            <p:cond delay="0"/>
                                          </p:stCondLst>
                                        </p:cTn>
                                        <p:tgtEl>
                                          <p:spTgt spid="133"/>
                                        </p:tgtEl>
                                        <p:attrNameLst>
                                          <p:attrName>style.visibility</p:attrName>
                                        </p:attrNameLst>
                                      </p:cBhvr>
                                      <p:to>
                                        <p:strVal val="visible"/>
                                      </p:to>
                                    </p:set>
                                    <p:anim calcmode="lin" valueType="num">
                                      <p:cBhvr>
                                        <p:cTn id="141" dur="1000" fill="hold"/>
                                        <p:tgtEl>
                                          <p:spTgt spid="133"/>
                                        </p:tgtEl>
                                        <p:attrNameLst>
                                          <p:attrName>ppt_w</p:attrName>
                                        </p:attrNameLst>
                                      </p:cBhvr>
                                      <p:tavLst>
                                        <p:tav tm="0">
                                          <p:val>
                                            <p:fltVal val="0"/>
                                          </p:val>
                                        </p:tav>
                                        <p:tav tm="100000">
                                          <p:val>
                                            <p:strVal val="#ppt_w"/>
                                          </p:val>
                                        </p:tav>
                                      </p:tavLst>
                                    </p:anim>
                                    <p:anim calcmode="lin" valueType="num">
                                      <p:cBhvr>
                                        <p:cTn id="142" dur="1000" fill="hold"/>
                                        <p:tgtEl>
                                          <p:spTgt spid="133"/>
                                        </p:tgtEl>
                                        <p:attrNameLst>
                                          <p:attrName>ppt_h</p:attrName>
                                        </p:attrNameLst>
                                      </p:cBhvr>
                                      <p:tavLst>
                                        <p:tav tm="0">
                                          <p:val>
                                            <p:fltVal val="0"/>
                                          </p:val>
                                        </p:tav>
                                        <p:tav tm="100000">
                                          <p:val>
                                            <p:strVal val="#ppt_h"/>
                                          </p:val>
                                        </p:tav>
                                      </p:tavLst>
                                    </p:anim>
                                    <p:anim calcmode="lin" valueType="num">
                                      <p:cBhvr>
                                        <p:cTn id="143" dur="1000" fill="hold"/>
                                        <p:tgtEl>
                                          <p:spTgt spid="133"/>
                                        </p:tgtEl>
                                        <p:attrNameLst>
                                          <p:attrName>style.rotation</p:attrName>
                                        </p:attrNameLst>
                                      </p:cBhvr>
                                      <p:tavLst>
                                        <p:tav tm="0">
                                          <p:val>
                                            <p:fltVal val="90"/>
                                          </p:val>
                                        </p:tav>
                                        <p:tav tm="100000">
                                          <p:val>
                                            <p:fltVal val="0"/>
                                          </p:val>
                                        </p:tav>
                                      </p:tavLst>
                                    </p:anim>
                                    <p:animEffect transition="in" filter="fade">
                                      <p:cBhvr>
                                        <p:cTn id="144" dur="1000"/>
                                        <p:tgtEl>
                                          <p:spTgt spid="133"/>
                                        </p:tgtEl>
                                      </p:cBhvr>
                                    </p:animEffect>
                                  </p:childTnLst>
                                </p:cTn>
                              </p:par>
                            </p:childTnLst>
                          </p:cTn>
                        </p:par>
                        <p:par>
                          <p:cTn id="145" fill="hold">
                            <p:stCondLst>
                              <p:cond delay="5500"/>
                            </p:stCondLst>
                            <p:childTnLst>
                              <p:par>
                                <p:cTn id="146" presetID="42" presetClass="path" presetSubtype="0" accel="50000" decel="50000" fill="hold" grpId="1" nodeType="afterEffect">
                                  <p:stCondLst>
                                    <p:cond delay="0"/>
                                  </p:stCondLst>
                                  <p:childTnLst>
                                    <p:animMotion origin="layout" path="M 8.33333E-7 -3.7037E-6 L 0.29674 0.36968 " pathEditMode="relative" rAng="0" ptsTypes="AA">
                                      <p:cBhvr>
                                        <p:cTn id="147" dur="2000" fill="hold"/>
                                        <p:tgtEl>
                                          <p:spTgt spid="133"/>
                                        </p:tgtEl>
                                        <p:attrNameLst>
                                          <p:attrName>ppt_x</p:attrName>
                                          <p:attrName>ppt_y</p:attrName>
                                        </p:attrNameLst>
                                      </p:cBhvr>
                                      <p:rCtr x="14831" y="18472"/>
                                    </p:animMotion>
                                  </p:childTnLst>
                                </p:cTn>
                              </p:par>
                              <p:par>
                                <p:cTn id="148" presetID="31" presetClass="entr" presetSubtype="0" fill="hold" grpId="0" nodeType="withEffect">
                                  <p:stCondLst>
                                    <p:cond delay="1000"/>
                                  </p:stCondLst>
                                  <p:childTnLst>
                                    <p:set>
                                      <p:cBhvr>
                                        <p:cTn id="149" dur="1" fill="hold">
                                          <p:stCondLst>
                                            <p:cond delay="0"/>
                                          </p:stCondLst>
                                        </p:cTn>
                                        <p:tgtEl>
                                          <p:spTgt spid="157"/>
                                        </p:tgtEl>
                                        <p:attrNameLst>
                                          <p:attrName>style.visibility</p:attrName>
                                        </p:attrNameLst>
                                      </p:cBhvr>
                                      <p:to>
                                        <p:strVal val="visible"/>
                                      </p:to>
                                    </p:set>
                                    <p:anim calcmode="lin" valueType="num">
                                      <p:cBhvr>
                                        <p:cTn id="150" dur="1000" fill="hold"/>
                                        <p:tgtEl>
                                          <p:spTgt spid="157"/>
                                        </p:tgtEl>
                                        <p:attrNameLst>
                                          <p:attrName>ppt_w</p:attrName>
                                        </p:attrNameLst>
                                      </p:cBhvr>
                                      <p:tavLst>
                                        <p:tav tm="0">
                                          <p:val>
                                            <p:fltVal val="0"/>
                                          </p:val>
                                        </p:tav>
                                        <p:tav tm="100000">
                                          <p:val>
                                            <p:strVal val="#ppt_w"/>
                                          </p:val>
                                        </p:tav>
                                      </p:tavLst>
                                    </p:anim>
                                    <p:anim calcmode="lin" valueType="num">
                                      <p:cBhvr>
                                        <p:cTn id="151" dur="1000" fill="hold"/>
                                        <p:tgtEl>
                                          <p:spTgt spid="157"/>
                                        </p:tgtEl>
                                        <p:attrNameLst>
                                          <p:attrName>ppt_h</p:attrName>
                                        </p:attrNameLst>
                                      </p:cBhvr>
                                      <p:tavLst>
                                        <p:tav tm="0">
                                          <p:val>
                                            <p:fltVal val="0"/>
                                          </p:val>
                                        </p:tav>
                                        <p:tav tm="100000">
                                          <p:val>
                                            <p:strVal val="#ppt_h"/>
                                          </p:val>
                                        </p:tav>
                                      </p:tavLst>
                                    </p:anim>
                                    <p:anim calcmode="lin" valueType="num">
                                      <p:cBhvr>
                                        <p:cTn id="152" dur="1000" fill="hold"/>
                                        <p:tgtEl>
                                          <p:spTgt spid="157"/>
                                        </p:tgtEl>
                                        <p:attrNameLst>
                                          <p:attrName>style.rotation</p:attrName>
                                        </p:attrNameLst>
                                      </p:cBhvr>
                                      <p:tavLst>
                                        <p:tav tm="0">
                                          <p:val>
                                            <p:fltVal val="90"/>
                                          </p:val>
                                        </p:tav>
                                        <p:tav tm="100000">
                                          <p:val>
                                            <p:fltVal val="0"/>
                                          </p:val>
                                        </p:tav>
                                      </p:tavLst>
                                    </p:anim>
                                    <p:animEffect transition="in" filter="fade">
                                      <p:cBhvr>
                                        <p:cTn id="153" dur="1000"/>
                                        <p:tgtEl>
                                          <p:spTgt spid="157"/>
                                        </p:tgtEl>
                                      </p:cBhvr>
                                    </p:animEffect>
                                  </p:childTnLst>
                                </p:cTn>
                              </p:par>
                            </p:childTnLst>
                          </p:cTn>
                        </p:par>
                        <p:par>
                          <p:cTn id="154" fill="hold">
                            <p:stCondLst>
                              <p:cond delay="7500"/>
                            </p:stCondLst>
                            <p:childTnLst>
                              <p:par>
                                <p:cTn id="155" presetID="22" presetClass="entr" presetSubtype="4" fill="hold" nodeType="afterEffect">
                                  <p:stCondLst>
                                    <p:cond delay="0"/>
                                  </p:stCondLst>
                                  <p:childTnLst>
                                    <p:set>
                                      <p:cBhvr>
                                        <p:cTn id="156" dur="1" fill="hold">
                                          <p:stCondLst>
                                            <p:cond delay="0"/>
                                          </p:stCondLst>
                                        </p:cTn>
                                        <p:tgtEl>
                                          <p:spTgt spid="158"/>
                                        </p:tgtEl>
                                        <p:attrNameLst>
                                          <p:attrName>style.visibility</p:attrName>
                                        </p:attrNameLst>
                                      </p:cBhvr>
                                      <p:to>
                                        <p:strVal val="visible"/>
                                      </p:to>
                                    </p:set>
                                    <p:animEffect transition="in" filter="wipe(down)">
                                      <p:cBhvr>
                                        <p:cTn id="157" dur="500"/>
                                        <p:tgtEl>
                                          <p:spTgt spid="158"/>
                                        </p:tgtEl>
                                      </p:cBhvr>
                                    </p:animEffect>
                                  </p:childTnLst>
                                </p:cTn>
                              </p:par>
                              <p:par>
                                <p:cTn id="158" presetID="31" presetClass="entr" presetSubtype="0" fill="hold" grpId="0" nodeType="withEffect">
                                  <p:stCondLst>
                                    <p:cond delay="0"/>
                                  </p:stCondLst>
                                  <p:childTnLst>
                                    <p:set>
                                      <p:cBhvr>
                                        <p:cTn id="159" dur="1" fill="hold">
                                          <p:stCondLst>
                                            <p:cond delay="0"/>
                                          </p:stCondLst>
                                        </p:cTn>
                                        <p:tgtEl>
                                          <p:spTgt spid="159"/>
                                        </p:tgtEl>
                                        <p:attrNameLst>
                                          <p:attrName>style.visibility</p:attrName>
                                        </p:attrNameLst>
                                      </p:cBhvr>
                                      <p:to>
                                        <p:strVal val="visible"/>
                                      </p:to>
                                    </p:set>
                                    <p:anim calcmode="lin" valueType="num">
                                      <p:cBhvr>
                                        <p:cTn id="160" dur="1000" fill="hold"/>
                                        <p:tgtEl>
                                          <p:spTgt spid="159"/>
                                        </p:tgtEl>
                                        <p:attrNameLst>
                                          <p:attrName>ppt_w</p:attrName>
                                        </p:attrNameLst>
                                      </p:cBhvr>
                                      <p:tavLst>
                                        <p:tav tm="0">
                                          <p:val>
                                            <p:fltVal val="0"/>
                                          </p:val>
                                        </p:tav>
                                        <p:tav tm="100000">
                                          <p:val>
                                            <p:strVal val="#ppt_w"/>
                                          </p:val>
                                        </p:tav>
                                      </p:tavLst>
                                    </p:anim>
                                    <p:anim calcmode="lin" valueType="num">
                                      <p:cBhvr>
                                        <p:cTn id="161" dur="1000" fill="hold"/>
                                        <p:tgtEl>
                                          <p:spTgt spid="159"/>
                                        </p:tgtEl>
                                        <p:attrNameLst>
                                          <p:attrName>ppt_h</p:attrName>
                                        </p:attrNameLst>
                                      </p:cBhvr>
                                      <p:tavLst>
                                        <p:tav tm="0">
                                          <p:val>
                                            <p:fltVal val="0"/>
                                          </p:val>
                                        </p:tav>
                                        <p:tav tm="100000">
                                          <p:val>
                                            <p:strVal val="#ppt_h"/>
                                          </p:val>
                                        </p:tav>
                                      </p:tavLst>
                                    </p:anim>
                                    <p:anim calcmode="lin" valueType="num">
                                      <p:cBhvr>
                                        <p:cTn id="162" dur="1000" fill="hold"/>
                                        <p:tgtEl>
                                          <p:spTgt spid="159"/>
                                        </p:tgtEl>
                                        <p:attrNameLst>
                                          <p:attrName>style.rotation</p:attrName>
                                        </p:attrNameLst>
                                      </p:cBhvr>
                                      <p:tavLst>
                                        <p:tav tm="0">
                                          <p:val>
                                            <p:fltVal val="90"/>
                                          </p:val>
                                        </p:tav>
                                        <p:tav tm="100000">
                                          <p:val>
                                            <p:fltVal val="0"/>
                                          </p:val>
                                        </p:tav>
                                      </p:tavLst>
                                    </p:anim>
                                    <p:animEffect transition="in" filter="fade">
                                      <p:cBhvr>
                                        <p:cTn id="163" dur="1000"/>
                                        <p:tgtEl>
                                          <p:spTgt spid="159"/>
                                        </p:tgtEl>
                                      </p:cBhvr>
                                    </p:animEffect>
                                  </p:childTnLst>
                                </p:cTn>
                              </p:par>
                            </p:childTnLst>
                          </p:cTn>
                        </p:par>
                        <p:par>
                          <p:cTn id="164" fill="hold">
                            <p:stCondLst>
                              <p:cond delay="8500"/>
                            </p:stCondLst>
                            <p:childTnLst>
                              <p:par>
                                <p:cTn id="165" presetID="22" presetClass="entr" presetSubtype="1" fill="hold" nodeType="afterEffect">
                                  <p:stCondLst>
                                    <p:cond delay="0"/>
                                  </p:stCondLst>
                                  <p:childTnLst>
                                    <p:set>
                                      <p:cBhvr>
                                        <p:cTn id="166" dur="1" fill="hold">
                                          <p:stCondLst>
                                            <p:cond delay="0"/>
                                          </p:stCondLst>
                                        </p:cTn>
                                        <p:tgtEl>
                                          <p:spTgt spid="160"/>
                                        </p:tgtEl>
                                        <p:attrNameLst>
                                          <p:attrName>style.visibility</p:attrName>
                                        </p:attrNameLst>
                                      </p:cBhvr>
                                      <p:to>
                                        <p:strVal val="visible"/>
                                      </p:to>
                                    </p:set>
                                    <p:animEffect transition="in" filter="wipe(up)">
                                      <p:cBhvr>
                                        <p:cTn id="167" dur="500"/>
                                        <p:tgtEl>
                                          <p:spTgt spid="160"/>
                                        </p:tgtEl>
                                      </p:cBhvr>
                                    </p:animEffect>
                                  </p:childTnLst>
                                </p:cTn>
                              </p:par>
                            </p:childTnLst>
                          </p:cTn>
                        </p:par>
                      </p:childTnLst>
                    </p:cTn>
                  </p:par>
                  <p:par>
                    <p:cTn id="168" fill="hold">
                      <p:stCondLst>
                        <p:cond delay="indefinite"/>
                      </p:stCondLst>
                      <p:childTnLst>
                        <p:par>
                          <p:cTn id="169" fill="hold">
                            <p:stCondLst>
                              <p:cond delay="0"/>
                            </p:stCondLst>
                            <p:childTnLst>
                              <p:par>
                                <p:cTn id="170" presetID="63" presetClass="path" presetSubtype="0" accel="50000" decel="50000" fill="hold" nodeType="clickEffect">
                                  <p:stCondLst>
                                    <p:cond delay="0"/>
                                  </p:stCondLst>
                                  <p:childTnLst>
                                    <p:animMotion origin="layout" path="M 0.04023 0.00023 L 0.07669 0.00069 " pathEditMode="relative" rAng="0" ptsTypes="AA">
                                      <p:cBhvr>
                                        <p:cTn id="171" dur="2000" fill="hold"/>
                                        <p:tgtEl>
                                          <p:spTgt spid="281"/>
                                        </p:tgtEl>
                                        <p:attrNameLst>
                                          <p:attrName>ppt_x</p:attrName>
                                          <p:attrName>ppt_y</p:attrName>
                                        </p:attrNameLst>
                                      </p:cBhvr>
                                      <p:rCtr x="1823" y="23"/>
                                    </p:animMotion>
                                  </p:childTnLst>
                                </p:cTn>
                              </p:par>
                            </p:childTnLst>
                          </p:cTn>
                        </p:par>
                        <p:par>
                          <p:cTn id="172" fill="hold">
                            <p:stCondLst>
                              <p:cond delay="2000"/>
                            </p:stCondLst>
                            <p:childTnLst>
                              <p:par>
                                <p:cTn id="173" presetID="32" presetClass="emph" presetSubtype="0" fill="hold" grpId="8" nodeType="afterEffect">
                                  <p:stCondLst>
                                    <p:cond delay="0"/>
                                  </p:stCondLst>
                                  <p:childTnLst>
                                    <p:animRot by="120000">
                                      <p:cBhvr>
                                        <p:cTn id="174" dur="100" fill="hold">
                                          <p:stCondLst>
                                            <p:cond delay="0"/>
                                          </p:stCondLst>
                                        </p:cTn>
                                        <p:tgtEl>
                                          <p:spTgt spid="315"/>
                                        </p:tgtEl>
                                        <p:attrNameLst>
                                          <p:attrName>r</p:attrName>
                                        </p:attrNameLst>
                                      </p:cBhvr>
                                    </p:animRot>
                                    <p:animRot by="-240000">
                                      <p:cBhvr>
                                        <p:cTn id="175" dur="200" fill="hold">
                                          <p:stCondLst>
                                            <p:cond delay="200"/>
                                          </p:stCondLst>
                                        </p:cTn>
                                        <p:tgtEl>
                                          <p:spTgt spid="315"/>
                                        </p:tgtEl>
                                        <p:attrNameLst>
                                          <p:attrName>r</p:attrName>
                                        </p:attrNameLst>
                                      </p:cBhvr>
                                    </p:animRot>
                                    <p:animRot by="240000">
                                      <p:cBhvr>
                                        <p:cTn id="176" dur="200" fill="hold">
                                          <p:stCondLst>
                                            <p:cond delay="400"/>
                                          </p:stCondLst>
                                        </p:cTn>
                                        <p:tgtEl>
                                          <p:spTgt spid="315"/>
                                        </p:tgtEl>
                                        <p:attrNameLst>
                                          <p:attrName>r</p:attrName>
                                        </p:attrNameLst>
                                      </p:cBhvr>
                                    </p:animRot>
                                    <p:animRot by="-240000">
                                      <p:cBhvr>
                                        <p:cTn id="177" dur="200" fill="hold">
                                          <p:stCondLst>
                                            <p:cond delay="600"/>
                                          </p:stCondLst>
                                        </p:cTn>
                                        <p:tgtEl>
                                          <p:spTgt spid="315"/>
                                        </p:tgtEl>
                                        <p:attrNameLst>
                                          <p:attrName>r</p:attrName>
                                        </p:attrNameLst>
                                      </p:cBhvr>
                                    </p:animRot>
                                    <p:animRot by="120000">
                                      <p:cBhvr>
                                        <p:cTn id="178" dur="200" fill="hold">
                                          <p:stCondLst>
                                            <p:cond delay="800"/>
                                          </p:stCondLst>
                                        </p:cTn>
                                        <p:tgtEl>
                                          <p:spTgt spid="315"/>
                                        </p:tgtEl>
                                        <p:attrNameLst>
                                          <p:attrName>r</p:attrName>
                                        </p:attrNameLst>
                                      </p:cBhvr>
                                    </p:animRot>
                                  </p:childTnLst>
                                </p:cTn>
                              </p:par>
                            </p:childTnLst>
                          </p:cTn>
                        </p:par>
                        <p:par>
                          <p:cTn id="179" fill="hold">
                            <p:stCondLst>
                              <p:cond delay="10000"/>
                            </p:stCondLst>
                            <p:childTnLst>
                              <p:par>
                                <p:cTn id="180" presetID="63" presetClass="path" presetSubtype="0" accel="50000" decel="50000" fill="hold" nodeType="afterEffect">
                                  <p:stCondLst>
                                    <p:cond delay="0"/>
                                  </p:stCondLst>
                                  <p:childTnLst>
                                    <p:animMotion origin="layout" path="M 0.04024 0.00024 L -0.21836 0.00163 " pathEditMode="relative" rAng="0" ptsTypes="AA">
                                      <p:cBhvr>
                                        <p:cTn id="181" dur="2000" fill="hold"/>
                                        <p:tgtEl>
                                          <p:spTgt spid="121"/>
                                        </p:tgtEl>
                                        <p:attrNameLst>
                                          <p:attrName>ppt_x</p:attrName>
                                          <p:attrName>ppt_y</p:attrName>
                                        </p:attrNameLst>
                                      </p:cBhvr>
                                      <p:rCtr x="-12930" y="69"/>
                                    </p:animMotion>
                                  </p:childTnLst>
                                </p:cTn>
                              </p:par>
                            </p:childTnLst>
                          </p:cTn>
                        </p:par>
                        <p:par>
                          <p:cTn id="182" fill="hold">
                            <p:stCondLst>
                              <p:cond delay="12000"/>
                            </p:stCondLst>
                            <p:childTnLst>
                              <p:par>
                                <p:cTn id="183" presetID="31" presetClass="entr" presetSubtype="0" fill="hold" grpId="0" nodeType="afterEffect">
                                  <p:stCondLst>
                                    <p:cond delay="0"/>
                                  </p:stCondLst>
                                  <p:childTnLst>
                                    <p:set>
                                      <p:cBhvr>
                                        <p:cTn id="184" dur="1" fill="hold">
                                          <p:stCondLst>
                                            <p:cond delay="0"/>
                                          </p:stCondLst>
                                        </p:cTn>
                                        <p:tgtEl>
                                          <p:spTgt spid="161"/>
                                        </p:tgtEl>
                                        <p:attrNameLst>
                                          <p:attrName>style.visibility</p:attrName>
                                        </p:attrNameLst>
                                      </p:cBhvr>
                                      <p:to>
                                        <p:strVal val="visible"/>
                                      </p:to>
                                    </p:set>
                                    <p:anim calcmode="lin" valueType="num">
                                      <p:cBhvr>
                                        <p:cTn id="185" dur="1000" fill="hold"/>
                                        <p:tgtEl>
                                          <p:spTgt spid="161"/>
                                        </p:tgtEl>
                                        <p:attrNameLst>
                                          <p:attrName>ppt_w</p:attrName>
                                        </p:attrNameLst>
                                      </p:cBhvr>
                                      <p:tavLst>
                                        <p:tav tm="0">
                                          <p:val>
                                            <p:fltVal val="0"/>
                                          </p:val>
                                        </p:tav>
                                        <p:tav tm="100000">
                                          <p:val>
                                            <p:strVal val="#ppt_w"/>
                                          </p:val>
                                        </p:tav>
                                      </p:tavLst>
                                    </p:anim>
                                    <p:anim calcmode="lin" valueType="num">
                                      <p:cBhvr>
                                        <p:cTn id="186" dur="1000" fill="hold"/>
                                        <p:tgtEl>
                                          <p:spTgt spid="161"/>
                                        </p:tgtEl>
                                        <p:attrNameLst>
                                          <p:attrName>ppt_h</p:attrName>
                                        </p:attrNameLst>
                                      </p:cBhvr>
                                      <p:tavLst>
                                        <p:tav tm="0">
                                          <p:val>
                                            <p:fltVal val="0"/>
                                          </p:val>
                                        </p:tav>
                                        <p:tav tm="100000">
                                          <p:val>
                                            <p:strVal val="#ppt_h"/>
                                          </p:val>
                                        </p:tav>
                                      </p:tavLst>
                                    </p:anim>
                                    <p:anim calcmode="lin" valueType="num">
                                      <p:cBhvr>
                                        <p:cTn id="187" dur="1000" fill="hold"/>
                                        <p:tgtEl>
                                          <p:spTgt spid="161"/>
                                        </p:tgtEl>
                                        <p:attrNameLst>
                                          <p:attrName>style.rotation</p:attrName>
                                        </p:attrNameLst>
                                      </p:cBhvr>
                                      <p:tavLst>
                                        <p:tav tm="0">
                                          <p:val>
                                            <p:fltVal val="90"/>
                                          </p:val>
                                        </p:tav>
                                        <p:tav tm="100000">
                                          <p:val>
                                            <p:fltVal val="0"/>
                                          </p:val>
                                        </p:tav>
                                      </p:tavLst>
                                    </p:anim>
                                    <p:animEffect transition="in" filter="fade">
                                      <p:cBhvr>
                                        <p:cTn id="188" dur="1000"/>
                                        <p:tgtEl>
                                          <p:spTgt spid="161"/>
                                        </p:tgtEl>
                                      </p:cBhvr>
                                    </p:animEffect>
                                  </p:childTnLst>
                                </p:cTn>
                              </p:par>
                            </p:childTnLst>
                          </p:cTn>
                        </p:par>
                        <p:par>
                          <p:cTn id="189" fill="hold">
                            <p:stCondLst>
                              <p:cond delay="13000"/>
                            </p:stCondLst>
                            <p:childTnLst>
                              <p:par>
                                <p:cTn id="190" presetID="42" presetClass="path" presetSubtype="0" accel="50000" decel="50000" fill="hold" grpId="1" nodeType="afterEffect">
                                  <p:stCondLst>
                                    <p:cond delay="0"/>
                                  </p:stCondLst>
                                  <p:childTnLst>
                                    <p:animMotion origin="layout" path="M 1.45833E-6 3.33333E-6 L -0.00261 0.36967 " pathEditMode="relative" rAng="0" ptsTypes="AA">
                                      <p:cBhvr>
                                        <p:cTn id="191" dur="2000" fill="hold"/>
                                        <p:tgtEl>
                                          <p:spTgt spid="161"/>
                                        </p:tgtEl>
                                        <p:attrNameLst>
                                          <p:attrName>ppt_x</p:attrName>
                                          <p:attrName>ppt_y</p:attrName>
                                        </p:attrNameLst>
                                      </p:cBhvr>
                                      <p:rCtr x="-130" y="18472"/>
                                    </p:animMotion>
                                  </p:childTnLst>
                                </p:cTn>
                              </p:par>
                              <p:par>
                                <p:cTn id="192" presetID="31" presetClass="entr" presetSubtype="0" fill="hold" grpId="0" nodeType="withEffect">
                                  <p:stCondLst>
                                    <p:cond delay="1000"/>
                                  </p:stCondLst>
                                  <p:childTnLst>
                                    <p:set>
                                      <p:cBhvr>
                                        <p:cTn id="193" dur="1" fill="hold">
                                          <p:stCondLst>
                                            <p:cond delay="0"/>
                                          </p:stCondLst>
                                        </p:cTn>
                                        <p:tgtEl>
                                          <p:spTgt spid="167"/>
                                        </p:tgtEl>
                                        <p:attrNameLst>
                                          <p:attrName>style.visibility</p:attrName>
                                        </p:attrNameLst>
                                      </p:cBhvr>
                                      <p:to>
                                        <p:strVal val="visible"/>
                                      </p:to>
                                    </p:set>
                                    <p:anim calcmode="lin" valueType="num">
                                      <p:cBhvr>
                                        <p:cTn id="194" dur="1000" fill="hold"/>
                                        <p:tgtEl>
                                          <p:spTgt spid="167"/>
                                        </p:tgtEl>
                                        <p:attrNameLst>
                                          <p:attrName>ppt_w</p:attrName>
                                        </p:attrNameLst>
                                      </p:cBhvr>
                                      <p:tavLst>
                                        <p:tav tm="0">
                                          <p:val>
                                            <p:fltVal val="0"/>
                                          </p:val>
                                        </p:tav>
                                        <p:tav tm="100000">
                                          <p:val>
                                            <p:strVal val="#ppt_w"/>
                                          </p:val>
                                        </p:tav>
                                      </p:tavLst>
                                    </p:anim>
                                    <p:anim calcmode="lin" valueType="num">
                                      <p:cBhvr>
                                        <p:cTn id="195" dur="1000" fill="hold"/>
                                        <p:tgtEl>
                                          <p:spTgt spid="167"/>
                                        </p:tgtEl>
                                        <p:attrNameLst>
                                          <p:attrName>ppt_h</p:attrName>
                                        </p:attrNameLst>
                                      </p:cBhvr>
                                      <p:tavLst>
                                        <p:tav tm="0">
                                          <p:val>
                                            <p:fltVal val="0"/>
                                          </p:val>
                                        </p:tav>
                                        <p:tav tm="100000">
                                          <p:val>
                                            <p:strVal val="#ppt_h"/>
                                          </p:val>
                                        </p:tav>
                                      </p:tavLst>
                                    </p:anim>
                                    <p:anim calcmode="lin" valueType="num">
                                      <p:cBhvr>
                                        <p:cTn id="196" dur="1000" fill="hold"/>
                                        <p:tgtEl>
                                          <p:spTgt spid="167"/>
                                        </p:tgtEl>
                                        <p:attrNameLst>
                                          <p:attrName>style.rotation</p:attrName>
                                        </p:attrNameLst>
                                      </p:cBhvr>
                                      <p:tavLst>
                                        <p:tav tm="0">
                                          <p:val>
                                            <p:fltVal val="90"/>
                                          </p:val>
                                        </p:tav>
                                        <p:tav tm="100000">
                                          <p:val>
                                            <p:fltVal val="0"/>
                                          </p:val>
                                        </p:tav>
                                      </p:tavLst>
                                    </p:anim>
                                    <p:animEffect transition="in" filter="fade">
                                      <p:cBhvr>
                                        <p:cTn id="197" dur="1000"/>
                                        <p:tgtEl>
                                          <p:spTgt spid="167"/>
                                        </p:tgtEl>
                                      </p:cBhvr>
                                    </p:animEffect>
                                  </p:childTnLst>
                                </p:cTn>
                              </p:par>
                            </p:childTnLst>
                          </p:cTn>
                        </p:par>
                        <p:par>
                          <p:cTn id="198" fill="hold">
                            <p:stCondLst>
                              <p:cond delay="15000"/>
                            </p:stCondLst>
                            <p:childTnLst>
                              <p:par>
                                <p:cTn id="199" presetID="22" presetClass="entr" presetSubtype="4" fill="hold" nodeType="afterEffect">
                                  <p:stCondLst>
                                    <p:cond delay="0"/>
                                  </p:stCondLst>
                                  <p:childTnLst>
                                    <p:set>
                                      <p:cBhvr>
                                        <p:cTn id="200" dur="1" fill="hold">
                                          <p:stCondLst>
                                            <p:cond delay="0"/>
                                          </p:stCondLst>
                                        </p:cTn>
                                        <p:tgtEl>
                                          <p:spTgt spid="168"/>
                                        </p:tgtEl>
                                        <p:attrNameLst>
                                          <p:attrName>style.visibility</p:attrName>
                                        </p:attrNameLst>
                                      </p:cBhvr>
                                      <p:to>
                                        <p:strVal val="visible"/>
                                      </p:to>
                                    </p:set>
                                    <p:animEffect transition="in" filter="wipe(down)">
                                      <p:cBhvr>
                                        <p:cTn id="201" dur="500"/>
                                        <p:tgtEl>
                                          <p:spTgt spid="168"/>
                                        </p:tgtEl>
                                      </p:cBhvr>
                                    </p:animEffect>
                                  </p:childTnLst>
                                </p:cTn>
                              </p:par>
                              <p:par>
                                <p:cTn id="202" presetID="31" presetClass="entr" presetSubtype="0" fill="hold" grpId="0" nodeType="withEffect">
                                  <p:stCondLst>
                                    <p:cond delay="0"/>
                                  </p:stCondLst>
                                  <p:childTnLst>
                                    <p:set>
                                      <p:cBhvr>
                                        <p:cTn id="203" dur="1" fill="hold">
                                          <p:stCondLst>
                                            <p:cond delay="0"/>
                                          </p:stCondLst>
                                        </p:cTn>
                                        <p:tgtEl>
                                          <p:spTgt spid="169"/>
                                        </p:tgtEl>
                                        <p:attrNameLst>
                                          <p:attrName>style.visibility</p:attrName>
                                        </p:attrNameLst>
                                      </p:cBhvr>
                                      <p:to>
                                        <p:strVal val="visible"/>
                                      </p:to>
                                    </p:set>
                                    <p:anim calcmode="lin" valueType="num">
                                      <p:cBhvr>
                                        <p:cTn id="204" dur="1000" fill="hold"/>
                                        <p:tgtEl>
                                          <p:spTgt spid="169"/>
                                        </p:tgtEl>
                                        <p:attrNameLst>
                                          <p:attrName>ppt_w</p:attrName>
                                        </p:attrNameLst>
                                      </p:cBhvr>
                                      <p:tavLst>
                                        <p:tav tm="0">
                                          <p:val>
                                            <p:fltVal val="0"/>
                                          </p:val>
                                        </p:tav>
                                        <p:tav tm="100000">
                                          <p:val>
                                            <p:strVal val="#ppt_w"/>
                                          </p:val>
                                        </p:tav>
                                      </p:tavLst>
                                    </p:anim>
                                    <p:anim calcmode="lin" valueType="num">
                                      <p:cBhvr>
                                        <p:cTn id="205" dur="1000" fill="hold"/>
                                        <p:tgtEl>
                                          <p:spTgt spid="169"/>
                                        </p:tgtEl>
                                        <p:attrNameLst>
                                          <p:attrName>ppt_h</p:attrName>
                                        </p:attrNameLst>
                                      </p:cBhvr>
                                      <p:tavLst>
                                        <p:tav tm="0">
                                          <p:val>
                                            <p:fltVal val="0"/>
                                          </p:val>
                                        </p:tav>
                                        <p:tav tm="100000">
                                          <p:val>
                                            <p:strVal val="#ppt_h"/>
                                          </p:val>
                                        </p:tav>
                                      </p:tavLst>
                                    </p:anim>
                                    <p:anim calcmode="lin" valueType="num">
                                      <p:cBhvr>
                                        <p:cTn id="206" dur="1000" fill="hold"/>
                                        <p:tgtEl>
                                          <p:spTgt spid="169"/>
                                        </p:tgtEl>
                                        <p:attrNameLst>
                                          <p:attrName>style.rotation</p:attrName>
                                        </p:attrNameLst>
                                      </p:cBhvr>
                                      <p:tavLst>
                                        <p:tav tm="0">
                                          <p:val>
                                            <p:fltVal val="90"/>
                                          </p:val>
                                        </p:tav>
                                        <p:tav tm="100000">
                                          <p:val>
                                            <p:fltVal val="0"/>
                                          </p:val>
                                        </p:tav>
                                      </p:tavLst>
                                    </p:anim>
                                    <p:animEffect transition="in" filter="fade">
                                      <p:cBhvr>
                                        <p:cTn id="207" dur="1000"/>
                                        <p:tgtEl>
                                          <p:spTgt spid="169"/>
                                        </p:tgtEl>
                                      </p:cBhvr>
                                    </p:animEffect>
                                  </p:childTnLst>
                                </p:cTn>
                              </p:par>
                            </p:childTnLst>
                          </p:cTn>
                        </p:par>
                        <p:par>
                          <p:cTn id="208" fill="hold">
                            <p:stCondLst>
                              <p:cond delay="16000"/>
                            </p:stCondLst>
                            <p:childTnLst>
                              <p:par>
                                <p:cTn id="209" presetID="22" presetClass="entr" presetSubtype="1" fill="hold" nodeType="afterEffect">
                                  <p:stCondLst>
                                    <p:cond delay="0"/>
                                  </p:stCondLst>
                                  <p:childTnLst>
                                    <p:set>
                                      <p:cBhvr>
                                        <p:cTn id="210" dur="1" fill="hold">
                                          <p:stCondLst>
                                            <p:cond delay="0"/>
                                          </p:stCondLst>
                                        </p:cTn>
                                        <p:tgtEl>
                                          <p:spTgt spid="165"/>
                                        </p:tgtEl>
                                        <p:attrNameLst>
                                          <p:attrName>style.visibility</p:attrName>
                                        </p:attrNameLst>
                                      </p:cBhvr>
                                      <p:to>
                                        <p:strVal val="visible"/>
                                      </p:to>
                                    </p:set>
                                    <p:animEffect transition="in" filter="wipe(up)">
                                      <p:cBhvr>
                                        <p:cTn id="211" dur="500"/>
                                        <p:tgtEl>
                                          <p:spTgt spid="165"/>
                                        </p:tgtEl>
                                      </p:cBhvr>
                                    </p:animEffect>
                                  </p:childTnLst>
                                </p:cTn>
                              </p:par>
                            </p:childTnLst>
                          </p:cTn>
                        </p:par>
                      </p:childTnLst>
                    </p:cTn>
                  </p:par>
                  <p:par>
                    <p:cTn id="212" fill="hold">
                      <p:stCondLst>
                        <p:cond delay="indefinite"/>
                      </p:stCondLst>
                      <p:childTnLst>
                        <p:par>
                          <p:cTn id="213" fill="hold">
                            <p:stCondLst>
                              <p:cond delay="0"/>
                            </p:stCondLst>
                            <p:childTnLst>
                              <p:par>
                                <p:cTn id="214" presetID="63" presetClass="path" presetSubtype="0" accel="50000" decel="50000" fill="hold" nodeType="clickEffect">
                                  <p:stCondLst>
                                    <p:cond delay="0"/>
                                  </p:stCondLst>
                                  <p:childTnLst>
                                    <p:animMotion origin="layout" path="M 0.07669 0.00069 L 0.11419 0.00069 " pathEditMode="relative" rAng="0" ptsTypes="AA">
                                      <p:cBhvr>
                                        <p:cTn id="215" dur="2000" fill="hold"/>
                                        <p:tgtEl>
                                          <p:spTgt spid="281"/>
                                        </p:tgtEl>
                                        <p:attrNameLst>
                                          <p:attrName>ppt_x</p:attrName>
                                          <p:attrName>ppt_y</p:attrName>
                                        </p:attrNameLst>
                                      </p:cBhvr>
                                      <p:rCtr x="1875" y="0"/>
                                    </p:animMotion>
                                  </p:childTnLst>
                                </p:cTn>
                              </p:par>
                            </p:childTnLst>
                          </p:cTn>
                        </p:par>
                        <p:par>
                          <p:cTn id="216" fill="hold">
                            <p:stCondLst>
                              <p:cond delay="2000"/>
                            </p:stCondLst>
                            <p:childTnLst>
                              <p:par>
                                <p:cTn id="217" presetID="32" presetClass="emph" presetSubtype="0" fill="hold" grpId="1" nodeType="afterEffect">
                                  <p:stCondLst>
                                    <p:cond delay="0"/>
                                  </p:stCondLst>
                                  <p:childTnLst>
                                    <p:animRot by="120000">
                                      <p:cBhvr>
                                        <p:cTn id="218" dur="100" fill="hold">
                                          <p:stCondLst>
                                            <p:cond delay="0"/>
                                          </p:stCondLst>
                                        </p:cTn>
                                        <p:tgtEl>
                                          <p:spTgt spid="315"/>
                                        </p:tgtEl>
                                        <p:attrNameLst>
                                          <p:attrName>r</p:attrName>
                                        </p:attrNameLst>
                                      </p:cBhvr>
                                    </p:animRot>
                                    <p:animRot by="-240000">
                                      <p:cBhvr>
                                        <p:cTn id="219" dur="200" fill="hold">
                                          <p:stCondLst>
                                            <p:cond delay="200"/>
                                          </p:stCondLst>
                                        </p:cTn>
                                        <p:tgtEl>
                                          <p:spTgt spid="315"/>
                                        </p:tgtEl>
                                        <p:attrNameLst>
                                          <p:attrName>r</p:attrName>
                                        </p:attrNameLst>
                                      </p:cBhvr>
                                    </p:animRot>
                                    <p:animRot by="240000">
                                      <p:cBhvr>
                                        <p:cTn id="220" dur="200" fill="hold">
                                          <p:stCondLst>
                                            <p:cond delay="400"/>
                                          </p:stCondLst>
                                        </p:cTn>
                                        <p:tgtEl>
                                          <p:spTgt spid="315"/>
                                        </p:tgtEl>
                                        <p:attrNameLst>
                                          <p:attrName>r</p:attrName>
                                        </p:attrNameLst>
                                      </p:cBhvr>
                                    </p:animRot>
                                    <p:animRot by="-240000">
                                      <p:cBhvr>
                                        <p:cTn id="221" dur="200" fill="hold">
                                          <p:stCondLst>
                                            <p:cond delay="600"/>
                                          </p:stCondLst>
                                        </p:cTn>
                                        <p:tgtEl>
                                          <p:spTgt spid="315"/>
                                        </p:tgtEl>
                                        <p:attrNameLst>
                                          <p:attrName>r</p:attrName>
                                        </p:attrNameLst>
                                      </p:cBhvr>
                                    </p:animRot>
                                    <p:animRot by="120000">
                                      <p:cBhvr>
                                        <p:cTn id="222" dur="200" fill="hold">
                                          <p:stCondLst>
                                            <p:cond delay="800"/>
                                          </p:stCondLst>
                                        </p:cTn>
                                        <p:tgtEl>
                                          <p:spTgt spid="315"/>
                                        </p:tgtEl>
                                        <p:attrNameLst>
                                          <p:attrName>r</p:attrName>
                                        </p:attrNameLst>
                                      </p:cBhvr>
                                    </p:animRot>
                                  </p:childTnLst>
                                </p:cTn>
                              </p:par>
                            </p:childTnLst>
                          </p:cTn>
                        </p:par>
                        <p:par>
                          <p:cTn id="223" fill="hold">
                            <p:stCondLst>
                              <p:cond delay="9000"/>
                            </p:stCondLst>
                            <p:childTnLst>
                              <p:par>
                                <p:cTn id="224" presetID="63" presetClass="path" presetSubtype="0" accel="50000" decel="50000" fill="hold" nodeType="afterEffect">
                                  <p:stCondLst>
                                    <p:cond delay="0"/>
                                  </p:stCondLst>
                                  <p:childTnLst>
                                    <p:animMotion origin="layout" path="M -0.21836 0.00163 L -0.34661 0.00093 " pathEditMode="relative" rAng="0" ptsTypes="AA">
                                      <p:cBhvr>
                                        <p:cTn id="225" dur="2000" fill="hold"/>
                                        <p:tgtEl>
                                          <p:spTgt spid="121"/>
                                        </p:tgtEl>
                                        <p:attrNameLst>
                                          <p:attrName>ppt_x</p:attrName>
                                          <p:attrName>ppt_y</p:attrName>
                                        </p:attrNameLst>
                                      </p:cBhvr>
                                      <p:rCtr x="-6419" y="-46"/>
                                    </p:animMotion>
                                  </p:childTnLst>
                                </p:cTn>
                              </p:par>
                            </p:childTnLst>
                          </p:cTn>
                        </p:par>
                        <p:par>
                          <p:cTn id="226" fill="hold">
                            <p:stCondLst>
                              <p:cond delay="11000"/>
                            </p:stCondLst>
                            <p:childTnLst>
                              <p:par>
                                <p:cTn id="227" presetID="31" presetClass="entr" presetSubtype="0" fill="hold" grpId="0" nodeType="afterEffect">
                                  <p:stCondLst>
                                    <p:cond delay="0"/>
                                  </p:stCondLst>
                                  <p:childTnLst>
                                    <p:set>
                                      <p:cBhvr>
                                        <p:cTn id="228" dur="1" fill="hold">
                                          <p:stCondLst>
                                            <p:cond delay="0"/>
                                          </p:stCondLst>
                                        </p:cTn>
                                        <p:tgtEl>
                                          <p:spTgt spid="166"/>
                                        </p:tgtEl>
                                        <p:attrNameLst>
                                          <p:attrName>style.visibility</p:attrName>
                                        </p:attrNameLst>
                                      </p:cBhvr>
                                      <p:to>
                                        <p:strVal val="visible"/>
                                      </p:to>
                                    </p:set>
                                    <p:anim calcmode="lin" valueType="num">
                                      <p:cBhvr>
                                        <p:cTn id="229" dur="1000" fill="hold"/>
                                        <p:tgtEl>
                                          <p:spTgt spid="166"/>
                                        </p:tgtEl>
                                        <p:attrNameLst>
                                          <p:attrName>ppt_w</p:attrName>
                                        </p:attrNameLst>
                                      </p:cBhvr>
                                      <p:tavLst>
                                        <p:tav tm="0">
                                          <p:val>
                                            <p:fltVal val="0"/>
                                          </p:val>
                                        </p:tav>
                                        <p:tav tm="100000">
                                          <p:val>
                                            <p:strVal val="#ppt_w"/>
                                          </p:val>
                                        </p:tav>
                                      </p:tavLst>
                                    </p:anim>
                                    <p:anim calcmode="lin" valueType="num">
                                      <p:cBhvr>
                                        <p:cTn id="230" dur="1000" fill="hold"/>
                                        <p:tgtEl>
                                          <p:spTgt spid="166"/>
                                        </p:tgtEl>
                                        <p:attrNameLst>
                                          <p:attrName>ppt_h</p:attrName>
                                        </p:attrNameLst>
                                      </p:cBhvr>
                                      <p:tavLst>
                                        <p:tav tm="0">
                                          <p:val>
                                            <p:fltVal val="0"/>
                                          </p:val>
                                        </p:tav>
                                        <p:tav tm="100000">
                                          <p:val>
                                            <p:strVal val="#ppt_h"/>
                                          </p:val>
                                        </p:tav>
                                      </p:tavLst>
                                    </p:anim>
                                    <p:anim calcmode="lin" valueType="num">
                                      <p:cBhvr>
                                        <p:cTn id="231" dur="1000" fill="hold"/>
                                        <p:tgtEl>
                                          <p:spTgt spid="166"/>
                                        </p:tgtEl>
                                        <p:attrNameLst>
                                          <p:attrName>style.rotation</p:attrName>
                                        </p:attrNameLst>
                                      </p:cBhvr>
                                      <p:tavLst>
                                        <p:tav tm="0">
                                          <p:val>
                                            <p:fltVal val="90"/>
                                          </p:val>
                                        </p:tav>
                                        <p:tav tm="100000">
                                          <p:val>
                                            <p:fltVal val="0"/>
                                          </p:val>
                                        </p:tav>
                                      </p:tavLst>
                                    </p:anim>
                                    <p:animEffect transition="in" filter="fade">
                                      <p:cBhvr>
                                        <p:cTn id="232" dur="1000"/>
                                        <p:tgtEl>
                                          <p:spTgt spid="166"/>
                                        </p:tgtEl>
                                      </p:cBhvr>
                                    </p:animEffect>
                                  </p:childTnLst>
                                </p:cTn>
                              </p:par>
                            </p:childTnLst>
                          </p:cTn>
                        </p:par>
                        <p:par>
                          <p:cTn id="233" fill="hold">
                            <p:stCondLst>
                              <p:cond delay="12000"/>
                            </p:stCondLst>
                            <p:childTnLst>
                              <p:par>
                                <p:cTn id="234" presetID="42" presetClass="path" presetSubtype="0" accel="50000" decel="50000" fill="hold" grpId="1" nodeType="afterEffect">
                                  <p:stCondLst>
                                    <p:cond delay="0"/>
                                  </p:stCondLst>
                                  <p:childTnLst>
                                    <p:animMotion origin="layout" path="M 1.875E-6 -3.7037E-6 L -0.17214 0.37037 " pathEditMode="relative" rAng="0" ptsTypes="AA">
                                      <p:cBhvr>
                                        <p:cTn id="235" dur="2000" fill="hold"/>
                                        <p:tgtEl>
                                          <p:spTgt spid="166"/>
                                        </p:tgtEl>
                                        <p:attrNameLst>
                                          <p:attrName>ppt_x</p:attrName>
                                          <p:attrName>ppt_y</p:attrName>
                                        </p:attrNameLst>
                                      </p:cBhvr>
                                      <p:rCtr x="-8607" y="18519"/>
                                    </p:animMotion>
                                  </p:childTnLst>
                                </p:cTn>
                              </p:par>
                              <p:par>
                                <p:cTn id="236" presetID="31" presetClass="entr" presetSubtype="0" fill="hold" grpId="0" nodeType="withEffect">
                                  <p:stCondLst>
                                    <p:cond delay="1000"/>
                                  </p:stCondLst>
                                  <p:childTnLst>
                                    <p:set>
                                      <p:cBhvr>
                                        <p:cTn id="237" dur="1" fill="hold">
                                          <p:stCondLst>
                                            <p:cond delay="0"/>
                                          </p:stCondLst>
                                        </p:cTn>
                                        <p:tgtEl>
                                          <p:spTgt spid="171"/>
                                        </p:tgtEl>
                                        <p:attrNameLst>
                                          <p:attrName>style.visibility</p:attrName>
                                        </p:attrNameLst>
                                      </p:cBhvr>
                                      <p:to>
                                        <p:strVal val="visible"/>
                                      </p:to>
                                    </p:set>
                                    <p:anim calcmode="lin" valueType="num">
                                      <p:cBhvr>
                                        <p:cTn id="238" dur="1000" fill="hold"/>
                                        <p:tgtEl>
                                          <p:spTgt spid="171"/>
                                        </p:tgtEl>
                                        <p:attrNameLst>
                                          <p:attrName>ppt_w</p:attrName>
                                        </p:attrNameLst>
                                      </p:cBhvr>
                                      <p:tavLst>
                                        <p:tav tm="0">
                                          <p:val>
                                            <p:fltVal val="0"/>
                                          </p:val>
                                        </p:tav>
                                        <p:tav tm="100000">
                                          <p:val>
                                            <p:strVal val="#ppt_w"/>
                                          </p:val>
                                        </p:tav>
                                      </p:tavLst>
                                    </p:anim>
                                    <p:anim calcmode="lin" valueType="num">
                                      <p:cBhvr>
                                        <p:cTn id="239" dur="1000" fill="hold"/>
                                        <p:tgtEl>
                                          <p:spTgt spid="171"/>
                                        </p:tgtEl>
                                        <p:attrNameLst>
                                          <p:attrName>ppt_h</p:attrName>
                                        </p:attrNameLst>
                                      </p:cBhvr>
                                      <p:tavLst>
                                        <p:tav tm="0">
                                          <p:val>
                                            <p:fltVal val="0"/>
                                          </p:val>
                                        </p:tav>
                                        <p:tav tm="100000">
                                          <p:val>
                                            <p:strVal val="#ppt_h"/>
                                          </p:val>
                                        </p:tav>
                                      </p:tavLst>
                                    </p:anim>
                                    <p:anim calcmode="lin" valueType="num">
                                      <p:cBhvr>
                                        <p:cTn id="240" dur="1000" fill="hold"/>
                                        <p:tgtEl>
                                          <p:spTgt spid="171"/>
                                        </p:tgtEl>
                                        <p:attrNameLst>
                                          <p:attrName>style.rotation</p:attrName>
                                        </p:attrNameLst>
                                      </p:cBhvr>
                                      <p:tavLst>
                                        <p:tav tm="0">
                                          <p:val>
                                            <p:fltVal val="90"/>
                                          </p:val>
                                        </p:tav>
                                        <p:tav tm="100000">
                                          <p:val>
                                            <p:fltVal val="0"/>
                                          </p:val>
                                        </p:tav>
                                      </p:tavLst>
                                    </p:anim>
                                    <p:animEffect transition="in" filter="fade">
                                      <p:cBhvr>
                                        <p:cTn id="241" dur="1000"/>
                                        <p:tgtEl>
                                          <p:spTgt spid="171"/>
                                        </p:tgtEl>
                                      </p:cBhvr>
                                    </p:animEffect>
                                  </p:childTnLst>
                                </p:cTn>
                              </p:par>
                            </p:childTnLst>
                          </p:cTn>
                        </p:par>
                        <p:par>
                          <p:cTn id="242" fill="hold">
                            <p:stCondLst>
                              <p:cond delay="14000"/>
                            </p:stCondLst>
                            <p:childTnLst>
                              <p:par>
                                <p:cTn id="243" presetID="22" presetClass="entr" presetSubtype="4" fill="hold" nodeType="afterEffect">
                                  <p:stCondLst>
                                    <p:cond delay="0"/>
                                  </p:stCondLst>
                                  <p:childTnLst>
                                    <p:set>
                                      <p:cBhvr>
                                        <p:cTn id="244" dur="1" fill="hold">
                                          <p:stCondLst>
                                            <p:cond delay="0"/>
                                          </p:stCondLst>
                                        </p:cTn>
                                        <p:tgtEl>
                                          <p:spTgt spid="172"/>
                                        </p:tgtEl>
                                        <p:attrNameLst>
                                          <p:attrName>style.visibility</p:attrName>
                                        </p:attrNameLst>
                                      </p:cBhvr>
                                      <p:to>
                                        <p:strVal val="visible"/>
                                      </p:to>
                                    </p:set>
                                    <p:animEffect transition="in" filter="wipe(down)">
                                      <p:cBhvr>
                                        <p:cTn id="245" dur="500"/>
                                        <p:tgtEl>
                                          <p:spTgt spid="172"/>
                                        </p:tgtEl>
                                      </p:cBhvr>
                                    </p:animEffect>
                                  </p:childTnLst>
                                </p:cTn>
                              </p:par>
                              <p:par>
                                <p:cTn id="246" presetID="31" presetClass="entr" presetSubtype="0" fill="hold" grpId="0" nodeType="withEffect">
                                  <p:stCondLst>
                                    <p:cond delay="0"/>
                                  </p:stCondLst>
                                  <p:childTnLst>
                                    <p:set>
                                      <p:cBhvr>
                                        <p:cTn id="247" dur="1" fill="hold">
                                          <p:stCondLst>
                                            <p:cond delay="0"/>
                                          </p:stCondLst>
                                        </p:cTn>
                                        <p:tgtEl>
                                          <p:spTgt spid="173"/>
                                        </p:tgtEl>
                                        <p:attrNameLst>
                                          <p:attrName>style.visibility</p:attrName>
                                        </p:attrNameLst>
                                      </p:cBhvr>
                                      <p:to>
                                        <p:strVal val="visible"/>
                                      </p:to>
                                    </p:set>
                                    <p:anim calcmode="lin" valueType="num">
                                      <p:cBhvr>
                                        <p:cTn id="248" dur="1000" fill="hold"/>
                                        <p:tgtEl>
                                          <p:spTgt spid="173"/>
                                        </p:tgtEl>
                                        <p:attrNameLst>
                                          <p:attrName>ppt_w</p:attrName>
                                        </p:attrNameLst>
                                      </p:cBhvr>
                                      <p:tavLst>
                                        <p:tav tm="0">
                                          <p:val>
                                            <p:fltVal val="0"/>
                                          </p:val>
                                        </p:tav>
                                        <p:tav tm="100000">
                                          <p:val>
                                            <p:strVal val="#ppt_w"/>
                                          </p:val>
                                        </p:tav>
                                      </p:tavLst>
                                    </p:anim>
                                    <p:anim calcmode="lin" valueType="num">
                                      <p:cBhvr>
                                        <p:cTn id="249" dur="1000" fill="hold"/>
                                        <p:tgtEl>
                                          <p:spTgt spid="173"/>
                                        </p:tgtEl>
                                        <p:attrNameLst>
                                          <p:attrName>ppt_h</p:attrName>
                                        </p:attrNameLst>
                                      </p:cBhvr>
                                      <p:tavLst>
                                        <p:tav tm="0">
                                          <p:val>
                                            <p:fltVal val="0"/>
                                          </p:val>
                                        </p:tav>
                                        <p:tav tm="100000">
                                          <p:val>
                                            <p:strVal val="#ppt_h"/>
                                          </p:val>
                                        </p:tav>
                                      </p:tavLst>
                                    </p:anim>
                                    <p:anim calcmode="lin" valueType="num">
                                      <p:cBhvr>
                                        <p:cTn id="250" dur="1000" fill="hold"/>
                                        <p:tgtEl>
                                          <p:spTgt spid="173"/>
                                        </p:tgtEl>
                                        <p:attrNameLst>
                                          <p:attrName>style.rotation</p:attrName>
                                        </p:attrNameLst>
                                      </p:cBhvr>
                                      <p:tavLst>
                                        <p:tav tm="0">
                                          <p:val>
                                            <p:fltVal val="90"/>
                                          </p:val>
                                        </p:tav>
                                        <p:tav tm="100000">
                                          <p:val>
                                            <p:fltVal val="0"/>
                                          </p:val>
                                        </p:tav>
                                      </p:tavLst>
                                    </p:anim>
                                    <p:animEffect transition="in" filter="fade">
                                      <p:cBhvr>
                                        <p:cTn id="251" dur="1000"/>
                                        <p:tgtEl>
                                          <p:spTgt spid="173"/>
                                        </p:tgtEl>
                                      </p:cBhvr>
                                    </p:animEffect>
                                  </p:childTnLst>
                                </p:cTn>
                              </p:par>
                            </p:childTnLst>
                          </p:cTn>
                        </p:par>
                        <p:par>
                          <p:cTn id="252" fill="hold">
                            <p:stCondLst>
                              <p:cond delay="15000"/>
                            </p:stCondLst>
                            <p:childTnLst>
                              <p:par>
                                <p:cTn id="253" presetID="22" presetClass="entr" presetSubtype="1" fill="hold" nodeType="afterEffect">
                                  <p:stCondLst>
                                    <p:cond delay="0"/>
                                  </p:stCondLst>
                                  <p:childTnLst>
                                    <p:set>
                                      <p:cBhvr>
                                        <p:cTn id="254" dur="1" fill="hold">
                                          <p:stCondLst>
                                            <p:cond delay="0"/>
                                          </p:stCondLst>
                                        </p:cTn>
                                        <p:tgtEl>
                                          <p:spTgt spid="170"/>
                                        </p:tgtEl>
                                        <p:attrNameLst>
                                          <p:attrName>style.visibility</p:attrName>
                                        </p:attrNameLst>
                                      </p:cBhvr>
                                      <p:to>
                                        <p:strVal val="visible"/>
                                      </p:to>
                                    </p:set>
                                    <p:animEffect transition="in" filter="wipe(up)">
                                      <p:cBhvr>
                                        <p:cTn id="255" dur="500"/>
                                        <p:tgtEl>
                                          <p:spTgt spid="170"/>
                                        </p:tgtEl>
                                      </p:cBhvr>
                                    </p:animEffect>
                                  </p:childTnLst>
                                </p:cTn>
                              </p:par>
                            </p:childTnLst>
                          </p:cTn>
                        </p:par>
                      </p:childTnLst>
                    </p:cTn>
                  </p:par>
                  <p:par>
                    <p:cTn id="256" fill="hold">
                      <p:stCondLst>
                        <p:cond delay="indefinite"/>
                      </p:stCondLst>
                      <p:childTnLst>
                        <p:par>
                          <p:cTn id="257" fill="hold">
                            <p:stCondLst>
                              <p:cond delay="0"/>
                            </p:stCondLst>
                            <p:childTnLst>
                              <p:par>
                                <p:cTn id="258" presetID="63" presetClass="path" presetSubtype="0" accel="50000" decel="50000" fill="hold" nodeType="clickEffect">
                                  <p:stCondLst>
                                    <p:cond delay="0"/>
                                  </p:stCondLst>
                                  <p:childTnLst>
                                    <p:animMotion origin="layout" path="M 0.11419 0.00069 L 0.15117 0.00069 " pathEditMode="relative" rAng="0" ptsTypes="AA">
                                      <p:cBhvr>
                                        <p:cTn id="259" dur="2000" fill="hold"/>
                                        <p:tgtEl>
                                          <p:spTgt spid="281"/>
                                        </p:tgtEl>
                                        <p:attrNameLst>
                                          <p:attrName>ppt_x</p:attrName>
                                          <p:attrName>ppt_y</p:attrName>
                                        </p:attrNameLst>
                                      </p:cBhvr>
                                      <p:rCtr x="1849" y="0"/>
                                    </p:animMotion>
                                  </p:childTnLst>
                                </p:cTn>
                              </p:par>
                            </p:childTnLst>
                          </p:cTn>
                        </p:par>
                        <p:par>
                          <p:cTn id="260" fill="hold">
                            <p:stCondLst>
                              <p:cond delay="2000"/>
                            </p:stCondLst>
                            <p:childTnLst>
                              <p:par>
                                <p:cTn id="261" presetID="32" presetClass="emph" presetSubtype="0" fill="hold" grpId="2" nodeType="afterEffect">
                                  <p:stCondLst>
                                    <p:cond delay="0"/>
                                  </p:stCondLst>
                                  <p:childTnLst>
                                    <p:animRot by="120000">
                                      <p:cBhvr>
                                        <p:cTn id="262" dur="100" fill="hold">
                                          <p:stCondLst>
                                            <p:cond delay="0"/>
                                          </p:stCondLst>
                                        </p:cTn>
                                        <p:tgtEl>
                                          <p:spTgt spid="315"/>
                                        </p:tgtEl>
                                        <p:attrNameLst>
                                          <p:attrName>r</p:attrName>
                                        </p:attrNameLst>
                                      </p:cBhvr>
                                    </p:animRot>
                                    <p:animRot by="-240000">
                                      <p:cBhvr>
                                        <p:cTn id="263" dur="200" fill="hold">
                                          <p:stCondLst>
                                            <p:cond delay="200"/>
                                          </p:stCondLst>
                                        </p:cTn>
                                        <p:tgtEl>
                                          <p:spTgt spid="315"/>
                                        </p:tgtEl>
                                        <p:attrNameLst>
                                          <p:attrName>r</p:attrName>
                                        </p:attrNameLst>
                                      </p:cBhvr>
                                    </p:animRot>
                                    <p:animRot by="240000">
                                      <p:cBhvr>
                                        <p:cTn id="264" dur="200" fill="hold">
                                          <p:stCondLst>
                                            <p:cond delay="400"/>
                                          </p:stCondLst>
                                        </p:cTn>
                                        <p:tgtEl>
                                          <p:spTgt spid="315"/>
                                        </p:tgtEl>
                                        <p:attrNameLst>
                                          <p:attrName>r</p:attrName>
                                        </p:attrNameLst>
                                      </p:cBhvr>
                                    </p:animRot>
                                    <p:animRot by="-240000">
                                      <p:cBhvr>
                                        <p:cTn id="265" dur="200" fill="hold">
                                          <p:stCondLst>
                                            <p:cond delay="600"/>
                                          </p:stCondLst>
                                        </p:cTn>
                                        <p:tgtEl>
                                          <p:spTgt spid="315"/>
                                        </p:tgtEl>
                                        <p:attrNameLst>
                                          <p:attrName>r</p:attrName>
                                        </p:attrNameLst>
                                      </p:cBhvr>
                                    </p:animRot>
                                    <p:animRot by="120000">
                                      <p:cBhvr>
                                        <p:cTn id="266" dur="200" fill="hold">
                                          <p:stCondLst>
                                            <p:cond delay="800"/>
                                          </p:stCondLst>
                                        </p:cTn>
                                        <p:tgtEl>
                                          <p:spTgt spid="315"/>
                                        </p:tgtEl>
                                        <p:attrNameLst>
                                          <p:attrName>r</p:attrName>
                                        </p:attrNameLst>
                                      </p:cBhvr>
                                    </p:animRot>
                                  </p:childTnLst>
                                </p:cTn>
                              </p:par>
                            </p:childTnLst>
                          </p:cTn>
                        </p:par>
                        <p:par>
                          <p:cTn id="267" fill="hold">
                            <p:stCondLst>
                              <p:cond delay="8000"/>
                            </p:stCondLst>
                            <p:childTnLst>
                              <p:par>
                                <p:cTn id="268" presetID="63" presetClass="path" presetSubtype="0" accel="50000" decel="50000" fill="hold" nodeType="afterEffect">
                                  <p:stCondLst>
                                    <p:cond delay="0"/>
                                  </p:stCondLst>
                                  <p:childTnLst>
                                    <p:animMotion origin="layout" path="M -0.34661 0.00093 L 0.04024 0.00024 " pathEditMode="relative" rAng="0" ptsTypes="AA">
                                      <p:cBhvr>
                                        <p:cTn id="269" dur="2000" fill="hold"/>
                                        <p:tgtEl>
                                          <p:spTgt spid="121"/>
                                        </p:tgtEl>
                                        <p:attrNameLst>
                                          <p:attrName>ppt_x</p:attrName>
                                          <p:attrName>ppt_y</p:attrName>
                                        </p:attrNameLst>
                                      </p:cBhvr>
                                      <p:rCtr x="19336" y="-46"/>
                                    </p:animMotion>
                                  </p:childTnLst>
                                </p:cTn>
                              </p:par>
                            </p:childTnLst>
                          </p:cTn>
                        </p:par>
                        <p:par>
                          <p:cTn id="270" fill="hold">
                            <p:stCondLst>
                              <p:cond delay="10000"/>
                            </p:stCondLst>
                            <p:childTnLst>
                              <p:par>
                                <p:cTn id="271" presetID="31" presetClass="entr" presetSubtype="0" fill="hold" grpId="0" nodeType="afterEffect">
                                  <p:stCondLst>
                                    <p:cond delay="0"/>
                                  </p:stCondLst>
                                  <p:childTnLst>
                                    <p:set>
                                      <p:cBhvr>
                                        <p:cTn id="272" dur="1" fill="hold">
                                          <p:stCondLst>
                                            <p:cond delay="0"/>
                                          </p:stCondLst>
                                        </p:cTn>
                                        <p:tgtEl>
                                          <p:spTgt spid="174"/>
                                        </p:tgtEl>
                                        <p:attrNameLst>
                                          <p:attrName>style.visibility</p:attrName>
                                        </p:attrNameLst>
                                      </p:cBhvr>
                                      <p:to>
                                        <p:strVal val="visible"/>
                                      </p:to>
                                    </p:set>
                                    <p:anim calcmode="lin" valueType="num">
                                      <p:cBhvr>
                                        <p:cTn id="273" dur="1000" fill="hold"/>
                                        <p:tgtEl>
                                          <p:spTgt spid="174"/>
                                        </p:tgtEl>
                                        <p:attrNameLst>
                                          <p:attrName>ppt_w</p:attrName>
                                        </p:attrNameLst>
                                      </p:cBhvr>
                                      <p:tavLst>
                                        <p:tav tm="0">
                                          <p:val>
                                            <p:fltVal val="0"/>
                                          </p:val>
                                        </p:tav>
                                        <p:tav tm="100000">
                                          <p:val>
                                            <p:strVal val="#ppt_w"/>
                                          </p:val>
                                        </p:tav>
                                      </p:tavLst>
                                    </p:anim>
                                    <p:anim calcmode="lin" valueType="num">
                                      <p:cBhvr>
                                        <p:cTn id="274" dur="1000" fill="hold"/>
                                        <p:tgtEl>
                                          <p:spTgt spid="174"/>
                                        </p:tgtEl>
                                        <p:attrNameLst>
                                          <p:attrName>ppt_h</p:attrName>
                                        </p:attrNameLst>
                                      </p:cBhvr>
                                      <p:tavLst>
                                        <p:tav tm="0">
                                          <p:val>
                                            <p:fltVal val="0"/>
                                          </p:val>
                                        </p:tav>
                                        <p:tav tm="100000">
                                          <p:val>
                                            <p:strVal val="#ppt_h"/>
                                          </p:val>
                                        </p:tav>
                                      </p:tavLst>
                                    </p:anim>
                                    <p:anim calcmode="lin" valueType="num">
                                      <p:cBhvr>
                                        <p:cTn id="275" dur="1000" fill="hold"/>
                                        <p:tgtEl>
                                          <p:spTgt spid="174"/>
                                        </p:tgtEl>
                                        <p:attrNameLst>
                                          <p:attrName>style.rotation</p:attrName>
                                        </p:attrNameLst>
                                      </p:cBhvr>
                                      <p:tavLst>
                                        <p:tav tm="0">
                                          <p:val>
                                            <p:fltVal val="90"/>
                                          </p:val>
                                        </p:tav>
                                        <p:tav tm="100000">
                                          <p:val>
                                            <p:fltVal val="0"/>
                                          </p:val>
                                        </p:tav>
                                      </p:tavLst>
                                    </p:anim>
                                    <p:animEffect transition="in" filter="fade">
                                      <p:cBhvr>
                                        <p:cTn id="276" dur="1000"/>
                                        <p:tgtEl>
                                          <p:spTgt spid="174"/>
                                        </p:tgtEl>
                                      </p:cBhvr>
                                    </p:animEffect>
                                  </p:childTnLst>
                                </p:cTn>
                              </p:par>
                            </p:childTnLst>
                          </p:cTn>
                        </p:par>
                        <p:par>
                          <p:cTn id="277" fill="hold">
                            <p:stCondLst>
                              <p:cond delay="11000"/>
                            </p:stCondLst>
                            <p:childTnLst>
                              <p:par>
                                <p:cTn id="278" presetID="42" presetClass="path" presetSubtype="0" accel="50000" decel="50000" fill="hold" grpId="1" nodeType="afterEffect">
                                  <p:stCondLst>
                                    <p:cond delay="0"/>
                                  </p:stCondLst>
                                  <p:childTnLst>
                                    <p:animMotion origin="layout" path="M 1.875E-6 3.33333E-6 L 0.18385 0.29676 " pathEditMode="relative" rAng="0" ptsTypes="AA">
                                      <p:cBhvr>
                                        <p:cTn id="279" dur="2000" fill="hold"/>
                                        <p:tgtEl>
                                          <p:spTgt spid="174"/>
                                        </p:tgtEl>
                                        <p:attrNameLst>
                                          <p:attrName>ppt_x</p:attrName>
                                          <p:attrName>ppt_y</p:attrName>
                                        </p:attrNameLst>
                                      </p:cBhvr>
                                      <p:rCtr x="9193" y="14838"/>
                                    </p:animMotion>
                                  </p:childTnLst>
                                </p:cTn>
                              </p:par>
                              <p:par>
                                <p:cTn id="280" presetID="31" presetClass="entr" presetSubtype="0" fill="hold" grpId="0" nodeType="withEffect">
                                  <p:stCondLst>
                                    <p:cond delay="1000"/>
                                  </p:stCondLst>
                                  <p:childTnLst>
                                    <p:set>
                                      <p:cBhvr>
                                        <p:cTn id="281" dur="1" fill="hold">
                                          <p:stCondLst>
                                            <p:cond delay="0"/>
                                          </p:stCondLst>
                                        </p:cTn>
                                        <p:tgtEl>
                                          <p:spTgt spid="178"/>
                                        </p:tgtEl>
                                        <p:attrNameLst>
                                          <p:attrName>style.visibility</p:attrName>
                                        </p:attrNameLst>
                                      </p:cBhvr>
                                      <p:to>
                                        <p:strVal val="visible"/>
                                      </p:to>
                                    </p:set>
                                    <p:anim calcmode="lin" valueType="num">
                                      <p:cBhvr>
                                        <p:cTn id="282" dur="1000" fill="hold"/>
                                        <p:tgtEl>
                                          <p:spTgt spid="178"/>
                                        </p:tgtEl>
                                        <p:attrNameLst>
                                          <p:attrName>ppt_w</p:attrName>
                                        </p:attrNameLst>
                                      </p:cBhvr>
                                      <p:tavLst>
                                        <p:tav tm="0">
                                          <p:val>
                                            <p:fltVal val="0"/>
                                          </p:val>
                                        </p:tav>
                                        <p:tav tm="100000">
                                          <p:val>
                                            <p:strVal val="#ppt_w"/>
                                          </p:val>
                                        </p:tav>
                                      </p:tavLst>
                                    </p:anim>
                                    <p:anim calcmode="lin" valueType="num">
                                      <p:cBhvr>
                                        <p:cTn id="283" dur="1000" fill="hold"/>
                                        <p:tgtEl>
                                          <p:spTgt spid="178"/>
                                        </p:tgtEl>
                                        <p:attrNameLst>
                                          <p:attrName>ppt_h</p:attrName>
                                        </p:attrNameLst>
                                      </p:cBhvr>
                                      <p:tavLst>
                                        <p:tav tm="0">
                                          <p:val>
                                            <p:fltVal val="0"/>
                                          </p:val>
                                        </p:tav>
                                        <p:tav tm="100000">
                                          <p:val>
                                            <p:strVal val="#ppt_h"/>
                                          </p:val>
                                        </p:tav>
                                      </p:tavLst>
                                    </p:anim>
                                    <p:anim calcmode="lin" valueType="num">
                                      <p:cBhvr>
                                        <p:cTn id="284" dur="1000" fill="hold"/>
                                        <p:tgtEl>
                                          <p:spTgt spid="178"/>
                                        </p:tgtEl>
                                        <p:attrNameLst>
                                          <p:attrName>style.rotation</p:attrName>
                                        </p:attrNameLst>
                                      </p:cBhvr>
                                      <p:tavLst>
                                        <p:tav tm="0">
                                          <p:val>
                                            <p:fltVal val="90"/>
                                          </p:val>
                                        </p:tav>
                                        <p:tav tm="100000">
                                          <p:val>
                                            <p:fltVal val="0"/>
                                          </p:val>
                                        </p:tav>
                                      </p:tavLst>
                                    </p:anim>
                                    <p:animEffect transition="in" filter="fade">
                                      <p:cBhvr>
                                        <p:cTn id="285" dur="1000"/>
                                        <p:tgtEl>
                                          <p:spTgt spid="178"/>
                                        </p:tgtEl>
                                      </p:cBhvr>
                                    </p:animEffect>
                                  </p:childTnLst>
                                </p:cTn>
                              </p:par>
                            </p:childTnLst>
                          </p:cTn>
                        </p:par>
                        <p:par>
                          <p:cTn id="286" fill="hold">
                            <p:stCondLst>
                              <p:cond delay="13000"/>
                            </p:stCondLst>
                            <p:childTnLst>
                              <p:par>
                                <p:cTn id="287" presetID="22" presetClass="entr" presetSubtype="1" fill="hold" nodeType="afterEffect">
                                  <p:stCondLst>
                                    <p:cond delay="0"/>
                                  </p:stCondLst>
                                  <p:childTnLst>
                                    <p:set>
                                      <p:cBhvr>
                                        <p:cTn id="288" dur="1" fill="hold">
                                          <p:stCondLst>
                                            <p:cond delay="0"/>
                                          </p:stCondLst>
                                        </p:cTn>
                                        <p:tgtEl>
                                          <p:spTgt spid="175"/>
                                        </p:tgtEl>
                                        <p:attrNameLst>
                                          <p:attrName>style.visibility</p:attrName>
                                        </p:attrNameLst>
                                      </p:cBhvr>
                                      <p:to>
                                        <p:strVal val="visible"/>
                                      </p:to>
                                    </p:set>
                                    <p:animEffect transition="in" filter="wipe(up)">
                                      <p:cBhvr>
                                        <p:cTn id="289" dur="500"/>
                                        <p:tgtEl>
                                          <p:spTgt spid="175"/>
                                        </p:tgtEl>
                                      </p:cBhvr>
                                    </p:animEffect>
                                  </p:childTnLst>
                                </p:cTn>
                              </p:par>
                              <p:par>
                                <p:cTn id="290" presetID="31" presetClass="entr" presetSubtype="0" fill="hold" grpId="0" nodeType="withEffect">
                                  <p:stCondLst>
                                    <p:cond delay="0"/>
                                  </p:stCondLst>
                                  <p:childTnLst>
                                    <p:set>
                                      <p:cBhvr>
                                        <p:cTn id="291" dur="1" fill="hold">
                                          <p:stCondLst>
                                            <p:cond delay="0"/>
                                          </p:stCondLst>
                                        </p:cTn>
                                        <p:tgtEl>
                                          <p:spTgt spid="177"/>
                                        </p:tgtEl>
                                        <p:attrNameLst>
                                          <p:attrName>style.visibility</p:attrName>
                                        </p:attrNameLst>
                                      </p:cBhvr>
                                      <p:to>
                                        <p:strVal val="visible"/>
                                      </p:to>
                                    </p:set>
                                    <p:anim calcmode="lin" valueType="num">
                                      <p:cBhvr>
                                        <p:cTn id="292" dur="1000" fill="hold"/>
                                        <p:tgtEl>
                                          <p:spTgt spid="177"/>
                                        </p:tgtEl>
                                        <p:attrNameLst>
                                          <p:attrName>ppt_w</p:attrName>
                                        </p:attrNameLst>
                                      </p:cBhvr>
                                      <p:tavLst>
                                        <p:tav tm="0">
                                          <p:val>
                                            <p:fltVal val="0"/>
                                          </p:val>
                                        </p:tav>
                                        <p:tav tm="100000">
                                          <p:val>
                                            <p:strVal val="#ppt_w"/>
                                          </p:val>
                                        </p:tav>
                                      </p:tavLst>
                                    </p:anim>
                                    <p:anim calcmode="lin" valueType="num">
                                      <p:cBhvr>
                                        <p:cTn id="293" dur="1000" fill="hold"/>
                                        <p:tgtEl>
                                          <p:spTgt spid="177"/>
                                        </p:tgtEl>
                                        <p:attrNameLst>
                                          <p:attrName>ppt_h</p:attrName>
                                        </p:attrNameLst>
                                      </p:cBhvr>
                                      <p:tavLst>
                                        <p:tav tm="0">
                                          <p:val>
                                            <p:fltVal val="0"/>
                                          </p:val>
                                        </p:tav>
                                        <p:tav tm="100000">
                                          <p:val>
                                            <p:strVal val="#ppt_h"/>
                                          </p:val>
                                        </p:tav>
                                      </p:tavLst>
                                    </p:anim>
                                    <p:anim calcmode="lin" valueType="num">
                                      <p:cBhvr>
                                        <p:cTn id="294" dur="1000" fill="hold"/>
                                        <p:tgtEl>
                                          <p:spTgt spid="177"/>
                                        </p:tgtEl>
                                        <p:attrNameLst>
                                          <p:attrName>style.rotation</p:attrName>
                                        </p:attrNameLst>
                                      </p:cBhvr>
                                      <p:tavLst>
                                        <p:tav tm="0">
                                          <p:val>
                                            <p:fltVal val="90"/>
                                          </p:val>
                                        </p:tav>
                                        <p:tav tm="100000">
                                          <p:val>
                                            <p:fltVal val="0"/>
                                          </p:val>
                                        </p:tav>
                                      </p:tavLst>
                                    </p:anim>
                                    <p:animEffect transition="in" filter="fade">
                                      <p:cBhvr>
                                        <p:cTn id="295" dur="1000"/>
                                        <p:tgtEl>
                                          <p:spTgt spid="177"/>
                                        </p:tgtEl>
                                      </p:cBhvr>
                                    </p:animEffect>
                                  </p:childTnLst>
                                </p:cTn>
                              </p:par>
                              <p:par>
                                <p:cTn id="296" presetID="22" presetClass="exit" presetSubtype="4" fill="hold" nodeType="withEffect">
                                  <p:stCondLst>
                                    <p:cond delay="0"/>
                                  </p:stCondLst>
                                  <p:childTnLst>
                                    <p:animEffect transition="out" filter="wipe(down)">
                                      <p:cBhvr>
                                        <p:cTn id="297" dur="500"/>
                                        <p:tgtEl>
                                          <p:spTgt spid="160"/>
                                        </p:tgtEl>
                                      </p:cBhvr>
                                    </p:animEffect>
                                    <p:set>
                                      <p:cBhvr>
                                        <p:cTn id="298" dur="1" fill="hold">
                                          <p:stCondLst>
                                            <p:cond delay="499"/>
                                          </p:stCondLst>
                                        </p:cTn>
                                        <p:tgtEl>
                                          <p:spTgt spid="160"/>
                                        </p:tgtEl>
                                        <p:attrNameLst>
                                          <p:attrName>style.visibility</p:attrName>
                                        </p:attrNameLst>
                                      </p:cBhvr>
                                      <p:to>
                                        <p:strVal val="hidden"/>
                                      </p:to>
                                    </p:set>
                                  </p:childTnLst>
                                </p:cTn>
                              </p:par>
                              <p:par>
                                <p:cTn id="299" presetID="22" presetClass="entr" presetSubtype="1" fill="hold" nodeType="withEffect">
                                  <p:stCondLst>
                                    <p:cond delay="250"/>
                                  </p:stCondLst>
                                  <p:childTnLst>
                                    <p:set>
                                      <p:cBhvr>
                                        <p:cTn id="300" dur="1" fill="hold">
                                          <p:stCondLst>
                                            <p:cond delay="0"/>
                                          </p:stCondLst>
                                        </p:cTn>
                                        <p:tgtEl>
                                          <p:spTgt spid="176"/>
                                        </p:tgtEl>
                                        <p:attrNameLst>
                                          <p:attrName>style.visibility</p:attrName>
                                        </p:attrNameLst>
                                      </p:cBhvr>
                                      <p:to>
                                        <p:strVal val="visible"/>
                                      </p:to>
                                    </p:set>
                                    <p:animEffect transition="in" filter="wipe(up)">
                                      <p:cBhvr>
                                        <p:cTn id="301" dur="500"/>
                                        <p:tgtEl>
                                          <p:spTgt spid="176"/>
                                        </p:tgtEl>
                                      </p:cBhvr>
                                    </p:animEffect>
                                  </p:childTnLst>
                                </p:cTn>
                              </p:par>
                            </p:childTnLst>
                          </p:cTn>
                        </p:par>
                      </p:childTnLst>
                    </p:cTn>
                  </p:par>
                  <p:par>
                    <p:cTn id="302" fill="hold">
                      <p:stCondLst>
                        <p:cond delay="indefinite"/>
                      </p:stCondLst>
                      <p:childTnLst>
                        <p:par>
                          <p:cTn id="303" fill="hold">
                            <p:stCondLst>
                              <p:cond delay="0"/>
                            </p:stCondLst>
                            <p:childTnLst>
                              <p:par>
                                <p:cTn id="304" presetID="63" presetClass="path" presetSubtype="0" accel="50000" decel="50000" fill="hold" nodeType="clickEffect">
                                  <p:stCondLst>
                                    <p:cond delay="0"/>
                                  </p:stCondLst>
                                  <p:childTnLst>
                                    <p:animMotion origin="layout" path="M 0.15117 0.00069 L 0.18919 0.00069 " pathEditMode="relative" rAng="0" ptsTypes="AA">
                                      <p:cBhvr>
                                        <p:cTn id="305" dur="2000" fill="hold"/>
                                        <p:tgtEl>
                                          <p:spTgt spid="281"/>
                                        </p:tgtEl>
                                        <p:attrNameLst>
                                          <p:attrName>ppt_x</p:attrName>
                                          <p:attrName>ppt_y</p:attrName>
                                        </p:attrNameLst>
                                      </p:cBhvr>
                                      <p:rCtr x="1901" y="0"/>
                                    </p:animMotion>
                                  </p:childTnLst>
                                </p:cTn>
                              </p:par>
                            </p:childTnLst>
                          </p:cTn>
                        </p:par>
                        <p:par>
                          <p:cTn id="306" fill="hold">
                            <p:stCondLst>
                              <p:cond delay="2000"/>
                            </p:stCondLst>
                            <p:childTnLst>
                              <p:par>
                                <p:cTn id="307" presetID="32" presetClass="emph" presetSubtype="0" fill="hold" grpId="3" nodeType="afterEffect">
                                  <p:stCondLst>
                                    <p:cond delay="0"/>
                                  </p:stCondLst>
                                  <p:childTnLst>
                                    <p:animRot by="120000">
                                      <p:cBhvr>
                                        <p:cTn id="308" dur="100" fill="hold">
                                          <p:stCondLst>
                                            <p:cond delay="0"/>
                                          </p:stCondLst>
                                        </p:cTn>
                                        <p:tgtEl>
                                          <p:spTgt spid="315"/>
                                        </p:tgtEl>
                                        <p:attrNameLst>
                                          <p:attrName>r</p:attrName>
                                        </p:attrNameLst>
                                      </p:cBhvr>
                                    </p:animRot>
                                    <p:animRot by="-240000">
                                      <p:cBhvr>
                                        <p:cTn id="309" dur="200" fill="hold">
                                          <p:stCondLst>
                                            <p:cond delay="200"/>
                                          </p:stCondLst>
                                        </p:cTn>
                                        <p:tgtEl>
                                          <p:spTgt spid="315"/>
                                        </p:tgtEl>
                                        <p:attrNameLst>
                                          <p:attrName>r</p:attrName>
                                        </p:attrNameLst>
                                      </p:cBhvr>
                                    </p:animRot>
                                    <p:animRot by="240000">
                                      <p:cBhvr>
                                        <p:cTn id="310" dur="200" fill="hold">
                                          <p:stCondLst>
                                            <p:cond delay="400"/>
                                          </p:stCondLst>
                                        </p:cTn>
                                        <p:tgtEl>
                                          <p:spTgt spid="315"/>
                                        </p:tgtEl>
                                        <p:attrNameLst>
                                          <p:attrName>r</p:attrName>
                                        </p:attrNameLst>
                                      </p:cBhvr>
                                    </p:animRot>
                                    <p:animRot by="-240000">
                                      <p:cBhvr>
                                        <p:cTn id="311" dur="200" fill="hold">
                                          <p:stCondLst>
                                            <p:cond delay="600"/>
                                          </p:stCondLst>
                                        </p:cTn>
                                        <p:tgtEl>
                                          <p:spTgt spid="315"/>
                                        </p:tgtEl>
                                        <p:attrNameLst>
                                          <p:attrName>r</p:attrName>
                                        </p:attrNameLst>
                                      </p:cBhvr>
                                    </p:animRot>
                                    <p:animRot by="120000">
                                      <p:cBhvr>
                                        <p:cTn id="312" dur="200" fill="hold">
                                          <p:stCondLst>
                                            <p:cond delay="800"/>
                                          </p:stCondLst>
                                        </p:cTn>
                                        <p:tgtEl>
                                          <p:spTgt spid="315"/>
                                        </p:tgtEl>
                                        <p:attrNameLst>
                                          <p:attrName>r</p:attrName>
                                        </p:attrNameLst>
                                      </p:cBhvr>
                                    </p:animRot>
                                  </p:childTnLst>
                                </p:cTn>
                              </p:par>
                            </p:childTnLst>
                          </p:cTn>
                        </p:par>
                        <p:par>
                          <p:cTn id="313" fill="hold">
                            <p:stCondLst>
                              <p:cond delay="7000"/>
                            </p:stCondLst>
                            <p:childTnLst>
                              <p:par>
                                <p:cTn id="314" presetID="63" presetClass="path" presetSubtype="0" accel="50000" decel="50000" fill="hold" nodeType="afterEffect">
                                  <p:stCondLst>
                                    <p:cond delay="0"/>
                                  </p:stCondLst>
                                  <p:childTnLst>
                                    <p:animMotion origin="layout" path="M 0.04024 0.00024 L -0.17461 0.00116 " pathEditMode="relative" rAng="0" ptsTypes="AA">
                                      <p:cBhvr>
                                        <p:cTn id="315" dur="2000" fill="hold"/>
                                        <p:tgtEl>
                                          <p:spTgt spid="121"/>
                                        </p:tgtEl>
                                        <p:attrNameLst>
                                          <p:attrName>ppt_x</p:attrName>
                                          <p:attrName>ppt_y</p:attrName>
                                        </p:attrNameLst>
                                      </p:cBhvr>
                                      <p:rCtr x="-10742" y="46"/>
                                    </p:animMotion>
                                  </p:childTnLst>
                                </p:cTn>
                              </p:par>
                            </p:childTnLst>
                          </p:cTn>
                        </p:par>
                        <p:par>
                          <p:cTn id="316" fill="hold">
                            <p:stCondLst>
                              <p:cond delay="9000"/>
                            </p:stCondLst>
                            <p:childTnLst>
                              <p:par>
                                <p:cTn id="317" presetID="31" presetClass="entr" presetSubtype="0" fill="hold" grpId="0" nodeType="afterEffect">
                                  <p:stCondLst>
                                    <p:cond delay="0"/>
                                  </p:stCondLst>
                                  <p:childTnLst>
                                    <p:set>
                                      <p:cBhvr>
                                        <p:cTn id="318" dur="1" fill="hold">
                                          <p:stCondLst>
                                            <p:cond delay="0"/>
                                          </p:stCondLst>
                                        </p:cTn>
                                        <p:tgtEl>
                                          <p:spTgt spid="179"/>
                                        </p:tgtEl>
                                        <p:attrNameLst>
                                          <p:attrName>style.visibility</p:attrName>
                                        </p:attrNameLst>
                                      </p:cBhvr>
                                      <p:to>
                                        <p:strVal val="visible"/>
                                      </p:to>
                                    </p:set>
                                    <p:anim calcmode="lin" valueType="num">
                                      <p:cBhvr>
                                        <p:cTn id="319" dur="1000" fill="hold"/>
                                        <p:tgtEl>
                                          <p:spTgt spid="179"/>
                                        </p:tgtEl>
                                        <p:attrNameLst>
                                          <p:attrName>ppt_w</p:attrName>
                                        </p:attrNameLst>
                                      </p:cBhvr>
                                      <p:tavLst>
                                        <p:tav tm="0">
                                          <p:val>
                                            <p:fltVal val="0"/>
                                          </p:val>
                                        </p:tav>
                                        <p:tav tm="100000">
                                          <p:val>
                                            <p:strVal val="#ppt_w"/>
                                          </p:val>
                                        </p:tav>
                                      </p:tavLst>
                                    </p:anim>
                                    <p:anim calcmode="lin" valueType="num">
                                      <p:cBhvr>
                                        <p:cTn id="320" dur="1000" fill="hold"/>
                                        <p:tgtEl>
                                          <p:spTgt spid="179"/>
                                        </p:tgtEl>
                                        <p:attrNameLst>
                                          <p:attrName>ppt_h</p:attrName>
                                        </p:attrNameLst>
                                      </p:cBhvr>
                                      <p:tavLst>
                                        <p:tav tm="0">
                                          <p:val>
                                            <p:fltVal val="0"/>
                                          </p:val>
                                        </p:tav>
                                        <p:tav tm="100000">
                                          <p:val>
                                            <p:strVal val="#ppt_h"/>
                                          </p:val>
                                        </p:tav>
                                      </p:tavLst>
                                    </p:anim>
                                    <p:anim calcmode="lin" valueType="num">
                                      <p:cBhvr>
                                        <p:cTn id="321" dur="1000" fill="hold"/>
                                        <p:tgtEl>
                                          <p:spTgt spid="179"/>
                                        </p:tgtEl>
                                        <p:attrNameLst>
                                          <p:attrName>style.rotation</p:attrName>
                                        </p:attrNameLst>
                                      </p:cBhvr>
                                      <p:tavLst>
                                        <p:tav tm="0">
                                          <p:val>
                                            <p:fltVal val="90"/>
                                          </p:val>
                                        </p:tav>
                                        <p:tav tm="100000">
                                          <p:val>
                                            <p:fltVal val="0"/>
                                          </p:val>
                                        </p:tav>
                                      </p:tavLst>
                                    </p:anim>
                                    <p:animEffect transition="in" filter="fade">
                                      <p:cBhvr>
                                        <p:cTn id="322" dur="1000"/>
                                        <p:tgtEl>
                                          <p:spTgt spid="179"/>
                                        </p:tgtEl>
                                      </p:cBhvr>
                                    </p:animEffect>
                                  </p:childTnLst>
                                </p:cTn>
                              </p:par>
                            </p:childTnLst>
                          </p:cTn>
                        </p:par>
                        <p:par>
                          <p:cTn id="323" fill="hold">
                            <p:stCondLst>
                              <p:cond delay="10000"/>
                            </p:stCondLst>
                            <p:childTnLst>
                              <p:par>
                                <p:cTn id="324" presetID="42" presetClass="path" presetSubtype="0" accel="50000" decel="50000" fill="hold" grpId="1" nodeType="afterEffect">
                                  <p:stCondLst>
                                    <p:cond delay="0"/>
                                  </p:stCondLst>
                                  <p:childTnLst>
                                    <p:animMotion origin="layout" path="M 2.5E-6 4.81481E-6 L -0.07058 0.36898 " pathEditMode="relative" rAng="0" ptsTypes="AA">
                                      <p:cBhvr>
                                        <p:cTn id="325" dur="2000" fill="hold"/>
                                        <p:tgtEl>
                                          <p:spTgt spid="179"/>
                                        </p:tgtEl>
                                        <p:attrNameLst>
                                          <p:attrName>ppt_x</p:attrName>
                                          <p:attrName>ppt_y</p:attrName>
                                        </p:attrNameLst>
                                      </p:cBhvr>
                                      <p:rCtr x="-3529" y="18449"/>
                                    </p:animMotion>
                                  </p:childTnLst>
                                </p:cTn>
                              </p:par>
                              <p:par>
                                <p:cTn id="326" presetID="31" presetClass="entr" presetSubtype="0" fill="hold" grpId="0" nodeType="withEffect">
                                  <p:stCondLst>
                                    <p:cond delay="1000"/>
                                  </p:stCondLst>
                                  <p:childTnLst>
                                    <p:set>
                                      <p:cBhvr>
                                        <p:cTn id="327" dur="1" fill="hold">
                                          <p:stCondLst>
                                            <p:cond delay="0"/>
                                          </p:stCondLst>
                                        </p:cTn>
                                        <p:tgtEl>
                                          <p:spTgt spid="180"/>
                                        </p:tgtEl>
                                        <p:attrNameLst>
                                          <p:attrName>style.visibility</p:attrName>
                                        </p:attrNameLst>
                                      </p:cBhvr>
                                      <p:to>
                                        <p:strVal val="visible"/>
                                      </p:to>
                                    </p:set>
                                    <p:anim calcmode="lin" valueType="num">
                                      <p:cBhvr>
                                        <p:cTn id="328" dur="1000" fill="hold"/>
                                        <p:tgtEl>
                                          <p:spTgt spid="180"/>
                                        </p:tgtEl>
                                        <p:attrNameLst>
                                          <p:attrName>ppt_w</p:attrName>
                                        </p:attrNameLst>
                                      </p:cBhvr>
                                      <p:tavLst>
                                        <p:tav tm="0">
                                          <p:val>
                                            <p:fltVal val="0"/>
                                          </p:val>
                                        </p:tav>
                                        <p:tav tm="100000">
                                          <p:val>
                                            <p:strVal val="#ppt_w"/>
                                          </p:val>
                                        </p:tav>
                                      </p:tavLst>
                                    </p:anim>
                                    <p:anim calcmode="lin" valueType="num">
                                      <p:cBhvr>
                                        <p:cTn id="329" dur="1000" fill="hold"/>
                                        <p:tgtEl>
                                          <p:spTgt spid="180"/>
                                        </p:tgtEl>
                                        <p:attrNameLst>
                                          <p:attrName>ppt_h</p:attrName>
                                        </p:attrNameLst>
                                      </p:cBhvr>
                                      <p:tavLst>
                                        <p:tav tm="0">
                                          <p:val>
                                            <p:fltVal val="0"/>
                                          </p:val>
                                        </p:tav>
                                        <p:tav tm="100000">
                                          <p:val>
                                            <p:strVal val="#ppt_h"/>
                                          </p:val>
                                        </p:tav>
                                      </p:tavLst>
                                    </p:anim>
                                    <p:anim calcmode="lin" valueType="num">
                                      <p:cBhvr>
                                        <p:cTn id="330" dur="1000" fill="hold"/>
                                        <p:tgtEl>
                                          <p:spTgt spid="180"/>
                                        </p:tgtEl>
                                        <p:attrNameLst>
                                          <p:attrName>style.rotation</p:attrName>
                                        </p:attrNameLst>
                                      </p:cBhvr>
                                      <p:tavLst>
                                        <p:tav tm="0">
                                          <p:val>
                                            <p:fltVal val="90"/>
                                          </p:val>
                                        </p:tav>
                                        <p:tav tm="100000">
                                          <p:val>
                                            <p:fltVal val="0"/>
                                          </p:val>
                                        </p:tav>
                                      </p:tavLst>
                                    </p:anim>
                                    <p:animEffect transition="in" filter="fade">
                                      <p:cBhvr>
                                        <p:cTn id="331" dur="1000"/>
                                        <p:tgtEl>
                                          <p:spTgt spid="180"/>
                                        </p:tgtEl>
                                      </p:cBhvr>
                                    </p:animEffect>
                                  </p:childTnLst>
                                </p:cTn>
                              </p:par>
                            </p:childTnLst>
                          </p:cTn>
                        </p:par>
                        <p:par>
                          <p:cTn id="332" fill="hold">
                            <p:stCondLst>
                              <p:cond delay="12000"/>
                            </p:stCondLst>
                            <p:childTnLst>
                              <p:par>
                                <p:cTn id="333" presetID="22" presetClass="entr" presetSubtype="4" fill="hold" nodeType="afterEffect">
                                  <p:stCondLst>
                                    <p:cond delay="0"/>
                                  </p:stCondLst>
                                  <p:childTnLst>
                                    <p:set>
                                      <p:cBhvr>
                                        <p:cTn id="334" dur="1" fill="hold">
                                          <p:stCondLst>
                                            <p:cond delay="0"/>
                                          </p:stCondLst>
                                        </p:cTn>
                                        <p:tgtEl>
                                          <p:spTgt spid="181"/>
                                        </p:tgtEl>
                                        <p:attrNameLst>
                                          <p:attrName>style.visibility</p:attrName>
                                        </p:attrNameLst>
                                      </p:cBhvr>
                                      <p:to>
                                        <p:strVal val="visible"/>
                                      </p:to>
                                    </p:set>
                                    <p:animEffect transition="in" filter="wipe(down)">
                                      <p:cBhvr>
                                        <p:cTn id="335" dur="500"/>
                                        <p:tgtEl>
                                          <p:spTgt spid="181"/>
                                        </p:tgtEl>
                                      </p:cBhvr>
                                    </p:animEffect>
                                  </p:childTnLst>
                                </p:cTn>
                              </p:par>
                              <p:par>
                                <p:cTn id="336" presetID="31" presetClass="entr" presetSubtype="0" fill="hold" grpId="0" nodeType="withEffect">
                                  <p:stCondLst>
                                    <p:cond delay="0"/>
                                  </p:stCondLst>
                                  <p:childTnLst>
                                    <p:set>
                                      <p:cBhvr>
                                        <p:cTn id="337" dur="1" fill="hold">
                                          <p:stCondLst>
                                            <p:cond delay="0"/>
                                          </p:stCondLst>
                                        </p:cTn>
                                        <p:tgtEl>
                                          <p:spTgt spid="182"/>
                                        </p:tgtEl>
                                        <p:attrNameLst>
                                          <p:attrName>style.visibility</p:attrName>
                                        </p:attrNameLst>
                                      </p:cBhvr>
                                      <p:to>
                                        <p:strVal val="visible"/>
                                      </p:to>
                                    </p:set>
                                    <p:anim calcmode="lin" valueType="num">
                                      <p:cBhvr>
                                        <p:cTn id="338" dur="1000" fill="hold"/>
                                        <p:tgtEl>
                                          <p:spTgt spid="182"/>
                                        </p:tgtEl>
                                        <p:attrNameLst>
                                          <p:attrName>ppt_w</p:attrName>
                                        </p:attrNameLst>
                                      </p:cBhvr>
                                      <p:tavLst>
                                        <p:tav tm="0">
                                          <p:val>
                                            <p:fltVal val="0"/>
                                          </p:val>
                                        </p:tav>
                                        <p:tav tm="100000">
                                          <p:val>
                                            <p:strVal val="#ppt_w"/>
                                          </p:val>
                                        </p:tav>
                                      </p:tavLst>
                                    </p:anim>
                                    <p:anim calcmode="lin" valueType="num">
                                      <p:cBhvr>
                                        <p:cTn id="339" dur="1000" fill="hold"/>
                                        <p:tgtEl>
                                          <p:spTgt spid="182"/>
                                        </p:tgtEl>
                                        <p:attrNameLst>
                                          <p:attrName>ppt_h</p:attrName>
                                        </p:attrNameLst>
                                      </p:cBhvr>
                                      <p:tavLst>
                                        <p:tav tm="0">
                                          <p:val>
                                            <p:fltVal val="0"/>
                                          </p:val>
                                        </p:tav>
                                        <p:tav tm="100000">
                                          <p:val>
                                            <p:strVal val="#ppt_h"/>
                                          </p:val>
                                        </p:tav>
                                      </p:tavLst>
                                    </p:anim>
                                    <p:anim calcmode="lin" valueType="num">
                                      <p:cBhvr>
                                        <p:cTn id="340" dur="1000" fill="hold"/>
                                        <p:tgtEl>
                                          <p:spTgt spid="182"/>
                                        </p:tgtEl>
                                        <p:attrNameLst>
                                          <p:attrName>style.rotation</p:attrName>
                                        </p:attrNameLst>
                                      </p:cBhvr>
                                      <p:tavLst>
                                        <p:tav tm="0">
                                          <p:val>
                                            <p:fltVal val="90"/>
                                          </p:val>
                                        </p:tav>
                                        <p:tav tm="100000">
                                          <p:val>
                                            <p:fltVal val="0"/>
                                          </p:val>
                                        </p:tav>
                                      </p:tavLst>
                                    </p:anim>
                                    <p:animEffect transition="in" filter="fade">
                                      <p:cBhvr>
                                        <p:cTn id="341" dur="1000"/>
                                        <p:tgtEl>
                                          <p:spTgt spid="182"/>
                                        </p:tgtEl>
                                      </p:cBhvr>
                                    </p:animEffect>
                                  </p:childTnLst>
                                </p:cTn>
                              </p:par>
                            </p:childTnLst>
                          </p:cTn>
                        </p:par>
                        <p:par>
                          <p:cTn id="342" fill="hold">
                            <p:stCondLst>
                              <p:cond delay="13000"/>
                            </p:stCondLst>
                            <p:childTnLst>
                              <p:par>
                                <p:cTn id="343" presetID="22" presetClass="entr" presetSubtype="1" fill="hold" nodeType="afterEffect">
                                  <p:stCondLst>
                                    <p:cond delay="0"/>
                                  </p:stCondLst>
                                  <p:childTnLst>
                                    <p:set>
                                      <p:cBhvr>
                                        <p:cTn id="344" dur="1" fill="hold">
                                          <p:stCondLst>
                                            <p:cond delay="0"/>
                                          </p:stCondLst>
                                        </p:cTn>
                                        <p:tgtEl>
                                          <p:spTgt spid="184"/>
                                        </p:tgtEl>
                                        <p:attrNameLst>
                                          <p:attrName>style.visibility</p:attrName>
                                        </p:attrNameLst>
                                      </p:cBhvr>
                                      <p:to>
                                        <p:strVal val="visible"/>
                                      </p:to>
                                    </p:set>
                                    <p:animEffect transition="in" filter="wipe(up)">
                                      <p:cBhvr>
                                        <p:cTn id="345" dur="500"/>
                                        <p:tgtEl>
                                          <p:spTgt spid="184"/>
                                        </p:tgtEl>
                                      </p:cBhvr>
                                    </p:animEffect>
                                  </p:childTnLst>
                                </p:cTn>
                              </p:par>
                            </p:childTnLst>
                          </p:cTn>
                        </p:par>
                      </p:childTnLst>
                    </p:cTn>
                  </p:par>
                  <p:par>
                    <p:cTn id="346" fill="hold">
                      <p:stCondLst>
                        <p:cond delay="indefinite"/>
                      </p:stCondLst>
                      <p:childTnLst>
                        <p:par>
                          <p:cTn id="347" fill="hold">
                            <p:stCondLst>
                              <p:cond delay="0"/>
                            </p:stCondLst>
                            <p:childTnLst>
                              <p:par>
                                <p:cTn id="348" presetID="63" presetClass="path" presetSubtype="0" accel="50000" decel="50000" fill="hold" nodeType="clickEffect">
                                  <p:stCondLst>
                                    <p:cond delay="0"/>
                                  </p:stCondLst>
                                  <p:childTnLst>
                                    <p:animMotion origin="layout" path="M 0.18919 0.00069 L 0.22591 0.00069 " pathEditMode="relative" rAng="0" ptsTypes="AA">
                                      <p:cBhvr>
                                        <p:cTn id="349" dur="2000" fill="hold"/>
                                        <p:tgtEl>
                                          <p:spTgt spid="281"/>
                                        </p:tgtEl>
                                        <p:attrNameLst>
                                          <p:attrName>ppt_x</p:attrName>
                                          <p:attrName>ppt_y</p:attrName>
                                        </p:attrNameLst>
                                      </p:cBhvr>
                                      <p:rCtr x="1836" y="0"/>
                                    </p:animMotion>
                                  </p:childTnLst>
                                </p:cTn>
                              </p:par>
                            </p:childTnLst>
                          </p:cTn>
                        </p:par>
                        <p:par>
                          <p:cTn id="350" fill="hold">
                            <p:stCondLst>
                              <p:cond delay="2000"/>
                            </p:stCondLst>
                            <p:childTnLst>
                              <p:par>
                                <p:cTn id="351" presetID="32" presetClass="emph" presetSubtype="0" fill="hold" grpId="4" nodeType="afterEffect">
                                  <p:stCondLst>
                                    <p:cond delay="0"/>
                                  </p:stCondLst>
                                  <p:childTnLst>
                                    <p:animRot by="120000">
                                      <p:cBhvr>
                                        <p:cTn id="352" dur="100" fill="hold">
                                          <p:stCondLst>
                                            <p:cond delay="0"/>
                                          </p:stCondLst>
                                        </p:cTn>
                                        <p:tgtEl>
                                          <p:spTgt spid="315"/>
                                        </p:tgtEl>
                                        <p:attrNameLst>
                                          <p:attrName>r</p:attrName>
                                        </p:attrNameLst>
                                      </p:cBhvr>
                                    </p:animRot>
                                    <p:animRot by="-240000">
                                      <p:cBhvr>
                                        <p:cTn id="353" dur="200" fill="hold">
                                          <p:stCondLst>
                                            <p:cond delay="200"/>
                                          </p:stCondLst>
                                        </p:cTn>
                                        <p:tgtEl>
                                          <p:spTgt spid="315"/>
                                        </p:tgtEl>
                                        <p:attrNameLst>
                                          <p:attrName>r</p:attrName>
                                        </p:attrNameLst>
                                      </p:cBhvr>
                                    </p:animRot>
                                    <p:animRot by="240000">
                                      <p:cBhvr>
                                        <p:cTn id="354" dur="200" fill="hold">
                                          <p:stCondLst>
                                            <p:cond delay="400"/>
                                          </p:stCondLst>
                                        </p:cTn>
                                        <p:tgtEl>
                                          <p:spTgt spid="315"/>
                                        </p:tgtEl>
                                        <p:attrNameLst>
                                          <p:attrName>r</p:attrName>
                                        </p:attrNameLst>
                                      </p:cBhvr>
                                    </p:animRot>
                                    <p:animRot by="-240000">
                                      <p:cBhvr>
                                        <p:cTn id="355" dur="200" fill="hold">
                                          <p:stCondLst>
                                            <p:cond delay="600"/>
                                          </p:stCondLst>
                                        </p:cTn>
                                        <p:tgtEl>
                                          <p:spTgt spid="315"/>
                                        </p:tgtEl>
                                        <p:attrNameLst>
                                          <p:attrName>r</p:attrName>
                                        </p:attrNameLst>
                                      </p:cBhvr>
                                    </p:animRot>
                                    <p:animRot by="120000">
                                      <p:cBhvr>
                                        <p:cTn id="356" dur="200" fill="hold">
                                          <p:stCondLst>
                                            <p:cond delay="800"/>
                                          </p:stCondLst>
                                        </p:cTn>
                                        <p:tgtEl>
                                          <p:spTgt spid="315"/>
                                        </p:tgtEl>
                                        <p:attrNameLst>
                                          <p:attrName>r</p:attrName>
                                        </p:attrNameLst>
                                      </p:cBhvr>
                                    </p:animRot>
                                  </p:childTnLst>
                                </p:cTn>
                              </p:par>
                            </p:childTnLst>
                          </p:cTn>
                        </p:par>
                        <p:par>
                          <p:cTn id="357" fill="hold">
                            <p:stCondLst>
                              <p:cond delay="6000"/>
                            </p:stCondLst>
                            <p:childTnLst>
                              <p:par>
                                <p:cTn id="358" presetID="63" presetClass="path" presetSubtype="0" accel="50000" decel="50000" fill="hold" nodeType="afterEffect">
                                  <p:stCondLst>
                                    <p:cond delay="0"/>
                                  </p:stCondLst>
                                  <p:childTnLst>
                                    <p:animMotion origin="layout" path="M -0.17461 0.00116 L -0.13138 0.00116 " pathEditMode="relative" rAng="0" ptsTypes="AA">
                                      <p:cBhvr>
                                        <p:cTn id="359" dur="2000" fill="hold"/>
                                        <p:tgtEl>
                                          <p:spTgt spid="121"/>
                                        </p:tgtEl>
                                        <p:attrNameLst>
                                          <p:attrName>ppt_x</p:attrName>
                                          <p:attrName>ppt_y</p:attrName>
                                        </p:attrNameLst>
                                      </p:cBhvr>
                                      <p:rCtr x="2161" y="0"/>
                                    </p:animMotion>
                                  </p:childTnLst>
                                </p:cTn>
                              </p:par>
                            </p:childTnLst>
                          </p:cTn>
                        </p:par>
                        <p:par>
                          <p:cTn id="360" fill="hold">
                            <p:stCondLst>
                              <p:cond delay="8000"/>
                            </p:stCondLst>
                            <p:childTnLst>
                              <p:par>
                                <p:cTn id="361" presetID="31" presetClass="entr" presetSubtype="0" fill="hold" grpId="0" nodeType="afterEffect">
                                  <p:stCondLst>
                                    <p:cond delay="0"/>
                                  </p:stCondLst>
                                  <p:childTnLst>
                                    <p:set>
                                      <p:cBhvr>
                                        <p:cTn id="362" dur="1" fill="hold">
                                          <p:stCondLst>
                                            <p:cond delay="0"/>
                                          </p:stCondLst>
                                        </p:cTn>
                                        <p:tgtEl>
                                          <p:spTgt spid="185"/>
                                        </p:tgtEl>
                                        <p:attrNameLst>
                                          <p:attrName>style.visibility</p:attrName>
                                        </p:attrNameLst>
                                      </p:cBhvr>
                                      <p:to>
                                        <p:strVal val="visible"/>
                                      </p:to>
                                    </p:set>
                                    <p:anim calcmode="lin" valueType="num">
                                      <p:cBhvr>
                                        <p:cTn id="363" dur="1000" fill="hold"/>
                                        <p:tgtEl>
                                          <p:spTgt spid="185"/>
                                        </p:tgtEl>
                                        <p:attrNameLst>
                                          <p:attrName>ppt_w</p:attrName>
                                        </p:attrNameLst>
                                      </p:cBhvr>
                                      <p:tavLst>
                                        <p:tav tm="0">
                                          <p:val>
                                            <p:fltVal val="0"/>
                                          </p:val>
                                        </p:tav>
                                        <p:tav tm="100000">
                                          <p:val>
                                            <p:strVal val="#ppt_w"/>
                                          </p:val>
                                        </p:tav>
                                      </p:tavLst>
                                    </p:anim>
                                    <p:anim calcmode="lin" valueType="num">
                                      <p:cBhvr>
                                        <p:cTn id="364" dur="1000" fill="hold"/>
                                        <p:tgtEl>
                                          <p:spTgt spid="185"/>
                                        </p:tgtEl>
                                        <p:attrNameLst>
                                          <p:attrName>ppt_h</p:attrName>
                                        </p:attrNameLst>
                                      </p:cBhvr>
                                      <p:tavLst>
                                        <p:tav tm="0">
                                          <p:val>
                                            <p:fltVal val="0"/>
                                          </p:val>
                                        </p:tav>
                                        <p:tav tm="100000">
                                          <p:val>
                                            <p:strVal val="#ppt_h"/>
                                          </p:val>
                                        </p:tav>
                                      </p:tavLst>
                                    </p:anim>
                                    <p:anim calcmode="lin" valueType="num">
                                      <p:cBhvr>
                                        <p:cTn id="365" dur="1000" fill="hold"/>
                                        <p:tgtEl>
                                          <p:spTgt spid="185"/>
                                        </p:tgtEl>
                                        <p:attrNameLst>
                                          <p:attrName>style.rotation</p:attrName>
                                        </p:attrNameLst>
                                      </p:cBhvr>
                                      <p:tavLst>
                                        <p:tav tm="0">
                                          <p:val>
                                            <p:fltVal val="90"/>
                                          </p:val>
                                        </p:tav>
                                        <p:tav tm="100000">
                                          <p:val>
                                            <p:fltVal val="0"/>
                                          </p:val>
                                        </p:tav>
                                      </p:tavLst>
                                    </p:anim>
                                    <p:animEffect transition="in" filter="fade">
                                      <p:cBhvr>
                                        <p:cTn id="366" dur="1000"/>
                                        <p:tgtEl>
                                          <p:spTgt spid="185"/>
                                        </p:tgtEl>
                                      </p:cBhvr>
                                    </p:animEffect>
                                  </p:childTnLst>
                                </p:cTn>
                              </p:par>
                            </p:childTnLst>
                          </p:cTn>
                        </p:par>
                        <p:par>
                          <p:cTn id="367" fill="hold">
                            <p:stCondLst>
                              <p:cond delay="9000"/>
                            </p:stCondLst>
                            <p:childTnLst>
                              <p:par>
                                <p:cTn id="368" presetID="42" presetClass="path" presetSubtype="0" accel="50000" decel="50000" fill="hold" grpId="1" nodeType="afterEffect">
                                  <p:stCondLst>
                                    <p:cond delay="0"/>
                                  </p:stCondLst>
                                  <p:childTnLst>
                                    <p:animMotion origin="layout" path="M 3.125E-6 -3.7037E-6 L -0.06407 0.37061 " pathEditMode="relative" rAng="0" ptsTypes="AA">
                                      <p:cBhvr>
                                        <p:cTn id="369" dur="2000" fill="hold"/>
                                        <p:tgtEl>
                                          <p:spTgt spid="185"/>
                                        </p:tgtEl>
                                        <p:attrNameLst>
                                          <p:attrName>ppt_x</p:attrName>
                                          <p:attrName>ppt_y</p:attrName>
                                        </p:attrNameLst>
                                      </p:cBhvr>
                                      <p:rCtr x="-3203" y="18519"/>
                                    </p:animMotion>
                                  </p:childTnLst>
                                </p:cTn>
                              </p:par>
                              <p:par>
                                <p:cTn id="370" presetID="31" presetClass="entr" presetSubtype="0" fill="hold" grpId="0" nodeType="withEffect">
                                  <p:stCondLst>
                                    <p:cond delay="1000"/>
                                  </p:stCondLst>
                                  <p:childTnLst>
                                    <p:set>
                                      <p:cBhvr>
                                        <p:cTn id="371" dur="1" fill="hold">
                                          <p:stCondLst>
                                            <p:cond delay="0"/>
                                          </p:stCondLst>
                                        </p:cTn>
                                        <p:tgtEl>
                                          <p:spTgt spid="188"/>
                                        </p:tgtEl>
                                        <p:attrNameLst>
                                          <p:attrName>style.visibility</p:attrName>
                                        </p:attrNameLst>
                                      </p:cBhvr>
                                      <p:to>
                                        <p:strVal val="visible"/>
                                      </p:to>
                                    </p:set>
                                    <p:anim calcmode="lin" valueType="num">
                                      <p:cBhvr>
                                        <p:cTn id="372" dur="1000" fill="hold"/>
                                        <p:tgtEl>
                                          <p:spTgt spid="188"/>
                                        </p:tgtEl>
                                        <p:attrNameLst>
                                          <p:attrName>ppt_w</p:attrName>
                                        </p:attrNameLst>
                                      </p:cBhvr>
                                      <p:tavLst>
                                        <p:tav tm="0">
                                          <p:val>
                                            <p:fltVal val="0"/>
                                          </p:val>
                                        </p:tav>
                                        <p:tav tm="100000">
                                          <p:val>
                                            <p:strVal val="#ppt_w"/>
                                          </p:val>
                                        </p:tav>
                                      </p:tavLst>
                                    </p:anim>
                                    <p:anim calcmode="lin" valueType="num">
                                      <p:cBhvr>
                                        <p:cTn id="373" dur="1000" fill="hold"/>
                                        <p:tgtEl>
                                          <p:spTgt spid="188"/>
                                        </p:tgtEl>
                                        <p:attrNameLst>
                                          <p:attrName>ppt_h</p:attrName>
                                        </p:attrNameLst>
                                      </p:cBhvr>
                                      <p:tavLst>
                                        <p:tav tm="0">
                                          <p:val>
                                            <p:fltVal val="0"/>
                                          </p:val>
                                        </p:tav>
                                        <p:tav tm="100000">
                                          <p:val>
                                            <p:strVal val="#ppt_h"/>
                                          </p:val>
                                        </p:tav>
                                      </p:tavLst>
                                    </p:anim>
                                    <p:anim calcmode="lin" valueType="num">
                                      <p:cBhvr>
                                        <p:cTn id="374" dur="1000" fill="hold"/>
                                        <p:tgtEl>
                                          <p:spTgt spid="188"/>
                                        </p:tgtEl>
                                        <p:attrNameLst>
                                          <p:attrName>style.rotation</p:attrName>
                                        </p:attrNameLst>
                                      </p:cBhvr>
                                      <p:tavLst>
                                        <p:tav tm="0">
                                          <p:val>
                                            <p:fltVal val="90"/>
                                          </p:val>
                                        </p:tav>
                                        <p:tav tm="100000">
                                          <p:val>
                                            <p:fltVal val="0"/>
                                          </p:val>
                                        </p:tav>
                                      </p:tavLst>
                                    </p:anim>
                                    <p:animEffect transition="in" filter="fade">
                                      <p:cBhvr>
                                        <p:cTn id="375" dur="1000"/>
                                        <p:tgtEl>
                                          <p:spTgt spid="188"/>
                                        </p:tgtEl>
                                      </p:cBhvr>
                                    </p:animEffect>
                                  </p:childTnLst>
                                </p:cTn>
                              </p:par>
                            </p:childTnLst>
                          </p:cTn>
                        </p:par>
                        <p:par>
                          <p:cTn id="376" fill="hold">
                            <p:stCondLst>
                              <p:cond delay="11000"/>
                            </p:stCondLst>
                            <p:childTnLst>
                              <p:par>
                                <p:cTn id="377" presetID="22" presetClass="entr" presetSubtype="4" fill="hold" nodeType="afterEffect">
                                  <p:stCondLst>
                                    <p:cond delay="0"/>
                                  </p:stCondLst>
                                  <p:childTnLst>
                                    <p:set>
                                      <p:cBhvr>
                                        <p:cTn id="378" dur="1" fill="hold">
                                          <p:stCondLst>
                                            <p:cond delay="0"/>
                                          </p:stCondLst>
                                        </p:cTn>
                                        <p:tgtEl>
                                          <p:spTgt spid="186"/>
                                        </p:tgtEl>
                                        <p:attrNameLst>
                                          <p:attrName>style.visibility</p:attrName>
                                        </p:attrNameLst>
                                      </p:cBhvr>
                                      <p:to>
                                        <p:strVal val="visible"/>
                                      </p:to>
                                    </p:set>
                                    <p:animEffect transition="in" filter="wipe(down)">
                                      <p:cBhvr>
                                        <p:cTn id="379" dur="500"/>
                                        <p:tgtEl>
                                          <p:spTgt spid="186"/>
                                        </p:tgtEl>
                                      </p:cBhvr>
                                    </p:animEffect>
                                  </p:childTnLst>
                                </p:cTn>
                              </p:par>
                              <p:par>
                                <p:cTn id="380" presetID="31" presetClass="entr" presetSubtype="0" fill="hold" grpId="0" nodeType="withEffect">
                                  <p:stCondLst>
                                    <p:cond delay="0"/>
                                  </p:stCondLst>
                                  <p:childTnLst>
                                    <p:set>
                                      <p:cBhvr>
                                        <p:cTn id="381" dur="1" fill="hold">
                                          <p:stCondLst>
                                            <p:cond delay="0"/>
                                          </p:stCondLst>
                                        </p:cTn>
                                        <p:tgtEl>
                                          <p:spTgt spid="187"/>
                                        </p:tgtEl>
                                        <p:attrNameLst>
                                          <p:attrName>style.visibility</p:attrName>
                                        </p:attrNameLst>
                                      </p:cBhvr>
                                      <p:to>
                                        <p:strVal val="visible"/>
                                      </p:to>
                                    </p:set>
                                    <p:anim calcmode="lin" valueType="num">
                                      <p:cBhvr>
                                        <p:cTn id="382" dur="1000" fill="hold"/>
                                        <p:tgtEl>
                                          <p:spTgt spid="187"/>
                                        </p:tgtEl>
                                        <p:attrNameLst>
                                          <p:attrName>ppt_w</p:attrName>
                                        </p:attrNameLst>
                                      </p:cBhvr>
                                      <p:tavLst>
                                        <p:tav tm="0">
                                          <p:val>
                                            <p:fltVal val="0"/>
                                          </p:val>
                                        </p:tav>
                                        <p:tav tm="100000">
                                          <p:val>
                                            <p:strVal val="#ppt_w"/>
                                          </p:val>
                                        </p:tav>
                                      </p:tavLst>
                                    </p:anim>
                                    <p:anim calcmode="lin" valueType="num">
                                      <p:cBhvr>
                                        <p:cTn id="383" dur="1000" fill="hold"/>
                                        <p:tgtEl>
                                          <p:spTgt spid="187"/>
                                        </p:tgtEl>
                                        <p:attrNameLst>
                                          <p:attrName>ppt_h</p:attrName>
                                        </p:attrNameLst>
                                      </p:cBhvr>
                                      <p:tavLst>
                                        <p:tav tm="0">
                                          <p:val>
                                            <p:fltVal val="0"/>
                                          </p:val>
                                        </p:tav>
                                        <p:tav tm="100000">
                                          <p:val>
                                            <p:strVal val="#ppt_h"/>
                                          </p:val>
                                        </p:tav>
                                      </p:tavLst>
                                    </p:anim>
                                    <p:anim calcmode="lin" valueType="num">
                                      <p:cBhvr>
                                        <p:cTn id="384" dur="1000" fill="hold"/>
                                        <p:tgtEl>
                                          <p:spTgt spid="187"/>
                                        </p:tgtEl>
                                        <p:attrNameLst>
                                          <p:attrName>style.rotation</p:attrName>
                                        </p:attrNameLst>
                                      </p:cBhvr>
                                      <p:tavLst>
                                        <p:tav tm="0">
                                          <p:val>
                                            <p:fltVal val="90"/>
                                          </p:val>
                                        </p:tav>
                                        <p:tav tm="100000">
                                          <p:val>
                                            <p:fltVal val="0"/>
                                          </p:val>
                                        </p:tav>
                                      </p:tavLst>
                                    </p:anim>
                                    <p:animEffect transition="in" filter="fade">
                                      <p:cBhvr>
                                        <p:cTn id="385" dur="1000"/>
                                        <p:tgtEl>
                                          <p:spTgt spid="187"/>
                                        </p:tgtEl>
                                      </p:cBhvr>
                                    </p:animEffect>
                                  </p:childTnLst>
                                </p:cTn>
                              </p:par>
                            </p:childTnLst>
                          </p:cTn>
                        </p:par>
                        <p:par>
                          <p:cTn id="386" fill="hold">
                            <p:stCondLst>
                              <p:cond delay="12000"/>
                            </p:stCondLst>
                            <p:childTnLst>
                              <p:par>
                                <p:cTn id="387" presetID="22" presetClass="entr" presetSubtype="1" fill="hold" nodeType="afterEffect">
                                  <p:stCondLst>
                                    <p:cond delay="0"/>
                                  </p:stCondLst>
                                  <p:childTnLst>
                                    <p:set>
                                      <p:cBhvr>
                                        <p:cTn id="388" dur="1" fill="hold">
                                          <p:stCondLst>
                                            <p:cond delay="0"/>
                                          </p:stCondLst>
                                        </p:cTn>
                                        <p:tgtEl>
                                          <p:spTgt spid="189"/>
                                        </p:tgtEl>
                                        <p:attrNameLst>
                                          <p:attrName>style.visibility</p:attrName>
                                        </p:attrNameLst>
                                      </p:cBhvr>
                                      <p:to>
                                        <p:strVal val="visible"/>
                                      </p:to>
                                    </p:set>
                                    <p:animEffect transition="in" filter="wipe(up)">
                                      <p:cBhvr>
                                        <p:cTn id="389" dur="500"/>
                                        <p:tgtEl>
                                          <p:spTgt spid="189"/>
                                        </p:tgtEl>
                                      </p:cBhvr>
                                    </p:animEffect>
                                  </p:childTnLst>
                                </p:cTn>
                              </p:par>
                            </p:childTnLst>
                          </p:cTn>
                        </p:par>
                      </p:childTnLst>
                    </p:cTn>
                  </p:par>
                  <p:par>
                    <p:cTn id="390" fill="hold">
                      <p:stCondLst>
                        <p:cond delay="indefinite"/>
                      </p:stCondLst>
                      <p:childTnLst>
                        <p:par>
                          <p:cTn id="391" fill="hold">
                            <p:stCondLst>
                              <p:cond delay="0"/>
                            </p:stCondLst>
                            <p:childTnLst>
                              <p:par>
                                <p:cTn id="392" presetID="63" presetClass="path" presetSubtype="0" accel="50000" decel="50000" fill="hold" nodeType="clickEffect">
                                  <p:stCondLst>
                                    <p:cond delay="0"/>
                                  </p:stCondLst>
                                  <p:childTnLst>
                                    <p:animMotion origin="layout" path="M 0.22591 0.00069 L 0.26107 0.00069 " pathEditMode="relative" rAng="0" ptsTypes="AA">
                                      <p:cBhvr>
                                        <p:cTn id="393" dur="2000" fill="hold"/>
                                        <p:tgtEl>
                                          <p:spTgt spid="281"/>
                                        </p:tgtEl>
                                        <p:attrNameLst>
                                          <p:attrName>ppt_x</p:attrName>
                                          <p:attrName>ppt_y</p:attrName>
                                        </p:attrNameLst>
                                      </p:cBhvr>
                                      <p:rCtr x="1758" y="0"/>
                                    </p:animMotion>
                                  </p:childTnLst>
                                </p:cTn>
                              </p:par>
                            </p:childTnLst>
                          </p:cTn>
                        </p:par>
                        <p:par>
                          <p:cTn id="394" fill="hold">
                            <p:stCondLst>
                              <p:cond delay="2000"/>
                            </p:stCondLst>
                            <p:childTnLst>
                              <p:par>
                                <p:cTn id="395" presetID="32" presetClass="emph" presetSubtype="0" fill="hold" grpId="5" nodeType="afterEffect">
                                  <p:stCondLst>
                                    <p:cond delay="0"/>
                                  </p:stCondLst>
                                  <p:childTnLst>
                                    <p:animRot by="120000">
                                      <p:cBhvr>
                                        <p:cTn id="396" dur="100" fill="hold">
                                          <p:stCondLst>
                                            <p:cond delay="0"/>
                                          </p:stCondLst>
                                        </p:cTn>
                                        <p:tgtEl>
                                          <p:spTgt spid="315"/>
                                        </p:tgtEl>
                                        <p:attrNameLst>
                                          <p:attrName>r</p:attrName>
                                        </p:attrNameLst>
                                      </p:cBhvr>
                                    </p:animRot>
                                    <p:animRot by="-240000">
                                      <p:cBhvr>
                                        <p:cTn id="397" dur="200" fill="hold">
                                          <p:stCondLst>
                                            <p:cond delay="200"/>
                                          </p:stCondLst>
                                        </p:cTn>
                                        <p:tgtEl>
                                          <p:spTgt spid="315"/>
                                        </p:tgtEl>
                                        <p:attrNameLst>
                                          <p:attrName>r</p:attrName>
                                        </p:attrNameLst>
                                      </p:cBhvr>
                                    </p:animRot>
                                    <p:animRot by="240000">
                                      <p:cBhvr>
                                        <p:cTn id="398" dur="200" fill="hold">
                                          <p:stCondLst>
                                            <p:cond delay="400"/>
                                          </p:stCondLst>
                                        </p:cTn>
                                        <p:tgtEl>
                                          <p:spTgt spid="315"/>
                                        </p:tgtEl>
                                        <p:attrNameLst>
                                          <p:attrName>r</p:attrName>
                                        </p:attrNameLst>
                                      </p:cBhvr>
                                    </p:animRot>
                                    <p:animRot by="-240000">
                                      <p:cBhvr>
                                        <p:cTn id="399" dur="200" fill="hold">
                                          <p:stCondLst>
                                            <p:cond delay="600"/>
                                          </p:stCondLst>
                                        </p:cTn>
                                        <p:tgtEl>
                                          <p:spTgt spid="315"/>
                                        </p:tgtEl>
                                        <p:attrNameLst>
                                          <p:attrName>r</p:attrName>
                                        </p:attrNameLst>
                                      </p:cBhvr>
                                    </p:animRot>
                                    <p:animRot by="120000">
                                      <p:cBhvr>
                                        <p:cTn id="400" dur="200" fill="hold">
                                          <p:stCondLst>
                                            <p:cond delay="800"/>
                                          </p:stCondLst>
                                        </p:cTn>
                                        <p:tgtEl>
                                          <p:spTgt spid="315"/>
                                        </p:tgtEl>
                                        <p:attrNameLst>
                                          <p:attrName>r</p:attrName>
                                        </p:attrNameLst>
                                      </p:cBhvr>
                                    </p:animRot>
                                  </p:childTnLst>
                                </p:cTn>
                              </p:par>
                            </p:childTnLst>
                          </p:cTn>
                        </p:par>
                        <p:par>
                          <p:cTn id="401" fill="hold">
                            <p:stCondLst>
                              <p:cond delay="5000"/>
                            </p:stCondLst>
                            <p:childTnLst>
                              <p:par>
                                <p:cTn id="402" presetID="63" presetClass="path" presetSubtype="0" accel="50000" decel="50000" fill="hold" nodeType="afterEffect">
                                  <p:stCondLst>
                                    <p:cond delay="0"/>
                                  </p:stCondLst>
                                  <p:childTnLst>
                                    <p:animMotion origin="layout" path="M -0.13138 0.00116 L 0.04024 0.00024 " pathEditMode="relative" rAng="0" ptsTypes="AA">
                                      <p:cBhvr>
                                        <p:cTn id="403" dur="2000" fill="hold"/>
                                        <p:tgtEl>
                                          <p:spTgt spid="121"/>
                                        </p:tgtEl>
                                        <p:attrNameLst>
                                          <p:attrName>ppt_x</p:attrName>
                                          <p:attrName>ppt_y</p:attrName>
                                        </p:attrNameLst>
                                      </p:cBhvr>
                                      <p:rCtr x="8581" y="-46"/>
                                    </p:animMotion>
                                  </p:childTnLst>
                                </p:cTn>
                              </p:par>
                            </p:childTnLst>
                          </p:cTn>
                        </p:par>
                        <p:par>
                          <p:cTn id="404" fill="hold">
                            <p:stCondLst>
                              <p:cond delay="7000"/>
                            </p:stCondLst>
                            <p:childTnLst>
                              <p:par>
                                <p:cTn id="405" presetID="31" presetClass="entr" presetSubtype="0" fill="hold" grpId="0" nodeType="afterEffect">
                                  <p:stCondLst>
                                    <p:cond delay="0"/>
                                  </p:stCondLst>
                                  <p:childTnLst>
                                    <p:set>
                                      <p:cBhvr>
                                        <p:cTn id="406" dur="1" fill="hold">
                                          <p:stCondLst>
                                            <p:cond delay="0"/>
                                          </p:stCondLst>
                                        </p:cTn>
                                        <p:tgtEl>
                                          <p:spTgt spid="190"/>
                                        </p:tgtEl>
                                        <p:attrNameLst>
                                          <p:attrName>style.visibility</p:attrName>
                                        </p:attrNameLst>
                                      </p:cBhvr>
                                      <p:to>
                                        <p:strVal val="visible"/>
                                      </p:to>
                                    </p:set>
                                    <p:anim calcmode="lin" valueType="num">
                                      <p:cBhvr>
                                        <p:cTn id="407" dur="1000" fill="hold"/>
                                        <p:tgtEl>
                                          <p:spTgt spid="190"/>
                                        </p:tgtEl>
                                        <p:attrNameLst>
                                          <p:attrName>ppt_w</p:attrName>
                                        </p:attrNameLst>
                                      </p:cBhvr>
                                      <p:tavLst>
                                        <p:tav tm="0">
                                          <p:val>
                                            <p:fltVal val="0"/>
                                          </p:val>
                                        </p:tav>
                                        <p:tav tm="100000">
                                          <p:val>
                                            <p:strVal val="#ppt_w"/>
                                          </p:val>
                                        </p:tav>
                                      </p:tavLst>
                                    </p:anim>
                                    <p:anim calcmode="lin" valueType="num">
                                      <p:cBhvr>
                                        <p:cTn id="408" dur="1000" fill="hold"/>
                                        <p:tgtEl>
                                          <p:spTgt spid="190"/>
                                        </p:tgtEl>
                                        <p:attrNameLst>
                                          <p:attrName>ppt_h</p:attrName>
                                        </p:attrNameLst>
                                      </p:cBhvr>
                                      <p:tavLst>
                                        <p:tav tm="0">
                                          <p:val>
                                            <p:fltVal val="0"/>
                                          </p:val>
                                        </p:tav>
                                        <p:tav tm="100000">
                                          <p:val>
                                            <p:strVal val="#ppt_h"/>
                                          </p:val>
                                        </p:tav>
                                      </p:tavLst>
                                    </p:anim>
                                    <p:anim calcmode="lin" valueType="num">
                                      <p:cBhvr>
                                        <p:cTn id="409" dur="1000" fill="hold"/>
                                        <p:tgtEl>
                                          <p:spTgt spid="190"/>
                                        </p:tgtEl>
                                        <p:attrNameLst>
                                          <p:attrName>style.rotation</p:attrName>
                                        </p:attrNameLst>
                                      </p:cBhvr>
                                      <p:tavLst>
                                        <p:tav tm="0">
                                          <p:val>
                                            <p:fltVal val="90"/>
                                          </p:val>
                                        </p:tav>
                                        <p:tav tm="100000">
                                          <p:val>
                                            <p:fltVal val="0"/>
                                          </p:val>
                                        </p:tav>
                                      </p:tavLst>
                                    </p:anim>
                                    <p:animEffect transition="in" filter="fade">
                                      <p:cBhvr>
                                        <p:cTn id="410" dur="1000"/>
                                        <p:tgtEl>
                                          <p:spTgt spid="190"/>
                                        </p:tgtEl>
                                      </p:cBhvr>
                                    </p:animEffect>
                                  </p:childTnLst>
                                </p:cTn>
                              </p:par>
                            </p:childTnLst>
                          </p:cTn>
                        </p:par>
                        <p:par>
                          <p:cTn id="411" fill="hold">
                            <p:stCondLst>
                              <p:cond delay="8000"/>
                            </p:stCondLst>
                            <p:childTnLst>
                              <p:par>
                                <p:cTn id="412" presetID="42" presetClass="path" presetSubtype="0" accel="50000" decel="50000" fill="hold" grpId="1" nodeType="afterEffect">
                                  <p:stCondLst>
                                    <p:cond delay="0"/>
                                  </p:stCondLst>
                                  <p:childTnLst>
                                    <p:animMotion origin="layout" path="M 3.33333E-6 4.81481E-6 L 0.07317 0.22337 " pathEditMode="relative" rAng="0" ptsTypes="AA">
                                      <p:cBhvr>
                                        <p:cTn id="413" dur="2000" fill="hold"/>
                                        <p:tgtEl>
                                          <p:spTgt spid="190"/>
                                        </p:tgtEl>
                                        <p:attrNameLst>
                                          <p:attrName>ppt_x</p:attrName>
                                          <p:attrName>ppt_y</p:attrName>
                                        </p:attrNameLst>
                                      </p:cBhvr>
                                      <p:rCtr x="3659" y="11157"/>
                                    </p:animMotion>
                                  </p:childTnLst>
                                </p:cTn>
                              </p:par>
                              <p:par>
                                <p:cTn id="414" presetID="31" presetClass="entr" presetSubtype="0" fill="hold" grpId="0" nodeType="withEffect">
                                  <p:stCondLst>
                                    <p:cond delay="1000"/>
                                  </p:stCondLst>
                                  <p:childTnLst>
                                    <p:set>
                                      <p:cBhvr>
                                        <p:cTn id="415" dur="1" fill="hold">
                                          <p:stCondLst>
                                            <p:cond delay="0"/>
                                          </p:stCondLst>
                                        </p:cTn>
                                        <p:tgtEl>
                                          <p:spTgt spid="183"/>
                                        </p:tgtEl>
                                        <p:attrNameLst>
                                          <p:attrName>style.visibility</p:attrName>
                                        </p:attrNameLst>
                                      </p:cBhvr>
                                      <p:to>
                                        <p:strVal val="visible"/>
                                      </p:to>
                                    </p:set>
                                    <p:anim calcmode="lin" valueType="num">
                                      <p:cBhvr>
                                        <p:cTn id="416" dur="1000" fill="hold"/>
                                        <p:tgtEl>
                                          <p:spTgt spid="183"/>
                                        </p:tgtEl>
                                        <p:attrNameLst>
                                          <p:attrName>ppt_w</p:attrName>
                                        </p:attrNameLst>
                                      </p:cBhvr>
                                      <p:tavLst>
                                        <p:tav tm="0">
                                          <p:val>
                                            <p:fltVal val="0"/>
                                          </p:val>
                                        </p:tav>
                                        <p:tav tm="100000">
                                          <p:val>
                                            <p:strVal val="#ppt_w"/>
                                          </p:val>
                                        </p:tav>
                                      </p:tavLst>
                                    </p:anim>
                                    <p:anim calcmode="lin" valueType="num">
                                      <p:cBhvr>
                                        <p:cTn id="417" dur="1000" fill="hold"/>
                                        <p:tgtEl>
                                          <p:spTgt spid="183"/>
                                        </p:tgtEl>
                                        <p:attrNameLst>
                                          <p:attrName>ppt_h</p:attrName>
                                        </p:attrNameLst>
                                      </p:cBhvr>
                                      <p:tavLst>
                                        <p:tav tm="0">
                                          <p:val>
                                            <p:fltVal val="0"/>
                                          </p:val>
                                        </p:tav>
                                        <p:tav tm="100000">
                                          <p:val>
                                            <p:strVal val="#ppt_h"/>
                                          </p:val>
                                        </p:tav>
                                      </p:tavLst>
                                    </p:anim>
                                    <p:anim calcmode="lin" valueType="num">
                                      <p:cBhvr>
                                        <p:cTn id="418" dur="1000" fill="hold"/>
                                        <p:tgtEl>
                                          <p:spTgt spid="183"/>
                                        </p:tgtEl>
                                        <p:attrNameLst>
                                          <p:attrName>style.rotation</p:attrName>
                                        </p:attrNameLst>
                                      </p:cBhvr>
                                      <p:tavLst>
                                        <p:tav tm="0">
                                          <p:val>
                                            <p:fltVal val="90"/>
                                          </p:val>
                                        </p:tav>
                                        <p:tav tm="100000">
                                          <p:val>
                                            <p:fltVal val="0"/>
                                          </p:val>
                                        </p:tav>
                                      </p:tavLst>
                                    </p:anim>
                                    <p:animEffect transition="in" filter="fade">
                                      <p:cBhvr>
                                        <p:cTn id="419" dur="1000"/>
                                        <p:tgtEl>
                                          <p:spTgt spid="183"/>
                                        </p:tgtEl>
                                      </p:cBhvr>
                                    </p:animEffect>
                                  </p:childTnLst>
                                </p:cTn>
                              </p:par>
                            </p:childTnLst>
                          </p:cTn>
                        </p:par>
                        <p:par>
                          <p:cTn id="420" fill="hold">
                            <p:stCondLst>
                              <p:cond delay="10000"/>
                            </p:stCondLst>
                            <p:childTnLst>
                              <p:par>
                                <p:cTn id="421" presetID="22" presetClass="entr" presetSubtype="1" fill="hold" nodeType="afterEffect">
                                  <p:stCondLst>
                                    <p:cond delay="0"/>
                                  </p:stCondLst>
                                  <p:childTnLst>
                                    <p:set>
                                      <p:cBhvr>
                                        <p:cTn id="422" dur="1" fill="hold">
                                          <p:stCondLst>
                                            <p:cond delay="0"/>
                                          </p:stCondLst>
                                        </p:cTn>
                                        <p:tgtEl>
                                          <p:spTgt spid="191"/>
                                        </p:tgtEl>
                                        <p:attrNameLst>
                                          <p:attrName>style.visibility</p:attrName>
                                        </p:attrNameLst>
                                      </p:cBhvr>
                                      <p:to>
                                        <p:strVal val="visible"/>
                                      </p:to>
                                    </p:set>
                                    <p:animEffect transition="in" filter="wipe(up)">
                                      <p:cBhvr>
                                        <p:cTn id="423" dur="500"/>
                                        <p:tgtEl>
                                          <p:spTgt spid="191"/>
                                        </p:tgtEl>
                                      </p:cBhvr>
                                    </p:animEffect>
                                  </p:childTnLst>
                                </p:cTn>
                              </p:par>
                              <p:par>
                                <p:cTn id="424" presetID="31" presetClass="entr" presetSubtype="0" fill="hold" grpId="0" nodeType="withEffect">
                                  <p:stCondLst>
                                    <p:cond delay="0"/>
                                  </p:stCondLst>
                                  <p:childTnLst>
                                    <p:set>
                                      <p:cBhvr>
                                        <p:cTn id="425" dur="1" fill="hold">
                                          <p:stCondLst>
                                            <p:cond delay="0"/>
                                          </p:stCondLst>
                                        </p:cTn>
                                        <p:tgtEl>
                                          <p:spTgt spid="192"/>
                                        </p:tgtEl>
                                        <p:attrNameLst>
                                          <p:attrName>style.visibility</p:attrName>
                                        </p:attrNameLst>
                                      </p:cBhvr>
                                      <p:to>
                                        <p:strVal val="visible"/>
                                      </p:to>
                                    </p:set>
                                    <p:anim calcmode="lin" valueType="num">
                                      <p:cBhvr>
                                        <p:cTn id="426" dur="1000" fill="hold"/>
                                        <p:tgtEl>
                                          <p:spTgt spid="192"/>
                                        </p:tgtEl>
                                        <p:attrNameLst>
                                          <p:attrName>ppt_w</p:attrName>
                                        </p:attrNameLst>
                                      </p:cBhvr>
                                      <p:tavLst>
                                        <p:tav tm="0">
                                          <p:val>
                                            <p:fltVal val="0"/>
                                          </p:val>
                                        </p:tav>
                                        <p:tav tm="100000">
                                          <p:val>
                                            <p:strVal val="#ppt_w"/>
                                          </p:val>
                                        </p:tav>
                                      </p:tavLst>
                                    </p:anim>
                                    <p:anim calcmode="lin" valueType="num">
                                      <p:cBhvr>
                                        <p:cTn id="427" dur="1000" fill="hold"/>
                                        <p:tgtEl>
                                          <p:spTgt spid="192"/>
                                        </p:tgtEl>
                                        <p:attrNameLst>
                                          <p:attrName>ppt_h</p:attrName>
                                        </p:attrNameLst>
                                      </p:cBhvr>
                                      <p:tavLst>
                                        <p:tav tm="0">
                                          <p:val>
                                            <p:fltVal val="0"/>
                                          </p:val>
                                        </p:tav>
                                        <p:tav tm="100000">
                                          <p:val>
                                            <p:strVal val="#ppt_h"/>
                                          </p:val>
                                        </p:tav>
                                      </p:tavLst>
                                    </p:anim>
                                    <p:anim calcmode="lin" valueType="num">
                                      <p:cBhvr>
                                        <p:cTn id="428" dur="1000" fill="hold"/>
                                        <p:tgtEl>
                                          <p:spTgt spid="192"/>
                                        </p:tgtEl>
                                        <p:attrNameLst>
                                          <p:attrName>style.rotation</p:attrName>
                                        </p:attrNameLst>
                                      </p:cBhvr>
                                      <p:tavLst>
                                        <p:tav tm="0">
                                          <p:val>
                                            <p:fltVal val="90"/>
                                          </p:val>
                                        </p:tav>
                                        <p:tav tm="100000">
                                          <p:val>
                                            <p:fltVal val="0"/>
                                          </p:val>
                                        </p:tav>
                                      </p:tavLst>
                                    </p:anim>
                                    <p:animEffect transition="in" filter="fade">
                                      <p:cBhvr>
                                        <p:cTn id="429" dur="1000"/>
                                        <p:tgtEl>
                                          <p:spTgt spid="192"/>
                                        </p:tgtEl>
                                      </p:cBhvr>
                                    </p:animEffect>
                                  </p:childTnLst>
                                </p:cTn>
                              </p:par>
                              <p:par>
                                <p:cTn id="430" presetID="22" presetClass="exit" presetSubtype="4" fill="hold" nodeType="withEffect">
                                  <p:stCondLst>
                                    <p:cond delay="250"/>
                                  </p:stCondLst>
                                  <p:childTnLst>
                                    <p:animEffect transition="out" filter="wipe(down)">
                                      <p:cBhvr>
                                        <p:cTn id="431" dur="500"/>
                                        <p:tgtEl>
                                          <p:spTgt spid="176"/>
                                        </p:tgtEl>
                                      </p:cBhvr>
                                    </p:animEffect>
                                    <p:set>
                                      <p:cBhvr>
                                        <p:cTn id="432" dur="1" fill="hold">
                                          <p:stCondLst>
                                            <p:cond delay="499"/>
                                          </p:stCondLst>
                                        </p:cTn>
                                        <p:tgtEl>
                                          <p:spTgt spid="176"/>
                                        </p:tgtEl>
                                        <p:attrNameLst>
                                          <p:attrName>style.visibility</p:attrName>
                                        </p:attrNameLst>
                                      </p:cBhvr>
                                      <p:to>
                                        <p:strVal val="hidden"/>
                                      </p:to>
                                    </p:set>
                                  </p:childTnLst>
                                </p:cTn>
                              </p:par>
                            </p:childTnLst>
                          </p:cTn>
                        </p:par>
                        <p:par>
                          <p:cTn id="433" fill="hold">
                            <p:stCondLst>
                              <p:cond delay="11000"/>
                            </p:stCondLst>
                            <p:childTnLst>
                              <p:par>
                                <p:cTn id="434" presetID="22" presetClass="entr" presetSubtype="1" fill="hold" nodeType="afterEffect">
                                  <p:stCondLst>
                                    <p:cond delay="0"/>
                                  </p:stCondLst>
                                  <p:childTnLst>
                                    <p:set>
                                      <p:cBhvr>
                                        <p:cTn id="435" dur="1" fill="hold">
                                          <p:stCondLst>
                                            <p:cond delay="0"/>
                                          </p:stCondLst>
                                        </p:cTn>
                                        <p:tgtEl>
                                          <p:spTgt spid="193"/>
                                        </p:tgtEl>
                                        <p:attrNameLst>
                                          <p:attrName>style.visibility</p:attrName>
                                        </p:attrNameLst>
                                      </p:cBhvr>
                                      <p:to>
                                        <p:strVal val="visible"/>
                                      </p:to>
                                    </p:set>
                                    <p:animEffect transition="in" filter="wipe(up)">
                                      <p:cBhvr>
                                        <p:cTn id="436" dur="500"/>
                                        <p:tgtEl>
                                          <p:spTgt spid="193"/>
                                        </p:tgtEl>
                                      </p:cBhvr>
                                    </p:animEffect>
                                  </p:childTnLst>
                                </p:cTn>
                              </p:par>
                            </p:childTnLst>
                          </p:cTn>
                        </p:par>
                      </p:childTnLst>
                    </p:cTn>
                  </p:par>
                  <p:par>
                    <p:cTn id="437" fill="hold">
                      <p:stCondLst>
                        <p:cond delay="indefinite"/>
                      </p:stCondLst>
                      <p:childTnLst>
                        <p:par>
                          <p:cTn id="438" fill="hold">
                            <p:stCondLst>
                              <p:cond delay="0"/>
                            </p:stCondLst>
                            <p:childTnLst>
                              <p:par>
                                <p:cTn id="439" presetID="63" presetClass="path" presetSubtype="0" accel="50000" decel="50000" fill="hold" nodeType="clickEffect">
                                  <p:stCondLst>
                                    <p:cond delay="0"/>
                                  </p:stCondLst>
                                  <p:childTnLst>
                                    <p:animMotion origin="layout" path="M 0.26107 0.00069 L 0.30039 0.00069 " pathEditMode="relative" rAng="0" ptsTypes="AA">
                                      <p:cBhvr>
                                        <p:cTn id="440" dur="2000" fill="hold"/>
                                        <p:tgtEl>
                                          <p:spTgt spid="281"/>
                                        </p:tgtEl>
                                        <p:attrNameLst>
                                          <p:attrName>ppt_x</p:attrName>
                                          <p:attrName>ppt_y</p:attrName>
                                        </p:attrNameLst>
                                      </p:cBhvr>
                                      <p:rCtr x="1966" y="0"/>
                                    </p:animMotion>
                                  </p:childTnLst>
                                </p:cTn>
                              </p:par>
                            </p:childTnLst>
                          </p:cTn>
                        </p:par>
                        <p:par>
                          <p:cTn id="441" fill="hold">
                            <p:stCondLst>
                              <p:cond delay="2000"/>
                            </p:stCondLst>
                            <p:childTnLst>
                              <p:par>
                                <p:cTn id="442" presetID="32" presetClass="emph" presetSubtype="0" fill="hold" grpId="6" nodeType="afterEffect">
                                  <p:stCondLst>
                                    <p:cond delay="0"/>
                                  </p:stCondLst>
                                  <p:childTnLst>
                                    <p:animRot by="120000">
                                      <p:cBhvr>
                                        <p:cTn id="443" dur="100" fill="hold">
                                          <p:stCondLst>
                                            <p:cond delay="0"/>
                                          </p:stCondLst>
                                        </p:cTn>
                                        <p:tgtEl>
                                          <p:spTgt spid="315"/>
                                        </p:tgtEl>
                                        <p:attrNameLst>
                                          <p:attrName>r</p:attrName>
                                        </p:attrNameLst>
                                      </p:cBhvr>
                                    </p:animRot>
                                    <p:animRot by="-240000">
                                      <p:cBhvr>
                                        <p:cTn id="444" dur="200" fill="hold">
                                          <p:stCondLst>
                                            <p:cond delay="200"/>
                                          </p:stCondLst>
                                        </p:cTn>
                                        <p:tgtEl>
                                          <p:spTgt spid="315"/>
                                        </p:tgtEl>
                                        <p:attrNameLst>
                                          <p:attrName>r</p:attrName>
                                        </p:attrNameLst>
                                      </p:cBhvr>
                                    </p:animRot>
                                    <p:animRot by="240000">
                                      <p:cBhvr>
                                        <p:cTn id="445" dur="200" fill="hold">
                                          <p:stCondLst>
                                            <p:cond delay="400"/>
                                          </p:stCondLst>
                                        </p:cTn>
                                        <p:tgtEl>
                                          <p:spTgt spid="315"/>
                                        </p:tgtEl>
                                        <p:attrNameLst>
                                          <p:attrName>r</p:attrName>
                                        </p:attrNameLst>
                                      </p:cBhvr>
                                    </p:animRot>
                                    <p:animRot by="-240000">
                                      <p:cBhvr>
                                        <p:cTn id="446" dur="200" fill="hold">
                                          <p:stCondLst>
                                            <p:cond delay="600"/>
                                          </p:stCondLst>
                                        </p:cTn>
                                        <p:tgtEl>
                                          <p:spTgt spid="315"/>
                                        </p:tgtEl>
                                        <p:attrNameLst>
                                          <p:attrName>r</p:attrName>
                                        </p:attrNameLst>
                                      </p:cBhvr>
                                    </p:animRot>
                                    <p:animRot by="120000">
                                      <p:cBhvr>
                                        <p:cTn id="447" dur="200" fill="hold">
                                          <p:stCondLst>
                                            <p:cond delay="800"/>
                                          </p:stCondLst>
                                        </p:cTn>
                                        <p:tgtEl>
                                          <p:spTgt spid="315"/>
                                        </p:tgtEl>
                                        <p:attrNameLst>
                                          <p:attrName>r</p:attrName>
                                        </p:attrNameLst>
                                      </p:cBhvr>
                                    </p:animRot>
                                  </p:childTnLst>
                                </p:cTn>
                              </p:par>
                            </p:childTnLst>
                          </p:cTn>
                        </p:par>
                        <p:par>
                          <p:cTn id="448" fill="hold">
                            <p:stCondLst>
                              <p:cond delay="4000"/>
                            </p:stCondLst>
                            <p:childTnLst>
                              <p:par>
                                <p:cTn id="449" presetID="63" presetClass="path" presetSubtype="0" accel="50000" decel="50000" fill="hold" nodeType="afterEffect">
                                  <p:stCondLst>
                                    <p:cond delay="0"/>
                                  </p:stCondLst>
                                  <p:childTnLst>
                                    <p:animMotion origin="layout" path="M 0.04024 0.00024 L -2.29167E-6 -4.81481E-6 " pathEditMode="relative" rAng="0" ptsTypes="AA">
                                      <p:cBhvr>
                                        <p:cTn id="450" dur="2000" fill="hold"/>
                                        <p:tgtEl>
                                          <p:spTgt spid="121"/>
                                        </p:tgtEl>
                                        <p:attrNameLst>
                                          <p:attrName>ppt_x</p:attrName>
                                          <p:attrName>ppt_y</p:attrName>
                                        </p:attrNameLst>
                                      </p:cBhvr>
                                      <p:rCtr x="-2018" y="-23"/>
                                    </p:animMotion>
                                  </p:childTnLst>
                                </p:cTn>
                              </p:par>
                            </p:childTnLst>
                          </p:cTn>
                        </p:par>
                        <p:par>
                          <p:cTn id="451" fill="hold">
                            <p:stCondLst>
                              <p:cond delay="6000"/>
                            </p:stCondLst>
                            <p:childTnLst>
                              <p:par>
                                <p:cTn id="452" presetID="31" presetClass="entr" presetSubtype="0" fill="hold" grpId="0" nodeType="afterEffect">
                                  <p:stCondLst>
                                    <p:cond delay="0"/>
                                  </p:stCondLst>
                                  <p:childTnLst>
                                    <p:set>
                                      <p:cBhvr>
                                        <p:cTn id="453" dur="1" fill="hold">
                                          <p:stCondLst>
                                            <p:cond delay="0"/>
                                          </p:stCondLst>
                                        </p:cTn>
                                        <p:tgtEl>
                                          <p:spTgt spid="194"/>
                                        </p:tgtEl>
                                        <p:attrNameLst>
                                          <p:attrName>style.visibility</p:attrName>
                                        </p:attrNameLst>
                                      </p:cBhvr>
                                      <p:to>
                                        <p:strVal val="visible"/>
                                      </p:to>
                                    </p:set>
                                    <p:anim calcmode="lin" valueType="num">
                                      <p:cBhvr>
                                        <p:cTn id="454" dur="1000" fill="hold"/>
                                        <p:tgtEl>
                                          <p:spTgt spid="194"/>
                                        </p:tgtEl>
                                        <p:attrNameLst>
                                          <p:attrName>ppt_w</p:attrName>
                                        </p:attrNameLst>
                                      </p:cBhvr>
                                      <p:tavLst>
                                        <p:tav tm="0">
                                          <p:val>
                                            <p:fltVal val="0"/>
                                          </p:val>
                                        </p:tav>
                                        <p:tav tm="100000">
                                          <p:val>
                                            <p:strVal val="#ppt_w"/>
                                          </p:val>
                                        </p:tav>
                                      </p:tavLst>
                                    </p:anim>
                                    <p:anim calcmode="lin" valueType="num">
                                      <p:cBhvr>
                                        <p:cTn id="455" dur="1000" fill="hold"/>
                                        <p:tgtEl>
                                          <p:spTgt spid="194"/>
                                        </p:tgtEl>
                                        <p:attrNameLst>
                                          <p:attrName>ppt_h</p:attrName>
                                        </p:attrNameLst>
                                      </p:cBhvr>
                                      <p:tavLst>
                                        <p:tav tm="0">
                                          <p:val>
                                            <p:fltVal val="0"/>
                                          </p:val>
                                        </p:tav>
                                        <p:tav tm="100000">
                                          <p:val>
                                            <p:strVal val="#ppt_h"/>
                                          </p:val>
                                        </p:tav>
                                      </p:tavLst>
                                    </p:anim>
                                    <p:anim calcmode="lin" valueType="num">
                                      <p:cBhvr>
                                        <p:cTn id="456" dur="1000" fill="hold"/>
                                        <p:tgtEl>
                                          <p:spTgt spid="194"/>
                                        </p:tgtEl>
                                        <p:attrNameLst>
                                          <p:attrName>style.rotation</p:attrName>
                                        </p:attrNameLst>
                                      </p:cBhvr>
                                      <p:tavLst>
                                        <p:tav tm="0">
                                          <p:val>
                                            <p:fltVal val="90"/>
                                          </p:val>
                                        </p:tav>
                                        <p:tav tm="100000">
                                          <p:val>
                                            <p:fltVal val="0"/>
                                          </p:val>
                                        </p:tav>
                                      </p:tavLst>
                                    </p:anim>
                                    <p:animEffect transition="in" filter="fade">
                                      <p:cBhvr>
                                        <p:cTn id="457" dur="1000"/>
                                        <p:tgtEl>
                                          <p:spTgt spid="194"/>
                                        </p:tgtEl>
                                      </p:cBhvr>
                                    </p:animEffect>
                                  </p:childTnLst>
                                </p:cTn>
                              </p:par>
                            </p:childTnLst>
                          </p:cTn>
                        </p:par>
                        <p:par>
                          <p:cTn id="458" fill="hold">
                            <p:stCondLst>
                              <p:cond delay="7000"/>
                            </p:stCondLst>
                            <p:childTnLst>
                              <p:par>
                                <p:cTn id="459" presetID="42" presetClass="path" presetSubtype="0" accel="50000" decel="50000" fill="hold" grpId="1" nodeType="afterEffect">
                                  <p:stCondLst>
                                    <p:cond delay="0"/>
                                  </p:stCondLst>
                                  <p:childTnLst>
                                    <p:animMotion origin="layout" path="M 4.16667E-6 -3.7037E-6 L -0.00691 0.29838 " pathEditMode="relative" rAng="0" ptsTypes="AA">
                                      <p:cBhvr>
                                        <p:cTn id="460" dur="2000" fill="hold"/>
                                        <p:tgtEl>
                                          <p:spTgt spid="194"/>
                                        </p:tgtEl>
                                        <p:attrNameLst>
                                          <p:attrName>ppt_x</p:attrName>
                                          <p:attrName>ppt_y</p:attrName>
                                        </p:attrNameLst>
                                      </p:cBhvr>
                                      <p:rCtr x="-352" y="14907"/>
                                    </p:animMotion>
                                  </p:childTnLst>
                                </p:cTn>
                              </p:par>
                              <p:par>
                                <p:cTn id="461" presetID="31" presetClass="entr" presetSubtype="0" fill="hold" grpId="0" nodeType="withEffect">
                                  <p:stCondLst>
                                    <p:cond delay="1000"/>
                                  </p:stCondLst>
                                  <p:childTnLst>
                                    <p:set>
                                      <p:cBhvr>
                                        <p:cTn id="462" dur="1" fill="hold">
                                          <p:stCondLst>
                                            <p:cond delay="0"/>
                                          </p:stCondLst>
                                        </p:cTn>
                                        <p:tgtEl>
                                          <p:spTgt spid="196"/>
                                        </p:tgtEl>
                                        <p:attrNameLst>
                                          <p:attrName>style.visibility</p:attrName>
                                        </p:attrNameLst>
                                      </p:cBhvr>
                                      <p:to>
                                        <p:strVal val="visible"/>
                                      </p:to>
                                    </p:set>
                                    <p:anim calcmode="lin" valueType="num">
                                      <p:cBhvr>
                                        <p:cTn id="463" dur="1000" fill="hold"/>
                                        <p:tgtEl>
                                          <p:spTgt spid="196"/>
                                        </p:tgtEl>
                                        <p:attrNameLst>
                                          <p:attrName>ppt_w</p:attrName>
                                        </p:attrNameLst>
                                      </p:cBhvr>
                                      <p:tavLst>
                                        <p:tav tm="0">
                                          <p:val>
                                            <p:fltVal val="0"/>
                                          </p:val>
                                        </p:tav>
                                        <p:tav tm="100000">
                                          <p:val>
                                            <p:strVal val="#ppt_w"/>
                                          </p:val>
                                        </p:tav>
                                      </p:tavLst>
                                    </p:anim>
                                    <p:anim calcmode="lin" valueType="num">
                                      <p:cBhvr>
                                        <p:cTn id="464" dur="1000" fill="hold"/>
                                        <p:tgtEl>
                                          <p:spTgt spid="196"/>
                                        </p:tgtEl>
                                        <p:attrNameLst>
                                          <p:attrName>ppt_h</p:attrName>
                                        </p:attrNameLst>
                                      </p:cBhvr>
                                      <p:tavLst>
                                        <p:tav tm="0">
                                          <p:val>
                                            <p:fltVal val="0"/>
                                          </p:val>
                                        </p:tav>
                                        <p:tav tm="100000">
                                          <p:val>
                                            <p:strVal val="#ppt_h"/>
                                          </p:val>
                                        </p:tav>
                                      </p:tavLst>
                                    </p:anim>
                                    <p:anim calcmode="lin" valueType="num">
                                      <p:cBhvr>
                                        <p:cTn id="465" dur="1000" fill="hold"/>
                                        <p:tgtEl>
                                          <p:spTgt spid="196"/>
                                        </p:tgtEl>
                                        <p:attrNameLst>
                                          <p:attrName>style.rotation</p:attrName>
                                        </p:attrNameLst>
                                      </p:cBhvr>
                                      <p:tavLst>
                                        <p:tav tm="0">
                                          <p:val>
                                            <p:fltVal val="90"/>
                                          </p:val>
                                        </p:tav>
                                        <p:tav tm="100000">
                                          <p:val>
                                            <p:fltVal val="0"/>
                                          </p:val>
                                        </p:tav>
                                      </p:tavLst>
                                    </p:anim>
                                    <p:animEffect transition="in" filter="fade">
                                      <p:cBhvr>
                                        <p:cTn id="466" dur="1000"/>
                                        <p:tgtEl>
                                          <p:spTgt spid="196"/>
                                        </p:tgtEl>
                                      </p:cBhvr>
                                    </p:animEffect>
                                  </p:childTnLst>
                                </p:cTn>
                              </p:par>
                            </p:childTnLst>
                          </p:cTn>
                        </p:par>
                        <p:par>
                          <p:cTn id="467" fill="hold">
                            <p:stCondLst>
                              <p:cond delay="9000"/>
                            </p:stCondLst>
                            <p:childTnLst>
                              <p:par>
                                <p:cTn id="468" presetID="22" presetClass="entr" presetSubtype="1" fill="hold" nodeType="afterEffect">
                                  <p:stCondLst>
                                    <p:cond delay="0"/>
                                  </p:stCondLst>
                                  <p:childTnLst>
                                    <p:set>
                                      <p:cBhvr>
                                        <p:cTn id="469" dur="1" fill="hold">
                                          <p:stCondLst>
                                            <p:cond delay="0"/>
                                          </p:stCondLst>
                                        </p:cTn>
                                        <p:tgtEl>
                                          <p:spTgt spid="195"/>
                                        </p:tgtEl>
                                        <p:attrNameLst>
                                          <p:attrName>style.visibility</p:attrName>
                                        </p:attrNameLst>
                                      </p:cBhvr>
                                      <p:to>
                                        <p:strVal val="visible"/>
                                      </p:to>
                                    </p:set>
                                    <p:animEffect transition="in" filter="wipe(up)">
                                      <p:cBhvr>
                                        <p:cTn id="470" dur="500"/>
                                        <p:tgtEl>
                                          <p:spTgt spid="195"/>
                                        </p:tgtEl>
                                      </p:cBhvr>
                                    </p:animEffect>
                                  </p:childTnLst>
                                </p:cTn>
                              </p:par>
                              <p:par>
                                <p:cTn id="471" presetID="31" presetClass="entr" presetSubtype="0" fill="hold" grpId="0" nodeType="withEffect">
                                  <p:stCondLst>
                                    <p:cond delay="0"/>
                                  </p:stCondLst>
                                  <p:childTnLst>
                                    <p:set>
                                      <p:cBhvr>
                                        <p:cTn id="472" dur="1" fill="hold">
                                          <p:stCondLst>
                                            <p:cond delay="0"/>
                                          </p:stCondLst>
                                        </p:cTn>
                                        <p:tgtEl>
                                          <p:spTgt spid="198"/>
                                        </p:tgtEl>
                                        <p:attrNameLst>
                                          <p:attrName>style.visibility</p:attrName>
                                        </p:attrNameLst>
                                      </p:cBhvr>
                                      <p:to>
                                        <p:strVal val="visible"/>
                                      </p:to>
                                    </p:set>
                                    <p:anim calcmode="lin" valueType="num">
                                      <p:cBhvr>
                                        <p:cTn id="473" dur="1000" fill="hold"/>
                                        <p:tgtEl>
                                          <p:spTgt spid="198"/>
                                        </p:tgtEl>
                                        <p:attrNameLst>
                                          <p:attrName>ppt_w</p:attrName>
                                        </p:attrNameLst>
                                      </p:cBhvr>
                                      <p:tavLst>
                                        <p:tav tm="0">
                                          <p:val>
                                            <p:fltVal val="0"/>
                                          </p:val>
                                        </p:tav>
                                        <p:tav tm="100000">
                                          <p:val>
                                            <p:strVal val="#ppt_w"/>
                                          </p:val>
                                        </p:tav>
                                      </p:tavLst>
                                    </p:anim>
                                    <p:anim calcmode="lin" valueType="num">
                                      <p:cBhvr>
                                        <p:cTn id="474" dur="1000" fill="hold"/>
                                        <p:tgtEl>
                                          <p:spTgt spid="198"/>
                                        </p:tgtEl>
                                        <p:attrNameLst>
                                          <p:attrName>ppt_h</p:attrName>
                                        </p:attrNameLst>
                                      </p:cBhvr>
                                      <p:tavLst>
                                        <p:tav tm="0">
                                          <p:val>
                                            <p:fltVal val="0"/>
                                          </p:val>
                                        </p:tav>
                                        <p:tav tm="100000">
                                          <p:val>
                                            <p:strVal val="#ppt_h"/>
                                          </p:val>
                                        </p:tav>
                                      </p:tavLst>
                                    </p:anim>
                                    <p:anim calcmode="lin" valueType="num">
                                      <p:cBhvr>
                                        <p:cTn id="475" dur="1000" fill="hold"/>
                                        <p:tgtEl>
                                          <p:spTgt spid="198"/>
                                        </p:tgtEl>
                                        <p:attrNameLst>
                                          <p:attrName>style.rotation</p:attrName>
                                        </p:attrNameLst>
                                      </p:cBhvr>
                                      <p:tavLst>
                                        <p:tav tm="0">
                                          <p:val>
                                            <p:fltVal val="90"/>
                                          </p:val>
                                        </p:tav>
                                        <p:tav tm="100000">
                                          <p:val>
                                            <p:fltVal val="0"/>
                                          </p:val>
                                        </p:tav>
                                      </p:tavLst>
                                    </p:anim>
                                    <p:animEffect transition="in" filter="fade">
                                      <p:cBhvr>
                                        <p:cTn id="476" dur="1000"/>
                                        <p:tgtEl>
                                          <p:spTgt spid="198"/>
                                        </p:tgtEl>
                                      </p:cBhvr>
                                    </p:animEffect>
                                  </p:childTnLst>
                                </p:cTn>
                              </p:par>
                              <p:par>
                                <p:cTn id="477" presetID="22" presetClass="exit" presetSubtype="4" fill="hold" nodeType="withEffect">
                                  <p:stCondLst>
                                    <p:cond delay="250"/>
                                  </p:stCondLst>
                                  <p:childTnLst>
                                    <p:animEffect transition="out" filter="wipe(down)">
                                      <p:cBhvr>
                                        <p:cTn id="478" dur="500"/>
                                        <p:tgtEl>
                                          <p:spTgt spid="283"/>
                                        </p:tgtEl>
                                      </p:cBhvr>
                                    </p:animEffect>
                                    <p:set>
                                      <p:cBhvr>
                                        <p:cTn id="479" dur="1" fill="hold">
                                          <p:stCondLst>
                                            <p:cond delay="499"/>
                                          </p:stCondLst>
                                        </p:cTn>
                                        <p:tgtEl>
                                          <p:spTgt spid="283"/>
                                        </p:tgtEl>
                                        <p:attrNameLst>
                                          <p:attrName>style.visibility</p:attrName>
                                        </p:attrNameLst>
                                      </p:cBhvr>
                                      <p:to>
                                        <p:strVal val="hidden"/>
                                      </p:to>
                                    </p:set>
                                  </p:childTnLst>
                                </p:cTn>
                              </p:par>
                            </p:childTnLst>
                          </p:cTn>
                        </p:par>
                        <p:par>
                          <p:cTn id="480" fill="hold">
                            <p:stCondLst>
                              <p:cond delay="10000"/>
                            </p:stCondLst>
                            <p:childTnLst>
                              <p:par>
                                <p:cTn id="481" presetID="22" presetClass="entr" presetSubtype="1" fill="hold" nodeType="afterEffect">
                                  <p:stCondLst>
                                    <p:cond delay="0"/>
                                  </p:stCondLst>
                                  <p:childTnLst>
                                    <p:set>
                                      <p:cBhvr>
                                        <p:cTn id="482" dur="1" fill="hold">
                                          <p:stCondLst>
                                            <p:cond delay="0"/>
                                          </p:stCondLst>
                                        </p:cTn>
                                        <p:tgtEl>
                                          <p:spTgt spid="197"/>
                                        </p:tgtEl>
                                        <p:attrNameLst>
                                          <p:attrName>style.visibility</p:attrName>
                                        </p:attrNameLst>
                                      </p:cBhvr>
                                      <p:to>
                                        <p:strVal val="visible"/>
                                      </p:to>
                                    </p:set>
                                    <p:animEffect transition="in" filter="wipe(up)">
                                      <p:cBhvr>
                                        <p:cTn id="483" dur="500"/>
                                        <p:tgtEl>
                                          <p:spTgt spid="197"/>
                                        </p:tgtEl>
                                      </p:cBhvr>
                                    </p:animEffect>
                                  </p:childTnLst>
                                </p:cTn>
                              </p:par>
                            </p:childTnLst>
                          </p:cTn>
                        </p:par>
                      </p:childTnLst>
                    </p:cTn>
                  </p:par>
                  <p:par>
                    <p:cTn id="484" fill="hold">
                      <p:stCondLst>
                        <p:cond delay="indefinite"/>
                      </p:stCondLst>
                      <p:childTnLst>
                        <p:par>
                          <p:cTn id="485" fill="hold">
                            <p:stCondLst>
                              <p:cond delay="0"/>
                            </p:stCondLst>
                            <p:childTnLst>
                              <p:par>
                                <p:cTn id="486" presetID="63" presetClass="path" presetSubtype="0" accel="50000" decel="50000" fill="hold" nodeType="clickEffect">
                                  <p:stCondLst>
                                    <p:cond delay="0"/>
                                  </p:stCondLst>
                                  <p:childTnLst>
                                    <p:animMotion origin="layout" path="M 0.30039 0.00069 L 0.3418 0.00092 " pathEditMode="relative" rAng="0" ptsTypes="AA">
                                      <p:cBhvr>
                                        <p:cTn id="487" dur="2000" fill="hold"/>
                                        <p:tgtEl>
                                          <p:spTgt spid="281"/>
                                        </p:tgtEl>
                                        <p:attrNameLst>
                                          <p:attrName>ppt_x</p:attrName>
                                          <p:attrName>ppt_y</p:attrName>
                                        </p:attrNameLst>
                                      </p:cBhvr>
                                      <p:rCtr x="2070" y="0"/>
                                    </p:animMotion>
                                  </p:childTnLst>
                                </p:cTn>
                              </p:par>
                            </p:childTnLst>
                          </p:cTn>
                        </p:par>
                        <p:par>
                          <p:cTn id="488" fill="hold">
                            <p:stCondLst>
                              <p:cond delay="2000"/>
                            </p:stCondLst>
                            <p:childTnLst>
                              <p:par>
                                <p:cTn id="489" presetID="32" presetClass="emph" presetSubtype="0" fill="hold" grpId="7" nodeType="afterEffect">
                                  <p:stCondLst>
                                    <p:cond delay="0"/>
                                  </p:stCondLst>
                                  <p:childTnLst>
                                    <p:animRot by="120000">
                                      <p:cBhvr>
                                        <p:cTn id="490" dur="100" fill="hold">
                                          <p:stCondLst>
                                            <p:cond delay="0"/>
                                          </p:stCondLst>
                                        </p:cTn>
                                        <p:tgtEl>
                                          <p:spTgt spid="315"/>
                                        </p:tgtEl>
                                        <p:attrNameLst>
                                          <p:attrName>r</p:attrName>
                                        </p:attrNameLst>
                                      </p:cBhvr>
                                    </p:animRot>
                                    <p:animRot by="-240000">
                                      <p:cBhvr>
                                        <p:cTn id="491" dur="200" fill="hold">
                                          <p:stCondLst>
                                            <p:cond delay="200"/>
                                          </p:stCondLst>
                                        </p:cTn>
                                        <p:tgtEl>
                                          <p:spTgt spid="315"/>
                                        </p:tgtEl>
                                        <p:attrNameLst>
                                          <p:attrName>r</p:attrName>
                                        </p:attrNameLst>
                                      </p:cBhvr>
                                    </p:animRot>
                                    <p:animRot by="240000">
                                      <p:cBhvr>
                                        <p:cTn id="492" dur="200" fill="hold">
                                          <p:stCondLst>
                                            <p:cond delay="400"/>
                                          </p:stCondLst>
                                        </p:cTn>
                                        <p:tgtEl>
                                          <p:spTgt spid="315"/>
                                        </p:tgtEl>
                                        <p:attrNameLst>
                                          <p:attrName>r</p:attrName>
                                        </p:attrNameLst>
                                      </p:cBhvr>
                                    </p:animRot>
                                    <p:animRot by="-240000">
                                      <p:cBhvr>
                                        <p:cTn id="493" dur="200" fill="hold">
                                          <p:stCondLst>
                                            <p:cond delay="600"/>
                                          </p:stCondLst>
                                        </p:cTn>
                                        <p:tgtEl>
                                          <p:spTgt spid="315"/>
                                        </p:tgtEl>
                                        <p:attrNameLst>
                                          <p:attrName>r</p:attrName>
                                        </p:attrNameLst>
                                      </p:cBhvr>
                                    </p:animRot>
                                    <p:animRot by="120000">
                                      <p:cBhvr>
                                        <p:cTn id="494" dur="200" fill="hold">
                                          <p:stCondLst>
                                            <p:cond delay="800"/>
                                          </p:stCondLst>
                                        </p:cTn>
                                        <p:tgtEl>
                                          <p:spTgt spid="315"/>
                                        </p:tgtEl>
                                        <p:attrNameLst>
                                          <p:attrName>r</p:attrName>
                                        </p:attrNameLst>
                                      </p:cBhvr>
                                    </p:animRot>
                                  </p:childTnLst>
                                </p:cTn>
                              </p:par>
                            </p:childTnLst>
                          </p:cTn>
                        </p:par>
                        <p:par>
                          <p:cTn id="495" fill="hold">
                            <p:stCondLst>
                              <p:cond delay="3000"/>
                            </p:stCondLst>
                            <p:childTnLst>
                              <p:par>
                                <p:cTn id="496" presetID="63" presetClass="path" presetSubtype="0" accel="50000" decel="50000" fill="hold" nodeType="afterEffect">
                                  <p:stCondLst>
                                    <p:cond delay="0"/>
                                  </p:stCondLst>
                                  <p:childTnLst>
                                    <p:animMotion origin="layout" path="M -2.29167E-6 -4.81481E-6 L -0.21836 0.00163 " pathEditMode="relative" rAng="0" ptsTypes="AA">
                                      <p:cBhvr>
                                        <p:cTn id="497" dur="2000" fill="hold"/>
                                        <p:tgtEl>
                                          <p:spTgt spid="121"/>
                                        </p:tgtEl>
                                        <p:attrNameLst>
                                          <p:attrName>ppt_x</p:attrName>
                                          <p:attrName>ppt_y</p:attrName>
                                        </p:attrNameLst>
                                      </p:cBhvr>
                                      <p:rCtr x="-10924" y="69"/>
                                    </p:animMotion>
                                  </p:childTnLst>
                                </p:cTn>
                              </p:par>
                            </p:childTnLst>
                          </p:cTn>
                        </p:par>
                        <p:par>
                          <p:cTn id="498" fill="hold">
                            <p:stCondLst>
                              <p:cond delay="5000"/>
                            </p:stCondLst>
                            <p:childTnLst>
                              <p:par>
                                <p:cTn id="499" presetID="31" presetClass="entr" presetSubtype="0" fill="hold" grpId="0" nodeType="afterEffect">
                                  <p:stCondLst>
                                    <p:cond delay="0"/>
                                  </p:stCondLst>
                                  <p:childTnLst>
                                    <p:set>
                                      <p:cBhvr>
                                        <p:cTn id="500" dur="1" fill="hold">
                                          <p:stCondLst>
                                            <p:cond delay="0"/>
                                          </p:stCondLst>
                                        </p:cTn>
                                        <p:tgtEl>
                                          <p:spTgt spid="199"/>
                                        </p:tgtEl>
                                        <p:attrNameLst>
                                          <p:attrName>style.visibility</p:attrName>
                                        </p:attrNameLst>
                                      </p:cBhvr>
                                      <p:to>
                                        <p:strVal val="visible"/>
                                      </p:to>
                                    </p:set>
                                    <p:anim calcmode="lin" valueType="num">
                                      <p:cBhvr>
                                        <p:cTn id="501" dur="1000" fill="hold"/>
                                        <p:tgtEl>
                                          <p:spTgt spid="199"/>
                                        </p:tgtEl>
                                        <p:attrNameLst>
                                          <p:attrName>ppt_w</p:attrName>
                                        </p:attrNameLst>
                                      </p:cBhvr>
                                      <p:tavLst>
                                        <p:tav tm="0">
                                          <p:val>
                                            <p:fltVal val="0"/>
                                          </p:val>
                                        </p:tav>
                                        <p:tav tm="100000">
                                          <p:val>
                                            <p:strVal val="#ppt_w"/>
                                          </p:val>
                                        </p:tav>
                                      </p:tavLst>
                                    </p:anim>
                                    <p:anim calcmode="lin" valueType="num">
                                      <p:cBhvr>
                                        <p:cTn id="502" dur="1000" fill="hold"/>
                                        <p:tgtEl>
                                          <p:spTgt spid="199"/>
                                        </p:tgtEl>
                                        <p:attrNameLst>
                                          <p:attrName>ppt_h</p:attrName>
                                        </p:attrNameLst>
                                      </p:cBhvr>
                                      <p:tavLst>
                                        <p:tav tm="0">
                                          <p:val>
                                            <p:fltVal val="0"/>
                                          </p:val>
                                        </p:tav>
                                        <p:tav tm="100000">
                                          <p:val>
                                            <p:strVal val="#ppt_h"/>
                                          </p:val>
                                        </p:tav>
                                      </p:tavLst>
                                    </p:anim>
                                    <p:anim calcmode="lin" valueType="num">
                                      <p:cBhvr>
                                        <p:cTn id="503" dur="1000" fill="hold"/>
                                        <p:tgtEl>
                                          <p:spTgt spid="199"/>
                                        </p:tgtEl>
                                        <p:attrNameLst>
                                          <p:attrName>style.rotation</p:attrName>
                                        </p:attrNameLst>
                                      </p:cBhvr>
                                      <p:tavLst>
                                        <p:tav tm="0">
                                          <p:val>
                                            <p:fltVal val="90"/>
                                          </p:val>
                                        </p:tav>
                                        <p:tav tm="100000">
                                          <p:val>
                                            <p:fltVal val="0"/>
                                          </p:val>
                                        </p:tav>
                                      </p:tavLst>
                                    </p:anim>
                                    <p:animEffect transition="in" filter="fade">
                                      <p:cBhvr>
                                        <p:cTn id="504" dur="1000"/>
                                        <p:tgtEl>
                                          <p:spTgt spid="199"/>
                                        </p:tgtEl>
                                      </p:cBhvr>
                                    </p:animEffect>
                                  </p:childTnLst>
                                </p:cTn>
                              </p:par>
                            </p:childTnLst>
                          </p:cTn>
                        </p:par>
                        <p:par>
                          <p:cTn id="505" fill="hold">
                            <p:stCondLst>
                              <p:cond delay="6000"/>
                            </p:stCondLst>
                            <p:childTnLst>
                              <p:par>
                                <p:cTn id="506" presetID="42" presetClass="path" presetSubtype="0" accel="50000" decel="50000" fill="hold" grpId="1" nodeType="afterEffect">
                                  <p:stCondLst>
                                    <p:cond delay="0"/>
                                  </p:stCondLst>
                                  <p:childTnLst>
                                    <p:animMotion origin="layout" path="M 5E-6 4.81481E-6 L -0.26316 0.29375 " pathEditMode="relative" rAng="0" ptsTypes="AA">
                                      <p:cBhvr>
                                        <p:cTn id="507" dur="2000" fill="hold"/>
                                        <p:tgtEl>
                                          <p:spTgt spid="199"/>
                                        </p:tgtEl>
                                        <p:attrNameLst>
                                          <p:attrName>ppt_x</p:attrName>
                                          <p:attrName>ppt_y</p:attrName>
                                        </p:attrNameLst>
                                      </p:cBhvr>
                                      <p:rCtr x="-13164" y="14676"/>
                                    </p:animMotion>
                                  </p:childTnLst>
                                </p:cTn>
                              </p:par>
                              <p:par>
                                <p:cTn id="508" presetID="31" presetClass="entr" presetSubtype="0" fill="hold" grpId="0" nodeType="withEffect">
                                  <p:stCondLst>
                                    <p:cond delay="1000"/>
                                  </p:stCondLst>
                                  <p:childTnLst>
                                    <p:set>
                                      <p:cBhvr>
                                        <p:cTn id="509" dur="1" fill="hold">
                                          <p:stCondLst>
                                            <p:cond delay="0"/>
                                          </p:stCondLst>
                                        </p:cTn>
                                        <p:tgtEl>
                                          <p:spTgt spid="200"/>
                                        </p:tgtEl>
                                        <p:attrNameLst>
                                          <p:attrName>style.visibility</p:attrName>
                                        </p:attrNameLst>
                                      </p:cBhvr>
                                      <p:to>
                                        <p:strVal val="visible"/>
                                      </p:to>
                                    </p:set>
                                    <p:anim calcmode="lin" valueType="num">
                                      <p:cBhvr>
                                        <p:cTn id="510" dur="1000" fill="hold"/>
                                        <p:tgtEl>
                                          <p:spTgt spid="200"/>
                                        </p:tgtEl>
                                        <p:attrNameLst>
                                          <p:attrName>ppt_w</p:attrName>
                                        </p:attrNameLst>
                                      </p:cBhvr>
                                      <p:tavLst>
                                        <p:tav tm="0">
                                          <p:val>
                                            <p:fltVal val="0"/>
                                          </p:val>
                                        </p:tav>
                                        <p:tav tm="100000">
                                          <p:val>
                                            <p:strVal val="#ppt_w"/>
                                          </p:val>
                                        </p:tav>
                                      </p:tavLst>
                                    </p:anim>
                                    <p:anim calcmode="lin" valueType="num">
                                      <p:cBhvr>
                                        <p:cTn id="511" dur="1000" fill="hold"/>
                                        <p:tgtEl>
                                          <p:spTgt spid="200"/>
                                        </p:tgtEl>
                                        <p:attrNameLst>
                                          <p:attrName>ppt_h</p:attrName>
                                        </p:attrNameLst>
                                      </p:cBhvr>
                                      <p:tavLst>
                                        <p:tav tm="0">
                                          <p:val>
                                            <p:fltVal val="0"/>
                                          </p:val>
                                        </p:tav>
                                        <p:tav tm="100000">
                                          <p:val>
                                            <p:strVal val="#ppt_h"/>
                                          </p:val>
                                        </p:tav>
                                      </p:tavLst>
                                    </p:anim>
                                    <p:anim calcmode="lin" valueType="num">
                                      <p:cBhvr>
                                        <p:cTn id="512" dur="1000" fill="hold"/>
                                        <p:tgtEl>
                                          <p:spTgt spid="200"/>
                                        </p:tgtEl>
                                        <p:attrNameLst>
                                          <p:attrName>style.rotation</p:attrName>
                                        </p:attrNameLst>
                                      </p:cBhvr>
                                      <p:tavLst>
                                        <p:tav tm="0">
                                          <p:val>
                                            <p:fltVal val="90"/>
                                          </p:val>
                                        </p:tav>
                                        <p:tav tm="100000">
                                          <p:val>
                                            <p:fltVal val="0"/>
                                          </p:val>
                                        </p:tav>
                                      </p:tavLst>
                                    </p:anim>
                                    <p:animEffect transition="in" filter="fade">
                                      <p:cBhvr>
                                        <p:cTn id="513" dur="1000"/>
                                        <p:tgtEl>
                                          <p:spTgt spid="200"/>
                                        </p:tgtEl>
                                      </p:cBhvr>
                                    </p:animEffect>
                                  </p:childTnLst>
                                </p:cTn>
                              </p:par>
                            </p:childTnLst>
                          </p:cTn>
                        </p:par>
                        <p:par>
                          <p:cTn id="514" fill="hold">
                            <p:stCondLst>
                              <p:cond delay="8000"/>
                            </p:stCondLst>
                            <p:childTnLst>
                              <p:par>
                                <p:cTn id="515" presetID="22" presetClass="entr" presetSubtype="1" fill="hold" nodeType="afterEffect">
                                  <p:stCondLst>
                                    <p:cond delay="0"/>
                                  </p:stCondLst>
                                  <p:childTnLst>
                                    <p:set>
                                      <p:cBhvr>
                                        <p:cTn id="516" dur="1" fill="hold">
                                          <p:stCondLst>
                                            <p:cond delay="0"/>
                                          </p:stCondLst>
                                        </p:cTn>
                                        <p:tgtEl>
                                          <p:spTgt spid="201"/>
                                        </p:tgtEl>
                                        <p:attrNameLst>
                                          <p:attrName>style.visibility</p:attrName>
                                        </p:attrNameLst>
                                      </p:cBhvr>
                                      <p:to>
                                        <p:strVal val="visible"/>
                                      </p:to>
                                    </p:set>
                                    <p:animEffect transition="in" filter="wipe(up)">
                                      <p:cBhvr>
                                        <p:cTn id="517" dur="500"/>
                                        <p:tgtEl>
                                          <p:spTgt spid="201"/>
                                        </p:tgtEl>
                                      </p:cBhvr>
                                    </p:animEffect>
                                  </p:childTnLst>
                                </p:cTn>
                              </p:par>
                              <p:par>
                                <p:cTn id="518" presetID="31" presetClass="entr" presetSubtype="0" fill="hold" grpId="0" nodeType="withEffect">
                                  <p:stCondLst>
                                    <p:cond delay="0"/>
                                  </p:stCondLst>
                                  <p:childTnLst>
                                    <p:set>
                                      <p:cBhvr>
                                        <p:cTn id="519" dur="1" fill="hold">
                                          <p:stCondLst>
                                            <p:cond delay="0"/>
                                          </p:stCondLst>
                                        </p:cTn>
                                        <p:tgtEl>
                                          <p:spTgt spid="204"/>
                                        </p:tgtEl>
                                        <p:attrNameLst>
                                          <p:attrName>style.visibility</p:attrName>
                                        </p:attrNameLst>
                                      </p:cBhvr>
                                      <p:to>
                                        <p:strVal val="visible"/>
                                      </p:to>
                                    </p:set>
                                    <p:anim calcmode="lin" valueType="num">
                                      <p:cBhvr>
                                        <p:cTn id="520" dur="1000" fill="hold"/>
                                        <p:tgtEl>
                                          <p:spTgt spid="204"/>
                                        </p:tgtEl>
                                        <p:attrNameLst>
                                          <p:attrName>ppt_w</p:attrName>
                                        </p:attrNameLst>
                                      </p:cBhvr>
                                      <p:tavLst>
                                        <p:tav tm="0">
                                          <p:val>
                                            <p:fltVal val="0"/>
                                          </p:val>
                                        </p:tav>
                                        <p:tav tm="100000">
                                          <p:val>
                                            <p:strVal val="#ppt_w"/>
                                          </p:val>
                                        </p:tav>
                                      </p:tavLst>
                                    </p:anim>
                                    <p:anim calcmode="lin" valueType="num">
                                      <p:cBhvr>
                                        <p:cTn id="521" dur="1000" fill="hold"/>
                                        <p:tgtEl>
                                          <p:spTgt spid="204"/>
                                        </p:tgtEl>
                                        <p:attrNameLst>
                                          <p:attrName>ppt_h</p:attrName>
                                        </p:attrNameLst>
                                      </p:cBhvr>
                                      <p:tavLst>
                                        <p:tav tm="0">
                                          <p:val>
                                            <p:fltVal val="0"/>
                                          </p:val>
                                        </p:tav>
                                        <p:tav tm="100000">
                                          <p:val>
                                            <p:strVal val="#ppt_h"/>
                                          </p:val>
                                        </p:tav>
                                      </p:tavLst>
                                    </p:anim>
                                    <p:anim calcmode="lin" valueType="num">
                                      <p:cBhvr>
                                        <p:cTn id="522" dur="1000" fill="hold"/>
                                        <p:tgtEl>
                                          <p:spTgt spid="204"/>
                                        </p:tgtEl>
                                        <p:attrNameLst>
                                          <p:attrName>style.rotation</p:attrName>
                                        </p:attrNameLst>
                                      </p:cBhvr>
                                      <p:tavLst>
                                        <p:tav tm="0">
                                          <p:val>
                                            <p:fltVal val="90"/>
                                          </p:val>
                                        </p:tav>
                                        <p:tav tm="100000">
                                          <p:val>
                                            <p:fltVal val="0"/>
                                          </p:val>
                                        </p:tav>
                                      </p:tavLst>
                                    </p:anim>
                                    <p:animEffect transition="in" filter="fade">
                                      <p:cBhvr>
                                        <p:cTn id="523" dur="1000"/>
                                        <p:tgtEl>
                                          <p:spTgt spid="204"/>
                                        </p:tgtEl>
                                      </p:cBhvr>
                                    </p:animEffect>
                                  </p:childTnLst>
                                </p:cTn>
                              </p:par>
                              <p:par>
                                <p:cTn id="524" presetID="22" presetClass="exit" presetSubtype="4" fill="hold" nodeType="withEffect">
                                  <p:stCondLst>
                                    <p:cond delay="250"/>
                                  </p:stCondLst>
                                  <p:childTnLst>
                                    <p:animEffect transition="out" filter="wipe(down)">
                                      <p:cBhvr>
                                        <p:cTn id="525" dur="500"/>
                                        <p:tgtEl>
                                          <p:spTgt spid="165"/>
                                        </p:tgtEl>
                                      </p:cBhvr>
                                    </p:animEffect>
                                    <p:set>
                                      <p:cBhvr>
                                        <p:cTn id="526" dur="1" fill="hold">
                                          <p:stCondLst>
                                            <p:cond delay="499"/>
                                          </p:stCondLst>
                                        </p:cTn>
                                        <p:tgtEl>
                                          <p:spTgt spid="165"/>
                                        </p:tgtEl>
                                        <p:attrNameLst>
                                          <p:attrName>style.visibility</p:attrName>
                                        </p:attrNameLst>
                                      </p:cBhvr>
                                      <p:to>
                                        <p:strVal val="hidden"/>
                                      </p:to>
                                    </p:set>
                                  </p:childTnLst>
                                </p:cTn>
                              </p:par>
                            </p:childTnLst>
                          </p:cTn>
                        </p:par>
                        <p:par>
                          <p:cTn id="527" fill="hold">
                            <p:stCondLst>
                              <p:cond delay="9000"/>
                            </p:stCondLst>
                            <p:childTnLst>
                              <p:par>
                                <p:cTn id="528" presetID="22" presetClass="entr" presetSubtype="1" fill="hold" nodeType="afterEffect">
                                  <p:stCondLst>
                                    <p:cond delay="0"/>
                                  </p:stCondLst>
                                  <p:childTnLst>
                                    <p:set>
                                      <p:cBhvr>
                                        <p:cTn id="529" dur="1" fill="hold">
                                          <p:stCondLst>
                                            <p:cond delay="0"/>
                                          </p:stCondLst>
                                        </p:cTn>
                                        <p:tgtEl>
                                          <p:spTgt spid="205"/>
                                        </p:tgtEl>
                                        <p:attrNameLst>
                                          <p:attrName>style.visibility</p:attrName>
                                        </p:attrNameLst>
                                      </p:cBhvr>
                                      <p:to>
                                        <p:strVal val="visible"/>
                                      </p:to>
                                    </p:set>
                                    <p:animEffect transition="in" filter="wipe(up)">
                                      <p:cBhvr>
                                        <p:cTn id="530" dur="500"/>
                                        <p:tgtEl>
                                          <p:spTgt spid="205"/>
                                        </p:tgtEl>
                                      </p:cBhvr>
                                    </p:animEffect>
                                  </p:childTnLst>
                                </p:cTn>
                              </p:par>
                            </p:childTnLst>
                          </p:cTn>
                        </p:par>
                      </p:childTnLst>
                    </p:cTn>
                  </p:par>
                  <p:par>
                    <p:cTn id="531" fill="hold">
                      <p:stCondLst>
                        <p:cond delay="indefinite"/>
                      </p:stCondLst>
                      <p:childTnLst>
                        <p:par>
                          <p:cTn id="532" fill="hold">
                            <p:stCondLst>
                              <p:cond delay="0"/>
                            </p:stCondLst>
                            <p:childTnLst>
                              <p:par>
                                <p:cTn id="533" presetID="35" presetClass="path" presetSubtype="0" accel="50000" decel="50000" fill="hold" nodeType="clickEffect">
                                  <p:stCondLst>
                                    <p:cond delay="0"/>
                                  </p:stCondLst>
                                  <p:childTnLst>
                                    <p:animMotion origin="layout" path="M 0.3418 0.00092 L -0.03385 0.00162 " pathEditMode="relative" rAng="0" ptsTypes="AA">
                                      <p:cBhvr>
                                        <p:cTn id="534" dur="2000" fill="hold"/>
                                        <p:tgtEl>
                                          <p:spTgt spid="281"/>
                                        </p:tgtEl>
                                        <p:attrNameLst>
                                          <p:attrName>ppt_x</p:attrName>
                                          <p:attrName>ppt_y</p:attrName>
                                        </p:attrNameLst>
                                      </p:cBhvr>
                                      <p:rCtr x="-18789" y="23"/>
                                    </p:animMotion>
                                  </p:childTnLst>
                                </p:cTn>
                              </p:par>
                            </p:childTnLst>
                          </p:cTn>
                        </p:par>
                        <p:par>
                          <p:cTn id="535" fill="hold">
                            <p:stCondLst>
                              <p:cond delay="2000"/>
                            </p:stCondLst>
                            <p:childTnLst>
                              <p:par>
                                <p:cTn id="536" presetID="22" presetClass="entr" presetSubtype="8" fill="hold" grpId="0" nodeType="afterEffect">
                                  <p:stCondLst>
                                    <p:cond delay="0"/>
                                  </p:stCondLst>
                                  <p:childTnLst>
                                    <p:set>
                                      <p:cBhvr>
                                        <p:cTn id="537" dur="1" fill="hold">
                                          <p:stCondLst>
                                            <p:cond delay="0"/>
                                          </p:stCondLst>
                                        </p:cTn>
                                        <p:tgtEl>
                                          <p:spTgt spid="101"/>
                                        </p:tgtEl>
                                        <p:attrNameLst>
                                          <p:attrName>style.visibility</p:attrName>
                                        </p:attrNameLst>
                                      </p:cBhvr>
                                      <p:to>
                                        <p:strVal val="visible"/>
                                      </p:to>
                                    </p:set>
                                    <p:animEffect transition="in" filter="wipe(left)">
                                      <p:cBhvr>
                                        <p:cTn id="538" dur="500"/>
                                        <p:tgtEl>
                                          <p:spTgt spid="101"/>
                                        </p:tgtEl>
                                      </p:cBhvr>
                                    </p:animEffect>
                                  </p:childTnLst>
                                </p:cTn>
                              </p:par>
                              <p:par>
                                <p:cTn id="539" presetID="22" presetClass="exit" presetSubtype="1" fill="hold" grpId="9" nodeType="withEffect">
                                  <p:stCondLst>
                                    <p:cond delay="0"/>
                                  </p:stCondLst>
                                  <p:childTnLst>
                                    <p:animEffect transition="out" filter="wipe(up)">
                                      <p:cBhvr>
                                        <p:cTn id="540" dur="500"/>
                                        <p:tgtEl>
                                          <p:spTgt spid="315"/>
                                        </p:tgtEl>
                                      </p:cBhvr>
                                    </p:animEffect>
                                    <p:set>
                                      <p:cBhvr>
                                        <p:cTn id="541" dur="1" fill="hold">
                                          <p:stCondLst>
                                            <p:cond delay="499"/>
                                          </p:stCondLst>
                                        </p:cTn>
                                        <p:tgtEl>
                                          <p:spTgt spid="315"/>
                                        </p:tgtEl>
                                        <p:attrNameLst>
                                          <p:attrName>style.visibility</p:attrName>
                                        </p:attrNameLst>
                                      </p:cBhvr>
                                      <p:to>
                                        <p:strVal val="hidden"/>
                                      </p:to>
                                    </p:set>
                                  </p:childTnLst>
                                </p:cTn>
                              </p:par>
                            </p:childTnLst>
                          </p:cTn>
                        </p:par>
                      </p:childTnLst>
                    </p:cTn>
                  </p:par>
                  <p:par>
                    <p:cTn id="542" fill="hold">
                      <p:stCondLst>
                        <p:cond delay="indefinite"/>
                      </p:stCondLst>
                      <p:childTnLst>
                        <p:par>
                          <p:cTn id="543" fill="hold">
                            <p:stCondLst>
                              <p:cond delay="0"/>
                            </p:stCondLst>
                            <p:childTnLst>
                              <p:par>
                                <p:cTn id="544" presetID="22" presetClass="entr" presetSubtype="8" fill="hold" nodeType="clickEffect">
                                  <p:stCondLst>
                                    <p:cond delay="0"/>
                                  </p:stCondLst>
                                  <p:childTnLst>
                                    <p:set>
                                      <p:cBhvr>
                                        <p:cTn id="545" dur="1" fill="hold">
                                          <p:stCondLst>
                                            <p:cond delay="0"/>
                                          </p:stCondLst>
                                        </p:cTn>
                                        <p:tgtEl>
                                          <p:spTgt spid="308"/>
                                        </p:tgtEl>
                                        <p:attrNameLst>
                                          <p:attrName>style.visibility</p:attrName>
                                        </p:attrNameLst>
                                      </p:cBhvr>
                                      <p:to>
                                        <p:strVal val="visible"/>
                                      </p:to>
                                    </p:set>
                                    <p:animEffect transition="in" filter="wipe(left)">
                                      <p:cBhvr>
                                        <p:cTn id="546" dur="1000"/>
                                        <p:tgtEl>
                                          <p:spTgt spid="308"/>
                                        </p:tgtEl>
                                      </p:cBhvr>
                                    </p:animEffect>
                                  </p:childTnLst>
                                </p:cTn>
                              </p:par>
                            </p:childTnLst>
                          </p:cTn>
                        </p:par>
                        <p:par>
                          <p:cTn id="547" fill="hold">
                            <p:stCondLst>
                              <p:cond delay="1000"/>
                            </p:stCondLst>
                            <p:childTnLst>
                              <p:par>
                                <p:cTn id="548" presetID="35" presetClass="path" presetSubtype="0" accel="50000" decel="50000" fill="hold" nodeType="afterEffect">
                                  <p:stCondLst>
                                    <p:cond delay="0"/>
                                  </p:stCondLst>
                                  <p:childTnLst>
                                    <p:animMotion origin="layout" path="M -0.21836 0.00163 L -0.34661 0.00093 " pathEditMode="relative" rAng="0" ptsTypes="AA">
                                      <p:cBhvr>
                                        <p:cTn id="549" dur="2000" fill="hold"/>
                                        <p:tgtEl>
                                          <p:spTgt spid="121"/>
                                        </p:tgtEl>
                                        <p:attrNameLst>
                                          <p:attrName>ppt_x</p:attrName>
                                          <p:attrName>ppt_y</p:attrName>
                                        </p:attrNameLst>
                                      </p:cBhvr>
                                      <p:rCtr x="-6419" y="-46"/>
                                    </p:animMotion>
                                  </p:childTnLst>
                                </p:cTn>
                              </p:par>
                            </p:childTnLst>
                          </p:cTn>
                        </p:par>
                        <p:par>
                          <p:cTn id="550" fill="hold">
                            <p:stCondLst>
                              <p:cond delay="3000"/>
                            </p:stCondLst>
                            <p:childTnLst>
                              <p:par>
                                <p:cTn id="551" presetID="22" presetClass="exit" presetSubtype="4" fill="hold" nodeType="afterEffect">
                                  <p:stCondLst>
                                    <p:cond delay="0"/>
                                  </p:stCondLst>
                                  <p:childTnLst>
                                    <p:animEffect transition="out" filter="wipe(down)">
                                      <p:cBhvr>
                                        <p:cTn id="552" dur="500"/>
                                        <p:tgtEl>
                                          <p:spTgt spid="308"/>
                                        </p:tgtEl>
                                      </p:cBhvr>
                                    </p:animEffect>
                                    <p:set>
                                      <p:cBhvr>
                                        <p:cTn id="553" dur="1" fill="hold">
                                          <p:stCondLst>
                                            <p:cond delay="499"/>
                                          </p:stCondLst>
                                        </p:cTn>
                                        <p:tgtEl>
                                          <p:spTgt spid="308"/>
                                        </p:tgtEl>
                                        <p:attrNameLst>
                                          <p:attrName>style.visibility</p:attrName>
                                        </p:attrNameLst>
                                      </p:cBhvr>
                                      <p:to>
                                        <p:strVal val="hidden"/>
                                      </p:to>
                                    </p:set>
                                  </p:childTnLst>
                                </p:cTn>
                              </p:par>
                              <p:par>
                                <p:cTn id="554" presetID="22" presetClass="entr" presetSubtype="8" fill="hold" nodeType="withEffect">
                                  <p:stCondLst>
                                    <p:cond delay="0"/>
                                  </p:stCondLst>
                                  <p:childTnLst>
                                    <p:set>
                                      <p:cBhvr>
                                        <p:cTn id="555" dur="1" fill="hold">
                                          <p:stCondLst>
                                            <p:cond delay="0"/>
                                          </p:stCondLst>
                                        </p:cTn>
                                        <p:tgtEl>
                                          <p:spTgt spid="309"/>
                                        </p:tgtEl>
                                        <p:attrNameLst>
                                          <p:attrName>style.visibility</p:attrName>
                                        </p:attrNameLst>
                                      </p:cBhvr>
                                      <p:to>
                                        <p:strVal val="visible"/>
                                      </p:to>
                                    </p:set>
                                    <p:animEffect transition="in" filter="wipe(left)">
                                      <p:cBhvr>
                                        <p:cTn id="556" dur="1000"/>
                                        <p:tgtEl>
                                          <p:spTgt spid="309"/>
                                        </p:tgtEl>
                                      </p:cBhvr>
                                    </p:animEffect>
                                  </p:childTnLst>
                                </p:cTn>
                              </p:par>
                            </p:childTnLst>
                          </p:cTn>
                        </p:par>
                        <p:par>
                          <p:cTn id="557" fill="hold">
                            <p:stCondLst>
                              <p:cond delay="4000"/>
                            </p:stCondLst>
                            <p:childTnLst>
                              <p:par>
                                <p:cTn id="558" presetID="31" presetClass="entr" presetSubtype="0" fill="hold" grpId="0" nodeType="afterEffect">
                                  <p:stCondLst>
                                    <p:cond delay="0"/>
                                  </p:stCondLst>
                                  <p:childTnLst>
                                    <p:set>
                                      <p:cBhvr>
                                        <p:cTn id="559" dur="1" fill="hold">
                                          <p:stCondLst>
                                            <p:cond delay="0"/>
                                          </p:stCondLst>
                                        </p:cTn>
                                        <p:tgtEl>
                                          <p:spTgt spid="291"/>
                                        </p:tgtEl>
                                        <p:attrNameLst>
                                          <p:attrName>style.visibility</p:attrName>
                                        </p:attrNameLst>
                                      </p:cBhvr>
                                      <p:to>
                                        <p:strVal val="visible"/>
                                      </p:to>
                                    </p:set>
                                    <p:anim calcmode="lin" valueType="num">
                                      <p:cBhvr>
                                        <p:cTn id="560" dur="1000" fill="hold"/>
                                        <p:tgtEl>
                                          <p:spTgt spid="291"/>
                                        </p:tgtEl>
                                        <p:attrNameLst>
                                          <p:attrName>ppt_w</p:attrName>
                                        </p:attrNameLst>
                                      </p:cBhvr>
                                      <p:tavLst>
                                        <p:tav tm="0">
                                          <p:val>
                                            <p:fltVal val="0"/>
                                          </p:val>
                                        </p:tav>
                                        <p:tav tm="100000">
                                          <p:val>
                                            <p:strVal val="#ppt_w"/>
                                          </p:val>
                                        </p:tav>
                                      </p:tavLst>
                                    </p:anim>
                                    <p:anim calcmode="lin" valueType="num">
                                      <p:cBhvr>
                                        <p:cTn id="561" dur="1000" fill="hold"/>
                                        <p:tgtEl>
                                          <p:spTgt spid="291"/>
                                        </p:tgtEl>
                                        <p:attrNameLst>
                                          <p:attrName>ppt_h</p:attrName>
                                        </p:attrNameLst>
                                      </p:cBhvr>
                                      <p:tavLst>
                                        <p:tav tm="0">
                                          <p:val>
                                            <p:fltVal val="0"/>
                                          </p:val>
                                        </p:tav>
                                        <p:tav tm="100000">
                                          <p:val>
                                            <p:strVal val="#ppt_h"/>
                                          </p:val>
                                        </p:tav>
                                      </p:tavLst>
                                    </p:anim>
                                    <p:anim calcmode="lin" valueType="num">
                                      <p:cBhvr>
                                        <p:cTn id="562" dur="1000" fill="hold"/>
                                        <p:tgtEl>
                                          <p:spTgt spid="291"/>
                                        </p:tgtEl>
                                        <p:attrNameLst>
                                          <p:attrName>style.rotation</p:attrName>
                                        </p:attrNameLst>
                                      </p:cBhvr>
                                      <p:tavLst>
                                        <p:tav tm="0">
                                          <p:val>
                                            <p:fltVal val="90"/>
                                          </p:val>
                                        </p:tav>
                                        <p:tav tm="100000">
                                          <p:val>
                                            <p:fltVal val="0"/>
                                          </p:val>
                                        </p:tav>
                                      </p:tavLst>
                                    </p:anim>
                                    <p:animEffect transition="in" filter="fade">
                                      <p:cBhvr>
                                        <p:cTn id="563" dur="1000"/>
                                        <p:tgtEl>
                                          <p:spTgt spid="291"/>
                                        </p:tgtEl>
                                      </p:cBhvr>
                                    </p:animEffect>
                                  </p:childTnLst>
                                </p:cTn>
                              </p:par>
                            </p:childTnLst>
                          </p:cTn>
                        </p:par>
                        <p:par>
                          <p:cTn id="564" fill="hold">
                            <p:stCondLst>
                              <p:cond delay="5000"/>
                            </p:stCondLst>
                            <p:childTnLst>
                              <p:par>
                                <p:cTn id="565" presetID="64" presetClass="path" presetSubtype="0" accel="50000" decel="50000" fill="hold" grpId="1" nodeType="afterEffect">
                                  <p:stCondLst>
                                    <p:cond delay="0"/>
                                  </p:stCondLst>
                                  <p:childTnLst>
                                    <p:animMotion origin="layout" path="M -4.375E-6 3.7037E-6 L 0.02162 -0.38912 " pathEditMode="relative" rAng="0" ptsTypes="AA">
                                      <p:cBhvr>
                                        <p:cTn id="566" dur="2000" fill="hold"/>
                                        <p:tgtEl>
                                          <p:spTgt spid="291"/>
                                        </p:tgtEl>
                                        <p:attrNameLst>
                                          <p:attrName>ppt_x</p:attrName>
                                          <p:attrName>ppt_y</p:attrName>
                                        </p:attrNameLst>
                                      </p:cBhvr>
                                      <p:rCtr x="1081" y="-19468"/>
                                    </p:animMotion>
                                  </p:childTnLst>
                                </p:cTn>
                              </p:par>
                            </p:childTnLst>
                          </p:cTn>
                        </p:par>
                        <p:par>
                          <p:cTn id="567" fill="hold">
                            <p:stCondLst>
                              <p:cond delay="7000"/>
                            </p:stCondLst>
                            <p:childTnLst>
                              <p:par>
                                <p:cTn id="568" presetID="1" presetClass="emph" presetSubtype="2" fill="hold" nodeType="afterEffect">
                                  <p:stCondLst>
                                    <p:cond delay="0"/>
                                  </p:stCondLst>
                                  <p:childTnLst>
                                    <p:animClr clrSpc="rgb" dir="cw">
                                      <p:cBhvr>
                                        <p:cTn id="569" dur="500" fill="hold"/>
                                        <p:tgtEl>
                                          <p:spTgt spid="291"/>
                                        </p:tgtEl>
                                        <p:attrNameLst>
                                          <p:attrName>fillcolor</p:attrName>
                                        </p:attrNameLst>
                                      </p:cBhvr>
                                      <p:to>
                                        <a:srgbClr val="FCF3BA"/>
                                      </p:to>
                                    </p:animClr>
                                    <p:set>
                                      <p:cBhvr>
                                        <p:cTn id="570" dur="500" fill="hold"/>
                                        <p:tgtEl>
                                          <p:spTgt spid="291"/>
                                        </p:tgtEl>
                                        <p:attrNameLst>
                                          <p:attrName>fill.type</p:attrName>
                                        </p:attrNameLst>
                                      </p:cBhvr>
                                      <p:to>
                                        <p:strVal val="solid"/>
                                      </p:to>
                                    </p:set>
                                    <p:set>
                                      <p:cBhvr>
                                        <p:cTn id="571" dur="500" fill="hold"/>
                                        <p:tgtEl>
                                          <p:spTgt spid="291"/>
                                        </p:tgtEl>
                                        <p:attrNameLst>
                                          <p:attrName>fill.on</p:attrName>
                                        </p:attrNameLst>
                                      </p:cBhvr>
                                      <p:to>
                                        <p:strVal val="true"/>
                                      </p:to>
                                    </p:set>
                                  </p:childTnLst>
                                </p:cTn>
                              </p:par>
                            </p:childTnLst>
                          </p:cTn>
                        </p:par>
                        <p:par>
                          <p:cTn id="572" fill="hold">
                            <p:stCondLst>
                              <p:cond delay="7500"/>
                            </p:stCondLst>
                            <p:childTnLst>
                              <p:par>
                                <p:cTn id="573" presetID="22" presetClass="exit" presetSubtype="4" fill="hold" nodeType="afterEffect">
                                  <p:stCondLst>
                                    <p:cond delay="0"/>
                                  </p:stCondLst>
                                  <p:childTnLst>
                                    <p:animEffect transition="out" filter="wipe(down)">
                                      <p:cBhvr>
                                        <p:cTn id="574" dur="500"/>
                                        <p:tgtEl>
                                          <p:spTgt spid="309"/>
                                        </p:tgtEl>
                                      </p:cBhvr>
                                    </p:animEffect>
                                    <p:set>
                                      <p:cBhvr>
                                        <p:cTn id="575" dur="1" fill="hold">
                                          <p:stCondLst>
                                            <p:cond delay="499"/>
                                          </p:stCondLst>
                                        </p:cTn>
                                        <p:tgtEl>
                                          <p:spTgt spid="309"/>
                                        </p:tgtEl>
                                        <p:attrNameLst>
                                          <p:attrName>style.visibility</p:attrName>
                                        </p:attrNameLst>
                                      </p:cBhvr>
                                      <p:to>
                                        <p:strVal val="hidden"/>
                                      </p:to>
                                    </p:set>
                                  </p:childTnLst>
                                </p:cTn>
                              </p:par>
                              <p:par>
                                <p:cTn id="576" presetID="22" presetClass="entr" presetSubtype="8" fill="hold" nodeType="withEffect">
                                  <p:stCondLst>
                                    <p:cond delay="0"/>
                                  </p:stCondLst>
                                  <p:childTnLst>
                                    <p:set>
                                      <p:cBhvr>
                                        <p:cTn id="577" dur="1" fill="hold">
                                          <p:stCondLst>
                                            <p:cond delay="0"/>
                                          </p:stCondLst>
                                        </p:cTn>
                                        <p:tgtEl>
                                          <p:spTgt spid="310"/>
                                        </p:tgtEl>
                                        <p:attrNameLst>
                                          <p:attrName>style.visibility</p:attrName>
                                        </p:attrNameLst>
                                      </p:cBhvr>
                                      <p:to>
                                        <p:strVal val="visible"/>
                                      </p:to>
                                    </p:set>
                                    <p:animEffect transition="in" filter="wipe(left)">
                                      <p:cBhvr>
                                        <p:cTn id="578" dur="1000"/>
                                        <p:tgtEl>
                                          <p:spTgt spid="310"/>
                                        </p:tgtEl>
                                      </p:cBhvr>
                                    </p:animEffect>
                                  </p:childTnLst>
                                </p:cTn>
                              </p:par>
                            </p:childTnLst>
                          </p:cTn>
                        </p:par>
                        <p:par>
                          <p:cTn id="579" fill="hold">
                            <p:stCondLst>
                              <p:cond delay="8500"/>
                            </p:stCondLst>
                            <p:childTnLst>
                              <p:par>
                                <p:cTn id="580" presetID="27" presetClass="emph" presetSubtype="0" fill="remove" grpId="1" nodeType="afterEffect">
                                  <p:stCondLst>
                                    <p:cond delay="0"/>
                                  </p:stCondLst>
                                  <p:childTnLst>
                                    <p:animClr clrSpc="rgb" dir="cw">
                                      <p:cBhvr override="childStyle">
                                        <p:cTn id="581" dur="500" autoRev="1" fill="remove"/>
                                        <p:tgtEl>
                                          <p:spTgt spid="173"/>
                                        </p:tgtEl>
                                        <p:attrNameLst>
                                          <p:attrName>style.color</p:attrName>
                                        </p:attrNameLst>
                                      </p:cBhvr>
                                      <p:to>
                                        <a:schemeClr val="bg1"/>
                                      </p:to>
                                    </p:animClr>
                                    <p:animClr clrSpc="rgb" dir="cw">
                                      <p:cBhvr>
                                        <p:cTn id="582" dur="500" autoRev="1" fill="remove"/>
                                        <p:tgtEl>
                                          <p:spTgt spid="173"/>
                                        </p:tgtEl>
                                        <p:attrNameLst>
                                          <p:attrName>fillcolor</p:attrName>
                                        </p:attrNameLst>
                                      </p:cBhvr>
                                      <p:to>
                                        <a:schemeClr val="bg1"/>
                                      </p:to>
                                    </p:animClr>
                                    <p:set>
                                      <p:cBhvr>
                                        <p:cTn id="583" dur="500" autoRev="1" fill="remove"/>
                                        <p:tgtEl>
                                          <p:spTgt spid="173"/>
                                        </p:tgtEl>
                                        <p:attrNameLst>
                                          <p:attrName>fill.type</p:attrName>
                                        </p:attrNameLst>
                                      </p:cBhvr>
                                      <p:to>
                                        <p:strVal val="solid"/>
                                      </p:to>
                                    </p:set>
                                    <p:set>
                                      <p:cBhvr>
                                        <p:cTn id="584" dur="500" autoRev="1" fill="remove"/>
                                        <p:tgtEl>
                                          <p:spTgt spid="173"/>
                                        </p:tgtEl>
                                        <p:attrNameLst>
                                          <p:attrName>fill.on</p:attrName>
                                        </p:attrNameLst>
                                      </p:cBhvr>
                                      <p:to>
                                        <p:strVal val="true"/>
                                      </p:to>
                                    </p:set>
                                  </p:childTnLst>
                                </p:cTn>
                              </p:par>
                            </p:childTnLst>
                          </p:cTn>
                        </p:par>
                        <p:par>
                          <p:cTn id="585" fill="hold">
                            <p:stCondLst>
                              <p:cond delay="9500"/>
                            </p:stCondLst>
                            <p:childTnLst>
                              <p:par>
                                <p:cTn id="586" presetID="42" presetClass="entr" presetSubtype="0" fill="hold" nodeType="afterEffect">
                                  <p:stCondLst>
                                    <p:cond delay="0"/>
                                  </p:stCondLst>
                                  <p:childTnLst>
                                    <p:set>
                                      <p:cBhvr>
                                        <p:cTn id="587" dur="1" fill="hold">
                                          <p:stCondLst>
                                            <p:cond delay="0"/>
                                          </p:stCondLst>
                                        </p:cTn>
                                        <p:tgtEl>
                                          <p:spTgt spid="295"/>
                                        </p:tgtEl>
                                        <p:attrNameLst>
                                          <p:attrName>style.visibility</p:attrName>
                                        </p:attrNameLst>
                                      </p:cBhvr>
                                      <p:to>
                                        <p:strVal val="visible"/>
                                      </p:to>
                                    </p:set>
                                    <p:animEffect transition="in" filter="fade">
                                      <p:cBhvr>
                                        <p:cTn id="588" dur="1000"/>
                                        <p:tgtEl>
                                          <p:spTgt spid="295"/>
                                        </p:tgtEl>
                                      </p:cBhvr>
                                    </p:animEffect>
                                    <p:anim calcmode="lin" valueType="num">
                                      <p:cBhvr>
                                        <p:cTn id="589" dur="1000" fill="hold"/>
                                        <p:tgtEl>
                                          <p:spTgt spid="295"/>
                                        </p:tgtEl>
                                        <p:attrNameLst>
                                          <p:attrName>ppt_x</p:attrName>
                                        </p:attrNameLst>
                                      </p:cBhvr>
                                      <p:tavLst>
                                        <p:tav tm="0">
                                          <p:val>
                                            <p:strVal val="#ppt_x"/>
                                          </p:val>
                                        </p:tav>
                                        <p:tav tm="100000">
                                          <p:val>
                                            <p:strVal val="#ppt_x"/>
                                          </p:val>
                                        </p:tav>
                                      </p:tavLst>
                                    </p:anim>
                                    <p:anim calcmode="lin" valueType="num">
                                      <p:cBhvr>
                                        <p:cTn id="590" dur="1000" fill="hold"/>
                                        <p:tgtEl>
                                          <p:spTgt spid="295"/>
                                        </p:tgtEl>
                                        <p:attrNameLst>
                                          <p:attrName>ppt_y</p:attrName>
                                        </p:attrNameLst>
                                      </p:cBhvr>
                                      <p:tavLst>
                                        <p:tav tm="0">
                                          <p:val>
                                            <p:strVal val="#ppt_y+.1"/>
                                          </p:val>
                                        </p:tav>
                                        <p:tav tm="100000">
                                          <p:val>
                                            <p:strVal val="#ppt_y"/>
                                          </p:val>
                                        </p:tav>
                                      </p:tavLst>
                                    </p:anim>
                                  </p:childTnLst>
                                </p:cTn>
                              </p:par>
                            </p:childTnLst>
                          </p:cTn>
                        </p:par>
                      </p:childTnLst>
                    </p:cTn>
                  </p:par>
                  <p:par>
                    <p:cTn id="591" fill="hold">
                      <p:stCondLst>
                        <p:cond delay="indefinite"/>
                      </p:stCondLst>
                      <p:childTnLst>
                        <p:par>
                          <p:cTn id="592" fill="hold">
                            <p:stCondLst>
                              <p:cond delay="0"/>
                            </p:stCondLst>
                            <p:childTnLst>
                              <p:par>
                                <p:cTn id="593" presetID="22" presetClass="exit" presetSubtype="4" fill="hold" nodeType="clickEffect">
                                  <p:stCondLst>
                                    <p:cond delay="0"/>
                                  </p:stCondLst>
                                  <p:childTnLst>
                                    <p:animEffect transition="out" filter="wipe(down)">
                                      <p:cBhvr>
                                        <p:cTn id="594" dur="500"/>
                                        <p:tgtEl>
                                          <p:spTgt spid="310"/>
                                        </p:tgtEl>
                                      </p:cBhvr>
                                    </p:animEffect>
                                    <p:set>
                                      <p:cBhvr>
                                        <p:cTn id="595" dur="1" fill="hold">
                                          <p:stCondLst>
                                            <p:cond delay="499"/>
                                          </p:stCondLst>
                                        </p:cTn>
                                        <p:tgtEl>
                                          <p:spTgt spid="310"/>
                                        </p:tgtEl>
                                        <p:attrNameLst>
                                          <p:attrName>style.visibility</p:attrName>
                                        </p:attrNameLst>
                                      </p:cBhvr>
                                      <p:to>
                                        <p:strVal val="hidden"/>
                                      </p:to>
                                    </p:set>
                                  </p:childTnLst>
                                </p:cTn>
                              </p:par>
                              <p:par>
                                <p:cTn id="596" presetID="22" presetClass="entr" presetSubtype="8" fill="hold" nodeType="withEffect">
                                  <p:stCondLst>
                                    <p:cond delay="0"/>
                                  </p:stCondLst>
                                  <p:childTnLst>
                                    <p:set>
                                      <p:cBhvr>
                                        <p:cTn id="597" dur="1" fill="hold">
                                          <p:stCondLst>
                                            <p:cond delay="0"/>
                                          </p:stCondLst>
                                        </p:cTn>
                                        <p:tgtEl>
                                          <p:spTgt spid="311"/>
                                        </p:tgtEl>
                                        <p:attrNameLst>
                                          <p:attrName>style.visibility</p:attrName>
                                        </p:attrNameLst>
                                      </p:cBhvr>
                                      <p:to>
                                        <p:strVal val="visible"/>
                                      </p:to>
                                    </p:set>
                                    <p:animEffect transition="in" filter="wipe(left)">
                                      <p:cBhvr>
                                        <p:cTn id="598" dur="1000"/>
                                        <p:tgtEl>
                                          <p:spTgt spid="311"/>
                                        </p:tgtEl>
                                      </p:cBhvr>
                                    </p:animEffect>
                                  </p:childTnLst>
                                </p:cTn>
                              </p:par>
                            </p:childTnLst>
                          </p:cTn>
                        </p:par>
                        <p:par>
                          <p:cTn id="599" fill="hold">
                            <p:stCondLst>
                              <p:cond delay="1000"/>
                            </p:stCondLst>
                            <p:childTnLst>
                              <p:par>
                                <p:cTn id="600" presetID="63" presetClass="path" presetSubtype="0" accel="50000" decel="50000" fill="hold" nodeType="afterEffect">
                                  <p:stCondLst>
                                    <p:cond delay="0"/>
                                  </p:stCondLst>
                                  <p:childTnLst>
                                    <p:animMotion origin="layout" path="M -0.34661 0.00093 L -0.21836 0.00163 " pathEditMode="relative" rAng="0" ptsTypes="AA">
                                      <p:cBhvr>
                                        <p:cTn id="601" dur="2000" fill="hold"/>
                                        <p:tgtEl>
                                          <p:spTgt spid="121"/>
                                        </p:tgtEl>
                                        <p:attrNameLst>
                                          <p:attrName>ppt_x</p:attrName>
                                          <p:attrName>ppt_y</p:attrName>
                                        </p:attrNameLst>
                                      </p:cBhvr>
                                      <p:rCtr x="6406" y="23"/>
                                    </p:animMotion>
                                  </p:childTnLst>
                                </p:cTn>
                              </p:par>
                            </p:childTnLst>
                          </p:cTn>
                        </p:par>
                        <p:par>
                          <p:cTn id="602" fill="hold">
                            <p:stCondLst>
                              <p:cond delay="3000"/>
                            </p:stCondLst>
                            <p:childTnLst>
                              <p:par>
                                <p:cTn id="603" presetID="22" presetClass="exit" presetSubtype="4" fill="hold" nodeType="afterEffect">
                                  <p:stCondLst>
                                    <p:cond delay="0"/>
                                  </p:stCondLst>
                                  <p:childTnLst>
                                    <p:animEffect transition="out" filter="wipe(down)">
                                      <p:cBhvr>
                                        <p:cTn id="604" dur="500"/>
                                        <p:tgtEl>
                                          <p:spTgt spid="311"/>
                                        </p:tgtEl>
                                      </p:cBhvr>
                                    </p:animEffect>
                                    <p:set>
                                      <p:cBhvr>
                                        <p:cTn id="605" dur="1" fill="hold">
                                          <p:stCondLst>
                                            <p:cond delay="499"/>
                                          </p:stCondLst>
                                        </p:cTn>
                                        <p:tgtEl>
                                          <p:spTgt spid="311"/>
                                        </p:tgtEl>
                                        <p:attrNameLst>
                                          <p:attrName>style.visibility</p:attrName>
                                        </p:attrNameLst>
                                      </p:cBhvr>
                                      <p:to>
                                        <p:strVal val="hidden"/>
                                      </p:to>
                                    </p:set>
                                  </p:childTnLst>
                                </p:cTn>
                              </p:par>
                              <p:par>
                                <p:cTn id="606" presetID="22" presetClass="entr" presetSubtype="8" fill="hold" nodeType="withEffect">
                                  <p:stCondLst>
                                    <p:cond delay="0"/>
                                  </p:stCondLst>
                                  <p:childTnLst>
                                    <p:set>
                                      <p:cBhvr>
                                        <p:cTn id="607" dur="1" fill="hold">
                                          <p:stCondLst>
                                            <p:cond delay="0"/>
                                          </p:stCondLst>
                                        </p:cTn>
                                        <p:tgtEl>
                                          <p:spTgt spid="312"/>
                                        </p:tgtEl>
                                        <p:attrNameLst>
                                          <p:attrName>style.visibility</p:attrName>
                                        </p:attrNameLst>
                                      </p:cBhvr>
                                      <p:to>
                                        <p:strVal val="visible"/>
                                      </p:to>
                                    </p:set>
                                    <p:animEffect transition="in" filter="wipe(left)">
                                      <p:cBhvr>
                                        <p:cTn id="608" dur="1000"/>
                                        <p:tgtEl>
                                          <p:spTgt spid="312"/>
                                        </p:tgtEl>
                                      </p:cBhvr>
                                    </p:animEffect>
                                  </p:childTnLst>
                                </p:cTn>
                              </p:par>
                              <p:par>
                                <p:cTn id="609" presetID="31" presetClass="entr" presetSubtype="0" fill="hold" grpId="0" nodeType="withEffect">
                                  <p:stCondLst>
                                    <p:cond delay="0"/>
                                  </p:stCondLst>
                                  <p:childTnLst>
                                    <p:set>
                                      <p:cBhvr>
                                        <p:cTn id="610" dur="1" fill="hold">
                                          <p:stCondLst>
                                            <p:cond delay="0"/>
                                          </p:stCondLst>
                                        </p:cTn>
                                        <p:tgtEl>
                                          <p:spTgt spid="298"/>
                                        </p:tgtEl>
                                        <p:attrNameLst>
                                          <p:attrName>style.visibility</p:attrName>
                                        </p:attrNameLst>
                                      </p:cBhvr>
                                      <p:to>
                                        <p:strVal val="visible"/>
                                      </p:to>
                                    </p:set>
                                    <p:anim calcmode="lin" valueType="num">
                                      <p:cBhvr>
                                        <p:cTn id="611" dur="1000" fill="hold"/>
                                        <p:tgtEl>
                                          <p:spTgt spid="298"/>
                                        </p:tgtEl>
                                        <p:attrNameLst>
                                          <p:attrName>ppt_w</p:attrName>
                                        </p:attrNameLst>
                                      </p:cBhvr>
                                      <p:tavLst>
                                        <p:tav tm="0">
                                          <p:val>
                                            <p:fltVal val="0"/>
                                          </p:val>
                                        </p:tav>
                                        <p:tav tm="100000">
                                          <p:val>
                                            <p:strVal val="#ppt_w"/>
                                          </p:val>
                                        </p:tav>
                                      </p:tavLst>
                                    </p:anim>
                                    <p:anim calcmode="lin" valueType="num">
                                      <p:cBhvr>
                                        <p:cTn id="612" dur="1000" fill="hold"/>
                                        <p:tgtEl>
                                          <p:spTgt spid="298"/>
                                        </p:tgtEl>
                                        <p:attrNameLst>
                                          <p:attrName>ppt_h</p:attrName>
                                        </p:attrNameLst>
                                      </p:cBhvr>
                                      <p:tavLst>
                                        <p:tav tm="0">
                                          <p:val>
                                            <p:fltVal val="0"/>
                                          </p:val>
                                        </p:tav>
                                        <p:tav tm="100000">
                                          <p:val>
                                            <p:strVal val="#ppt_h"/>
                                          </p:val>
                                        </p:tav>
                                      </p:tavLst>
                                    </p:anim>
                                    <p:anim calcmode="lin" valueType="num">
                                      <p:cBhvr>
                                        <p:cTn id="613" dur="1000" fill="hold"/>
                                        <p:tgtEl>
                                          <p:spTgt spid="298"/>
                                        </p:tgtEl>
                                        <p:attrNameLst>
                                          <p:attrName>style.rotation</p:attrName>
                                        </p:attrNameLst>
                                      </p:cBhvr>
                                      <p:tavLst>
                                        <p:tav tm="0">
                                          <p:val>
                                            <p:fltVal val="90"/>
                                          </p:val>
                                        </p:tav>
                                        <p:tav tm="100000">
                                          <p:val>
                                            <p:fltVal val="0"/>
                                          </p:val>
                                        </p:tav>
                                      </p:tavLst>
                                    </p:anim>
                                    <p:animEffect transition="in" filter="fade">
                                      <p:cBhvr>
                                        <p:cTn id="614" dur="1000"/>
                                        <p:tgtEl>
                                          <p:spTgt spid="298"/>
                                        </p:tgtEl>
                                      </p:cBhvr>
                                    </p:animEffect>
                                  </p:childTnLst>
                                </p:cTn>
                              </p:par>
                            </p:childTnLst>
                          </p:cTn>
                        </p:par>
                        <p:par>
                          <p:cTn id="615" fill="hold">
                            <p:stCondLst>
                              <p:cond delay="4000"/>
                            </p:stCondLst>
                            <p:childTnLst>
                              <p:par>
                                <p:cTn id="616" presetID="64" presetClass="path" presetSubtype="0" accel="50000" decel="50000" fill="hold" grpId="1" nodeType="afterEffect">
                                  <p:stCondLst>
                                    <p:cond delay="0"/>
                                  </p:stCondLst>
                                  <p:childTnLst>
                                    <p:animMotion origin="layout" path="M 4.58333E-6 3.7037E-6 L 0.04049 -0.38936 " pathEditMode="relative" rAng="0" ptsTypes="AA">
                                      <p:cBhvr>
                                        <p:cTn id="617" dur="2000" fill="hold"/>
                                        <p:tgtEl>
                                          <p:spTgt spid="298"/>
                                        </p:tgtEl>
                                        <p:attrNameLst>
                                          <p:attrName>ppt_x</p:attrName>
                                          <p:attrName>ppt_y</p:attrName>
                                        </p:attrNameLst>
                                      </p:cBhvr>
                                      <p:rCtr x="2018" y="-19468"/>
                                    </p:animMotion>
                                  </p:childTnLst>
                                </p:cTn>
                              </p:par>
                            </p:childTnLst>
                          </p:cTn>
                        </p:par>
                        <p:par>
                          <p:cTn id="618" fill="hold">
                            <p:stCondLst>
                              <p:cond delay="6000"/>
                            </p:stCondLst>
                            <p:childTnLst>
                              <p:par>
                                <p:cTn id="619" presetID="1" presetClass="emph" presetSubtype="2" fill="hold" nodeType="afterEffect">
                                  <p:stCondLst>
                                    <p:cond delay="0"/>
                                  </p:stCondLst>
                                  <p:childTnLst>
                                    <p:animClr clrSpc="rgb" dir="cw">
                                      <p:cBhvr>
                                        <p:cTn id="620" dur="500" fill="hold"/>
                                        <p:tgtEl>
                                          <p:spTgt spid="298"/>
                                        </p:tgtEl>
                                        <p:attrNameLst>
                                          <p:attrName>fillcolor</p:attrName>
                                        </p:attrNameLst>
                                      </p:cBhvr>
                                      <p:to>
                                        <a:srgbClr val="FCF3BA"/>
                                      </p:to>
                                    </p:animClr>
                                    <p:set>
                                      <p:cBhvr>
                                        <p:cTn id="621" dur="500" fill="hold"/>
                                        <p:tgtEl>
                                          <p:spTgt spid="298"/>
                                        </p:tgtEl>
                                        <p:attrNameLst>
                                          <p:attrName>fill.type</p:attrName>
                                        </p:attrNameLst>
                                      </p:cBhvr>
                                      <p:to>
                                        <p:strVal val="solid"/>
                                      </p:to>
                                    </p:set>
                                    <p:set>
                                      <p:cBhvr>
                                        <p:cTn id="622" dur="500" fill="hold"/>
                                        <p:tgtEl>
                                          <p:spTgt spid="298"/>
                                        </p:tgtEl>
                                        <p:attrNameLst>
                                          <p:attrName>fill.on</p:attrName>
                                        </p:attrNameLst>
                                      </p:cBhvr>
                                      <p:to>
                                        <p:strVal val="true"/>
                                      </p:to>
                                    </p:set>
                                  </p:childTnLst>
                                </p:cTn>
                              </p:par>
                            </p:childTnLst>
                          </p:cTn>
                        </p:par>
                        <p:par>
                          <p:cTn id="623" fill="hold">
                            <p:stCondLst>
                              <p:cond delay="6500"/>
                            </p:stCondLst>
                            <p:childTnLst>
                              <p:par>
                                <p:cTn id="624" presetID="22" presetClass="entr" presetSubtype="8" fill="hold" nodeType="afterEffect">
                                  <p:stCondLst>
                                    <p:cond delay="0"/>
                                  </p:stCondLst>
                                  <p:childTnLst>
                                    <p:set>
                                      <p:cBhvr>
                                        <p:cTn id="625" dur="1" fill="hold">
                                          <p:stCondLst>
                                            <p:cond delay="0"/>
                                          </p:stCondLst>
                                        </p:cTn>
                                        <p:tgtEl>
                                          <p:spTgt spid="13"/>
                                        </p:tgtEl>
                                        <p:attrNameLst>
                                          <p:attrName>style.visibility</p:attrName>
                                        </p:attrNameLst>
                                      </p:cBhvr>
                                      <p:to>
                                        <p:strVal val="visible"/>
                                      </p:to>
                                    </p:set>
                                    <p:animEffect transition="in" filter="wipe(left)">
                                      <p:cBhvr>
                                        <p:cTn id="626" dur="500"/>
                                        <p:tgtEl>
                                          <p:spTgt spid="13"/>
                                        </p:tgtEl>
                                      </p:cBhvr>
                                    </p:animEffect>
                                  </p:childTnLst>
                                </p:cTn>
                              </p:par>
                            </p:childTnLst>
                          </p:cTn>
                        </p:par>
                        <p:par>
                          <p:cTn id="627" fill="hold">
                            <p:stCondLst>
                              <p:cond delay="7000"/>
                            </p:stCondLst>
                            <p:childTnLst>
                              <p:par>
                                <p:cTn id="628" presetID="22" presetClass="exit" presetSubtype="4" fill="hold" nodeType="afterEffect">
                                  <p:stCondLst>
                                    <p:cond delay="0"/>
                                  </p:stCondLst>
                                  <p:childTnLst>
                                    <p:animEffect transition="out" filter="wipe(down)">
                                      <p:cBhvr>
                                        <p:cTn id="629" dur="500"/>
                                        <p:tgtEl>
                                          <p:spTgt spid="312"/>
                                        </p:tgtEl>
                                      </p:cBhvr>
                                    </p:animEffect>
                                    <p:set>
                                      <p:cBhvr>
                                        <p:cTn id="630" dur="1" fill="hold">
                                          <p:stCondLst>
                                            <p:cond delay="499"/>
                                          </p:stCondLst>
                                        </p:cTn>
                                        <p:tgtEl>
                                          <p:spTgt spid="312"/>
                                        </p:tgtEl>
                                        <p:attrNameLst>
                                          <p:attrName>style.visibility</p:attrName>
                                        </p:attrNameLst>
                                      </p:cBhvr>
                                      <p:to>
                                        <p:strVal val="hidden"/>
                                      </p:to>
                                    </p:set>
                                  </p:childTnLst>
                                </p:cTn>
                              </p:par>
                              <p:par>
                                <p:cTn id="631" presetID="22" presetClass="entr" presetSubtype="8" fill="hold" nodeType="withEffect">
                                  <p:stCondLst>
                                    <p:cond delay="0"/>
                                  </p:stCondLst>
                                  <p:childTnLst>
                                    <p:set>
                                      <p:cBhvr>
                                        <p:cTn id="632" dur="1" fill="hold">
                                          <p:stCondLst>
                                            <p:cond delay="0"/>
                                          </p:stCondLst>
                                        </p:cTn>
                                        <p:tgtEl>
                                          <p:spTgt spid="313"/>
                                        </p:tgtEl>
                                        <p:attrNameLst>
                                          <p:attrName>style.visibility</p:attrName>
                                        </p:attrNameLst>
                                      </p:cBhvr>
                                      <p:to>
                                        <p:strVal val="visible"/>
                                      </p:to>
                                    </p:set>
                                    <p:animEffect transition="in" filter="wipe(left)">
                                      <p:cBhvr>
                                        <p:cTn id="633" dur="1000"/>
                                        <p:tgtEl>
                                          <p:spTgt spid="313"/>
                                        </p:tgtEl>
                                      </p:cBhvr>
                                    </p:animEffect>
                                  </p:childTnLst>
                                </p:cTn>
                              </p:par>
                            </p:childTnLst>
                          </p:cTn>
                        </p:par>
                        <p:par>
                          <p:cTn id="634" fill="hold">
                            <p:stCondLst>
                              <p:cond delay="8000"/>
                            </p:stCondLst>
                            <p:childTnLst>
                              <p:par>
                                <p:cTn id="635" presetID="27" presetClass="emph" presetSubtype="0" fill="remove" grpId="1" nodeType="afterEffect">
                                  <p:stCondLst>
                                    <p:cond delay="0"/>
                                  </p:stCondLst>
                                  <p:childTnLst>
                                    <p:animClr clrSpc="rgb" dir="cw">
                                      <p:cBhvr override="childStyle">
                                        <p:cTn id="636" dur="500" autoRev="1" fill="remove"/>
                                        <p:tgtEl>
                                          <p:spTgt spid="204"/>
                                        </p:tgtEl>
                                        <p:attrNameLst>
                                          <p:attrName>style.color</p:attrName>
                                        </p:attrNameLst>
                                      </p:cBhvr>
                                      <p:to>
                                        <a:schemeClr val="bg1"/>
                                      </p:to>
                                    </p:animClr>
                                    <p:animClr clrSpc="rgb" dir="cw">
                                      <p:cBhvr>
                                        <p:cTn id="637" dur="500" autoRev="1" fill="remove"/>
                                        <p:tgtEl>
                                          <p:spTgt spid="204"/>
                                        </p:tgtEl>
                                        <p:attrNameLst>
                                          <p:attrName>fillcolor</p:attrName>
                                        </p:attrNameLst>
                                      </p:cBhvr>
                                      <p:to>
                                        <a:schemeClr val="bg1"/>
                                      </p:to>
                                    </p:animClr>
                                    <p:set>
                                      <p:cBhvr>
                                        <p:cTn id="638" dur="500" autoRev="1" fill="remove"/>
                                        <p:tgtEl>
                                          <p:spTgt spid="204"/>
                                        </p:tgtEl>
                                        <p:attrNameLst>
                                          <p:attrName>fill.type</p:attrName>
                                        </p:attrNameLst>
                                      </p:cBhvr>
                                      <p:to>
                                        <p:strVal val="solid"/>
                                      </p:to>
                                    </p:set>
                                    <p:set>
                                      <p:cBhvr>
                                        <p:cTn id="639" dur="500" autoRev="1" fill="remove"/>
                                        <p:tgtEl>
                                          <p:spTgt spid="204"/>
                                        </p:tgtEl>
                                        <p:attrNameLst>
                                          <p:attrName>fill.on</p:attrName>
                                        </p:attrNameLst>
                                      </p:cBhvr>
                                      <p:to>
                                        <p:strVal val="true"/>
                                      </p:to>
                                    </p:set>
                                  </p:childTnLst>
                                </p:cTn>
                              </p:par>
                              <p:par>
                                <p:cTn id="640" presetID="63" presetClass="path" presetSubtype="0" accel="50000" decel="50000" fill="hold" nodeType="withEffect">
                                  <p:stCondLst>
                                    <p:cond delay="0"/>
                                  </p:stCondLst>
                                  <p:childTnLst>
                                    <p:animMotion origin="layout" path="M 4.375E-6 3.7037E-7 L 0.21849 3.7037E-7 " pathEditMode="relative" rAng="0" ptsTypes="AA">
                                      <p:cBhvr>
                                        <p:cTn id="641" dur="2000" fill="hold"/>
                                        <p:tgtEl>
                                          <p:spTgt spid="295"/>
                                        </p:tgtEl>
                                        <p:attrNameLst>
                                          <p:attrName>ppt_x</p:attrName>
                                          <p:attrName>ppt_y</p:attrName>
                                        </p:attrNameLst>
                                      </p:cBhvr>
                                      <p:rCtr x="10924" y="0"/>
                                    </p:animMotion>
                                  </p:childTnLst>
                                </p:cTn>
                              </p:par>
                            </p:childTnLst>
                          </p:cTn>
                        </p:par>
                      </p:childTnLst>
                    </p:cTn>
                  </p:par>
                  <p:par>
                    <p:cTn id="642" fill="hold">
                      <p:stCondLst>
                        <p:cond delay="indefinite"/>
                      </p:stCondLst>
                      <p:childTnLst>
                        <p:par>
                          <p:cTn id="643" fill="hold">
                            <p:stCondLst>
                              <p:cond delay="0"/>
                            </p:stCondLst>
                            <p:childTnLst>
                              <p:par>
                                <p:cTn id="644" presetID="22" presetClass="exit" presetSubtype="4" fill="hold" nodeType="clickEffect">
                                  <p:stCondLst>
                                    <p:cond delay="0"/>
                                  </p:stCondLst>
                                  <p:childTnLst>
                                    <p:animEffect transition="out" filter="wipe(down)">
                                      <p:cBhvr>
                                        <p:cTn id="645" dur="500"/>
                                        <p:tgtEl>
                                          <p:spTgt spid="313"/>
                                        </p:tgtEl>
                                      </p:cBhvr>
                                    </p:animEffect>
                                    <p:set>
                                      <p:cBhvr>
                                        <p:cTn id="646" dur="1" fill="hold">
                                          <p:stCondLst>
                                            <p:cond delay="499"/>
                                          </p:stCondLst>
                                        </p:cTn>
                                        <p:tgtEl>
                                          <p:spTgt spid="313"/>
                                        </p:tgtEl>
                                        <p:attrNameLst>
                                          <p:attrName>style.visibility</p:attrName>
                                        </p:attrNameLst>
                                      </p:cBhvr>
                                      <p:to>
                                        <p:strVal val="hidden"/>
                                      </p:to>
                                    </p:set>
                                  </p:childTnLst>
                                </p:cTn>
                              </p:par>
                            </p:childTnLst>
                          </p:cTn>
                        </p:par>
                        <p:par>
                          <p:cTn id="647" fill="hold">
                            <p:stCondLst>
                              <p:cond delay="500"/>
                            </p:stCondLst>
                            <p:childTnLst>
                              <p:par>
                                <p:cTn id="648" presetID="53" presetClass="entr" presetSubtype="16" fill="hold" grpId="0" nodeType="afterEffect">
                                  <p:stCondLst>
                                    <p:cond delay="0"/>
                                  </p:stCondLst>
                                  <p:childTnLst>
                                    <p:set>
                                      <p:cBhvr>
                                        <p:cTn id="649" dur="1" fill="hold">
                                          <p:stCondLst>
                                            <p:cond delay="0"/>
                                          </p:stCondLst>
                                        </p:cTn>
                                        <p:tgtEl>
                                          <p:spTgt spid="316"/>
                                        </p:tgtEl>
                                        <p:attrNameLst>
                                          <p:attrName>style.visibility</p:attrName>
                                        </p:attrNameLst>
                                      </p:cBhvr>
                                      <p:to>
                                        <p:strVal val="visible"/>
                                      </p:to>
                                    </p:set>
                                    <p:anim calcmode="lin" valueType="num">
                                      <p:cBhvr>
                                        <p:cTn id="650" dur="500" fill="hold"/>
                                        <p:tgtEl>
                                          <p:spTgt spid="316"/>
                                        </p:tgtEl>
                                        <p:attrNameLst>
                                          <p:attrName>ppt_w</p:attrName>
                                        </p:attrNameLst>
                                      </p:cBhvr>
                                      <p:tavLst>
                                        <p:tav tm="0">
                                          <p:val>
                                            <p:fltVal val="0"/>
                                          </p:val>
                                        </p:tav>
                                        <p:tav tm="100000">
                                          <p:val>
                                            <p:strVal val="#ppt_w"/>
                                          </p:val>
                                        </p:tav>
                                      </p:tavLst>
                                    </p:anim>
                                    <p:anim calcmode="lin" valueType="num">
                                      <p:cBhvr>
                                        <p:cTn id="651" dur="500" fill="hold"/>
                                        <p:tgtEl>
                                          <p:spTgt spid="316"/>
                                        </p:tgtEl>
                                        <p:attrNameLst>
                                          <p:attrName>ppt_h</p:attrName>
                                        </p:attrNameLst>
                                      </p:cBhvr>
                                      <p:tavLst>
                                        <p:tav tm="0">
                                          <p:val>
                                            <p:fltVal val="0"/>
                                          </p:val>
                                        </p:tav>
                                        <p:tav tm="100000">
                                          <p:val>
                                            <p:strVal val="#ppt_h"/>
                                          </p:val>
                                        </p:tav>
                                      </p:tavLst>
                                    </p:anim>
                                    <p:animEffect transition="in" filter="fade">
                                      <p:cBhvr>
                                        <p:cTn id="652" dur="500"/>
                                        <p:tgtEl>
                                          <p:spTgt spid="316"/>
                                        </p:tgtEl>
                                      </p:cBhvr>
                                    </p:animEffect>
                                  </p:childTnLst>
                                </p:cTn>
                              </p:par>
                            </p:childTnLst>
                          </p:cTn>
                        </p:par>
                        <p:par>
                          <p:cTn id="653" fill="hold">
                            <p:stCondLst>
                              <p:cond delay="6000"/>
                            </p:stCondLst>
                            <p:childTnLst>
                              <p:par>
                                <p:cTn id="654" presetID="63" presetClass="path" presetSubtype="0" accel="50000" decel="50000" fill="hold" nodeType="afterEffect">
                                  <p:stCondLst>
                                    <p:cond delay="0"/>
                                  </p:stCondLst>
                                  <p:childTnLst>
                                    <p:animMotion origin="layout" path="M -0.21836 0.00163 L -0.17461 0.00116 " pathEditMode="relative" rAng="0" ptsTypes="AA">
                                      <p:cBhvr>
                                        <p:cTn id="655" dur="2000" fill="hold"/>
                                        <p:tgtEl>
                                          <p:spTgt spid="121"/>
                                        </p:tgtEl>
                                        <p:attrNameLst>
                                          <p:attrName>ppt_x</p:attrName>
                                          <p:attrName>ppt_y</p:attrName>
                                        </p:attrNameLst>
                                      </p:cBhvr>
                                      <p:rCtr x="2187" y="-23"/>
                                    </p:animMotion>
                                  </p:childTnLst>
                                </p:cTn>
                              </p:par>
                              <p:par>
                                <p:cTn id="656" presetID="31" presetClass="entr" presetSubtype="0" fill="hold" grpId="0" nodeType="withEffect">
                                  <p:stCondLst>
                                    <p:cond delay="1000"/>
                                  </p:stCondLst>
                                  <p:childTnLst>
                                    <p:set>
                                      <p:cBhvr>
                                        <p:cTn id="657" dur="1" fill="hold">
                                          <p:stCondLst>
                                            <p:cond delay="0"/>
                                          </p:stCondLst>
                                        </p:cTn>
                                        <p:tgtEl>
                                          <p:spTgt spid="299"/>
                                        </p:tgtEl>
                                        <p:attrNameLst>
                                          <p:attrName>style.visibility</p:attrName>
                                        </p:attrNameLst>
                                      </p:cBhvr>
                                      <p:to>
                                        <p:strVal val="visible"/>
                                      </p:to>
                                    </p:set>
                                    <p:anim calcmode="lin" valueType="num">
                                      <p:cBhvr>
                                        <p:cTn id="658" dur="1000" fill="hold"/>
                                        <p:tgtEl>
                                          <p:spTgt spid="299"/>
                                        </p:tgtEl>
                                        <p:attrNameLst>
                                          <p:attrName>ppt_w</p:attrName>
                                        </p:attrNameLst>
                                      </p:cBhvr>
                                      <p:tavLst>
                                        <p:tav tm="0">
                                          <p:val>
                                            <p:fltVal val="0"/>
                                          </p:val>
                                        </p:tav>
                                        <p:tav tm="100000">
                                          <p:val>
                                            <p:strVal val="#ppt_w"/>
                                          </p:val>
                                        </p:tav>
                                      </p:tavLst>
                                    </p:anim>
                                    <p:anim calcmode="lin" valueType="num">
                                      <p:cBhvr>
                                        <p:cTn id="659" dur="1000" fill="hold"/>
                                        <p:tgtEl>
                                          <p:spTgt spid="299"/>
                                        </p:tgtEl>
                                        <p:attrNameLst>
                                          <p:attrName>ppt_h</p:attrName>
                                        </p:attrNameLst>
                                      </p:cBhvr>
                                      <p:tavLst>
                                        <p:tav tm="0">
                                          <p:val>
                                            <p:fltVal val="0"/>
                                          </p:val>
                                        </p:tav>
                                        <p:tav tm="100000">
                                          <p:val>
                                            <p:strVal val="#ppt_h"/>
                                          </p:val>
                                        </p:tav>
                                      </p:tavLst>
                                    </p:anim>
                                    <p:anim calcmode="lin" valueType="num">
                                      <p:cBhvr>
                                        <p:cTn id="660" dur="1000" fill="hold"/>
                                        <p:tgtEl>
                                          <p:spTgt spid="299"/>
                                        </p:tgtEl>
                                        <p:attrNameLst>
                                          <p:attrName>style.rotation</p:attrName>
                                        </p:attrNameLst>
                                      </p:cBhvr>
                                      <p:tavLst>
                                        <p:tav tm="0">
                                          <p:val>
                                            <p:fltVal val="90"/>
                                          </p:val>
                                        </p:tav>
                                        <p:tav tm="100000">
                                          <p:val>
                                            <p:fltVal val="0"/>
                                          </p:val>
                                        </p:tav>
                                      </p:tavLst>
                                    </p:anim>
                                    <p:animEffect transition="in" filter="fade">
                                      <p:cBhvr>
                                        <p:cTn id="661" dur="1000"/>
                                        <p:tgtEl>
                                          <p:spTgt spid="299"/>
                                        </p:tgtEl>
                                      </p:cBhvr>
                                    </p:animEffect>
                                  </p:childTnLst>
                                </p:cTn>
                              </p:par>
                            </p:childTnLst>
                          </p:cTn>
                        </p:par>
                        <p:par>
                          <p:cTn id="662" fill="hold">
                            <p:stCondLst>
                              <p:cond delay="8000"/>
                            </p:stCondLst>
                            <p:childTnLst>
                              <p:par>
                                <p:cTn id="663" presetID="64" presetClass="path" presetSubtype="0" accel="50000" decel="50000" fill="hold" grpId="1" nodeType="afterEffect">
                                  <p:stCondLst>
                                    <p:cond delay="0"/>
                                  </p:stCondLst>
                                  <p:childTnLst>
                                    <p:animMotion origin="layout" path="M 3.75E-6 -2.22222E-6 L 0.21862 -0.38796 " pathEditMode="relative" rAng="0" ptsTypes="AA">
                                      <p:cBhvr>
                                        <p:cTn id="664" dur="2000" fill="hold"/>
                                        <p:tgtEl>
                                          <p:spTgt spid="299"/>
                                        </p:tgtEl>
                                        <p:attrNameLst>
                                          <p:attrName>ppt_x</p:attrName>
                                          <p:attrName>ppt_y</p:attrName>
                                        </p:attrNameLst>
                                      </p:cBhvr>
                                      <p:rCtr x="10924" y="-19398"/>
                                    </p:animMotion>
                                  </p:childTnLst>
                                </p:cTn>
                              </p:par>
                            </p:childTnLst>
                          </p:cTn>
                        </p:par>
                        <p:par>
                          <p:cTn id="665" fill="hold">
                            <p:stCondLst>
                              <p:cond delay="10000"/>
                            </p:stCondLst>
                            <p:childTnLst>
                              <p:par>
                                <p:cTn id="666" presetID="1" presetClass="emph" presetSubtype="2" fill="hold" nodeType="afterEffect">
                                  <p:stCondLst>
                                    <p:cond delay="0"/>
                                  </p:stCondLst>
                                  <p:childTnLst>
                                    <p:animClr clrSpc="rgb" dir="cw">
                                      <p:cBhvr>
                                        <p:cTn id="667" dur="500" fill="hold"/>
                                        <p:tgtEl>
                                          <p:spTgt spid="299"/>
                                        </p:tgtEl>
                                        <p:attrNameLst>
                                          <p:attrName>fillcolor</p:attrName>
                                        </p:attrNameLst>
                                      </p:cBhvr>
                                      <p:to>
                                        <a:srgbClr val="FCF3BA"/>
                                      </p:to>
                                    </p:animClr>
                                    <p:set>
                                      <p:cBhvr>
                                        <p:cTn id="668" dur="500" fill="hold"/>
                                        <p:tgtEl>
                                          <p:spTgt spid="299"/>
                                        </p:tgtEl>
                                        <p:attrNameLst>
                                          <p:attrName>fill.type</p:attrName>
                                        </p:attrNameLst>
                                      </p:cBhvr>
                                      <p:to>
                                        <p:strVal val="solid"/>
                                      </p:to>
                                    </p:set>
                                    <p:set>
                                      <p:cBhvr>
                                        <p:cTn id="669" dur="500" fill="hold"/>
                                        <p:tgtEl>
                                          <p:spTgt spid="299"/>
                                        </p:tgtEl>
                                        <p:attrNameLst>
                                          <p:attrName>fill.on</p:attrName>
                                        </p:attrNameLst>
                                      </p:cBhvr>
                                      <p:to>
                                        <p:strVal val="true"/>
                                      </p:to>
                                    </p:set>
                                  </p:childTnLst>
                                </p:cTn>
                              </p:par>
                            </p:childTnLst>
                          </p:cTn>
                        </p:par>
                        <p:par>
                          <p:cTn id="670" fill="hold">
                            <p:stCondLst>
                              <p:cond delay="10500"/>
                            </p:stCondLst>
                            <p:childTnLst>
                              <p:par>
                                <p:cTn id="671" presetID="22" presetClass="entr" presetSubtype="8" fill="hold" nodeType="afterEffect">
                                  <p:stCondLst>
                                    <p:cond delay="0"/>
                                  </p:stCondLst>
                                  <p:childTnLst>
                                    <p:set>
                                      <p:cBhvr>
                                        <p:cTn id="672" dur="1" fill="hold">
                                          <p:stCondLst>
                                            <p:cond delay="0"/>
                                          </p:stCondLst>
                                        </p:cTn>
                                        <p:tgtEl>
                                          <p:spTgt spid="208"/>
                                        </p:tgtEl>
                                        <p:attrNameLst>
                                          <p:attrName>style.visibility</p:attrName>
                                        </p:attrNameLst>
                                      </p:cBhvr>
                                      <p:to>
                                        <p:strVal val="visible"/>
                                      </p:to>
                                    </p:set>
                                    <p:animEffect transition="in" filter="wipe(left)">
                                      <p:cBhvr>
                                        <p:cTn id="673" dur="500"/>
                                        <p:tgtEl>
                                          <p:spTgt spid="208"/>
                                        </p:tgtEl>
                                      </p:cBhvr>
                                    </p:animEffect>
                                  </p:childTnLst>
                                </p:cTn>
                              </p:par>
                            </p:childTnLst>
                          </p:cTn>
                        </p:par>
                        <p:par>
                          <p:cTn id="674" fill="hold">
                            <p:stCondLst>
                              <p:cond delay="11000"/>
                            </p:stCondLst>
                            <p:childTnLst>
                              <p:par>
                                <p:cTn id="675" presetID="27" presetClass="emph" presetSubtype="0" fill="remove" grpId="1" nodeType="afterEffect">
                                  <p:stCondLst>
                                    <p:cond delay="0"/>
                                  </p:stCondLst>
                                  <p:childTnLst>
                                    <p:animClr clrSpc="rgb" dir="cw">
                                      <p:cBhvr override="childStyle">
                                        <p:cTn id="676" dur="500" autoRev="1" fill="remove"/>
                                        <p:tgtEl>
                                          <p:spTgt spid="182"/>
                                        </p:tgtEl>
                                        <p:attrNameLst>
                                          <p:attrName>style.color</p:attrName>
                                        </p:attrNameLst>
                                      </p:cBhvr>
                                      <p:to>
                                        <a:schemeClr val="bg1"/>
                                      </p:to>
                                    </p:animClr>
                                    <p:animClr clrSpc="rgb" dir="cw">
                                      <p:cBhvr>
                                        <p:cTn id="677" dur="500" autoRev="1" fill="remove"/>
                                        <p:tgtEl>
                                          <p:spTgt spid="182"/>
                                        </p:tgtEl>
                                        <p:attrNameLst>
                                          <p:attrName>fillcolor</p:attrName>
                                        </p:attrNameLst>
                                      </p:cBhvr>
                                      <p:to>
                                        <a:schemeClr val="bg1"/>
                                      </p:to>
                                    </p:animClr>
                                    <p:set>
                                      <p:cBhvr>
                                        <p:cTn id="678" dur="500" autoRev="1" fill="remove"/>
                                        <p:tgtEl>
                                          <p:spTgt spid="182"/>
                                        </p:tgtEl>
                                        <p:attrNameLst>
                                          <p:attrName>fill.type</p:attrName>
                                        </p:attrNameLst>
                                      </p:cBhvr>
                                      <p:to>
                                        <p:strVal val="solid"/>
                                      </p:to>
                                    </p:set>
                                    <p:set>
                                      <p:cBhvr>
                                        <p:cTn id="679" dur="500" autoRev="1" fill="remove"/>
                                        <p:tgtEl>
                                          <p:spTgt spid="182"/>
                                        </p:tgtEl>
                                        <p:attrNameLst>
                                          <p:attrName>fill.on</p:attrName>
                                        </p:attrNameLst>
                                      </p:cBhvr>
                                      <p:to>
                                        <p:strVal val="true"/>
                                      </p:to>
                                    </p:set>
                                  </p:childTnLst>
                                </p:cTn>
                              </p:par>
                              <p:par>
                                <p:cTn id="680" presetID="63" presetClass="path" presetSubtype="0" accel="50000" decel="50000" fill="hold" nodeType="withEffect">
                                  <p:stCondLst>
                                    <p:cond delay="0"/>
                                  </p:stCondLst>
                                  <p:childTnLst>
                                    <p:animMotion origin="layout" path="M 0.21849 3.7037E-7 L 0.07317 -0.00093 " pathEditMode="relative" rAng="0" ptsTypes="AA">
                                      <p:cBhvr>
                                        <p:cTn id="681" dur="2000" fill="hold"/>
                                        <p:tgtEl>
                                          <p:spTgt spid="295"/>
                                        </p:tgtEl>
                                        <p:attrNameLst>
                                          <p:attrName>ppt_x</p:attrName>
                                          <p:attrName>ppt_y</p:attrName>
                                        </p:attrNameLst>
                                      </p:cBhvr>
                                      <p:rCtr x="-7266" y="-46"/>
                                    </p:animMotion>
                                  </p:childTnLst>
                                </p:cTn>
                              </p:par>
                            </p:childTnLst>
                          </p:cTn>
                        </p:par>
                      </p:childTnLst>
                    </p:cTn>
                  </p:par>
                  <p:par>
                    <p:cTn id="682" fill="hold">
                      <p:stCondLst>
                        <p:cond delay="indefinite"/>
                      </p:stCondLst>
                      <p:childTnLst>
                        <p:par>
                          <p:cTn id="683" fill="hold">
                            <p:stCondLst>
                              <p:cond delay="0"/>
                            </p:stCondLst>
                            <p:childTnLst>
                              <p:par>
                                <p:cTn id="684" presetID="32" presetClass="emph" presetSubtype="0" fill="hold" grpId="4" nodeType="clickEffect">
                                  <p:stCondLst>
                                    <p:cond delay="0"/>
                                  </p:stCondLst>
                                  <p:childTnLst>
                                    <p:animRot by="120000">
                                      <p:cBhvr>
                                        <p:cTn id="685" dur="100" fill="hold">
                                          <p:stCondLst>
                                            <p:cond delay="0"/>
                                          </p:stCondLst>
                                        </p:cTn>
                                        <p:tgtEl>
                                          <p:spTgt spid="316"/>
                                        </p:tgtEl>
                                        <p:attrNameLst>
                                          <p:attrName>r</p:attrName>
                                        </p:attrNameLst>
                                      </p:cBhvr>
                                    </p:animRot>
                                    <p:animRot by="-240000">
                                      <p:cBhvr>
                                        <p:cTn id="686" dur="200" fill="hold">
                                          <p:stCondLst>
                                            <p:cond delay="200"/>
                                          </p:stCondLst>
                                        </p:cTn>
                                        <p:tgtEl>
                                          <p:spTgt spid="316"/>
                                        </p:tgtEl>
                                        <p:attrNameLst>
                                          <p:attrName>r</p:attrName>
                                        </p:attrNameLst>
                                      </p:cBhvr>
                                    </p:animRot>
                                    <p:animRot by="240000">
                                      <p:cBhvr>
                                        <p:cTn id="687" dur="200" fill="hold">
                                          <p:stCondLst>
                                            <p:cond delay="400"/>
                                          </p:stCondLst>
                                        </p:cTn>
                                        <p:tgtEl>
                                          <p:spTgt spid="316"/>
                                        </p:tgtEl>
                                        <p:attrNameLst>
                                          <p:attrName>r</p:attrName>
                                        </p:attrNameLst>
                                      </p:cBhvr>
                                    </p:animRot>
                                    <p:animRot by="-240000">
                                      <p:cBhvr>
                                        <p:cTn id="688" dur="200" fill="hold">
                                          <p:stCondLst>
                                            <p:cond delay="600"/>
                                          </p:stCondLst>
                                        </p:cTn>
                                        <p:tgtEl>
                                          <p:spTgt spid="316"/>
                                        </p:tgtEl>
                                        <p:attrNameLst>
                                          <p:attrName>r</p:attrName>
                                        </p:attrNameLst>
                                      </p:cBhvr>
                                    </p:animRot>
                                    <p:animRot by="120000">
                                      <p:cBhvr>
                                        <p:cTn id="689" dur="200" fill="hold">
                                          <p:stCondLst>
                                            <p:cond delay="800"/>
                                          </p:stCondLst>
                                        </p:cTn>
                                        <p:tgtEl>
                                          <p:spTgt spid="316"/>
                                        </p:tgtEl>
                                        <p:attrNameLst>
                                          <p:attrName>r</p:attrName>
                                        </p:attrNameLst>
                                      </p:cBhvr>
                                    </p:animRot>
                                  </p:childTnLst>
                                </p:cTn>
                              </p:par>
                            </p:childTnLst>
                          </p:cTn>
                        </p:par>
                        <p:par>
                          <p:cTn id="690" fill="hold">
                            <p:stCondLst>
                              <p:cond delay="1000"/>
                            </p:stCondLst>
                            <p:childTnLst>
                              <p:par>
                                <p:cTn id="691" presetID="63" presetClass="path" presetSubtype="0" accel="50000" decel="50000" fill="hold" nodeType="afterEffect">
                                  <p:stCondLst>
                                    <p:cond delay="0"/>
                                  </p:stCondLst>
                                  <p:childTnLst>
                                    <p:animMotion origin="layout" path="M -0.17461 0.00116 L -0.13138 0.00116 " pathEditMode="relative" rAng="0" ptsTypes="AA">
                                      <p:cBhvr>
                                        <p:cTn id="692" dur="2000" fill="hold"/>
                                        <p:tgtEl>
                                          <p:spTgt spid="121"/>
                                        </p:tgtEl>
                                        <p:attrNameLst>
                                          <p:attrName>ppt_x</p:attrName>
                                          <p:attrName>ppt_y</p:attrName>
                                        </p:attrNameLst>
                                      </p:cBhvr>
                                      <p:rCtr x="2161" y="0"/>
                                    </p:animMotion>
                                  </p:childTnLst>
                                </p:cTn>
                              </p:par>
                              <p:par>
                                <p:cTn id="693" presetID="31" presetClass="entr" presetSubtype="0" fill="hold" grpId="0" nodeType="withEffect">
                                  <p:stCondLst>
                                    <p:cond delay="1000"/>
                                  </p:stCondLst>
                                  <p:childTnLst>
                                    <p:set>
                                      <p:cBhvr>
                                        <p:cTn id="694" dur="1" fill="hold">
                                          <p:stCondLst>
                                            <p:cond delay="0"/>
                                          </p:stCondLst>
                                        </p:cTn>
                                        <p:tgtEl>
                                          <p:spTgt spid="300"/>
                                        </p:tgtEl>
                                        <p:attrNameLst>
                                          <p:attrName>style.visibility</p:attrName>
                                        </p:attrNameLst>
                                      </p:cBhvr>
                                      <p:to>
                                        <p:strVal val="visible"/>
                                      </p:to>
                                    </p:set>
                                    <p:anim calcmode="lin" valueType="num">
                                      <p:cBhvr>
                                        <p:cTn id="695" dur="1000" fill="hold"/>
                                        <p:tgtEl>
                                          <p:spTgt spid="300"/>
                                        </p:tgtEl>
                                        <p:attrNameLst>
                                          <p:attrName>ppt_w</p:attrName>
                                        </p:attrNameLst>
                                      </p:cBhvr>
                                      <p:tavLst>
                                        <p:tav tm="0">
                                          <p:val>
                                            <p:fltVal val="0"/>
                                          </p:val>
                                        </p:tav>
                                        <p:tav tm="100000">
                                          <p:val>
                                            <p:strVal val="#ppt_w"/>
                                          </p:val>
                                        </p:tav>
                                      </p:tavLst>
                                    </p:anim>
                                    <p:anim calcmode="lin" valueType="num">
                                      <p:cBhvr>
                                        <p:cTn id="696" dur="1000" fill="hold"/>
                                        <p:tgtEl>
                                          <p:spTgt spid="300"/>
                                        </p:tgtEl>
                                        <p:attrNameLst>
                                          <p:attrName>ppt_h</p:attrName>
                                        </p:attrNameLst>
                                      </p:cBhvr>
                                      <p:tavLst>
                                        <p:tav tm="0">
                                          <p:val>
                                            <p:fltVal val="0"/>
                                          </p:val>
                                        </p:tav>
                                        <p:tav tm="100000">
                                          <p:val>
                                            <p:strVal val="#ppt_h"/>
                                          </p:val>
                                        </p:tav>
                                      </p:tavLst>
                                    </p:anim>
                                    <p:anim calcmode="lin" valueType="num">
                                      <p:cBhvr>
                                        <p:cTn id="697" dur="1000" fill="hold"/>
                                        <p:tgtEl>
                                          <p:spTgt spid="300"/>
                                        </p:tgtEl>
                                        <p:attrNameLst>
                                          <p:attrName>style.rotation</p:attrName>
                                        </p:attrNameLst>
                                      </p:cBhvr>
                                      <p:tavLst>
                                        <p:tav tm="0">
                                          <p:val>
                                            <p:fltVal val="90"/>
                                          </p:val>
                                        </p:tav>
                                        <p:tav tm="100000">
                                          <p:val>
                                            <p:fltVal val="0"/>
                                          </p:val>
                                        </p:tav>
                                      </p:tavLst>
                                    </p:anim>
                                    <p:animEffect transition="in" filter="fade">
                                      <p:cBhvr>
                                        <p:cTn id="698" dur="1000"/>
                                        <p:tgtEl>
                                          <p:spTgt spid="300"/>
                                        </p:tgtEl>
                                      </p:cBhvr>
                                    </p:animEffect>
                                  </p:childTnLst>
                                </p:cTn>
                              </p:par>
                            </p:childTnLst>
                          </p:cTn>
                        </p:par>
                        <p:par>
                          <p:cTn id="699" fill="hold">
                            <p:stCondLst>
                              <p:cond delay="3000"/>
                            </p:stCondLst>
                            <p:childTnLst>
                              <p:par>
                                <p:cTn id="700" presetID="64" presetClass="path" presetSubtype="0" accel="50000" decel="50000" fill="hold" grpId="1" nodeType="afterEffect">
                                  <p:stCondLst>
                                    <p:cond delay="0"/>
                                  </p:stCondLst>
                                  <p:childTnLst>
                                    <p:animMotion origin="layout" path="M -4.16667E-6 -2.22222E-6 L 0.02709 -0.38889 " pathEditMode="relative" rAng="0" ptsTypes="AA">
                                      <p:cBhvr>
                                        <p:cTn id="701" dur="2000" fill="hold"/>
                                        <p:tgtEl>
                                          <p:spTgt spid="300"/>
                                        </p:tgtEl>
                                        <p:attrNameLst>
                                          <p:attrName>ppt_x</p:attrName>
                                          <p:attrName>ppt_y</p:attrName>
                                        </p:attrNameLst>
                                      </p:cBhvr>
                                      <p:rCtr x="1354" y="-19444"/>
                                    </p:animMotion>
                                  </p:childTnLst>
                                </p:cTn>
                              </p:par>
                            </p:childTnLst>
                          </p:cTn>
                        </p:par>
                        <p:par>
                          <p:cTn id="702" fill="hold">
                            <p:stCondLst>
                              <p:cond delay="5000"/>
                            </p:stCondLst>
                            <p:childTnLst>
                              <p:par>
                                <p:cTn id="703" presetID="1" presetClass="emph" presetSubtype="2" fill="hold" nodeType="afterEffect">
                                  <p:stCondLst>
                                    <p:cond delay="0"/>
                                  </p:stCondLst>
                                  <p:childTnLst>
                                    <p:animClr clrSpc="rgb" dir="cw">
                                      <p:cBhvr>
                                        <p:cTn id="704" dur="500" fill="hold"/>
                                        <p:tgtEl>
                                          <p:spTgt spid="300"/>
                                        </p:tgtEl>
                                        <p:attrNameLst>
                                          <p:attrName>fillcolor</p:attrName>
                                        </p:attrNameLst>
                                      </p:cBhvr>
                                      <p:to>
                                        <a:srgbClr val="FCF3BA"/>
                                      </p:to>
                                    </p:animClr>
                                    <p:set>
                                      <p:cBhvr>
                                        <p:cTn id="705" dur="500" fill="hold"/>
                                        <p:tgtEl>
                                          <p:spTgt spid="300"/>
                                        </p:tgtEl>
                                        <p:attrNameLst>
                                          <p:attrName>fill.type</p:attrName>
                                        </p:attrNameLst>
                                      </p:cBhvr>
                                      <p:to>
                                        <p:strVal val="solid"/>
                                      </p:to>
                                    </p:set>
                                    <p:set>
                                      <p:cBhvr>
                                        <p:cTn id="706" dur="500" fill="hold"/>
                                        <p:tgtEl>
                                          <p:spTgt spid="300"/>
                                        </p:tgtEl>
                                        <p:attrNameLst>
                                          <p:attrName>fill.on</p:attrName>
                                        </p:attrNameLst>
                                      </p:cBhvr>
                                      <p:to>
                                        <p:strVal val="true"/>
                                      </p:to>
                                    </p:set>
                                  </p:childTnLst>
                                </p:cTn>
                              </p:par>
                            </p:childTnLst>
                          </p:cTn>
                        </p:par>
                        <p:par>
                          <p:cTn id="707" fill="hold">
                            <p:stCondLst>
                              <p:cond delay="5500"/>
                            </p:stCondLst>
                            <p:childTnLst>
                              <p:par>
                                <p:cTn id="708" presetID="22" presetClass="entr" presetSubtype="8" fill="hold" nodeType="afterEffect">
                                  <p:stCondLst>
                                    <p:cond delay="0"/>
                                  </p:stCondLst>
                                  <p:childTnLst>
                                    <p:set>
                                      <p:cBhvr>
                                        <p:cTn id="709" dur="1" fill="hold">
                                          <p:stCondLst>
                                            <p:cond delay="0"/>
                                          </p:stCondLst>
                                        </p:cTn>
                                        <p:tgtEl>
                                          <p:spTgt spid="239"/>
                                        </p:tgtEl>
                                        <p:attrNameLst>
                                          <p:attrName>style.visibility</p:attrName>
                                        </p:attrNameLst>
                                      </p:cBhvr>
                                      <p:to>
                                        <p:strVal val="visible"/>
                                      </p:to>
                                    </p:set>
                                    <p:animEffect transition="in" filter="wipe(left)">
                                      <p:cBhvr>
                                        <p:cTn id="710" dur="500"/>
                                        <p:tgtEl>
                                          <p:spTgt spid="239"/>
                                        </p:tgtEl>
                                      </p:cBhvr>
                                    </p:animEffect>
                                  </p:childTnLst>
                                </p:cTn>
                              </p:par>
                            </p:childTnLst>
                          </p:cTn>
                        </p:par>
                        <p:par>
                          <p:cTn id="711" fill="hold">
                            <p:stCondLst>
                              <p:cond delay="6000"/>
                            </p:stCondLst>
                            <p:childTnLst>
                              <p:par>
                                <p:cTn id="712" presetID="27" presetClass="emph" presetSubtype="0" fill="remove" grpId="1" nodeType="afterEffect">
                                  <p:stCondLst>
                                    <p:cond delay="0"/>
                                  </p:stCondLst>
                                  <p:childTnLst>
                                    <p:animClr clrSpc="rgb" dir="cw">
                                      <p:cBhvr override="childStyle">
                                        <p:cTn id="713" dur="500" autoRev="1" fill="remove"/>
                                        <p:tgtEl>
                                          <p:spTgt spid="187"/>
                                        </p:tgtEl>
                                        <p:attrNameLst>
                                          <p:attrName>style.color</p:attrName>
                                        </p:attrNameLst>
                                      </p:cBhvr>
                                      <p:to>
                                        <a:schemeClr val="bg1"/>
                                      </p:to>
                                    </p:animClr>
                                    <p:animClr clrSpc="rgb" dir="cw">
                                      <p:cBhvr>
                                        <p:cTn id="714" dur="500" autoRev="1" fill="remove"/>
                                        <p:tgtEl>
                                          <p:spTgt spid="187"/>
                                        </p:tgtEl>
                                        <p:attrNameLst>
                                          <p:attrName>fillcolor</p:attrName>
                                        </p:attrNameLst>
                                      </p:cBhvr>
                                      <p:to>
                                        <a:schemeClr val="bg1"/>
                                      </p:to>
                                    </p:animClr>
                                    <p:set>
                                      <p:cBhvr>
                                        <p:cTn id="715" dur="500" autoRev="1" fill="remove"/>
                                        <p:tgtEl>
                                          <p:spTgt spid="187"/>
                                        </p:tgtEl>
                                        <p:attrNameLst>
                                          <p:attrName>fill.type</p:attrName>
                                        </p:attrNameLst>
                                      </p:cBhvr>
                                      <p:to>
                                        <p:strVal val="solid"/>
                                      </p:to>
                                    </p:set>
                                    <p:set>
                                      <p:cBhvr>
                                        <p:cTn id="716" dur="500" autoRev="1" fill="remove"/>
                                        <p:tgtEl>
                                          <p:spTgt spid="187"/>
                                        </p:tgtEl>
                                        <p:attrNameLst>
                                          <p:attrName>fill.on</p:attrName>
                                        </p:attrNameLst>
                                      </p:cBhvr>
                                      <p:to>
                                        <p:strVal val="true"/>
                                      </p:to>
                                    </p:set>
                                  </p:childTnLst>
                                </p:cTn>
                              </p:par>
                              <p:par>
                                <p:cTn id="717" presetID="63" presetClass="path" presetSubtype="0" accel="50000" decel="50000" fill="hold" nodeType="withEffect">
                                  <p:stCondLst>
                                    <p:cond delay="0"/>
                                  </p:stCondLst>
                                  <p:childTnLst>
                                    <p:animMotion origin="layout" path="M 0.07317 -0.00093 L 0.11419 -0.00093 " pathEditMode="relative" rAng="0" ptsTypes="AA">
                                      <p:cBhvr>
                                        <p:cTn id="718" dur="2000" fill="hold"/>
                                        <p:tgtEl>
                                          <p:spTgt spid="295"/>
                                        </p:tgtEl>
                                        <p:attrNameLst>
                                          <p:attrName>ppt_x</p:attrName>
                                          <p:attrName>ppt_y</p:attrName>
                                        </p:attrNameLst>
                                      </p:cBhvr>
                                      <p:rCtr x="2044" y="0"/>
                                    </p:animMotion>
                                  </p:childTnLst>
                                </p:cTn>
                              </p:par>
                            </p:childTnLst>
                          </p:cTn>
                        </p:par>
                      </p:childTnLst>
                    </p:cTn>
                  </p:par>
                  <p:par>
                    <p:cTn id="719" fill="hold">
                      <p:stCondLst>
                        <p:cond delay="indefinite"/>
                      </p:stCondLst>
                      <p:childTnLst>
                        <p:par>
                          <p:cTn id="720" fill="hold">
                            <p:stCondLst>
                              <p:cond delay="0"/>
                            </p:stCondLst>
                            <p:childTnLst>
                              <p:par>
                                <p:cTn id="721" presetID="32" presetClass="emph" presetSubtype="0" fill="hold" grpId="1" nodeType="clickEffect">
                                  <p:stCondLst>
                                    <p:cond delay="0"/>
                                  </p:stCondLst>
                                  <p:childTnLst>
                                    <p:animRot by="120000">
                                      <p:cBhvr>
                                        <p:cTn id="722" dur="100" fill="hold">
                                          <p:stCondLst>
                                            <p:cond delay="0"/>
                                          </p:stCondLst>
                                        </p:cTn>
                                        <p:tgtEl>
                                          <p:spTgt spid="316"/>
                                        </p:tgtEl>
                                        <p:attrNameLst>
                                          <p:attrName>r</p:attrName>
                                        </p:attrNameLst>
                                      </p:cBhvr>
                                    </p:animRot>
                                    <p:animRot by="-240000">
                                      <p:cBhvr>
                                        <p:cTn id="723" dur="200" fill="hold">
                                          <p:stCondLst>
                                            <p:cond delay="200"/>
                                          </p:stCondLst>
                                        </p:cTn>
                                        <p:tgtEl>
                                          <p:spTgt spid="316"/>
                                        </p:tgtEl>
                                        <p:attrNameLst>
                                          <p:attrName>r</p:attrName>
                                        </p:attrNameLst>
                                      </p:cBhvr>
                                    </p:animRot>
                                    <p:animRot by="240000">
                                      <p:cBhvr>
                                        <p:cTn id="724" dur="200" fill="hold">
                                          <p:stCondLst>
                                            <p:cond delay="400"/>
                                          </p:stCondLst>
                                        </p:cTn>
                                        <p:tgtEl>
                                          <p:spTgt spid="316"/>
                                        </p:tgtEl>
                                        <p:attrNameLst>
                                          <p:attrName>r</p:attrName>
                                        </p:attrNameLst>
                                      </p:cBhvr>
                                    </p:animRot>
                                    <p:animRot by="-240000">
                                      <p:cBhvr>
                                        <p:cTn id="725" dur="200" fill="hold">
                                          <p:stCondLst>
                                            <p:cond delay="600"/>
                                          </p:stCondLst>
                                        </p:cTn>
                                        <p:tgtEl>
                                          <p:spTgt spid="316"/>
                                        </p:tgtEl>
                                        <p:attrNameLst>
                                          <p:attrName>r</p:attrName>
                                        </p:attrNameLst>
                                      </p:cBhvr>
                                    </p:animRot>
                                    <p:animRot by="120000">
                                      <p:cBhvr>
                                        <p:cTn id="726" dur="200" fill="hold">
                                          <p:stCondLst>
                                            <p:cond delay="800"/>
                                          </p:stCondLst>
                                        </p:cTn>
                                        <p:tgtEl>
                                          <p:spTgt spid="316"/>
                                        </p:tgtEl>
                                        <p:attrNameLst>
                                          <p:attrName>r</p:attrName>
                                        </p:attrNameLst>
                                      </p:cBhvr>
                                    </p:animRot>
                                  </p:childTnLst>
                                </p:cTn>
                              </p:par>
                            </p:childTnLst>
                          </p:cTn>
                        </p:par>
                        <p:par>
                          <p:cTn id="727" fill="hold">
                            <p:stCondLst>
                              <p:cond delay="1000"/>
                            </p:stCondLst>
                            <p:childTnLst>
                              <p:par>
                                <p:cTn id="728" presetID="63" presetClass="path" presetSubtype="0" accel="50000" decel="50000" fill="hold" nodeType="afterEffect">
                                  <p:stCondLst>
                                    <p:cond delay="0"/>
                                  </p:stCondLst>
                                  <p:childTnLst>
                                    <p:animMotion origin="layout" path="M -0.13138 0.00116 L -2.29167E-6 -4.81481E-6 " pathEditMode="relative" rAng="0" ptsTypes="AA">
                                      <p:cBhvr>
                                        <p:cTn id="729" dur="2000" fill="hold"/>
                                        <p:tgtEl>
                                          <p:spTgt spid="121"/>
                                        </p:tgtEl>
                                        <p:attrNameLst>
                                          <p:attrName>ppt_x</p:attrName>
                                          <p:attrName>ppt_y</p:attrName>
                                        </p:attrNameLst>
                                      </p:cBhvr>
                                      <p:rCtr x="6562" y="-69"/>
                                    </p:animMotion>
                                  </p:childTnLst>
                                </p:cTn>
                              </p:par>
                              <p:par>
                                <p:cTn id="730" presetID="31" presetClass="entr" presetSubtype="0" fill="hold" grpId="0" nodeType="withEffect">
                                  <p:stCondLst>
                                    <p:cond delay="1000"/>
                                  </p:stCondLst>
                                  <p:childTnLst>
                                    <p:set>
                                      <p:cBhvr>
                                        <p:cTn id="731" dur="1" fill="hold">
                                          <p:stCondLst>
                                            <p:cond delay="0"/>
                                          </p:stCondLst>
                                        </p:cTn>
                                        <p:tgtEl>
                                          <p:spTgt spid="301"/>
                                        </p:tgtEl>
                                        <p:attrNameLst>
                                          <p:attrName>style.visibility</p:attrName>
                                        </p:attrNameLst>
                                      </p:cBhvr>
                                      <p:to>
                                        <p:strVal val="visible"/>
                                      </p:to>
                                    </p:set>
                                    <p:anim calcmode="lin" valueType="num">
                                      <p:cBhvr>
                                        <p:cTn id="732" dur="1000" fill="hold"/>
                                        <p:tgtEl>
                                          <p:spTgt spid="301"/>
                                        </p:tgtEl>
                                        <p:attrNameLst>
                                          <p:attrName>ppt_w</p:attrName>
                                        </p:attrNameLst>
                                      </p:cBhvr>
                                      <p:tavLst>
                                        <p:tav tm="0">
                                          <p:val>
                                            <p:fltVal val="0"/>
                                          </p:val>
                                        </p:tav>
                                        <p:tav tm="100000">
                                          <p:val>
                                            <p:strVal val="#ppt_w"/>
                                          </p:val>
                                        </p:tav>
                                      </p:tavLst>
                                    </p:anim>
                                    <p:anim calcmode="lin" valueType="num">
                                      <p:cBhvr>
                                        <p:cTn id="733" dur="1000" fill="hold"/>
                                        <p:tgtEl>
                                          <p:spTgt spid="301"/>
                                        </p:tgtEl>
                                        <p:attrNameLst>
                                          <p:attrName>ppt_h</p:attrName>
                                        </p:attrNameLst>
                                      </p:cBhvr>
                                      <p:tavLst>
                                        <p:tav tm="0">
                                          <p:val>
                                            <p:fltVal val="0"/>
                                          </p:val>
                                        </p:tav>
                                        <p:tav tm="100000">
                                          <p:val>
                                            <p:strVal val="#ppt_h"/>
                                          </p:val>
                                        </p:tav>
                                      </p:tavLst>
                                    </p:anim>
                                    <p:anim calcmode="lin" valueType="num">
                                      <p:cBhvr>
                                        <p:cTn id="734" dur="1000" fill="hold"/>
                                        <p:tgtEl>
                                          <p:spTgt spid="301"/>
                                        </p:tgtEl>
                                        <p:attrNameLst>
                                          <p:attrName>style.rotation</p:attrName>
                                        </p:attrNameLst>
                                      </p:cBhvr>
                                      <p:tavLst>
                                        <p:tav tm="0">
                                          <p:val>
                                            <p:fltVal val="90"/>
                                          </p:val>
                                        </p:tav>
                                        <p:tav tm="100000">
                                          <p:val>
                                            <p:fltVal val="0"/>
                                          </p:val>
                                        </p:tav>
                                      </p:tavLst>
                                    </p:anim>
                                    <p:animEffect transition="in" filter="fade">
                                      <p:cBhvr>
                                        <p:cTn id="735" dur="1000"/>
                                        <p:tgtEl>
                                          <p:spTgt spid="301"/>
                                        </p:tgtEl>
                                      </p:cBhvr>
                                    </p:animEffect>
                                  </p:childTnLst>
                                </p:cTn>
                              </p:par>
                            </p:childTnLst>
                          </p:cTn>
                        </p:par>
                        <p:par>
                          <p:cTn id="736" fill="hold">
                            <p:stCondLst>
                              <p:cond delay="3000"/>
                            </p:stCondLst>
                            <p:childTnLst>
                              <p:par>
                                <p:cTn id="737" presetID="64" presetClass="path" presetSubtype="0" accel="50000" decel="50000" fill="hold" grpId="1" nodeType="afterEffect">
                                  <p:stCondLst>
                                    <p:cond delay="0"/>
                                  </p:stCondLst>
                                  <p:childTnLst>
                                    <p:animMotion origin="layout" path="M -4.16667E-6 -3.7037E-6 L -0.06653 -0.38819 " pathEditMode="relative" rAng="0" ptsTypes="AA">
                                      <p:cBhvr>
                                        <p:cTn id="738" dur="2000" fill="hold"/>
                                        <p:tgtEl>
                                          <p:spTgt spid="301"/>
                                        </p:tgtEl>
                                        <p:attrNameLst>
                                          <p:attrName>ppt_x</p:attrName>
                                          <p:attrName>ppt_y</p:attrName>
                                        </p:attrNameLst>
                                      </p:cBhvr>
                                      <p:rCtr x="-3333" y="-19421"/>
                                    </p:animMotion>
                                  </p:childTnLst>
                                </p:cTn>
                              </p:par>
                            </p:childTnLst>
                          </p:cTn>
                        </p:par>
                        <p:par>
                          <p:cTn id="739" fill="hold">
                            <p:stCondLst>
                              <p:cond delay="5000"/>
                            </p:stCondLst>
                            <p:childTnLst>
                              <p:par>
                                <p:cTn id="740" presetID="1" presetClass="emph" presetSubtype="2" fill="hold" nodeType="afterEffect">
                                  <p:stCondLst>
                                    <p:cond delay="0"/>
                                  </p:stCondLst>
                                  <p:childTnLst>
                                    <p:animClr clrSpc="rgb" dir="cw">
                                      <p:cBhvr>
                                        <p:cTn id="741" dur="500" fill="hold"/>
                                        <p:tgtEl>
                                          <p:spTgt spid="301"/>
                                        </p:tgtEl>
                                        <p:attrNameLst>
                                          <p:attrName>fillcolor</p:attrName>
                                        </p:attrNameLst>
                                      </p:cBhvr>
                                      <p:to>
                                        <a:srgbClr val="FCF3BA"/>
                                      </p:to>
                                    </p:animClr>
                                    <p:set>
                                      <p:cBhvr>
                                        <p:cTn id="742" dur="500" fill="hold"/>
                                        <p:tgtEl>
                                          <p:spTgt spid="301"/>
                                        </p:tgtEl>
                                        <p:attrNameLst>
                                          <p:attrName>fill.type</p:attrName>
                                        </p:attrNameLst>
                                      </p:cBhvr>
                                      <p:to>
                                        <p:strVal val="solid"/>
                                      </p:to>
                                    </p:set>
                                    <p:set>
                                      <p:cBhvr>
                                        <p:cTn id="743" dur="500" fill="hold"/>
                                        <p:tgtEl>
                                          <p:spTgt spid="301"/>
                                        </p:tgtEl>
                                        <p:attrNameLst>
                                          <p:attrName>fill.on</p:attrName>
                                        </p:attrNameLst>
                                      </p:cBhvr>
                                      <p:to>
                                        <p:strVal val="true"/>
                                      </p:to>
                                    </p:set>
                                  </p:childTnLst>
                                </p:cTn>
                              </p:par>
                            </p:childTnLst>
                          </p:cTn>
                        </p:par>
                        <p:par>
                          <p:cTn id="744" fill="hold">
                            <p:stCondLst>
                              <p:cond delay="5500"/>
                            </p:stCondLst>
                            <p:childTnLst>
                              <p:par>
                                <p:cTn id="745" presetID="22" presetClass="entr" presetSubtype="8" fill="hold" nodeType="afterEffect">
                                  <p:stCondLst>
                                    <p:cond delay="0"/>
                                  </p:stCondLst>
                                  <p:childTnLst>
                                    <p:set>
                                      <p:cBhvr>
                                        <p:cTn id="746" dur="1" fill="hold">
                                          <p:stCondLst>
                                            <p:cond delay="0"/>
                                          </p:stCondLst>
                                        </p:cTn>
                                        <p:tgtEl>
                                          <p:spTgt spid="278"/>
                                        </p:tgtEl>
                                        <p:attrNameLst>
                                          <p:attrName>style.visibility</p:attrName>
                                        </p:attrNameLst>
                                      </p:cBhvr>
                                      <p:to>
                                        <p:strVal val="visible"/>
                                      </p:to>
                                    </p:set>
                                    <p:animEffect transition="in" filter="wipe(left)">
                                      <p:cBhvr>
                                        <p:cTn id="747" dur="500"/>
                                        <p:tgtEl>
                                          <p:spTgt spid="278"/>
                                        </p:tgtEl>
                                      </p:cBhvr>
                                    </p:animEffect>
                                  </p:childTnLst>
                                </p:cTn>
                              </p:par>
                            </p:childTnLst>
                          </p:cTn>
                        </p:par>
                        <p:par>
                          <p:cTn id="748" fill="hold">
                            <p:stCondLst>
                              <p:cond delay="6000"/>
                            </p:stCondLst>
                            <p:childTnLst>
                              <p:par>
                                <p:cTn id="749" presetID="27" presetClass="emph" presetSubtype="0" fill="remove" grpId="1" nodeType="afterEffect">
                                  <p:stCondLst>
                                    <p:cond delay="0"/>
                                  </p:stCondLst>
                                  <p:childTnLst>
                                    <p:animClr clrSpc="rgb" dir="cw">
                                      <p:cBhvr override="childStyle">
                                        <p:cTn id="750" dur="500" autoRev="1" fill="remove"/>
                                        <p:tgtEl>
                                          <p:spTgt spid="198"/>
                                        </p:tgtEl>
                                        <p:attrNameLst>
                                          <p:attrName>style.color</p:attrName>
                                        </p:attrNameLst>
                                      </p:cBhvr>
                                      <p:to>
                                        <a:schemeClr val="bg1"/>
                                      </p:to>
                                    </p:animClr>
                                    <p:animClr clrSpc="rgb" dir="cw">
                                      <p:cBhvr>
                                        <p:cTn id="751" dur="500" autoRev="1" fill="remove"/>
                                        <p:tgtEl>
                                          <p:spTgt spid="198"/>
                                        </p:tgtEl>
                                        <p:attrNameLst>
                                          <p:attrName>fillcolor</p:attrName>
                                        </p:attrNameLst>
                                      </p:cBhvr>
                                      <p:to>
                                        <a:schemeClr val="bg1"/>
                                      </p:to>
                                    </p:animClr>
                                    <p:set>
                                      <p:cBhvr>
                                        <p:cTn id="752" dur="500" autoRev="1" fill="remove"/>
                                        <p:tgtEl>
                                          <p:spTgt spid="198"/>
                                        </p:tgtEl>
                                        <p:attrNameLst>
                                          <p:attrName>fill.type</p:attrName>
                                        </p:attrNameLst>
                                      </p:cBhvr>
                                      <p:to>
                                        <p:strVal val="solid"/>
                                      </p:to>
                                    </p:set>
                                    <p:set>
                                      <p:cBhvr>
                                        <p:cTn id="753" dur="500" autoRev="1" fill="remove"/>
                                        <p:tgtEl>
                                          <p:spTgt spid="198"/>
                                        </p:tgtEl>
                                        <p:attrNameLst>
                                          <p:attrName>fill.on</p:attrName>
                                        </p:attrNameLst>
                                      </p:cBhvr>
                                      <p:to>
                                        <p:strVal val="true"/>
                                      </p:to>
                                    </p:set>
                                  </p:childTnLst>
                                </p:cTn>
                              </p:par>
                              <p:par>
                                <p:cTn id="754" presetID="63" presetClass="path" presetSubtype="0" accel="50000" decel="50000" fill="hold" nodeType="withEffect">
                                  <p:stCondLst>
                                    <p:cond delay="0"/>
                                  </p:stCondLst>
                                  <p:childTnLst>
                                    <p:animMotion origin="layout" path="M 0.11419 -0.00093 L 0.19362 -0.00093 " pathEditMode="relative" rAng="0" ptsTypes="AA">
                                      <p:cBhvr>
                                        <p:cTn id="755" dur="2000" fill="hold"/>
                                        <p:tgtEl>
                                          <p:spTgt spid="295"/>
                                        </p:tgtEl>
                                        <p:attrNameLst>
                                          <p:attrName>ppt_x</p:attrName>
                                          <p:attrName>ppt_y</p:attrName>
                                        </p:attrNameLst>
                                      </p:cBhvr>
                                      <p:rCtr x="3971" y="0"/>
                                    </p:animMotion>
                                  </p:childTnLst>
                                </p:cTn>
                              </p:par>
                            </p:childTnLst>
                          </p:cTn>
                        </p:par>
                      </p:childTnLst>
                    </p:cTn>
                  </p:par>
                  <p:par>
                    <p:cTn id="756" fill="hold">
                      <p:stCondLst>
                        <p:cond delay="indefinite"/>
                      </p:stCondLst>
                      <p:childTnLst>
                        <p:par>
                          <p:cTn id="757" fill="hold">
                            <p:stCondLst>
                              <p:cond delay="0"/>
                            </p:stCondLst>
                            <p:childTnLst>
                              <p:par>
                                <p:cTn id="758" presetID="32" presetClass="emph" presetSubtype="0" fill="hold" grpId="2" nodeType="clickEffect">
                                  <p:stCondLst>
                                    <p:cond delay="0"/>
                                  </p:stCondLst>
                                  <p:childTnLst>
                                    <p:animRot by="120000">
                                      <p:cBhvr>
                                        <p:cTn id="759" dur="100" fill="hold">
                                          <p:stCondLst>
                                            <p:cond delay="0"/>
                                          </p:stCondLst>
                                        </p:cTn>
                                        <p:tgtEl>
                                          <p:spTgt spid="316"/>
                                        </p:tgtEl>
                                        <p:attrNameLst>
                                          <p:attrName>r</p:attrName>
                                        </p:attrNameLst>
                                      </p:cBhvr>
                                    </p:animRot>
                                    <p:animRot by="-240000">
                                      <p:cBhvr>
                                        <p:cTn id="760" dur="200" fill="hold">
                                          <p:stCondLst>
                                            <p:cond delay="200"/>
                                          </p:stCondLst>
                                        </p:cTn>
                                        <p:tgtEl>
                                          <p:spTgt spid="316"/>
                                        </p:tgtEl>
                                        <p:attrNameLst>
                                          <p:attrName>r</p:attrName>
                                        </p:attrNameLst>
                                      </p:cBhvr>
                                    </p:animRot>
                                    <p:animRot by="240000">
                                      <p:cBhvr>
                                        <p:cTn id="761" dur="200" fill="hold">
                                          <p:stCondLst>
                                            <p:cond delay="400"/>
                                          </p:stCondLst>
                                        </p:cTn>
                                        <p:tgtEl>
                                          <p:spTgt spid="316"/>
                                        </p:tgtEl>
                                        <p:attrNameLst>
                                          <p:attrName>r</p:attrName>
                                        </p:attrNameLst>
                                      </p:cBhvr>
                                    </p:animRot>
                                    <p:animRot by="-240000">
                                      <p:cBhvr>
                                        <p:cTn id="762" dur="200" fill="hold">
                                          <p:stCondLst>
                                            <p:cond delay="600"/>
                                          </p:stCondLst>
                                        </p:cTn>
                                        <p:tgtEl>
                                          <p:spTgt spid="316"/>
                                        </p:tgtEl>
                                        <p:attrNameLst>
                                          <p:attrName>r</p:attrName>
                                        </p:attrNameLst>
                                      </p:cBhvr>
                                    </p:animRot>
                                    <p:animRot by="120000">
                                      <p:cBhvr>
                                        <p:cTn id="763" dur="200" fill="hold">
                                          <p:stCondLst>
                                            <p:cond delay="800"/>
                                          </p:stCondLst>
                                        </p:cTn>
                                        <p:tgtEl>
                                          <p:spTgt spid="316"/>
                                        </p:tgtEl>
                                        <p:attrNameLst>
                                          <p:attrName>r</p:attrName>
                                        </p:attrNameLst>
                                      </p:cBhvr>
                                    </p:animRot>
                                  </p:childTnLst>
                                </p:cTn>
                              </p:par>
                            </p:childTnLst>
                          </p:cTn>
                        </p:par>
                        <p:par>
                          <p:cTn id="764" fill="hold">
                            <p:stCondLst>
                              <p:cond delay="1000"/>
                            </p:stCondLst>
                            <p:childTnLst>
                              <p:par>
                                <p:cTn id="765" presetID="63" presetClass="path" presetSubtype="0" accel="50000" decel="50000" fill="hold" nodeType="afterEffect">
                                  <p:stCondLst>
                                    <p:cond delay="0"/>
                                  </p:stCondLst>
                                  <p:childTnLst>
                                    <p:animMotion origin="layout" path="M -2.29167E-6 -4.81481E-6 L 0.04024 0.00024 " pathEditMode="relative" rAng="0" ptsTypes="AA">
                                      <p:cBhvr>
                                        <p:cTn id="766" dur="2000" fill="hold"/>
                                        <p:tgtEl>
                                          <p:spTgt spid="121"/>
                                        </p:tgtEl>
                                        <p:attrNameLst>
                                          <p:attrName>ppt_x</p:attrName>
                                          <p:attrName>ppt_y</p:attrName>
                                        </p:attrNameLst>
                                      </p:cBhvr>
                                      <p:rCtr x="2005" y="0"/>
                                    </p:animMotion>
                                  </p:childTnLst>
                                </p:cTn>
                              </p:par>
                              <p:par>
                                <p:cTn id="767" presetID="31" presetClass="entr" presetSubtype="0" fill="hold" grpId="0" nodeType="withEffect">
                                  <p:stCondLst>
                                    <p:cond delay="1000"/>
                                  </p:stCondLst>
                                  <p:childTnLst>
                                    <p:set>
                                      <p:cBhvr>
                                        <p:cTn id="768" dur="1" fill="hold">
                                          <p:stCondLst>
                                            <p:cond delay="0"/>
                                          </p:stCondLst>
                                        </p:cTn>
                                        <p:tgtEl>
                                          <p:spTgt spid="302"/>
                                        </p:tgtEl>
                                        <p:attrNameLst>
                                          <p:attrName>style.visibility</p:attrName>
                                        </p:attrNameLst>
                                      </p:cBhvr>
                                      <p:to>
                                        <p:strVal val="visible"/>
                                      </p:to>
                                    </p:set>
                                    <p:anim calcmode="lin" valueType="num">
                                      <p:cBhvr>
                                        <p:cTn id="769" dur="1000" fill="hold"/>
                                        <p:tgtEl>
                                          <p:spTgt spid="302"/>
                                        </p:tgtEl>
                                        <p:attrNameLst>
                                          <p:attrName>ppt_w</p:attrName>
                                        </p:attrNameLst>
                                      </p:cBhvr>
                                      <p:tavLst>
                                        <p:tav tm="0">
                                          <p:val>
                                            <p:fltVal val="0"/>
                                          </p:val>
                                        </p:tav>
                                        <p:tav tm="100000">
                                          <p:val>
                                            <p:strVal val="#ppt_w"/>
                                          </p:val>
                                        </p:tav>
                                      </p:tavLst>
                                    </p:anim>
                                    <p:anim calcmode="lin" valueType="num">
                                      <p:cBhvr>
                                        <p:cTn id="770" dur="1000" fill="hold"/>
                                        <p:tgtEl>
                                          <p:spTgt spid="302"/>
                                        </p:tgtEl>
                                        <p:attrNameLst>
                                          <p:attrName>ppt_h</p:attrName>
                                        </p:attrNameLst>
                                      </p:cBhvr>
                                      <p:tavLst>
                                        <p:tav tm="0">
                                          <p:val>
                                            <p:fltVal val="0"/>
                                          </p:val>
                                        </p:tav>
                                        <p:tav tm="100000">
                                          <p:val>
                                            <p:strVal val="#ppt_h"/>
                                          </p:val>
                                        </p:tav>
                                      </p:tavLst>
                                    </p:anim>
                                    <p:anim calcmode="lin" valueType="num">
                                      <p:cBhvr>
                                        <p:cTn id="771" dur="1000" fill="hold"/>
                                        <p:tgtEl>
                                          <p:spTgt spid="302"/>
                                        </p:tgtEl>
                                        <p:attrNameLst>
                                          <p:attrName>style.rotation</p:attrName>
                                        </p:attrNameLst>
                                      </p:cBhvr>
                                      <p:tavLst>
                                        <p:tav tm="0">
                                          <p:val>
                                            <p:fltVal val="90"/>
                                          </p:val>
                                        </p:tav>
                                        <p:tav tm="100000">
                                          <p:val>
                                            <p:fltVal val="0"/>
                                          </p:val>
                                        </p:tav>
                                      </p:tavLst>
                                    </p:anim>
                                    <p:animEffect transition="in" filter="fade">
                                      <p:cBhvr>
                                        <p:cTn id="772" dur="1000"/>
                                        <p:tgtEl>
                                          <p:spTgt spid="302"/>
                                        </p:tgtEl>
                                      </p:cBhvr>
                                    </p:animEffect>
                                  </p:childTnLst>
                                </p:cTn>
                              </p:par>
                            </p:childTnLst>
                          </p:cTn>
                        </p:par>
                        <p:par>
                          <p:cTn id="773" fill="hold">
                            <p:stCondLst>
                              <p:cond delay="3000"/>
                            </p:stCondLst>
                            <p:childTnLst>
                              <p:par>
                                <p:cTn id="774" presetID="64" presetClass="path" presetSubtype="0" accel="50000" decel="50000" fill="hold" grpId="1" nodeType="afterEffect">
                                  <p:stCondLst>
                                    <p:cond delay="0"/>
                                  </p:stCondLst>
                                  <p:childTnLst>
                                    <p:animMotion origin="layout" path="M -2.08333E-6 -3.7037E-6 L -0.0345 -0.38819 " pathEditMode="relative" rAng="0" ptsTypes="AA">
                                      <p:cBhvr>
                                        <p:cTn id="775" dur="2000" fill="hold"/>
                                        <p:tgtEl>
                                          <p:spTgt spid="302"/>
                                        </p:tgtEl>
                                        <p:attrNameLst>
                                          <p:attrName>ppt_x</p:attrName>
                                          <p:attrName>ppt_y</p:attrName>
                                        </p:attrNameLst>
                                      </p:cBhvr>
                                      <p:rCtr x="-1732" y="-19421"/>
                                    </p:animMotion>
                                  </p:childTnLst>
                                </p:cTn>
                              </p:par>
                            </p:childTnLst>
                          </p:cTn>
                        </p:par>
                        <p:par>
                          <p:cTn id="776" fill="hold">
                            <p:stCondLst>
                              <p:cond delay="5000"/>
                            </p:stCondLst>
                            <p:childTnLst>
                              <p:par>
                                <p:cTn id="777" presetID="1" presetClass="emph" presetSubtype="2" fill="hold" nodeType="afterEffect">
                                  <p:stCondLst>
                                    <p:cond delay="0"/>
                                  </p:stCondLst>
                                  <p:childTnLst>
                                    <p:animClr clrSpc="rgb" dir="cw">
                                      <p:cBhvr>
                                        <p:cTn id="778" dur="500" fill="hold"/>
                                        <p:tgtEl>
                                          <p:spTgt spid="302"/>
                                        </p:tgtEl>
                                        <p:attrNameLst>
                                          <p:attrName>fillcolor</p:attrName>
                                        </p:attrNameLst>
                                      </p:cBhvr>
                                      <p:to>
                                        <a:srgbClr val="FCF3BA"/>
                                      </p:to>
                                    </p:animClr>
                                    <p:set>
                                      <p:cBhvr>
                                        <p:cTn id="779" dur="500" fill="hold"/>
                                        <p:tgtEl>
                                          <p:spTgt spid="302"/>
                                        </p:tgtEl>
                                        <p:attrNameLst>
                                          <p:attrName>fill.type</p:attrName>
                                        </p:attrNameLst>
                                      </p:cBhvr>
                                      <p:to>
                                        <p:strVal val="solid"/>
                                      </p:to>
                                    </p:set>
                                    <p:set>
                                      <p:cBhvr>
                                        <p:cTn id="780" dur="500" fill="hold"/>
                                        <p:tgtEl>
                                          <p:spTgt spid="302"/>
                                        </p:tgtEl>
                                        <p:attrNameLst>
                                          <p:attrName>fill.on</p:attrName>
                                        </p:attrNameLst>
                                      </p:cBhvr>
                                      <p:to>
                                        <p:strVal val="true"/>
                                      </p:to>
                                    </p:set>
                                  </p:childTnLst>
                                </p:cTn>
                              </p:par>
                            </p:childTnLst>
                          </p:cTn>
                        </p:par>
                        <p:par>
                          <p:cTn id="781" fill="hold">
                            <p:stCondLst>
                              <p:cond delay="5500"/>
                            </p:stCondLst>
                            <p:childTnLst>
                              <p:par>
                                <p:cTn id="782" presetID="22" presetClass="entr" presetSubtype="8" fill="hold" nodeType="afterEffect">
                                  <p:stCondLst>
                                    <p:cond delay="0"/>
                                  </p:stCondLst>
                                  <p:childTnLst>
                                    <p:set>
                                      <p:cBhvr>
                                        <p:cTn id="783" dur="1" fill="hold">
                                          <p:stCondLst>
                                            <p:cond delay="0"/>
                                          </p:stCondLst>
                                        </p:cTn>
                                        <p:tgtEl>
                                          <p:spTgt spid="286"/>
                                        </p:tgtEl>
                                        <p:attrNameLst>
                                          <p:attrName>style.visibility</p:attrName>
                                        </p:attrNameLst>
                                      </p:cBhvr>
                                      <p:to>
                                        <p:strVal val="visible"/>
                                      </p:to>
                                    </p:set>
                                    <p:animEffect transition="in" filter="wipe(left)">
                                      <p:cBhvr>
                                        <p:cTn id="784" dur="500"/>
                                        <p:tgtEl>
                                          <p:spTgt spid="286"/>
                                        </p:tgtEl>
                                      </p:cBhvr>
                                    </p:animEffect>
                                  </p:childTnLst>
                                </p:cTn>
                              </p:par>
                            </p:childTnLst>
                          </p:cTn>
                        </p:par>
                        <p:par>
                          <p:cTn id="785" fill="hold">
                            <p:stCondLst>
                              <p:cond delay="6000"/>
                            </p:stCondLst>
                            <p:childTnLst>
                              <p:par>
                                <p:cTn id="786" presetID="27" presetClass="emph" presetSubtype="0" fill="remove" grpId="1" nodeType="afterEffect">
                                  <p:stCondLst>
                                    <p:cond delay="0"/>
                                  </p:stCondLst>
                                  <p:childTnLst>
                                    <p:animClr clrSpc="rgb" dir="cw">
                                      <p:cBhvr override="childStyle">
                                        <p:cTn id="787" dur="500" autoRev="1" fill="remove"/>
                                        <p:tgtEl>
                                          <p:spTgt spid="192"/>
                                        </p:tgtEl>
                                        <p:attrNameLst>
                                          <p:attrName>style.color</p:attrName>
                                        </p:attrNameLst>
                                      </p:cBhvr>
                                      <p:to>
                                        <a:schemeClr val="bg1"/>
                                      </p:to>
                                    </p:animClr>
                                    <p:animClr clrSpc="rgb" dir="cw">
                                      <p:cBhvr>
                                        <p:cTn id="788" dur="500" autoRev="1" fill="remove"/>
                                        <p:tgtEl>
                                          <p:spTgt spid="192"/>
                                        </p:tgtEl>
                                        <p:attrNameLst>
                                          <p:attrName>fillcolor</p:attrName>
                                        </p:attrNameLst>
                                      </p:cBhvr>
                                      <p:to>
                                        <a:schemeClr val="bg1"/>
                                      </p:to>
                                    </p:animClr>
                                    <p:set>
                                      <p:cBhvr>
                                        <p:cTn id="789" dur="500" autoRev="1" fill="remove"/>
                                        <p:tgtEl>
                                          <p:spTgt spid="192"/>
                                        </p:tgtEl>
                                        <p:attrNameLst>
                                          <p:attrName>fill.type</p:attrName>
                                        </p:attrNameLst>
                                      </p:cBhvr>
                                      <p:to>
                                        <p:strVal val="solid"/>
                                      </p:to>
                                    </p:set>
                                    <p:set>
                                      <p:cBhvr>
                                        <p:cTn id="790" dur="500" autoRev="1" fill="remove"/>
                                        <p:tgtEl>
                                          <p:spTgt spid="192"/>
                                        </p:tgtEl>
                                        <p:attrNameLst>
                                          <p:attrName>fill.on</p:attrName>
                                        </p:attrNameLst>
                                      </p:cBhvr>
                                      <p:to>
                                        <p:strVal val="true"/>
                                      </p:to>
                                    </p:set>
                                  </p:childTnLst>
                                </p:cTn>
                              </p:par>
                              <p:par>
                                <p:cTn id="791" presetID="63" presetClass="path" presetSubtype="0" accel="50000" decel="50000" fill="hold" nodeType="withEffect">
                                  <p:stCondLst>
                                    <p:cond delay="0"/>
                                  </p:stCondLst>
                                  <p:childTnLst>
                                    <p:animMotion origin="layout" path="M 0.19362 -0.00093 L 0.15273 3.7037E-7 " pathEditMode="relative" rAng="0" ptsTypes="AA">
                                      <p:cBhvr>
                                        <p:cTn id="792" dur="2000" fill="hold"/>
                                        <p:tgtEl>
                                          <p:spTgt spid="295"/>
                                        </p:tgtEl>
                                        <p:attrNameLst>
                                          <p:attrName>ppt_x</p:attrName>
                                          <p:attrName>ppt_y</p:attrName>
                                        </p:attrNameLst>
                                      </p:cBhvr>
                                      <p:rCtr x="-2044" y="46"/>
                                    </p:animMotion>
                                  </p:childTnLst>
                                </p:cTn>
                              </p:par>
                            </p:childTnLst>
                          </p:cTn>
                        </p:par>
                      </p:childTnLst>
                    </p:cTn>
                  </p:par>
                  <p:par>
                    <p:cTn id="793" fill="hold">
                      <p:stCondLst>
                        <p:cond delay="indefinite"/>
                      </p:stCondLst>
                      <p:childTnLst>
                        <p:par>
                          <p:cTn id="794" fill="hold">
                            <p:stCondLst>
                              <p:cond delay="0"/>
                            </p:stCondLst>
                            <p:childTnLst>
                              <p:par>
                                <p:cTn id="795" presetID="32" presetClass="emph" presetSubtype="0" fill="hold" grpId="3" nodeType="clickEffect">
                                  <p:stCondLst>
                                    <p:cond delay="0"/>
                                  </p:stCondLst>
                                  <p:childTnLst>
                                    <p:animRot by="120000">
                                      <p:cBhvr>
                                        <p:cTn id="796" dur="100" fill="hold">
                                          <p:stCondLst>
                                            <p:cond delay="0"/>
                                          </p:stCondLst>
                                        </p:cTn>
                                        <p:tgtEl>
                                          <p:spTgt spid="316"/>
                                        </p:tgtEl>
                                        <p:attrNameLst>
                                          <p:attrName>r</p:attrName>
                                        </p:attrNameLst>
                                      </p:cBhvr>
                                    </p:animRot>
                                    <p:animRot by="-240000">
                                      <p:cBhvr>
                                        <p:cTn id="797" dur="200" fill="hold">
                                          <p:stCondLst>
                                            <p:cond delay="200"/>
                                          </p:stCondLst>
                                        </p:cTn>
                                        <p:tgtEl>
                                          <p:spTgt spid="316"/>
                                        </p:tgtEl>
                                        <p:attrNameLst>
                                          <p:attrName>r</p:attrName>
                                        </p:attrNameLst>
                                      </p:cBhvr>
                                    </p:animRot>
                                    <p:animRot by="240000">
                                      <p:cBhvr>
                                        <p:cTn id="798" dur="200" fill="hold">
                                          <p:stCondLst>
                                            <p:cond delay="400"/>
                                          </p:stCondLst>
                                        </p:cTn>
                                        <p:tgtEl>
                                          <p:spTgt spid="316"/>
                                        </p:tgtEl>
                                        <p:attrNameLst>
                                          <p:attrName>r</p:attrName>
                                        </p:attrNameLst>
                                      </p:cBhvr>
                                    </p:animRot>
                                    <p:animRot by="-240000">
                                      <p:cBhvr>
                                        <p:cTn id="799" dur="200" fill="hold">
                                          <p:stCondLst>
                                            <p:cond delay="600"/>
                                          </p:stCondLst>
                                        </p:cTn>
                                        <p:tgtEl>
                                          <p:spTgt spid="316"/>
                                        </p:tgtEl>
                                        <p:attrNameLst>
                                          <p:attrName>r</p:attrName>
                                        </p:attrNameLst>
                                      </p:cBhvr>
                                    </p:animRot>
                                    <p:animRot by="120000">
                                      <p:cBhvr>
                                        <p:cTn id="800" dur="200" fill="hold">
                                          <p:stCondLst>
                                            <p:cond delay="800"/>
                                          </p:stCondLst>
                                        </p:cTn>
                                        <p:tgtEl>
                                          <p:spTgt spid="316"/>
                                        </p:tgtEl>
                                        <p:attrNameLst>
                                          <p:attrName>r</p:attrName>
                                        </p:attrNameLst>
                                      </p:cBhvr>
                                    </p:animRot>
                                  </p:childTnLst>
                                </p:cTn>
                              </p:par>
                            </p:childTnLst>
                          </p:cTn>
                        </p:par>
                        <p:par>
                          <p:cTn id="801" fill="hold">
                            <p:stCondLst>
                              <p:cond delay="1000"/>
                            </p:stCondLst>
                            <p:childTnLst>
                              <p:par>
                                <p:cTn id="802" presetID="63" presetClass="path" presetSubtype="0" accel="50000" decel="50000" fill="hold" nodeType="afterEffect">
                                  <p:stCondLst>
                                    <p:cond delay="0"/>
                                  </p:stCondLst>
                                  <p:childTnLst>
                                    <p:animMotion origin="layout" path="M 0.04024 0.00024 L 0.07214 0.00024 " pathEditMode="relative" rAng="0" ptsTypes="AA">
                                      <p:cBhvr>
                                        <p:cTn id="803" dur="2000" fill="hold"/>
                                        <p:tgtEl>
                                          <p:spTgt spid="121"/>
                                        </p:tgtEl>
                                        <p:attrNameLst>
                                          <p:attrName>ppt_x</p:attrName>
                                          <p:attrName>ppt_y</p:attrName>
                                        </p:attrNameLst>
                                      </p:cBhvr>
                                      <p:rCtr x="1589" y="0"/>
                                    </p:animMotion>
                                  </p:childTnLst>
                                </p:cTn>
                              </p:par>
                            </p:childTnLst>
                          </p:cTn>
                        </p:par>
                      </p:childTnLst>
                    </p:cTn>
                  </p:par>
                  <p:par>
                    <p:cTn id="804" fill="hold">
                      <p:stCondLst>
                        <p:cond delay="indefinite"/>
                      </p:stCondLst>
                      <p:childTnLst>
                        <p:par>
                          <p:cTn id="805" fill="hold">
                            <p:stCondLst>
                              <p:cond delay="0"/>
                            </p:stCondLst>
                            <p:childTnLst>
                              <p:par>
                                <p:cTn id="806" presetID="22" presetClass="exit" presetSubtype="1" fill="hold" grpId="5" nodeType="clickEffect">
                                  <p:stCondLst>
                                    <p:cond delay="0"/>
                                  </p:stCondLst>
                                  <p:childTnLst>
                                    <p:animEffect transition="out" filter="wipe(up)">
                                      <p:cBhvr>
                                        <p:cTn id="807" dur="500"/>
                                        <p:tgtEl>
                                          <p:spTgt spid="316"/>
                                        </p:tgtEl>
                                      </p:cBhvr>
                                    </p:animEffect>
                                    <p:set>
                                      <p:cBhvr>
                                        <p:cTn id="808" dur="1" fill="hold">
                                          <p:stCondLst>
                                            <p:cond delay="499"/>
                                          </p:stCondLst>
                                        </p:cTn>
                                        <p:tgtEl>
                                          <p:spTgt spid="316"/>
                                        </p:tgtEl>
                                        <p:attrNameLst>
                                          <p:attrName>style.visibility</p:attrName>
                                        </p:attrNameLst>
                                      </p:cBhvr>
                                      <p:to>
                                        <p:strVal val="hidden"/>
                                      </p:to>
                                    </p:set>
                                  </p:childTnLst>
                                </p:cTn>
                              </p:par>
                            </p:childTnLst>
                          </p:cTn>
                        </p:par>
                        <p:par>
                          <p:cTn id="809" fill="hold">
                            <p:stCondLst>
                              <p:cond delay="500"/>
                            </p:stCondLst>
                            <p:childTnLst>
                              <p:par>
                                <p:cTn id="810" presetID="22" presetClass="entr" presetSubtype="8" fill="hold" nodeType="afterEffect">
                                  <p:stCondLst>
                                    <p:cond delay="0"/>
                                  </p:stCondLst>
                                  <p:childTnLst>
                                    <p:set>
                                      <p:cBhvr>
                                        <p:cTn id="811" dur="1" fill="hold">
                                          <p:stCondLst>
                                            <p:cond delay="0"/>
                                          </p:stCondLst>
                                        </p:cTn>
                                        <p:tgtEl>
                                          <p:spTgt spid="314"/>
                                        </p:tgtEl>
                                        <p:attrNameLst>
                                          <p:attrName>style.visibility</p:attrName>
                                        </p:attrNameLst>
                                      </p:cBhvr>
                                      <p:to>
                                        <p:strVal val="visible"/>
                                      </p:to>
                                    </p:set>
                                    <p:animEffect transition="in" filter="wipe(left)">
                                      <p:cBhvr>
                                        <p:cTn id="812" dur="1000"/>
                                        <p:tgtEl>
                                          <p:spTgt spid="314"/>
                                        </p:tgtEl>
                                      </p:cBhvr>
                                    </p:animEffect>
                                  </p:childTnLst>
                                </p:cTn>
                              </p:par>
                              <p:par>
                                <p:cTn id="813" presetID="42" presetClass="entr" presetSubtype="0" fill="hold" grpId="0" nodeType="withEffect">
                                  <p:stCondLst>
                                    <p:cond delay="1000"/>
                                  </p:stCondLst>
                                  <p:childTnLst>
                                    <p:set>
                                      <p:cBhvr>
                                        <p:cTn id="814" dur="1" fill="hold">
                                          <p:stCondLst>
                                            <p:cond delay="0"/>
                                          </p:stCondLst>
                                        </p:cTn>
                                        <p:tgtEl>
                                          <p:spTgt spid="303"/>
                                        </p:tgtEl>
                                        <p:attrNameLst>
                                          <p:attrName>style.visibility</p:attrName>
                                        </p:attrNameLst>
                                      </p:cBhvr>
                                      <p:to>
                                        <p:strVal val="visible"/>
                                      </p:to>
                                    </p:set>
                                    <p:animEffect transition="in" filter="fade">
                                      <p:cBhvr>
                                        <p:cTn id="815" dur="1000"/>
                                        <p:tgtEl>
                                          <p:spTgt spid="303"/>
                                        </p:tgtEl>
                                      </p:cBhvr>
                                    </p:animEffect>
                                    <p:anim calcmode="lin" valueType="num">
                                      <p:cBhvr>
                                        <p:cTn id="816" dur="1000" fill="hold"/>
                                        <p:tgtEl>
                                          <p:spTgt spid="303"/>
                                        </p:tgtEl>
                                        <p:attrNameLst>
                                          <p:attrName>ppt_x</p:attrName>
                                        </p:attrNameLst>
                                      </p:cBhvr>
                                      <p:tavLst>
                                        <p:tav tm="0">
                                          <p:val>
                                            <p:strVal val="#ppt_x"/>
                                          </p:val>
                                        </p:tav>
                                        <p:tav tm="100000">
                                          <p:val>
                                            <p:strVal val="#ppt_x"/>
                                          </p:val>
                                        </p:tav>
                                      </p:tavLst>
                                    </p:anim>
                                    <p:anim calcmode="lin" valueType="num">
                                      <p:cBhvr>
                                        <p:cTn id="817" dur="1000" fill="hold"/>
                                        <p:tgtEl>
                                          <p:spTgt spid="303"/>
                                        </p:tgtEl>
                                        <p:attrNameLst>
                                          <p:attrName>ppt_y</p:attrName>
                                        </p:attrNameLst>
                                      </p:cBhvr>
                                      <p:tavLst>
                                        <p:tav tm="0">
                                          <p:val>
                                            <p:strVal val="#ppt_y+.1"/>
                                          </p:val>
                                        </p:tav>
                                        <p:tav tm="100000">
                                          <p:val>
                                            <p:strVal val="#ppt_y"/>
                                          </p:val>
                                        </p:tav>
                                      </p:tavLst>
                                    </p:anim>
                                  </p:childTnLst>
                                </p:cTn>
                              </p:par>
                            </p:childTnLst>
                          </p:cTn>
                        </p:par>
                        <p:par>
                          <p:cTn id="818" fill="hold">
                            <p:stCondLst>
                              <p:cond delay="2500"/>
                            </p:stCondLst>
                            <p:childTnLst>
                              <p:par>
                                <p:cTn id="819" presetID="1" presetClass="emph" presetSubtype="2" fill="hold" nodeType="afterEffect">
                                  <p:stCondLst>
                                    <p:cond delay="0"/>
                                  </p:stCondLst>
                                  <p:childTnLst>
                                    <p:animClr clrSpc="rgb" dir="cw">
                                      <p:cBhvr>
                                        <p:cTn id="820" dur="500" fill="hold"/>
                                        <p:tgtEl>
                                          <p:spTgt spid="303"/>
                                        </p:tgtEl>
                                        <p:attrNameLst>
                                          <p:attrName>fillcolor</p:attrName>
                                        </p:attrNameLst>
                                      </p:cBhvr>
                                      <p:to>
                                        <a:srgbClr val="F2F2F2"/>
                                      </p:to>
                                    </p:animClr>
                                    <p:set>
                                      <p:cBhvr>
                                        <p:cTn id="821" dur="500" fill="hold"/>
                                        <p:tgtEl>
                                          <p:spTgt spid="303"/>
                                        </p:tgtEl>
                                        <p:attrNameLst>
                                          <p:attrName>fill.type</p:attrName>
                                        </p:attrNameLst>
                                      </p:cBhvr>
                                      <p:to>
                                        <p:strVal val="solid"/>
                                      </p:to>
                                    </p:set>
                                    <p:set>
                                      <p:cBhvr>
                                        <p:cTn id="822" dur="500" fill="hold"/>
                                        <p:tgtEl>
                                          <p:spTgt spid="303"/>
                                        </p:tgtEl>
                                        <p:attrNameLst>
                                          <p:attrName>fill.on</p:attrName>
                                        </p:attrNameLst>
                                      </p:cBhvr>
                                      <p:to>
                                        <p:strVal val="true"/>
                                      </p:to>
                                    </p:set>
                                  </p:childTnLst>
                                </p:cTn>
                              </p:par>
                            </p:childTnLst>
                          </p:cTn>
                        </p:par>
                        <p:par>
                          <p:cTn id="823" fill="hold">
                            <p:stCondLst>
                              <p:cond delay="3000"/>
                            </p:stCondLst>
                            <p:childTnLst>
                              <p:par>
                                <p:cTn id="824" presetID="22" presetClass="exit" presetSubtype="4" fill="hold" nodeType="afterEffect">
                                  <p:stCondLst>
                                    <p:cond delay="0"/>
                                  </p:stCondLst>
                                  <p:childTnLst>
                                    <p:animEffect transition="out" filter="wipe(down)">
                                      <p:cBhvr>
                                        <p:cTn id="825" dur="500"/>
                                        <p:tgtEl>
                                          <p:spTgt spid="314"/>
                                        </p:tgtEl>
                                      </p:cBhvr>
                                    </p:animEffect>
                                    <p:set>
                                      <p:cBhvr>
                                        <p:cTn id="826" dur="1" fill="hold">
                                          <p:stCondLst>
                                            <p:cond delay="499"/>
                                          </p:stCondLst>
                                        </p:cTn>
                                        <p:tgtEl>
                                          <p:spTgt spid="3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p:bldP spid="82" grpId="0" autoUpdateAnimBg="0"/>
      <p:bldP spid="101" grpId="0" animBg="1" autoUpdateAnimBg="0"/>
      <p:bldP spid="267" grpId="0"/>
      <p:bldP spid="268" grpId="0"/>
      <p:bldP spid="87" grpId="0" animBg="1"/>
      <p:bldP spid="282" grpId="0" animBg="1"/>
      <p:bldP spid="203" grpId="0" animBg="1"/>
      <p:bldP spid="203" grpId="1" animBg="1"/>
      <p:bldP spid="133" grpId="0" animBg="1"/>
      <p:bldP spid="133" grpId="1" animBg="1"/>
      <p:bldP spid="157" grpId="0" animBg="1"/>
      <p:bldP spid="159" grpId="0" animBg="1"/>
      <p:bldP spid="161" grpId="0" animBg="1"/>
      <p:bldP spid="161" grpId="1" animBg="1"/>
      <p:bldP spid="166" grpId="0" animBg="1"/>
      <p:bldP spid="166" grpId="1" animBg="1"/>
      <p:bldP spid="167" grpId="0" animBg="1"/>
      <p:bldP spid="169" grpId="0" animBg="1"/>
      <p:bldP spid="171" grpId="0" animBg="1"/>
      <p:bldP spid="173" grpId="0" animBg="1"/>
      <p:bldP spid="173" grpId="1" animBg="1"/>
      <p:bldP spid="174" grpId="0" animBg="1"/>
      <p:bldP spid="174" grpId="1" animBg="1"/>
      <p:bldP spid="177" grpId="0" animBg="1"/>
      <p:bldP spid="178" grpId="0" animBg="1"/>
      <p:bldP spid="179" grpId="0" animBg="1"/>
      <p:bldP spid="179" grpId="1" animBg="1"/>
      <p:bldP spid="180" grpId="0" animBg="1"/>
      <p:bldP spid="182" grpId="0" animBg="1"/>
      <p:bldP spid="182" grpId="1" animBg="1"/>
      <p:bldP spid="183" grpId="0" animBg="1"/>
      <p:bldP spid="185" grpId="0" animBg="1"/>
      <p:bldP spid="185" grpId="1" animBg="1"/>
      <p:bldP spid="187" grpId="0" animBg="1"/>
      <p:bldP spid="187" grpId="1" animBg="1"/>
      <p:bldP spid="188" grpId="0" animBg="1"/>
      <p:bldP spid="190" grpId="0" animBg="1"/>
      <p:bldP spid="190" grpId="1" animBg="1"/>
      <p:bldP spid="192" grpId="0" animBg="1"/>
      <p:bldP spid="192" grpId="1" animBg="1"/>
      <p:bldP spid="194" grpId="0" animBg="1"/>
      <p:bldP spid="194" grpId="1" animBg="1"/>
      <p:bldP spid="196" grpId="0" animBg="1"/>
      <p:bldP spid="198" grpId="0" animBg="1"/>
      <p:bldP spid="198" grpId="1" animBg="1"/>
      <p:bldP spid="199" grpId="0" animBg="1"/>
      <p:bldP spid="199" grpId="1" animBg="1"/>
      <p:bldP spid="200" grpId="0" animBg="1"/>
      <p:bldP spid="204" grpId="0" animBg="1"/>
      <p:bldP spid="204" grpId="1" animBg="1"/>
      <p:bldP spid="291" grpId="0"/>
      <p:bldP spid="291" grpId="1"/>
      <p:bldP spid="298" grpId="0"/>
      <p:bldP spid="298" grpId="1"/>
      <p:bldP spid="299" grpId="0"/>
      <p:bldP spid="299" grpId="1"/>
      <p:bldP spid="300" grpId="0"/>
      <p:bldP spid="300" grpId="1"/>
      <p:bldP spid="301" grpId="0"/>
      <p:bldP spid="301" grpId="1"/>
      <p:bldP spid="302" grpId="0"/>
      <p:bldP spid="302" grpId="1"/>
      <p:bldP spid="303" grpId="0"/>
      <p:bldP spid="315" grpId="0" animBg="1"/>
      <p:bldP spid="315" grpId="1" animBg="1"/>
      <p:bldP spid="315" grpId="2" animBg="1"/>
      <p:bldP spid="315" grpId="3" animBg="1"/>
      <p:bldP spid="315" grpId="4" animBg="1"/>
      <p:bldP spid="315" grpId="5" animBg="1"/>
      <p:bldP spid="315" grpId="6" animBg="1"/>
      <p:bldP spid="315" grpId="7" animBg="1"/>
      <p:bldP spid="315" grpId="8" animBg="1"/>
      <p:bldP spid="315" grpId="9" animBg="1"/>
      <p:bldP spid="316" grpId="0" animBg="1"/>
      <p:bldP spid="316" grpId="1" animBg="1"/>
      <p:bldP spid="316" grpId="2" animBg="1"/>
      <p:bldP spid="316" grpId="3" animBg="1"/>
      <p:bldP spid="316" grpId="4" animBg="1"/>
      <p:bldP spid="316" grpId="5"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3BDAEC1D-DA0B-4073-90A7-81682BE4753B}"/>
              </a:ext>
            </a:extLst>
          </p:cNvPr>
          <p:cNvGrpSpPr/>
          <p:nvPr/>
        </p:nvGrpSpPr>
        <p:grpSpPr>
          <a:xfrm>
            <a:off x="6236729" y="4462427"/>
            <a:ext cx="5643243" cy="617205"/>
            <a:chOff x="6236729" y="3720602"/>
            <a:chExt cx="5643243" cy="617205"/>
          </a:xfrm>
        </p:grpSpPr>
        <p:sp>
          <p:nvSpPr>
            <p:cNvPr id="5" name="Rectangle 321">
              <a:extLst>
                <a:ext uri="{FF2B5EF4-FFF2-40B4-BE49-F238E27FC236}">
                  <a16:creationId xmlns:a16="http://schemas.microsoft.com/office/drawing/2014/main" id="{DD6DE24D-3B7D-41BB-B055-45F8EE1D0CF2}"/>
                </a:ext>
              </a:extLst>
            </p:cNvPr>
            <p:cNvSpPr>
              <a:spLocks noChangeArrowheads="1"/>
            </p:cNvSpPr>
            <p:nvPr/>
          </p:nvSpPr>
          <p:spPr bwMode="auto">
            <a:xfrm>
              <a:off x="6537208" y="3740565"/>
              <a:ext cx="532864" cy="322788"/>
            </a:xfrm>
            <a:prstGeom prst="rect">
              <a:avLst/>
            </a:prstGeom>
            <a:solidFill>
              <a:schemeClr val="accent6">
                <a:lumMod val="20000"/>
                <a:lumOff val="8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r>
                <a:rPr lang="en-US" altLang="zh-CN" b="1" kern="0" dirty="0">
                  <a:solidFill>
                    <a:srgbClr val="3333CC"/>
                  </a:solidFill>
                  <a:latin typeface="Times New Roman" panose="02020603050405020304" pitchFamily="18" charset="0"/>
                  <a:ea typeface="宋体" panose="02010600030101010101" pitchFamily="2" charset="-122"/>
                </a:rPr>
                <a:t>0</a:t>
              </a:r>
              <a:endParaRPr lang="zh-CN" altLang="zh-CN" b="1" kern="0" dirty="0">
                <a:solidFill>
                  <a:srgbClr val="3333CC"/>
                </a:solidFill>
                <a:latin typeface="Times New Roman" panose="02020603050405020304" pitchFamily="18" charset="0"/>
                <a:ea typeface="宋体" panose="02010600030101010101" pitchFamily="2" charset="-122"/>
              </a:endParaRPr>
            </a:p>
          </p:txBody>
        </p:sp>
        <p:grpSp>
          <p:nvGrpSpPr>
            <p:cNvPr id="6" name="组合 5">
              <a:extLst>
                <a:ext uri="{FF2B5EF4-FFF2-40B4-BE49-F238E27FC236}">
                  <a16:creationId xmlns:a16="http://schemas.microsoft.com/office/drawing/2014/main" id="{BFAB894D-94B1-4694-B72F-7B00D9EF3E94}"/>
                </a:ext>
              </a:extLst>
            </p:cNvPr>
            <p:cNvGrpSpPr/>
            <p:nvPr/>
          </p:nvGrpSpPr>
          <p:grpSpPr>
            <a:xfrm>
              <a:off x="6236729" y="3720602"/>
              <a:ext cx="5643243" cy="617205"/>
              <a:chOff x="6236729" y="3720602"/>
              <a:chExt cx="5643243" cy="617205"/>
            </a:xfrm>
          </p:grpSpPr>
          <p:grpSp>
            <p:nvGrpSpPr>
              <p:cNvPr id="7" name="组合 6">
                <a:extLst>
                  <a:ext uri="{FF2B5EF4-FFF2-40B4-BE49-F238E27FC236}">
                    <a16:creationId xmlns:a16="http://schemas.microsoft.com/office/drawing/2014/main" id="{4DD7D8BA-3F14-499D-8E98-6154CB96F503}"/>
                  </a:ext>
                </a:extLst>
              </p:cNvPr>
              <p:cNvGrpSpPr/>
              <p:nvPr/>
            </p:nvGrpSpPr>
            <p:grpSpPr>
              <a:xfrm>
                <a:off x="6236729" y="3720602"/>
                <a:ext cx="5643243" cy="369332"/>
                <a:chOff x="6236729" y="3720602"/>
                <a:chExt cx="5643243" cy="369332"/>
              </a:xfrm>
            </p:grpSpPr>
            <p:grpSp>
              <p:nvGrpSpPr>
                <p:cNvPr id="29" name="组合 28">
                  <a:extLst>
                    <a:ext uri="{FF2B5EF4-FFF2-40B4-BE49-F238E27FC236}">
                      <a16:creationId xmlns:a16="http://schemas.microsoft.com/office/drawing/2014/main" id="{F9D46ADF-821B-4B60-A92A-017CAAD4B7A4}"/>
                    </a:ext>
                  </a:extLst>
                </p:cNvPr>
                <p:cNvGrpSpPr/>
                <p:nvPr/>
              </p:nvGrpSpPr>
              <p:grpSpPr>
                <a:xfrm>
                  <a:off x="6538125" y="3725145"/>
                  <a:ext cx="5341847" cy="350331"/>
                  <a:chOff x="6832331" y="1861166"/>
                  <a:chExt cx="4605516" cy="350331"/>
                </a:xfrm>
              </p:grpSpPr>
              <p:sp>
                <p:nvSpPr>
                  <p:cNvPr id="31" name="Rectangle 313">
                    <a:extLst>
                      <a:ext uri="{FF2B5EF4-FFF2-40B4-BE49-F238E27FC236}">
                        <a16:creationId xmlns:a16="http://schemas.microsoft.com/office/drawing/2014/main" id="{764223C6-8D55-4993-8195-0A82B6B43A86}"/>
                      </a:ext>
                    </a:extLst>
                  </p:cNvPr>
                  <p:cNvSpPr>
                    <a:spLocks noChangeArrowheads="1"/>
                  </p:cNvSpPr>
                  <p:nvPr/>
                </p:nvSpPr>
                <p:spPr bwMode="auto">
                  <a:xfrm>
                    <a:off x="10979415" y="1872944"/>
                    <a:ext cx="458432" cy="322788"/>
                  </a:xfrm>
                  <a:prstGeom prst="rect">
                    <a:avLst/>
                  </a:prstGeom>
                  <a:solidFill>
                    <a:schemeClr val="accent6">
                      <a:lumMod val="20000"/>
                      <a:lumOff val="8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0</a:t>
                    </a:r>
                    <a:endParaRPr kumimoji="0" lang="zh-CN" altLang="zh-CN"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32" name="Rectangle 314">
                    <a:extLst>
                      <a:ext uri="{FF2B5EF4-FFF2-40B4-BE49-F238E27FC236}">
                        <a16:creationId xmlns:a16="http://schemas.microsoft.com/office/drawing/2014/main" id="{3D8F6C12-E75C-4372-8725-8D482490BAA3}"/>
                      </a:ext>
                    </a:extLst>
                  </p:cNvPr>
                  <p:cNvSpPr>
                    <a:spLocks noChangeArrowheads="1"/>
                  </p:cNvSpPr>
                  <p:nvPr/>
                </p:nvSpPr>
                <p:spPr bwMode="auto">
                  <a:xfrm>
                    <a:off x="10520002" y="1872944"/>
                    <a:ext cx="459413" cy="322788"/>
                  </a:xfrm>
                  <a:prstGeom prst="rect">
                    <a:avLst/>
                  </a:prstGeom>
                  <a:solidFill>
                    <a:schemeClr val="accent6">
                      <a:lumMod val="20000"/>
                      <a:lumOff val="8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0</a:t>
                    </a:r>
                    <a:endParaRPr kumimoji="0" lang="zh-CN" altLang="zh-CN"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33" name="Rectangle 315">
                    <a:extLst>
                      <a:ext uri="{FF2B5EF4-FFF2-40B4-BE49-F238E27FC236}">
                        <a16:creationId xmlns:a16="http://schemas.microsoft.com/office/drawing/2014/main" id="{22073584-A3E3-47F4-A8C3-2905721F8C3B}"/>
                      </a:ext>
                    </a:extLst>
                  </p:cNvPr>
                  <p:cNvSpPr>
                    <a:spLocks noChangeArrowheads="1"/>
                  </p:cNvSpPr>
                  <p:nvPr/>
                </p:nvSpPr>
                <p:spPr bwMode="auto">
                  <a:xfrm>
                    <a:off x="10060590" y="1872944"/>
                    <a:ext cx="459413" cy="322788"/>
                  </a:xfrm>
                  <a:prstGeom prst="rect">
                    <a:avLst/>
                  </a:prstGeom>
                  <a:solidFill>
                    <a:schemeClr val="accent6">
                      <a:lumMod val="20000"/>
                      <a:lumOff val="8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0</a:t>
                    </a:r>
                    <a:endParaRPr kumimoji="0" lang="zh-CN" altLang="zh-CN"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34" name="Rectangle 316">
                    <a:extLst>
                      <a:ext uri="{FF2B5EF4-FFF2-40B4-BE49-F238E27FC236}">
                        <a16:creationId xmlns:a16="http://schemas.microsoft.com/office/drawing/2014/main" id="{486DD529-8C0C-46BB-B521-B63399C2EC0F}"/>
                      </a:ext>
                    </a:extLst>
                  </p:cNvPr>
                  <p:cNvSpPr>
                    <a:spLocks noChangeArrowheads="1"/>
                  </p:cNvSpPr>
                  <p:nvPr/>
                </p:nvSpPr>
                <p:spPr bwMode="auto">
                  <a:xfrm>
                    <a:off x="9602158" y="1872944"/>
                    <a:ext cx="458432" cy="322788"/>
                  </a:xfrm>
                  <a:prstGeom prst="rect">
                    <a:avLst/>
                  </a:prstGeom>
                  <a:solidFill>
                    <a:schemeClr val="accent6">
                      <a:lumMod val="20000"/>
                      <a:lumOff val="8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0</a:t>
                    </a:r>
                    <a:endParaRPr kumimoji="0" lang="zh-CN" altLang="zh-CN"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35" name="Rectangle 317">
                    <a:extLst>
                      <a:ext uri="{FF2B5EF4-FFF2-40B4-BE49-F238E27FC236}">
                        <a16:creationId xmlns:a16="http://schemas.microsoft.com/office/drawing/2014/main" id="{91D0B7B9-13D7-4530-ABCD-2ADF8A09D77B}"/>
                      </a:ext>
                    </a:extLst>
                  </p:cNvPr>
                  <p:cNvSpPr>
                    <a:spLocks noChangeArrowheads="1"/>
                  </p:cNvSpPr>
                  <p:nvPr/>
                </p:nvSpPr>
                <p:spPr bwMode="auto">
                  <a:xfrm>
                    <a:off x="9142744" y="1872944"/>
                    <a:ext cx="459413" cy="322788"/>
                  </a:xfrm>
                  <a:prstGeom prst="rect">
                    <a:avLst/>
                  </a:prstGeom>
                  <a:solidFill>
                    <a:schemeClr val="accent6">
                      <a:lumMod val="20000"/>
                      <a:lumOff val="8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0</a:t>
                    </a:r>
                    <a:endParaRPr kumimoji="0" lang="zh-CN" altLang="zh-CN"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36" name="Rectangle 318">
                    <a:extLst>
                      <a:ext uri="{FF2B5EF4-FFF2-40B4-BE49-F238E27FC236}">
                        <a16:creationId xmlns:a16="http://schemas.microsoft.com/office/drawing/2014/main" id="{13C02AAD-E91D-4306-964B-0041922978BB}"/>
                      </a:ext>
                    </a:extLst>
                  </p:cNvPr>
                  <p:cNvSpPr>
                    <a:spLocks noChangeArrowheads="1"/>
                  </p:cNvSpPr>
                  <p:nvPr/>
                </p:nvSpPr>
                <p:spPr bwMode="auto">
                  <a:xfrm>
                    <a:off x="8683331" y="1872944"/>
                    <a:ext cx="459413" cy="322788"/>
                  </a:xfrm>
                  <a:prstGeom prst="rect">
                    <a:avLst/>
                  </a:prstGeom>
                  <a:solidFill>
                    <a:schemeClr val="accent6">
                      <a:lumMod val="20000"/>
                      <a:lumOff val="8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0</a:t>
                    </a:r>
                    <a:endParaRPr kumimoji="0" lang="zh-CN" altLang="zh-CN"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37" name="Rectangle 319">
                    <a:extLst>
                      <a:ext uri="{FF2B5EF4-FFF2-40B4-BE49-F238E27FC236}">
                        <a16:creationId xmlns:a16="http://schemas.microsoft.com/office/drawing/2014/main" id="{EE8FD44A-51E5-4387-B2CB-8FE6BC92AE28}"/>
                      </a:ext>
                    </a:extLst>
                  </p:cNvPr>
                  <p:cNvSpPr>
                    <a:spLocks noChangeArrowheads="1"/>
                  </p:cNvSpPr>
                  <p:nvPr/>
                </p:nvSpPr>
                <p:spPr bwMode="auto">
                  <a:xfrm>
                    <a:off x="8223918" y="1872944"/>
                    <a:ext cx="459413" cy="322788"/>
                  </a:xfrm>
                  <a:prstGeom prst="rect">
                    <a:avLst/>
                  </a:prstGeom>
                  <a:solidFill>
                    <a:schemeClr val="accent6">
                      <a:lumMod val="20000"/>
                      <a:lumOff val="8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0</a:t>
                    </a:r>
                    <a:endParaRPr kumimoji="0" lang="zh-CN" altLang="zh-CN"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38" name="Rectangle 320">
                    <a:extLst>
                      <a:ext uri="{FF2B5EF4-FFF2-40B4-BE49-F238E27FC236}">
                        <a16:creationId xmlns:a16="http://schemas.microsoft.com/office/drawing/2014/main" id="{4B37059E-8D05-44EC-B1CF-E475597B3682}"/>
                      </a:ext>
                    </a:extLst>
                  </p:cNvPr>
                  <p:cNvSpPr>
                    <a:spLocks noChangeArrowheads="1"/>
                  </p:cNvSpPr>
                  <p:nvPr/>
                </p:nvSpPr>
                <p:spPr bwMode="auto">
                  <a:xfrm>
                    <a:off x="7765486" y="1861166"/>
                    <a:ext cx="453993" cy="334566"/>
                  </a:xfrm>
                  <a:prstGeom prst="rect">
                    <a:avLst/>
                  </a:prstGeom>
                  <a:solidFill>
                    <a:schemeClr val="accent6">
                      <a:lumMod val="20000"/>
                      <a:lumOff val="8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r>
                      <a:rPr lang="en-US" altLang="zh-CN" b="1" kern="0" dirty="0">
                        <a:solidFill>
                          <a:srgbClr val="3333CC"/>
                        </a:solidFill>
                        <a:latin typeface="Times New Roman" panose="02020603050405020304" pitchFamily="18" charset="0"/>
                        <a:ea typeface="宋体" panose="02010600030101010101" pitchFamily="2" charset="-122"/>
                      </a:rPr>
                      <a:t>0</a:t>
                    </a:r>
                    <a:endParaRPr kumimoji="0" lang="zh-CN" altLang="zh-CN"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39" name="Rectangle 321">
                    <a:extLst>
                      <a:ext uri="{FF2B5EF4-FFF2-40B4-BE49-F238E27FC236}">
                        <a16:creationId xmlns:a16="http://schemas.microsoft.com/office/drawing/2014/main" id="{5B7BE967-7C68-4DF0-AC8E-D96C1D337078}"/>
                      </a:ext>
                    </a:extLst>
                  </p:cNvPr>
                  <p:cNvSpPr>
                    <a:spLocks noChangeArrowheads="1"/>
                  </p:cNvSpPr>
                  <p:nvPr/>
                </p:nvSpPr>
                <p:spPr bwMode="auto">
                  <a:xfrm>
                    <a:off x="7306074" y="1872944"/>
                    <a:ext cx="459413" cy="322788"/>
                  </a:xfrm>
                  <a:prstGeom prst="rect">
                    <a:avLst/>
                  </a:prstGeom>
                  <a:solidFill>
                    <a:schemeClr val="accent6">
                      <a:lumMod val="20000"/>
                      <a:lumOff val="8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fontAlgn="base" hangingPunct="0">
                      <a:spcBef>
                        <a:spcPct val="0"/>
                      </a:spcBef>
                      <a:spcAft>
                        <a:spcPct val="0"/>
                      </a:spcAft>
                    </a:pPr>
                    <a:r>
                      <a:rPr lang="en-US" altLang="zh-CN" b="1" kern="0" dirty="0">
                        <a:solidFill>
                          <a:srgbClr val="3333CC"/>
                        </a:solidFill>
                        <a:latin typeface="Times New Roman" panose="02020603050405020304" pitchFamily="18" charset="0"/>
                        <a:ea typeface="宋体" panose="02010600030101010101" pitchFamily="2" charset="-122"/>
                      </a:rPr>
                      <a:t>0</a:t>
                    </a:r>
                    <a:endParaRPr lang="zh-CN" altLang="zh-CN" b="1" kern="0" dirty="0">
                      <a:solidFill>
                        <a:srgbClr val="3333CC"/>
                      </a:solidFill>
                      <a:latin typeface="Times New Roman" panose="02020603050405020304" pitchFamily="18" charset="0"/>
                      <a:ea typeface="宋体" panose="02010600030101010101" pitchFamily="2" charset="-122"/>
                    </a:endParaRPr>
                  </a:p>
                </p:txBody>
              </p:sp>
              <p:sp useBgFill="1">
                <p:nvSpPr>
                  <p:cNvPr id="40" name="Line 337">
                    <a:extLst>
                      <a:ext uri="{FF2B5EF4-FFF2-40B4-BE49-F238E27FC236}">
                        <a16:creationId xmlns:a16="http://schemas.microsoft.com/office/drawing/2014/main" id="{8A612FAA-F7B8-42C8-A3BD-06D1763A5576}"/>
                      </a:ext>
                    </a:extLst>
                  </p:cNvPr>
                  <p:cNvSpPr>
                    <a:spLocks noChangeShapeType="1"/>
                  </p:cNvSpPr>
                  <p:nvPr/>
                </p:nvSpPr>
                <p:spPr bwMode="auto">
                  <a:xfrm>
                    <a:off x="6832332" y="1872944"/>
                    <a:ext cx="0" cy="322788"/>
                  </a:xfrm>
                  <a:prstGeom prst="line">
                    <a:avLst/>
                  </a:prstGeom>
                  <a:ln w="28575" cap="sq">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0000"/>
                      </a:solidFill>
                      <a:effectLst/>
                      <a:uLnTx/>
                      <a:uFillTx/>
                      <a:latin typeface="Times New Roman" panose="02020603050405020304" pitchFamily="18" charset="0"/>
                      <a:ea typeface="华文行楷" panose="02010800040101010101" pitchFamily="2" charset="-122"/>
                    </a:endParaRPr>
                  </a:p>
                </p:txBody>
              </p:sp>
              <p:sp useBgFill="1">
                <p:nvSpPr>
                  <p:cNvPr id="41" name="Line 339">
                    <a:extLst>
                      <a:ext uri="{FF2B5EF4-FFF2-40B4-BE49-F238E27FC236}">
                        <a16:creationId xmlns:a16="http://schemas.microsoft.com/office/drawing/2014/main" id="{54FE9BBA-5D11-4C96-8322-5735EE56577C}"/>
                      </a:ext>
                    </a:extLst>
                  </p:cNvPr>
                  <p:cNvSpPr>
                    <a:spLocks noChangeShapeType="1"/>
                  </p:cNvSpPr>
                  <p:nvPr/>
                </p:nvSpPr>
                <p:spPr bwMode="auto">
                  <a:xfrm>
                    <a:off x="7306074" y="1872944"/>
                    <a:ext cx="0" cy="322788"/>
                  </a:xfrm>
                  <a:prstGeom prst="line">
                    <a:avLst/>
                  </a:prstGeom>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0000"/>
                      </a:solidFill>
                      <a:effectLst/>
                      <a:uLnTx/>
                      <a:uFillTx/>
                      <a:latin typeface="Times New Roman" panose="02020603050405020304" pitchFamily="18" charset="0"/>
                      <a:ea typeface="华文行楷" panose="02010800040101010101" pitchFamily="2" charset="-122"/>
                    </a:endParaRPr>
                  </a:p>
                </p:txBody>
              </p:sp>
              <p:sp useBgFill="1">
                <p:nvSpPr>
                  <p:cNvPr id="42" name="Line 341">
                    <a:extLst>
                      <a:ext uri="{FF2B5EF4-FFF2-40B4-BE49-F238E27FC236}">
                        <a16:creationId xmlns:a16="http://schemas.microsoft.com/office/drawing/2014/main" id="{AD0D164F-365D-4DFC-9BD8-DA4891620EAE}"/>
                      </a:ext>
                    </a:extLst>
                  </p:cNvPr>
                  <p:cNvSpPr>
                    <a:spLocks noChangeShapeType="1"/>
                  </p:cNvSpPr>
                  <p:nvPr/>
                </p:nvSpPr>
                <p:spPr bwMode="auto">
                  <a:xfrm>
                    <a:off x="7765486" y="1872944"/>
                    <a:ext cx="0" cy="322788"/>
                  </a:xfrm>
                  <a:prstGeom prst="line">
                    <a:avLst/>
                  </a:prstGeom>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0000"/>
                      </a:solidFill>
                      <a:effectLst/>
                      <a:uLnTx/>
                      <a:uFillTx/>
                      <a:latin typeface="Times New Roman" panose="02020603050405020304" pitchFamily="18" charset="0"/>
                      <a:ea typeface="华文行楷" panose="02010800040101010101" pitchFamily="2" charset="-122"/>
                    </a:endParaRPr>
                  </a:p>
                </p:txBody>
              </p:sp>
              <p:sp useBgFill="1">
                <p:nvSpPr>
                  <p:cNvPr id="43" name="Line 343">
                    <a:extLst>
                      <a:ext uri="{FF2B5EF4-FFF2-40B4-BE49-F238E27FC236}">
                        <a16:creationId xmlns:a16="http://schemas.microsoft.com/office/drawing/2014/main" id="{D333E236-445D-463C-B12F-B5DF1B085C90}"/>
                      </a:ext>
                    </a:extLst>
                  </p:cNvPr>
                  <p:cNvSpPr>
                    <a:spLocks noChangeShapeType="1"/>
                  </p:cNvSpPr>
                  <p:nvPr/>
                </p:nvSpPr>
                <p:spPr bwMode="auto">
                  <a:xfrm>
                    <a:off x="8223918" y="1872944"/>
                    <a:ext cx="0" cy="322788"/>
                  </a:xfrm>
                  <a:prstGeom prst="line">
                    <a:avLst/>
                  </a:prstGeom>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0000"/>
                      </a:solidFill>
                      <a:effectLst/>
                      <a:uLnTx/>
                      <a:uFillTx/>
                      <a:latin typeface="Times New Roman" panose="02020603050405020304" pitchFamily="18" charset="0"/>
                      <a:ea typeface="华文行楷" panose="02010800040101010101" pitchFamily="2" charset="-122"/>
                    </a:endParaRPr>
                  </a:p>
                </p:txBody>
              </p:sp>
              <p:sp useBgFill="1">
                <p:nvSpPr>
                  <p:cNvPr id="44" name="Line 345">
                    <a:extLst>
                      <a:ext uri="{FF2B5EF4-FFF2-40B4-BE49-F238E27FC236}">
                        <a16:creationId xmlns:a16="http://schemas.microsoft.com/office/drawing/2014/main" id="{19D2C47E-173F-484C-B9A8-8EF3739FC4FB}"/>
                      </a:ext>
                    </a:extLst>
                  </p:cNvPr>
                  <p:cNvSpPr>
                    <a:spLocks noChangeShapeType="1"/>
                  </p:cNvSpPr>
                  <p:nvPr/>
                </p:nvSpPr>
                <p:spPr bwMode="auto">
                  <a:xfrm>
                    <a:off x="8683331" y="1872944"/>
                    <a:ext cx="0" cy="322788"/>
                  </a:xfrm>
                  <a:prstGeom prst="line">
                    <a:avLst/>
                  </a:prstGeom>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0000"/>
                      </a:solidFill>
                      <a:effectLst/>
                      <a:uLnTx/>
                      <a:uFillTx/>
                      <a:latin typeface="Times New Roman" panose="02020603050405020304" pitchFamily="18" charset="0"/>
                      <a:ea typeface="华文行楷" panose="02010800040101010101" pitchFamily="2" charset="-122"/>
                    </a:endParaRPr>
                  </a:p>
                </p:txBody>
              </p:sp>
              <p:sp useBgFill="1">
                <p:nvSpPr>
                  <p:cNvPr id="45" name="Line 347">
                    <a:extLst>
                      <a:ext uri="{FF2B5EF4-FFF2-40B4-BE49-F238E27FC236}">
                        <a16:creationId xmlns:a16="http://schemas.microsoft.com/office/drawing/2014/main" id="{20D5DE19-FEFA-4774-A1CB-998E490DA481}"/>
                      </a:ext>
                    </a:extLst>
                  </p:cNvPr>
                  <p:cNvSpPr>
                    <a:spLocks noChangeShapeType="1"/>
                  </p:cNvSpPr>
                  <p:nvPr/>
                </p:nvSpPr>
                <p:spPr bwMode="auto">
                  <a:xfrm>
                    <a:off x="9142744" y="1872944"/>
                    <a:ext cx="0" cy="322788"/>
                  </a:xfrm>
                  <a:prstGeom prst="line">
                    <a:avLst/>
                  </a:prstGeom>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0000"/>
                      </a:solidFill>
                      <a:effectLst/>
                      <a:uLnTx/>
                      <a:uFillTx/>
                      <a:latin typeface="Times New Roman" panose="02020603050405020304" pitchFamily="18" charset="0"/>
                      <a:ea typeface="华文行楷" panose="02010800040101010101" pitchFamily="2" charset="-122"/>
                    </a:endParaRPr>
                  </a:p>
                </p:txBody>
              </p:sp>
              <p:sp useBgFill="1">
                <p:nvSpPr>
                  <p:cNvPr id="46" name="Line 349">
                    <a:extLst>
                      <a:ext uri="{FF2B5EF4-FFF2-40B4-BE49-F238E27FC236}">
                        <a16:creationId xmlns:a16="http://schemas.microsoft.com/office/drawing/2014/main" id="{25079D5C-CD62-4ED2-A012-F06BB49A49AB}"/>
                      </a:ext>
                    </a:extLst>
                  </p:cNvPr>
                  <p:cNvSpPr>
                    <a:spLocks noChangeShapeType="1"/>
                  </p:cNvSpPr>
                  <p:nvPr/>
                </p:nvSpPr>
                <p:spPr bwMode="auto">
                  <a:xfrm>
                    <a:off x="9602158" y="1872944"/>
                    <a:ext cx="0" cy="322788"/>
                  </a:xfrm>
                  <a:prstGeom prst="line">
                    <a:avLst/>
                  </a:prstGeom>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0000"/>
                      </a:solidFill>
                      <a:effectLst/>
                      <a:uLnTx/>
                      <a:uFillTx/>
                      <a:latin typeface="Times New Roman" panose="02020603050405020304" pitchFamily="18" charset="0"/>
                      <a:ea typeface="华文行楷" panose="02010800040101010101" pitchFamily="2" charset="-122"/>
                    </a:endParaRPr>
                  </a:p>
                </p:txBody>
              </p:sp>
              <p:sp useBgFill="1">
                <p:nvSpPr>
                  <p:cNvPr id="47" name="Line 351">
                    <a:extLst>
                      <a:ext uri="{FF2B5EF4-FFF2-40B4-BE49-F238E27FC236}">
                        <a16:creationId xmlns:a16="http://schemas.microsoft.com/office/drawing/2014/main" id="{7875D25D-3877-4B01-A368-112ABA299F3C}"/>
                      </a:ext>
                    </a:extLst>
                  </p:cNvPr>
                  <p:cNvSpPr>
                    <a:spLocks noChangeShapeType="1"/>
                  </p:cNvSpPr>
                  <p:nvPr/>
                </p:nvSpPr>
                <p:spPr bwMode="auto">
                  <a:xfrm>
                    <a:off x="10060590" y="1872944"/>
                    <a:ext cx="0" cy="322788"/>
                  </a:xfrm>
                  <a:prstGeom prst="line">
                    <a:avLst/>
                  </a:prstGeom>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0000"/>
                      </a:solidFill>
                      <a:effectLst/>
                      <a:uLnTx/>
                      <a:uFillTx/>
                      <a:latin typeface="Times New Roman" panose="02020603050405020304" pitchFamily="18" charset="0"/>
                      <a:ea typeface="华文行楷" panose="02010800040101010101" pitchFamily="2" charset="-122"/>
                    </a:endParaRPr>
                  </a:p>
                </p:txBody>
              </p:sp>
              <p:sp useBgFill="1">
                <p:nvSpPr>
                  <p:cNvPr id="48" name="Line 353">
                    <a:extLst>
                      <a:ext uri="{FF2B5EF4-FFF2-40B4-BE49-F238E27FC236}">
                        <a16:creationId xmlns:a16="http://schemas.microsoft.com/office/drawing/2014/main" id="{242D0818-2558-40FD-B5C7-26F65203DC3D}"/>
                      </a:ext>
                    </a:extLst>
                  </p:cNvPr>
                  <p:cNvSpPr>
                    <a:spLocks noChangeShapeType="1"/>
                  </p:cNvSpPr>
                  <p:nvPr/>
                </p:nvSpPr>
                <p:spPr bwMode="auto">
                  <a:xfrm>
                    <a:off x="10520002" y="1872944"/>
                    <a:ext cx="0" cy="322788"/>
                  </a:xfrm>
                  <a:prstGeom prst="line">
                    <a:avLst/>
                  </a:prstGeom>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0000"/>
                      </a:solidFill>
                      <a:effectLst/>
                      <a:uLnTx/>
                      <a:uFillTx/>
                      <a:latin typeface="Times New Roman" panose="02020603050405020304" pitchFamily="18" charset="0"/>
                      <a:ea typeface="华文行楷" panose="02010800040101010101" pitchFamily="2" charset="-122"/>
                    </a:endParaRPr>
                  </a:p>
                </p:txBody>
              </p:sp>
              <p:sp useBgFill="1">
                <p:nvSpPr>
                  <p:cNvPr id="49" name="Line 354">
                    <a:extLst>
                      <a:ext uri="{FF2B5EF4-FFF2-40B4-BE49-F238E27FC236}">
                        <a16:creationId xmlns:a16="http://schemas.microsoft.com/office/drawing/2014/main" id="{A97EEEFF-F7FC-4F32-93E5-2E9A21BD1A4F}"/>
                      </a:ext>
                    </a:extLst>
                  </p:cNvPr>
                  <p:cNvSpPr>
                    <a:spLocks noChangeShapeType="1"/>
                  </p:cNvSpPr>
                  <p:nvPr/>
                </p:nvSpPr>
                <p:spPr bwMode="auto">
                  <a:xfrm>
                    <a:off x="10979415" y="1872944"/>
                    <a:ext cx="0" cy="322788"/>
                  </a:xfrm>
                  <a:prstGeom prst="line">
                    <a:avLst/>
                  </a:prstGeom>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0000"/>
                      </a:solidFill>
                      <a:effectLst/>
                      <a:uLnTx/>
                      <a:uFillTx/>
                      <a:latin typeface="Times New Roman" panose="02020603050405020304" pitchFamily="18" charset="0"/>
                      <a:ea typeface="华文行楷" panose="02010800040101010101" pitchFamily="2" charset="-122"/>
                    </a:endParaRPr>
                  </a:p>
                </p:txBody>
              </p:sp>
              <p:sp useBgFill="1">
                <p:nvSpPr>
                  <p:cNvPr id="50" name="Line 355">
                    <a:extLst>
                      <a:ext uri="{FF2B5EF4-FFF2-40B4-BE49-F238E27FC236}">
                        <a16:creationId xmlns:a16="http://schemas.microsoft.com/office/drawing/2014/main" id="{BB457DF6-1BAB-4305-B0CF-E33EF848AA82}"/>
                      </a:ext>
                    </a:extLst>
                  </p:cNvPr>
                  <p:cNvSpPr>
                    <a:spLocks noChangeShapeType="1"/>
                  </p:cNvSpPr>
                  <p:nvPr/>
                </p:nvSpPr>
                <p:spPr bwMode="auto">
                  <a:xfrm>
                    <a:off x="11437245" y="1881024"/>
                    <a:ext cx="0" cy="322788"/>
                  </a:xfrm>
                  <a:prstGeom prst="line">
                    <a:avLst/>
                  </a:prstGeom>
                  <a:ln w="28575" cap="sq">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0000"/>
                      </a:solidFill>
                      <a:effectLst/>
                      <a:uLnTx/>
                      <a:uFillTx/>
                      <a:latin typeface="Times New Roman" panose="02020603050405020304" pitchFamily="18" charset="0"/>
                      <a:ea typeface="华文行楷" panose="02010800040101010101" pitchFamily="2" charset="-122"/>
                    </a:endParaRPr>
                  </a:p>
                </p:txBody>
              </p:sp>
              <p:sp useBgFill="1">
                <p:nvSpPr>
                  <p:cNvPr id="51" name="Line 356">
                    <a:extLst>
                      <a:ext uri="{FF2B5EF4-FFF2-40B4-BE49-F238E27FC236}">
                        <a16:creationId xmlns:a16="http://schemas.microsoft.com/office/drawing/2014/main" id="{A9CB21CB-952C-4EAD-AFB4-D7095B69136A}"/>
                      </a:ext>
                    </a:extLst>
                  </p:cNvPr>
                  <p:cNvSpPr>
                    <a:spLocks noChangeShapeType="1"/>
                  </p:cNvSpPr>
                  <p:nvPr/>
                </p:nvSpPr>
                <p:spPr bwMode="auto">
                  <a:xfrm>
                    <a:off x="6832331" y="1868267"/>
                    <a:ext cx="4604912" cy="4676"/>
                  </a:xfrm>
                  <a:prstGeom prst="line">
                    <a:avLst/>
                  </a:prstGeom>
                  <a:ln w="28575" cap="sq">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0000"/>
                      </a:solidFill>
                      <a:effectLst/>
                      <a:uLnTx/>
                      <a:uFillTx/>
                      <a:latin typeface="Times New Roman" panose="02020603050405020304" pitchFamily="18" charset="0"/>
                      <a:ea typeface="华文行楷" panose="02010800040101010101" pitchFamily="2" charset="-122"/>
                    </a:endParaRPr>
                  </a:p>
                </p:txBody>
              </p:sp>
              <p:sp useBgFill="1">
                <p:nvSpPr>
                  <p:cNvPr id="52" name="Line 357">
                    <a:extLst>
                      <a:ext uri="{FF2B5EF4-FFF2-40B4-BE49-F238E27FC236}">
                        <a16:creationId xmlns:a16="http://schemas.microsoft.com/office/drawing/2014/main" id="{45D9DC50-4033-404E-921D-535EAF2306C3}"/>
                      </a:ext>
                    </a:extLst>
                  </p:cNvPr>
                  <p:cNvSpPr>
                    <a:spLocks noChangeShapeType="1"/>
                  </p:cNvSpPr>
                  <p:nvPr/>
                </p:nvSpPr>
                <p:spPr bwMode="auto">
                  <a:xfrm>
                    <a:off x="6832332" y="2200408"/>
                    <a:ext cx="4604308" cy="11089"/>
                  </a:xfrm>
                  <a:prstGeom prst="line">
                    <a:avLst/>
                  </a:prstGeom>
                  <a:ln w="28575" cap="sq">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0000"/>
                      </a:solidFill>
                      <a:effectLst/>
                      <a:uLnTx/>
                      <a:uFillTx/>
                      <a:latin typeface="Times New Roman" panose="02020603050405020304" pitchFamily="18" charset="0"/>
                      <a:ea typeface="华文行楷" panose="02010800040101010101" pitchFamily="2" charset="-122"/>
                    </a:endParaRPr>
                  </a:p>
                </p:txBody>
              </p:sp>
            </p:grpSp>
            <p:sp>
              <p:nvSpPr>
                <p:cNvPr id="30" name="Rectangle 445">
                  <a:extLst>
                    <a:ext uri="{FF2B5EF4-FFF2-40B4-BE49-F238E27FC236}">
                      <a16:creationId xmlns:a16="http://schemas.microsoft.com/office/drawing/2014/main" id="{F6FCA41B-E009-4057-BFCE-EE28345E3A51}"/>
                    </a:ext>
                  </a:extLst>
                </p:cNvPr>
                <p:cNvSpPr>
                  <a:spLocks noChangeArrowheads="1"/>
                </p:cNvSpPr>
                <p:nvPr/>
              </p:nvSpPr>
              <p:spPr bwMode="auto">
                <a:xfrm>
                  <a:off x="6236729" y="3720602"/>
                  <a:ext cx="293401" cy="369332"/>
                </a:xfrm>
                <a:prstGeom prst="rect">
                  <a:avLst/>
                </a:prstGeom>
                <a:noFill/>
                <a:ln w="12700">
                  <a:noFill/>
                  <a:miter lim="800000"/>
                  <a:headEnd/>
                  <a:tailEnd/>
                </a:ln>
                <a:effectLst/>
              </p:spPr>
              <p:txBody>
                <a:bodyPr wrap="none" lIns="36000" tIns="0" rIns="72000" bIns="0">
                  <a:spAutoFit/>
                </a:bodyPr>
                <a:lstStyle/>
                <a:p>
                  <a:pPr eaLnBrk="0" fontAlgn="base" hangingPunct="0">
                    <a:spcBef>
                      <a:spcPct val="0"/>
                    </a:spcBef>
                    <a:spcAft>
                      <a:spcPct val="0"/>
                    </a:spcAft>
                  </a:pPr>
                  <a:r>
                    <a:rPr lang="en-US" altLang="zh-CN" sz="2400" b="1" dirty="0">
                      <a:solidFill>
                        <a:srgbClr val="CC6600"/>
                      </a:solidFill>
                      <a:latin typeface="Courier New" panose="02070309020205020404" pitchFamily="49" charset="0"/>
                      <a:ea typeface="宋体" panose="02010600030101010101" pitchFamily="2" charset="-122"/>
                      <a:cs typeface="Courier New" panose="02070309020205020404" pitchFamily="49" charset="0"/>
                    </a:rPr>
                    <a:t>f</a:t>
                  </a:r>
                </a:p>
              </p:txBody>
            </p:sp>
          </p:grpSp>
          <p:grpSp>
            <p:nvGrpSpPr>
              <p:cNvPr id="8" name="组合 7">
                <a:extLst>
                  <a:ext uri="{FF2B5EF4-FFF2-40B4-BE49-F238E27FC236}">
                    <a16:creationId xmlns:a16="http://schemas.microsoft.com/office/drawing/2014/main" id="{55588C59-BD6E-42D9-B7D9-C8AB75A86480}"/>
                  </a:ext>
                </a:extLst>
              </p:cNvPr>
              <p:cNvGrpSpPr/>
              <p:nvPr/>
            </p:nvGrpSpPr>
            <p:grpSpPr>
              <a:xfrm>
                <a:off x="6574513" y="4062057"/>
                <a:ext cx="5277953" cy="275750"/>
                <a:chOff x="6602019" y="1642643"/>
                <a:chExt cx="5277953" cy="275750"/>
              </a:xfrm>
            </p:grpSpPr>
            <p:sp>
              <p:nvSpPr>
                <p:cNvPr id="9" name="Rectangle 312">
                  <a:extLst>
                    <a:ext uri="{FF2B5EF4-FFF2-40B4-BE49-F238E27FC236}">
                      <a16:creationId xmlns:a16="http://schemas.microsoft.com/office/drawing/2014/main" id="{D87FD00B-85AA-4354-A6CD-5BAEEA2C9134}"/>
                    </a:ext>
                  </a:extLst>
                </p:cNvPr>
                <p:cNvSpPr>
                  <a:spLocks noChangeArrowheads="1"/>
                </p:cNvSpPr>
                <p:nvPr/>
              </p:nvSpPr>
              <p:spPr bwMode="auto">
                <a:xfrm>
                  <a:off x="11351838" y="1642643"/>
                  <a:ext cx="528134" cy="275750"/>
                </a:xfrm>
                <a:prstGeom prst="rect">
                  <a:avLst/>
                </a:prstGeom>
                <a:noFill/>
                <a:ln>
                  <a:noFill/>
                </a:ln>
                <a:effectLst/>
              </p:spPr>
              <p:txBody>
                <a:bodyPr tIns="0" bIns="0" anchor="ctr" anchorCtr="0"/>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b="0" i="0" u="none" strike="noStrike" kern="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rPr>
                    <a:t>9</a:t>
                  </a:r>
                </a:p>
              </p:txBody>
            </p:sp>
            <p:sp>
              <p:nvSpPr>
                <p:cNvPr id="10" name="Rectangle 323">
                  <a:extLst>
                    <a:ext uri="{FF2B5EF4-FFF2-40B4-BE49-F238E27FC236}">
                      <a16:creationId xmlns:a16="http://schemas.microsoft.com/office/drawing/2014/main" id="{638B2401-74D4-4777-BF58-729F4F79051B}"/>
                    </a:ext>
                  </a:extLst>
                </p:cNvPr>
                <p:cNvSpPr>
                  <a:spLocks noChangeArrowheads="1"/>
                </p:cNvSpPr>
                <p:nvPr/>
              </p:nvSpPr>
              <p:spPr bwMode="auto">
                <a:xfrm>
                  <a:off x="10824832" y="1642643"/>
                  <a:ext cx="527006" cy="275750"/>
                </a:xfrm>
                <a:prstGeom prst="rect">
                  <a:avLst/>
                </a:prstGeom>
                <a:noFill/>
                <a:ln>
                  <a:noFill/>
                </a:ln>
                <a:effectLst/>
              </p:spPr>
              <p:txBody>
                <a:bodyPr tIns="0" bIns="0" anchor="ctr" anchorCtr="0"/>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b="0" i="0" u="none" strike="noStrike" kern="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rPr>
                    <a:t>8</a:t>
                  </a:r>
                </a:p>
              </p:txBody>
            </p:sp>
            <p:sp>
              <p:nvSpPr>
                <p:cNvPr id="11" name="Rectangle 324">
                  <a:extLst>
                    <a:ext uri="{FF2B5EF4-FFF2-40B4-BE49-F238E27FC236}">
                      <a16:creationId xmlns:a16="http://schemas.microsoft.com/office/drawing/2014/main" id="{817F832E-FB5D-4A56-A2D6-B5FB4D4562FE}"/>
                    </a:ext>
                  </a:extLst>
                </p:cNvPr>
                <p:cNvSpPr>
                  <a:spLocks noChangeArrowheads="1"/>
                </p:cNvSpPr>
                <p:nvPr/>
              </p:nvSpPr>
              <p:spPr bwMode="auto">
                <a:xfrm>
                  <a:off x="10296699" y="1642643"/>
                  <a:ext cx="528134" cy="275750"/>
                </a:xfrm>
                <a:prstGeom prst="rect">
                  <a:avLst/>
                </a:prstGeom>
                <a:noFill/>
                <a:ln>
                  <a:noFill/>
                </a:ln>
                <a:effectLst/>
              </p:spPr>
              <p:txBody>
                <a:bodyPr tIns="0" bIns="0" anchor="ctr" anchorCtr="0"/>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b="0" i="0" u="none" strike="noStrike" kern="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rPr>
                    <a:t>7</a:t>
                  </a:r>
                </a:p>
              </p:txBody>
            </p:sp>
            <p:sp>
              <p:nvSpPr>
                <p:cNvPr id="12" name="Rectangle 325">
                  <a:extLst>
                    <a:ext uri="{FF2B5EF4-FFF2-40B4-BE49-F238E27FC236}">
                      <a16:creationId xmlns:a16="http://schemas.microsoft.com/office/drawing/2014/main" id="{ED46793A-051A-4964-904B-91E17DD0D0EF}"/>
                    </a:ext>
                  </a:extLst>
                </p:cNvPr>
                <p:cNvSpPr>
                  <a:spLocks noChangeArrowheads="1"/>
                </p:cNvSpPr>
                <p:nvPr/>
              </p:nvSpPr>
              <p:spPr bwMode="auto">
                <a:xfrm>
                  <a:off x="9768566" y="1642643"/>
                  <a:ext cx="528134" cy="275750"/>
                </a:xfrm>
                <a:prstGeom prst="rect">
                  <a:avLst/>
                </a:prstGeom>
                <a:noFill/>
                <a:ln>
                  <a:noFill/>
                </a:ln>
                <a:effectLst/>
              </p:spPr>
              <p:txBody>
                <a:bodyPr tIns="0" bIns="0" anchor="ctr" anchorCtr="0"/>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b="0" i="0" u="none" strike="noStrike" kern="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rPr>
                    <a:t>6</a:t>
                  </a:r>
                </a:p>
              </p:txBody>
            </p:sp>
            <p:sp>
              <p:nvSpPr>
                <p:cNvPr id="13" name="Rectangle 326">
                  <a:extLst>
                    <a:ext uri="{FF2B5EF4-FFF2-40B4-BE49-F238E27FC236}">
                      <a16:creationId xmlns:a16="http://schemas.microsoft.com/office/drawing/2014/main" id="{DF5E4D73-6B31-4985-AA53-0617131ED219}"/>
                    </a:ext>
                  </a:extLst>
                </p:cNvPr>
                <p:cNvSpPr>
                  <a:spLocks noChangeArrowheads="1"/>
                </p:cNvSpPr>
                <p:nvPr/>
              </p:nvSpPr>
              <p:spPr bwMode="auto">
                <a:xfrm>
                  <a:off x="9241560" y="1642643"/>
                  <a:ext cx="527006" cy="275750"/>
                </a:xfrm>
                <a:prstGeom prst="rect">
                  <a:avLst/>
                </a:prstGeom>
                <a:noFill/>
                <a:ln>
                  <a:noFill/>
                </a:ln>
                <a:effectLst/>
              </p:spPr>
              <p:txBody>
                <a:bodyPr tIns="0" bIns="0" anchor="ctr" anchorCtr="0"/>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b="0" i="0" u="none" strike="noStrike" kern="0" cap="none" spc="0" normalizeH="0" baseline="0" noProof="0">
                      <a:ln>
                        <a:noFill/>
                      </a:ln>
                      <a:solidFill>
                        <a:srgbClr val="002060"/>
                      </a:solidFill>
                      <a:effectLst/>
                      <a:uLnTx/>
                      <a:uFillTx/>
                      <a:latin typeface="Times New Roman" panose="02020603050405020304" pitchFamily="18" charset="0"/>
                      <a:ea typeface="宋体" panose="02010600030101010101" pitchFamily="2" charset="-122"/>
                    </a:rPr>
                    <a:t>5</a:t>
                  </a:r>
                </a:p>
              </p:txBody>
            </p:sp>
            <p:sp>
              <p:nvSpPr>
                <p:cNvPr id="14" name="Rectangle 327">
                  <a:extLst>
                    <a:ext uri="{FF2B5EF4-FFF2-40B4-BE49-F238E27FC236}">
                      <a16:creationId xmlns:a16="http://schemas.microsoft.com/office/drawing/2014/main" id="{B51B00EC-AC6D-48C3-BFF8-541DF61E28DF}"/>
                    </a:ext>
                  </a:extLst>
                </p:cNvPr>
                <p:cNvSpPr>
                  <a:spLocks noChangeArrowheads="1"/>
                </p:cNvSpPr>
                <p:nvPr/>
              </p:nvSpPr>
              <p:spPr bwMode="auto">
                <a:xfrm>
                  <a:off x="8713426" y="1642643"/>
                  <a:ext cx="528134" cy="275750"/>
                </a:xfrm>
                <a:prstGeom prst="rect">
                  <a:avLst/>
                </a:prstGeom>
                <a:noFill/>
                <a:ln>
                  <a:noFill/>
                </a:ln>
                <a:effectLst/>
              </p:spPr>
              <p:txBody>
                <a:bodyPr tIns="0" bIns="0" anchor="ctr" anchorCtr="0"/>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b="0" i="0" u="none" strike="noStrike" kern="0" cap="none" spc="0" normalizeH="0" baseline="0" noProof="0">
                      <a:ln>
                        <a:noFill/>
                      </a:ln>
                      <a:solidFill>
                        <a:srgbClr val="002060"/>
                      </a:solidFill>
                      <a:effectLst/>
                      <a:uLnTx/>
                      <a:uFillTx/>
                      <a:latin typeface="Times New Roman" panose="02020603050405020304" pitchFamily="18" charset="0"/>
                      <a:ea typeface="宋体" panose="02010600030101010101" pitchFamily="2" charset="-122"/>
                    </a:rPr>
                    <a:t>4</a:t>
                  </a:r>
                </a:p>
              </p:txBody>
            </p:sp>
            <p:sp>
              <p:nvSpPr>
                <p:cNvPr id="15" name="Rectangle 328">
                  <a:extLst>
                    <a:ext uri="{FF2B5EF4-FFF2-40B4-BE49-F238E27FC236}">
                      <a16:creationId xmlns:a16="http://schemas.microsoft.com/office/drawing/2014/main" id="{709691E5-0A23-40B5-8A37-AD5E65F7BAFD}"/>
                    </a:ext>
                  </a:extLst>
                </p:cNvPr>
                <p:cNvSpPr>
                  <a:spLocks noChangeArrowheads="1"/>
                </p:cNvSpPr>
                <p:nvPr/>
              </p:nvSpPr>
              <p:spPr bwMode="auto">
                <a:xfrm>
                  <a:off x="8185292" y="1642643"/>
                  <a:ext cx="528134" cy="275750"/>
                </a:xfrm>
                <a:prstGeom prst="rect">
                  <a:avLst/>
                </a:prstGeom>
                <a:noFill/>
                <a:ln>
                  <a:noFill/>
                </a:ln>
                <a:effectLst/>
              </p:spPr>
              <p:txBody>
                <a:bodyPr tIns="0" bIns="0" anchor="ctr" anchorCtr="0"/>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b="0" i="0" u="none" strike="noStrike" kern="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rPr>
                    <a:t>3</a:t>
                  </a:r>
                </a:p>
              </p:txBody>
            </p:sp>
            <p:sp>
              <p:nvSpPr>
                <p:cNvPr id="16" name="Rectangle 329">
                  <a:extLst>
                    <a:ext uri="{FF2B5EF4-FFF2-40B4-BE49-F238E27FC236}">
                      <a16:creationId xmlns:a16="http://schemas.microsoft.com/office/drawing/2014/main" id="{1ACFE3F5-C075-40E5-AA91-F72E0550F2EE}"/>
                    </a:ext>
                  </a:extLst>
                </p:cNvPr>
                <p:cNvSpPr>
                  <a:spLocks noChangeArrowheads="1"/>
                </p:cNvSpPr>
                <p:nvPr/>
              </p:nvSpPr>
              <p:spPr bwMode="auto">
                <a:xfrm>
                  <a:off x="7657158" y="1642643"/>
                  <a:ext cx="528134" cy="275750"/>
                </a:xfrm>
                <a:prstGeom prst="rect">
                  <a:avLst/>
                </a:prstGeom>
                <a:noFill/>
                <a:ln>
                  <a:noFill/>
                </a:ln>
                <a:effectLst/>
              </p:spPr>
              <p:txBody>
                <a:bodyPr tIns="0" bIns="0" anchor="ctr" anchorCtr="0"/>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b="0" i="0" u="none" strike="noStrike" kern="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rPr>
                    <a:t>2</a:t>
                  </a:r>
                </a:p>
              </p:txBody>
            </p:sp>
            <p:sp>
              <p:nvSpPr>
                <p:cNvPr id="17" name="Rectangle 330">
                  <a:extLst>
                    <a:ext uri="{FF2B5EF4-FFF2-40B4-BE49-F238E27FC236}">
                      <a16:creationId xmlns:a16="http://schemas.microsoft.com/office/drawing/2014/main" id="{3C6B7B1B-8C07-41E9-B5CB-B81933BFDC8D}"/>
                    </a:ext>
                  </a:extLst>
                </p:cNvPr>
                <p:cNvSpPr>
                  <a:spLocks noChangeArrowheads="1"/>
                </p:cNvSpPr>
                <p:nvPr/>
              </p:nvSpPr>
              <p:spPr bwMode="auto">
                <a:xfrm>
                  <a:off x="7130153" y="1642643"/>
                  <a:ext cx="527006" cy="275750"/>
                </a:xfrm>
                <a:prstGeom prst="rect">
                  <a:avLst/>
                </a:prstGeom>
                <a:noFill/>
                <a:ln>
                  <a:noFill/>
                </a:ln>
                <a:effectLst/>
              </p:spPr>
              <p:txBody>
                <a:bodyPr tIns="0" bIns="0" anchor="ctr" anchorCtr="0"/>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b="0" i="0" u="none" strike="noStrike" kern="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rPr>
                    <a:t>1</a:t>
                  </a:r>
                </a:p>
              </p:txBody>
            </p:sp>
            <p:sp>
              <p:nvSpPr>
                <p:cNvPr id="18" name="Rectangle 331">
                  <a:extLst>
                    <a:ext uri="{FF2B5EF4-FFF2-40B4-BE49-F238E27FC236}">
                      <a16:creationId xmlns:a16="http://schemas.microsoft.com/office/drawing/2014/main" id="{0A306E4B-B178-42E1-B19E-DEF0B4AFF1B9}"/>
                    </a:ext>
                  </a:extLst>
                </p:cNvPr>
                <p:cNvSpPr>
                  <a:spLocks noChangeArrowheads="1"/>
                </p:cNvSpPr>
                <p:nvPr/>
              </p:nvSpPr>
              <p:spPr bwMode="auto">
                <a:xfrm>
                  <a:off x="6602019" y="1642643"/>
                  <a:ext cx="528134" cy="275750"/>
                </a:xfrm>
                <a:prstGeom prst="rect">
                  <a:avLst/>
                </a:prstGeom>
                <a:noFill/>
                <a:ln>
                  <a:noFill/>
                </a:ln>
                <a:effectLst/>
              </p:spPr>
              <p:txBody>
                <a:bodyPr tIns="0" bIns="0" anchor="ctr" anchorCtr="0"/>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b="0" i="0" u="none" strike="noStrike" kern="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rPr>
                    <a:t>0</a:t>
                  </a:r>
                </a:p>
              </p:txBody>
            </p:sp>
            <p:sp>
              <p:nvSpPr>
                <p:cNvPr id="19" name="Line 335">
                  <a:extLst>
                    <a:ext uri="{FF2B5EF4-FFF2-40B4-BE49-F238E27FC236}">
                      <a16:creationId xmlns:a16="http://schemas.microsoft.com/office/drawing/2014/main" id="{AB82E666-2675-489F-8DFD-B9927829A196}"/>
                    </a:ext>
                  </a:extLst>
                </p:cNvPr>
                <p:cNvSpPr>
                  <a:spLocks noChangeShapeType="1"/>
                </p:cNvSpPr>
                <p:nvPr/>
              </p:nvSpPr>
              <p:spPr bwMode="auto">
                <a:xfrm>
                  <a:off x="11879972" y="1642643"/>
                  <a:ext cx="0" cy="275750"/>
                </a:xfrm>
                <a:prstGeom prst="line">
                  <a:avLst/>
                </a:prstGeom>
                <a:ln>
                  <a:noFill/>
                </a:ln>
                <a:effectLst/>
                <a:extLs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ctr" anchorCtr="0"/>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2060"/>
                    </a:solidFill>
                    <a:effectLst/>
                    <a:uLnTx/>
                    <a:uFillTx/>
                    <a:latin typeface="Times New Roman" panose="02020603050405020304" pitchFamily="18" charset="0"/>
                    <a:ea typeface="华文行楷" panose="02010800040101010101" pitchFamily="2" charset="-122"/>
                  </a:endParaRPr>
                </a:p>
              </p:txBody>
            </p:sp>
            <p:sp>
              <p:nvSpPr>
                <p:cNvPr id="20" name="Line 336">
                  <a:extLst>
                    <a:ext uri="{FF2B5EF4-FFF2-40B4-BE49-F238E27FC236}">
                      <a16:creationId xmlns:a16="http://schemas.microsoft.com/office/drawing/2014/main" id="{FFA3452D-554C-4AC4-BBE4-C877563EDAA3}"/>
                    </a:ext>
                  </a:extLst>
                </p:cNvPr>
                <p:cNvSpPr>
                  <a:spLocks noChangeShapeType="1"/>
                </p:cNvSpPr>
                <p:nvPr/>
              </p:nvSpPr>
              <p:spPr bwMode="auto">
                <a:xfrm>
                  <a:off x="6602019" y="1642643"/>
                  <a:ext cx="528134" cy="0"/>
                </a:xfrm>
                <a:prstGeom prst="line">
                  <a:avLst/>
                </a:prstGeom>
                <a:ln>
                  <a:noFill/>
                </a:ln>
                <a:effectLst/>
                <a:extLs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ctr" anchorCtr="0"/>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2060"/>
                    </a:solidFill>
                    <a:effectLst/>
                    <a:uLnTx/>
                    <a:uFillTx/>
                    <a:latin typeface="Times New Roman" panose="02020603050405020304" pitchFamily="18" charset="0"/>
                    <a:ea typeface="华文行楷" panose="02010800040101010101" pitchFamily="2" charset="-122"/>
                  </a:endParaRPr>
                </a:p>
              </p:txBody>
            </p:sp>
            <p:sp>
              <p:nvSpPr>
                <p:cNvPr id="21" name="Line 338">
                  <a:extLst>
                    <a:ext uri="{FF2B5EF4-FFF2-40B4-BE49-F238E27FC236}">
                      <a16:creationId xmlns:a16="http://schemas.microsoft.com/office/drawing/2014/main" id="{90359B60-81E3-4387-9A13-E76CD51FDF3C}"/>
                    </a:ext>
                  </a:extLst>
                </p:cNvPr>
                <p:cNvSpPr>
                  <a:spLocks noChangeShapeType="1"/>
                </p:cNvSpPr>
                <p:nvPr/>
              </p:nvSpPr>
              <p:spPr bwMode="auto">
                <a:xfrm>
                  <a:off x="7130153" y="1642643"/>
                  <a:ext cx="527006" cy="0"/>
                </a:xfrm>
                <a:prstGeom prst="line">
                  <a:avLst/>
                </a:prstGeom>
                <a:ln>
                  <a:noFill/>
                </a:ln>
                <a:effectLst/>
                <a:extLs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ctr" anchorCtr="0"/>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2060"/>
                    </a:solidFill>
                    <a:effectLst/>
                    <a:uLnTx/>
                    <a:uFillTx/>
                    <a:latin typeface="Times New Roman" panose="02020603050405020304" pitchFamily="18" charset="0"/>
                    <a:ea typeface="华文行楷" panose="02010800040101010101" pitchFamily="2" charset="-122"/>
                  </a:endParaRPr>
                </a:p>
              </p:txBody>
            </p:sp>
            <p:sp>
              <p:nvSpPr>
                <p:cNvPr id="22" name="Line 340">
                  <a:extLst>
                    <a:ext uri="{FF2B5EF4-FFF2-40B4-BE49-F238E27FC236}">
                      <a16:creationId xmlns:a16="http://schemas.microsoft.com/office/drawing/2014/main" id="{5EDD85AB-F419-4C59-82F6-FF0E53C8D723}"/>
                    </a:ext>
                  </a:extLst>
                </p:cNvPr>
                <p:cNvSpPr>
                  <a:spLocks noChangeShapeType="1"/>
                </p:cNvSpPr>
                <p:nvPr/>
              </p:nvSpPr>
              <p:spPr bwMode="auto">
                <a:xfrm>
                  <a:off x="7657158" y="1642643"/>
                  <a:ext cx="528134" cy="0"/>
                </a:xfrm>
                <a:prstGeom prst="line">
                  <a:avLst/>
                </a:prstGeom>
                <a:ln>
                  <a:noFill/>
                </a:ln>
                <a:effectLst/>
                <a:extLs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ctr" anchorCtr="0"/>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2060"/>
                    </a:solidFill>
                    <a:effectLst/>
                    <a:uLnTx/>
                    <a:uFillTx/>
                    <a:latin typeface="Times New Roman" panose="02020603050405020304" pitchFamily="18" charset="0"/>
                    <a:ea typeface="华文行楷" panose="02010800040101010101" pitchFamily="2" charset="-122"/>
                  </a:endParaRPr>
                </a:p>
              </p:txBody>
            </p:sp>
            <p:sp>
              <p:nvSpPr>
                <p:cNvPr id="23" name="Line 342">
                  <a:extLst>
                    <a:ext uri="{FF2B5EF4-FFF2-40B4-BE49-F238E27FC236}">
                      <a16:creationId xmlns:a16="http://schemas.microsoft.com/office/drawing/2014/main" id="{AA32BC4A-4FD4-48C1-9006-151BF200A7F7}"/>
                    </a:ext>
                  </a:extLst>
                </p:cNvPr>
                <p:cNvSpPr>
                  <a:spLocks noChangeShapeType="1"/>
                </p:cNvSpPr>
                <p:nvPr/>
              </p:nvSpPr>
              <p:spPr bwMode="auto">
                <a:xfrm>
                  <a:off x="8185292" y="1642643"/>
                  <a:ext cx="528134" cy="0"/>
                </a:xfrm>
                <a:prstGeom prst="line">
                  <a:avLst/>
                </a:prstGeom>
                <a:ln>
                  <a:noFill/>
                </a:ln>
                <a:effectLst/>
                <a:extLs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ctr" anchorCtr="0"/>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2060"/>
                    </a:solidFill>
                    <a:effectLst/>
                    <a:uLnTx/>
                    <a:uFillTx/>
                    <a:latin typeface="Times New Roman" panose="02020603050405020304" pitchFamily="18" charset="0"/>
                    <a:ea typeface="华文行楷" panose="02010800040101010101" pitchFamily="2" charset="-122"/>
                  </a:endParaRPr>
                </a:p>
              </p:txBody>
            </p:sp>
            <p:sp>
              <p:nvSpPr>
                <p:cNvPr id="24" name="Line 344">
                  <a:extLst>
                    <a:ext uri="{FF2B5EF4-FFF2-40B4-BE49-F238E27FC236}">
                      <a16:creationId xmlns:a16="http://schemas.microsoft.com/office/drawing/2014/main" id="{7D77CD71-352B-42F8-AB55-31CB9381A744}"/>
                    </a:ext>
                  </a:extLst>
                </p:cNvPr>
                <p:cNvSpPr>
                  <a:spLocks noChangeShapeType="1"/>
                </p:cNvSpPr>
                <p:nvPr/>
              </p:nvSpPr>
              <p:spPr bwMode="auto">
                <a:xfrm>
                  <a:off x="8713426" y="1642643"/>
                  <a:ext cx="528134" cy="0"/>
                </a:xfrm>
                <a:prstGeom prst="line">
                  <a:avLst/>
                </a:prstGeom>
                <a:ln>
                  <a:noFill/>
                </a:ln>
                <a:effectLst/>
                <a:extLs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ctr" anchorCtr="0"/>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2060"/>
                    </a:solidFill>
                    <a:effectLst/>
                    <a:uLnTx/>
                    <a:uFillTx/>
                    <a:latin typeface="Times New Roman" panose="02020603050405020304" pitchFamily="18" charset="0"/>
                    <a:ea typeface="华文行楷" panose="02010800040101010101" pitchFamily="2" charset="-122"/>
                  </a:endParaRPr>
                </a:p>
              </p:txBody>
            </p:sp>
            <p:sp>
              <p:nvSpPr>
                <p:cNvPr id="25" name="Line 346">
                  <a:extLst>
                    <a:ext uri="{FF2B5EF4-FFF2-40B4-BE49-F238E27FC236}">
                      <a16:creationId xmlns:a16="http://schemas.microsoft.com/office/drawing/2014/main" id="{6E69857C-81CD-4F6B-9450-FA994CD7A0AF}"/>
                    </a:ext>
                  </a:extLst>
                </p:cNvPr>
                <p:cNvSpPr>
                  <a:spLocks noChangeShapeType="1"/>
                </p:cNvSpPr>
                <p:nvPr/>
              </p:nvSpPr>
              <p:spPr bwMode="auto">
                <a:xfrm>
                  <a:off x="9241560" y="1642643"/>
                  <a:ext cx="527006" cy="0"/>
                </a:xfrm>
                <a:prstGeom prst="line">
                  <a:avLst/>
                </a:prstGeom>
                <a:ln>
                  <a:noFill/>
                </a:ln>
                <a:effectLst/>
                <a:extLs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ctr" anchorCtr="0"/>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2060"/>
                    </a:solidFill>
                    <a:effectLst/>
                    <a:uLnTx/>
                    <a:uFillTx/>
                    <a:latin typeface="Times New Roman" panose="02020603050405020304" pitchFamily="18" charset="0"/>
                    <a:ea typeface="华文行楷" panose="02010800040101010101" pitchFamily="2" charset="-122"/>
                  </a:endParaRPr>
                </a:p>
              </p:txBody>
            </p:sp>
            <p:sp>
              <p:nvSpPr>
                <p:cNvPr id="26" name="Line 348">
                  <a:extLst>
                    <a:ext uri="{FF2B5EF4-FFF2-40B4-BE49-F238E27FC236}">
                      <a16:creationId xmlns:a16="http://schemas.microsoft.com/office/drawing/2014/main" id="{5EE47E86-FC40-4FBE-B75A-E85B2364D0F3}"/>
                    </a:ext>
                  </a:extLst>
                </p:cNvPr>
                <p:cNvSpPr>
                  <a:spLocks noChangeShapeType="1"/>
                </p:cNvSpPr>
                <p:nvPr/>
              </p:nvSpPr>
              <p:spPr bwMode="auto">
                <a:xfrm>
                  <a:off x="9768566" y="1642643"/>
                  <a:ext cx="528134" cy="0"/>
                </a:xfrm>
                <a:prstGeom prst="line">
                  <a:avLst/>
                </a:prstGeom>
                <a:ln>
                  <a:noFill/>
                </a:ln>
                <a:effectLst/>
                <a:extLs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ctr" anchorCtr="0"/>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2060"/>
                    </a:solidFill>
                    <a:effectLst/>
                    <a:uLnTx/>
                    <a:uFillTx/>
                    <a:latin typeface="Times New Roman" panose="02020603050405020304" pitchFamily="18" charset="0"/>
                    <a:ea typeface="华文行楷" panose="02010800040101010101" pitchFamily="2" charset="-122"/>
                  </a:endParaRPr>
                </a:p>
              </p:txBody>
            </p:sp>
            <p:sp>
              <p:nvSpPr>
                <p:cNvPr id="27" name="Line 350">
                  <a:extLst>
                    <a:ext uri="{FF2B5EF4-FFF2-40B4-BE49-F238E27FC236}">
                      <a16:creationId xmlns:a16="http://schemas.microsoft.com/office/drawing/2014/main" id="{4E587047-2DFE-45B3-A84C-7522683E543E}"/>
                    </a:ext>
                  </a:extLst>
                </p:cNvPr>
                <p:cNvSpPr>
                  <a:spLocks noChangeShapeType="1"/>
                </p:cNvSpPr>
                <p:nvPr/>
              </p:nvSpPr>
              <p:spPr bwMode="auto">
                <a:xfrm>
                  <a:off x="10296699" y="1642643"/>
                  <a:ext cx="528134" cy="0"/>
                </a:xfrm>
                <a:prstGeom prst="line">
                  <a:avLst/>
                </a:prstGeom>
                <a:ln>
                  <a:noFill/>
                </a:ln>
                <a:effectLst/>
                <a:extLs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ctr" anchorCtr="0"/>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2060"/>
                    </a:solidFill>
                    <a:effectLst/>
                    <a:uLnTx/>
                    <a:uFillTx/>
                    <a:latin typeface="Times New Roman" panose="02020603050405020304" pitchFamily="18" charset="0"/>
                    <a:ea typeface="华文行楷" panose="02010800040101010101" pitchFamily="2" charset="-122"/>
                  </a:endParaRPr>
                </a:p>
              </p:txBody>
            </p:sp>
            <p:sp>
              <p:nvSpPr>
                <p:cNvPr id="28" name="Line 352">
                  <a:extLst>
                    <a:ext uri="{FF2B5EF4-FFF2-40B4-BE49-F238E27FC236}">
                      <a16:creationId xmlns:a16="http://schemas.microsoft.com/office/drawing/2014/main" id="{88843DB5-3C91-4841-A4C0-DAEA9E0A4A66}"/>
                    </a:ext>
                  </a:extLst>
                </p:cNvPr>
                <p:cNvSpPr>
                  <a:spLocks noChangeShapeType="1"/>
                </p:cNvSpPr>
                <p:nvPr/>
              </p:nvSpPr>
              <p:spPr bwMode="auto">
                <a:xfrm>
                  <a:off x="10824832" y="1642643"/>
                  <a:ext cx="1055140" cy="0"/>
                </a:xfrm>
                <a:prstGeom prst="line">
                  <a:avLst/>
                </a:prstGeom>
                <a:ln>
                  <a:noFill/>
                </a:ln>
                <a:effectLst/>
                <a:extLs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ctr" anchorCtr="0"/>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2060"/>
                    </a:solidFill>
                    <a:effectLst/>
                    <a:uLnTx/>
                    <a:uFillTx/>
                    <a:latin typeface="Times New Roman" panose="02020603050405020304" pitchFamily="18" charset="0"/>
                    <a:ea typeface="华文行楷" panose="02010800040101010101" pitchFamily="2" charset="-122"/>
                  </a:endParaRPr>
                </a:p>
              </p:txBody>
            </p:sp>
          </p:grpSp>
        </p:grpSp>
      </p:grpSp>
      <p:grpSp>
        <p:nvGrpSpPr>
          <p:cNvPr id="53" name="组合 52">
            <a:extLst>
              <a:ext uri="{FF2B5EF4-FFF2-40B4-BE49-F238E27FC236}">
                <a16:creationId xmlns:a16="http://schemas.microsoft.com/office/drawing/2014/main" id="{90CF5A36-9332-4113-9854-26EF7431CAF7}"/>
              </a:ext>
            </a:extLst>
          </p:cNvPr>
          <p:cNvGrpSpPr/>
          <p:nvPr/>
        </p:nvGrpSpPr>
        <p:grpSpPr>
          <a:xfrm>
            <a:off x="6246041" y="2229932"/>
            <a:ext cx="5635332" cy="625706"/>
            <a:chOff x="6246041" y="1642643"/>
            <a:chExt cx="5635332" cy="625706"/>
          </a:xfrm>
        </p:grpSpPr>
        <p:sp>
          <p:nvSpPr>
            <p:cNvPr id="54" name="Rectangle 321">
              <a:extLst>
                <a:ext uri="{FF2B5EF4-FFF2-40B4-BE49-F238E27FC236}">
                  <a16:creationId xmlns:a16="http://schemas.microsoft.com/office/drawing/2014/main" id="{F429001E-51E5-4103-A950-022CF99F2EC1}"/>
                </a:ext>
              </a:extLst>
            </p:cNvPr>
            <p:cNvSpPr>
              <a:spLocks noChangeArrowheads="1"/>
            </p:cNvSpPr>
            <p:nvPr/>
          </p:nvSpPr>
          <p:spPr bwMode="auto">
            <a:xfrm>
              <a:off x="6546792" y="1937876"/>
              <a:ext cx="532864" cy="322788"/>
            </a:xfrm>
            <a:prstGeom prst="rect">
              <a:avLst/>
            </a:prstGeom>
            <a:solidFill>
              <a:schemeClr val="accent6">
                <a:lumMod val="20000"/>
                <a:lumOff val="8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zh-CN"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nvGrpSpPr>
            <p:cNvPr id="55" name="组合 54">
              <a:extLst>
                <a:ext uri="{FF2B5EF4-FFF2-40B4-BE49-F238E27FC236}">
                  <a16:creationId xmlns:a16="http://schemas.microsoft.com/office/drawing/2014/main" id="{09321F77-094B-445D-BF62-4E7DE1FE46A8}"/>
                </a:ext>
              </a:extLst>
            </p:cNvPr>
            <p:cNvGrpSpPr/>
            <p:nvPr/>
          </p:nvGrpSpPr>
          <p:grpSpPr>
            <a:xfrm>
              <a:off x="6246041" y="1642643"/>
              <a:ext cx="5635332" cy="625706"/>
              <a:chOff x="6246041" y="1642643"/>
              <a:chExt cx="5635332" cy="625706"/>
            </a:xfrm>
          </p:grpSpPr>
          <p:grpSp>
            <p:nvGrpSpPr>
              <p:cNvPr id="56" name="组合 55">
                <a:extLst>
                  <a:ext uri="{FF2B5EF4-FFF2-40B4-BE49-F238E27FC236}">
                    <a16:creationId xmlns:a16="http://schemas.microsoft.com/office/drawing/2014/main" id="{7C3925F3-4D5E-4581-9003-7212947EF1E5}"/>
                  </a:ext>
                </a:extLst>
              </p:cNvPr>
              <p:cNvGrpSpPr/>
              <p:nvPr/>
            </p:nvGrpSpPr>
            <p:grpSpPr>
              <a:xfrm>
                <a:off x="6602019" y="1642643"/>
                <a:ext cx="5277953" cy="275750"/>
                <a:chOff x="6602019" y="1642643"/>
                <a:chExt cx="5277953" cy="275750"/>
              </a:xfrm>
            </p:grpSpPr>
            <p:sp>
              <p:nvSpPr>
                <p:cNvPr id="81" name="Rectangle 312">
                  <a:extLst>
                    <a:ext uri="{FF2B5EF4-FFF2-40B4-BE49-F238E27FC236}">
                      <a16:creationId xmlns:a16="http://schemas.microsoft.com/office/drawing/2014/main" id="{5BEB0BE2-F46C-4397-BCDD-34BADE7A596D}"/>
                    </a:ext>
                  </a:extLst>
                </p:cNvPr>
                <p:cNvSpPr>
                  <a:spLocks noChangeArrowheads="1"/>
                </p:cNvSpPr>
                <p:nvPr/>
              </p:nvSpPr>
              <p:spPr bwMode="auto">
                <a:xfrm>
                  <a:off x="11351838" y="1642643"/>
                  <a:ext cx="528134" cy="275750"/>
                </a:xfrm>
                <a:prstGeom prst="rect">
                  <a:avLst/>
                </a:prstGeom>
                <a:noFill/>
                <a:ln>
                  <a:noFill/>
                </a:ln>
                <a:effectLst/>
              </p:spPr>
              <p:txBody>
                <a:bodyPr tIns="0" bIns="0" anchor="ctr" anchorCtr="0"/>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b="0" i="0" u="none" strike="noStrike" kern="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rPr>
                    <a:t>9</a:t>
                  </a:r>
                </a:p>
              </p:txBody>
            </p:sp>
            <p:sp>
              <p:nvSpPr>
                <p:cNvPr id="82" name="Rectangle 323">
                  <a:extLst>
                    <a:ext uri="{FF2B5EF4-FFF2-40B4-BE49-F238E27FC236}">
                      <a16:creationId xmlns:a16="http://schemas.microsoft.com/office/drawing/2014/main" id="{60F45E69-E5CF-4B6F-838F-8AE2784DB3C1}"/>
                    </a:ext>
                  </a:extLst>
                </p:cNvPr>
                <p:cNvSpPr>
                  <a:spLocks noChangeArrowheads="1"/>
                </p:cNvSpPr>
                <p:nvPr/>
              </p:nvSpPr>
              <p:spPr bwMode="auto">
                <a:xfrm>
                  <a:off x="10824832" y="1642643"/>
                  <a:ext cx="527006" cy="275750"/>
                </a:xfrm>
                <a:prstGeom prst="rect">
                  <a:avLst/>
                </a:prstGeom>
                <a:noFill/>
                <a:ln>
                  <a:noFill/>
                </a:ln>
                <a:effectLst/>
              </p:spPr>
              <p:txBody>
                <a:bodyPr tIns="0" bIns="0" anchor="ctr" anchorCtr="0"/>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b="0" i="0" u="none" strike="noStrike" kern="0" cap="none" spc="0" normalizeH="0" baseline="0" noProof="0">
                      <a:ln>
                        <a:noFill/>
                      </a:ln>
                      <a:solidFill>
                        <a:srgbClr val="002060"/>
                      </a:solidFill>
                      <a:effectLst/>
                      <a:uLnTx/>
                      <a:uFillTx/>
                      <a:latin typeface="Times New Roman" panose="02020603050405020304" pitchFamily="18" charset="0"/>
                      <a:ea typeface="宋体" panose="02010600030101010101" pitchFamily="2" charset="-122"/>
                    </a:rPr>
                    <a:t>8</a:t>
                  </a:r>
                </a:p>
              </p:txBody>
            </p:sp>
            <p:sp>
              <p:nvSpPr>
                <p:cNvPr id="83" name="Rectangle 324">
                  <a:extLst>
                    <a:ext uri="{FF2B5EF4-FFF2-40B4-BE49-F238E27FC236}">
                      <a16:creationId xmlns:a16="http://schemas.microsoft.com/office/drawing/2014/main" id="{847DABB6-7DA4-4599-A407-A76E14907BC0}"/>
                    </a:ext>
                  </a:extLst>
                </p:cNvPr>
                <p:cNvSpPr>
                  <a:spLocks noChangeArrowheads="1"/>
                </p:cNvSpPr>
                <p:nvPr/>
              </p:nvSpPr>
              <p:spPr bwMode="auto">
                <a:xfrm>
                  <a:off x="10296699" y="1642643"/>
                  <a:ext cx="528134" cy="275750"/>
                </a:xfrm>
                <a:prstGeom prst="rect">
                  <a:avLst/>
                </a:prstGeom>
                <a:noFill/>
                <a:ln>
                  <a:noFill/>
                </a:ln>
                <a:effectLst/>
              </p:spPr>
              <p:txBody>
                <a:bodyPr tIns="0" bIns="0" anchor="ctr" anchorCtr="0"/>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b="0" i="0" u="none" strike="noStrike" kern="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rPr>
                    <a:t>7</a:t>
                  </a:r>
                </a:p>
              </p:txBody>
            </p:sp>
            <p:sp>
              <p:nvSpPr>
                <p:cNvPr id="84" name="Rectangle 325">
                  <a:extLst>
                    <a:ext uri="{FF2B5EF4-FFF2-40B4-BE49-F238E27FC236}">
                      <a16:creationId xmlns:a16="http://schemas.microsoft.com/office/drawing/2014/main" id="{AC4A5203-E2DD-414F-A034-47F9A2D46F64}"/>
                    </a:ext>
                  </a:extLst>
                </p:cNvPr>
                <p:cNvSpPr>
                  <a:spLocks noChangeArrowheads="1"/>
                </p:cNvSpPr>
                <p:nvPr/>
              </p:nvSpPr>
              <p:spPr bwMode="auto">
                <a:xfrm>
                  <a:off x="9768566" y="1642643"/>
                  <a:ext cx="528134" cy="275750"/>
                </a:xfrm>
                <a:prstGeom prst="rect">
                  <a:avLst/>
                </a:prstGeom>
                <a:noFill/>
                <a:ln>
                  <a:noFill/>
                </a:ln>
                <a:effectLst/>
              </p:spPr>
              <p:txBody>
                <a:bodyPr tIns="0" bIns="0" anchor="ctr" anchorCtr="0"/>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b="0" i="0" u="none" strike="noStrike" kern="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rPr>
                    <a:t>6</a:t>
                  </a:r>
                </a:p>
              </p:txBody>
            </p:sp>
            <p:sp>
              <p:nvSpPr>
                <p:cNvPr id="85" name="Rectangle 326">
                  <a:extLst>
                    <a:ext uri="{FF2B5EF4-FFF2-40B4-BE49-F238E27FC236}">
                      <a16:creationId xmlns:a16="http://schemas.microsoft.com/office/drawing/2014/main" id="{78623F92-6537-49B6-9865-BB6D60E7A14E}"/>
                    </a:ext>
                  </a:extLst>
                </p:cNvPr>
                <p:cNvSpPr>
                  <a:spLocks noChangeArrowheads="1"/>
                </p:cNvSpPr>
                <p:nvPr/>
              </p:nvSpPr>
              <p:spPr bwMode="auto">
                <a:xfrm>
                  <a:off x="9241560" y="1642643"/>
                  <a:ext cx="527006" cy="275750"/>
                </a:xfrm>
                <a:prstGeom prst="rect">
                  <a:avLst/>
                </a:prstGeom>
                <a:noFill/>
                <a:ln>
                  <a:noFill/>
                </a:ln>
                <a:effectLst/>
              </p:spPr>
              <p:txBody>
                <a:bodyPr tIns="0" bIns="0" anchor="ctr" anchorCtr="0"/>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b="0" i="0" u="none" strike="noStrike" kern="0" cap="none" spc="0" normalizeH="0" baseline="0" noProof="0">
                      <a:ln>
                        <a:noFill/>
                      </a:ln>
                      <a:solidFill>
                        <a:srgbClr val="002060"/>
                      </a:solidFill>
                      <a:effectLst/>
                      <a:uLnTx/>
                      <a:uFillTx/>
                      <a:latin typeface="Times New Roman" panose="02020603050405020304" pitchFamily="18" charset="0"/>
                      <a:ea typeface="宋体" panose="02010600030101010101" pitchFamily="2" charset="-122"/>
                    </a:rPr>
                    <a:t>5</a:t>
                  </a:r>
                </a:p>
              </p:txBody>
            </p:sp>
            <p:sp>
              <p:nvSpPr>
                <p:cNvPr id="86" name="Rectangle 327">
                  <a:extLst>
                    <a:ext uri="{FF2B5EF4-FFF2-40B4-BE49-F238E27FC236}">
                      <a16:creationId xmlns:a16="http://schemas.microsoft.com/office/drawing/2014/main" id="{26685FCC-044A-4BB3-9ED8-83C3C9D574B5}"/>
                    </a:ext>
                  </a:extLst>
                </p:cNvPr>
                <p:cNvSpPr>
                  <a:spLocks noChangeArrowheads="1"/>
                </p:cNvSpPr>
                <p:nvPr/>
              </p:nvSpPr>
              <p:spPr bwMode="auto">
                <a:xfrm>
                  <a:off x="8713426" y="1642643"/>
                  <a:ext cx="528134" cy="275750"/>
                </a:xfrm>
                <a:prstGeom prst="rect">
                  <a:avLst/>
                </a:prstGeom>
                <a:noFill/>
                <a:ln>
                  <a:noFill/>
                </a:ln>
                <a:effectLst/>
              </p:spPr>
              <p:txBody>
                <a:bodyPr tIns="0" bIns="0" anchor="ctr" anchorCtr="0"/>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b="0" i="0" u="none" strike="noStrike" kern="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rPr>
                    <a:t>4</a:t>
                  </a:r>
                </a:p>
              </p:txBody>
            </p:sp>
            <p:sp>
              <p:nvSpPr>
                <p:cNvPr id="87" name="Rectangle 328">
                  <a:extLst>
                    <a:ext uri="{FF2B5EF4-FFF2-40B4-BE49-F238E27FC236}">
                      <a16:creationId xmlns:a16="http://schemas.microsoft.com/office/drawing/2014/main" id="{3812ECD5-0884-4094-BCA7-48089DE870C1}"/>
                    </a:ext>
                  </a:extLst>
                </p:cNvPr>
                <p:cNvSpPr>
                  <a:spLocks noChangeArrowheads="1"/>
                </p:cNvSpPr>
                <p:nvPr/>
              </p:nvSpPr>
              <p:spPr bwMode="auto">
                <a:xfrm>
                  <a:off x="8185292" y="1642643"/>
                  <a:ext cx="528134" cy="275750"/>
                </a:xfrm>
                <a:prstGeom prst="rect">
                  <a:avLst/>
                </a:prstGeom>
                <a:noFill/>
                <a:ln>
                  <a:noFill/>
                </a:ln>
                <a:effectLst/>
              </p:spPr>
              <p:txBody>
                <a:bodyPr tIns="0" bIns="0" anchor="ctr" anchorCtr="0"/>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b="0" i="0" u="none" strike="noStrike" kern="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rPr>
                    <a:t>3</a:t>
                  </a:r>
                </a:p>
              </p:txBody>
            </p:sp>
            <p:sp>
              <p:nvSpPr>
                <p:cNvPr id="88" name="Rectangle 329">
                  <a:extLst>
                    <a:ext uri="{FF2B5EF4-FFF2-40B4-BE49-F238E27FC236}">
                      <a16:creationId xmlns:a16="http://schemas.microsoft.com/office/drawing/2014/main" id="{981DCD53-9592-411F-A104-5F601E493440}"/>
                    </a:ext>
                  </a:extLst>
                </p:cNvPr>
                <p:cNvSpPr>
                  <a:spLocks noChangeArrowheads="1"/>
                </p:cNvSpPr>
                <p:nvPr/>
              </p:nvSpPr>
              <p:spPr bwMode="auto">
                <a:xfrm>
                  <a:off x="7657158" y="1642643"/>
                  <a:ext cx="528134" cy="275750"/>
                </a:xfrm>
                <a:prstGeom prst="rect">
                  <a:avLst/>
                </a:prstGeom>
                <a:noFill/>
                <a:ln>
                  <a:noFill/>
                </a:ln>
                <a:effectLst/>
              </p:spPr>
              <p:txBody>
                <a:bodyPr tIns="0" bIns="0" anchor="ctr" anchorCtr="0"/>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b="0" i="0" u="none" strike="noStrike" kern="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rPr>
                    <a:t>2</a:t>
                  </a:r>
                </a:p>
              </p:txBody>
            </p:sp>
            <p:sp>
              <p:nvSpPr>
                <p:cNvPr id="89" name="Rectangle 330">
                  <a:extLst>
                    <a:ext uri="{FF2B5EF4-FFF2-40B4-BE49-F238E27FC236}">
                      <a16:creationId xmlns:a16="http://schemas.microsoft.com/office/drawing/2014/main" id="{05E654AC-011C-47D0-9311-9ED7CD7EF73F}"/>
                    </a:ext>
                  </a:extLst>
                </p:cNvPr>
                <p:cNvSpPr>
                  <a:spLocks noChangeArrowheads="1"/>
                </p:cNvSpPr>
                <p:nvPr/>
              </p:nvSpPr>
              <p:spPr bwMode="auto">
                <a:xfrm>
                  <a:off x="7130153" y="1642643"/>
                  <a:ext cx="527006" cy="275750"/>
                </a:xfrm>
                <a:prstGeom prst="rect">
                  <a:avLst/>
                </a:prstGeom>
                <a:noFill/>
                <a:ln>
                  <a:noFill/>
                </a:ln>
                <a:effectLst/>
              </p:spPr>
              <p:txBody>
                <a:bodyPr tIns="0" bIns="0" anchor="ctr" anchorCtr="0"/>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b="0" i="0" u="none" strike="noStrike" kern="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rPr>
                    <a:t>1</a:t>
                  </a:r>
                </a:p>
              </p:txBody>
            </p:sp>
            <p:sp>
              <p:nvSpPr>
                <p:cNvPr id="90" name="Rectangle 331">
                  <a:extLst>
                    <a:ext uri="{FF2B5EF4-FFF2-40B4-BE49-F238E27FC236}">
                      <a16:creationId xmlns:a16="http://schemas.microsoft.com/office/drawing/2014/main" id="{01D24E77-F5C1-4B72-9B74-CE5C95230A7C}"/>
                    </a:ext>
                  </a:extLst>
                </p:cNvPr>
                <p:cNvSpPr>
                  <a:spLocks noChangeArrowheads="1"/>
                </p:cNvSpPr>
                <p:nvPr/>
              </p:nvSpPr>
              <p:spPr bwMode="auto">
                <a:xfrm>
                  <a:off x="6602019" y="1642643"/>
                  <a:ext cx="528134" cy="275750"/>
                </a:xfrm>
                <a:prstGeom prst="rect">
                  <a:avLst/>
                </a:prstGeom>
                <a:noFill/>
                <a:ln>
                  <a:noFill/>
                </a:ln>
                <a:effectLst/>
              </p:spPr>
              <p:txBody>
                <a:bodyPr tIns="0" bIns="0" anchor="ctr" anchorCtr="0"/>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b="0" i="0" u="none" strike="noStrike" kern="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rPr>
                    <a:t>0</a:t>
                  </a:r>
                </a:p>
              </p:txBody>
            </p:sp>
            <p:sp>
              <p:nvSpPr>
                <p:cNvPr id="91" name="Line 335">
                  <a:extLst>
                    <a:ext uri="{FF2B5EF4-FFF2-40B4-BE49-F238E27FC236}">
                      <a16:creationId xmlns:a16="http://schemas.microsoft.com/office/drawing/2014/main" id="{56F40BD1-3245-4251-9C2A-7FBF571511FD}"/>
                    </a:ext>
                  </a:extLst>
                </p:cNvPr>
                <p:cNvSpPr>
                  <a:spLocks noChangeShapeType="1"/>
                </p:cNvSpPr>
                <p:nvPr/>
              </p:nvSpPr>
              <p:spPr bwMode="auto">
                <a:xfrm>
                  <a:off x="11879972" y="1642643"/>
                  <a:ext cx="0" cy="275750"/>
                </a:xfrm>
                <a:prstGeom prst="line">
                  <a:avLst/>
                </a:prstGeom>
                <a:ln>
                  <a:noFill/>
                </a:ln>
                <a:effectLst/>
                <a:extLs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ctr" anchorCtr="0"/>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2060"/>
                    </a:solidFill>
                    <a:effectLst/>
                    <a:uLnTx/>
                    <a:uFillTx/>
                    <a:latin typeface="Times New Roman" panose="02020603050405020304" pitchFamily="18" charset="0"/>
                    <a:ea typeface="华文行楷" panose="02010800040101010101" pitchFamily="2" charset="-122"/>
                  </a:endParaRPr>
                </a:p>
              </p:txBody>
            </p:sp>
            <p:sp>
              <p:nvSpPr>
                <p:cNvPr id="92" name="Line 336">
                  <a:extLst>
                    <a:ext uri="{FF2B5EF4-FFF2-40B4-BE49-F238E27FC236}">
                      <a16:creationId xmlns:a16="http://schemas.microsoft.com/office/drawing/2014/main" id="{792CE63C-6A19-4D8A-9151-2FC087122358}"/>
                    </a:ext>
                  </a:extLst>
                </p:cNvPr>
                <p:cNvSpPr>
                  <a:spLocks noChangeShapeType="1"/>
                </p:cNvSpPr>
                <p:nvPr/>
              </p:nvSpPr>
              <p:spPr bwMode="auto">
                <a:xfrm>
                  <a:off x="6602019" y="1642643"/>
                  <a:ext cx="528134" cy="0"/>
                </a:xfrm>
                <a:prstGeom prst="line">
                  <a:avLst/>
                </a:prstGeom>
                <a:ln>
                  <a:noFill/>
                </a:ln>
                <a:effectLst/>
                <a:extLs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ctr" anchorCtr="0"/>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2060"/>
                    </a:solidFill>
                    <a:effectLst/>
                    <a:uLnTx/>
                    <a:uFillTx/>
                    <a:latin typeface="Times New Roman" panose="02020603050405020304" pitchFamily="18" charset="0"/>
                    <a:ea typeface="华文行楷" panose="02010800040101010101" pitchFamily="2" charset="-122"/>
                  </a:endParaRPr>
                </a:p>
              </p:txBody>
            </p:sp>
            <p:sp>
              <p:nvSpPr>
                <p:cNvPr id="93" name="Line 338">
                  <a:extLst>
                    <a:ext uri="{FF2B5EF4-FFF2-40B4-BE49-F238E27FC236}">
                      <a16:creationId xmlns:a16="http://schemas.microsoft.com/office/drawing/2014/main" id="{2B1F3396-DCC5-4F06-AEA1-9C5D3A699FB6}"/>
                    </a:ext>
                  </a:extLst>
                </p:cNvPr>
                <p:cNvSpPr>
                  <a:spLocks noChangeShapeType="1"/>
                </p:cNvSpPr>
                <p:nvPr/>
              </p:nvSpPr>
              <p:spPr bwMode="auto">
                <a:xfrm>
                  <a:off x="7130153" y="1642643"/>
                  <a:ext cx="527006" cy="0"/>
                </a:xfrm>
                <a:prstGeom prst="line">
                  <a:avLst/>
                </a:prstGeom>
                <a:ln>
                  <a:noFill/>
                </a:ln>
                <a:effectLst/>
                <a:extLs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ctr" anchorCtr="0"/>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2060"/>
                    </a:solidFill>
                    <a:effectLst/>
                    <a:uLnTx/>
                    <a:uFillTx/>
                    <a:latin typeface="Times New Roman" panose="02020603050405020304" pitchFamily="18" charset="0"/>
                    <a:ea typeface="华文行楷" panose="02010800040101010101" pitchFamily="2" charset="-122"/>
                  </a:endParaRPr>
                </a:p>
              </p:txBody>
            </p:sp>
            <p:sp>
              <p:nvSpPr>
                <p:cNvPr id="94" name="Line 340">
                  <a:extLst>
                    <a:ext uri="{FF2B5EF4-FFF2-40B4-BE49-F238E27FC236}">
                      <a16:creationId xmlns:a16="http://schemas.microsoft.com/office/drawing/2014/main" id="{33906BB9-75C4-44FB-B08A-67243D099902}"/>
                    </a:ext>
                  </a:extLst>
                </p:cNvPr>
                <p:cNvSpPr>
                  <a:spLocks noChangeShapeType="1"/>
                </p:cNvSpPr>
                <p:nvPr/>
              </p:nvSpPr>
              <p:spPr bwMode="auto">
                <a:xfrm>
                  <a:off x="7657158" y="1642643"/>
                  <a:ext cx="528134" cy="0"/>
                </a:xfrm>
                <a:prstGeom prst="line">
                  <a:avLst/>
                </a:prstGeom>
                <a:ln>
                  <a:noFill/>
                </a:ln>
                <a:effectLst/>
                <a:extLs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ctr" anchorCtr="0"/>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2060"/>
                    </a:solidFill>
                    <a:effectLst/>
                    <a:uLnTx/>
                    <a:uFillTx/>
                    <a:latin typeface="Times New Roman" panose="02020603050405020304" pitchFamily="18" charset="0"/>
                    <a:ea typeface="华文行楷" panose="02010800040101010101" pitchFamily="2" charset="-122"/>
                  </a:endParaRPr>
                </a:p>
              </p:txBody>
            </p:sp>
            <p:sp>
              <p:nvSpPr>
                <p:cNvPr id="95" name="Line 342">
                  <a:extLst>
                    <a:ext uri="{FF2B5EF4-FFF2-40B4-BE49-F238E27FC236}">
                      <a16:creationId xmlns:a16="http://schemas.microsoft.com/office/drawing/2014/main" id="{23F0FC44-02E2-476E-A274-315899E44A3A}"/>
                    </a:ext>
                  </a:extLst>
                </p:cNvPr>
                <p:cNvSpPr>
                  <a:spLocks noChangeShapeType="1"/>
                </p:cNvSpPr>
                <p:nvPr/>
              </p:nvSpPr>
              <p:spPr bwMode="auto">
                <a:xfrm>
                  <a:off x="8185292" y="1642643"/>
                  <a:ext cx="528134" cy="0"/>
                </a:xfrm>
                <a:prstGeom prst="line">
                  <a:avLst/>
                </a:prstGeom>
                <a:ln>
                  <a:noFill/>
                </a:ln>
                <a:effectLst/>
                <a:extLs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ctr" anchorCtr="0"/>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2060"/>
                    </a:solidFill>
                    <a:effectLst/>
                    <a:uLnTx/>
                    <a:uFillTx/>
                    <a:latin typeface="Times New Roman" panose="02020603050405020304" pitchFamily="18" charset="0"/>
                    <a:ea typeface="华文行楷" panose="02010800040101010101" pitchFamily="2" charset="-122"/>
                  </a:endParaRPr>
                </a:p>
              </p:txBody>
            </p:sp>
            <p:sp>
              <p:nvSpPr>
                <p:cNvPr id="96" name="Line 344">
                  <a:extLst>
                    <a:ext uri="{FF2B5EF4-FFF2-40B4-BE49-F238E27FC236}">
                      <a16:creationId xmlns:a16="http://schemas.microsoft.com/office/drawing/2014/main" id="{E2F1D102-1E3B-459A-ADFE-4D3330D8F3AE}"/>
                    </a:ext>
                  </a:extLst>
                </p:cNvPr>
                <p:cNvSpPr>
                  <a:spLocks noChangeShapeType="1"/>
                </p:cNvSpPr>
                <p:nvPr/>
              </p:nvSpPr>
              <p:spPr bwMode="auto">
                <a:xfrm>
                  <a:off x="8713426" y="1642643"/>
                  <a:ext cx="528134" cy="0"/>
                </a:xfrm>
                <a:prstGeom prst="line">
                  <a:avLst/>
                </a:prstGeom>
                <a:ln>
                  <a:noFill/>
                </a:ln>
                <a:effectLst/>
                <a:extLs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ctr" anchorCtr="0"/>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2060"/>
                    </a:solidFill>
                    <a:effectLst/>
                    <a:uLnTx/>
                    <a:uFillTx/>
                    <a:latin typeface="Times New Roman" panose="02020603050405020304" pitchFamily="18" charset="0"/>
                    <a:ea typeface="华文行楷" panose="02010800040101010101" pitchFamily="2" charset="-122"/>
                  </a:endParaRPr>
                </a:p>
              </p:txBody>
            </p:sp>
            <p:sp>
              <p:nvSpPr>
                <p:cNvPr id="97" name="Line 346">
                  <a:extLst>
                    <a:ext uri="{FF2B5EF4-FFF2-40B4-BE49-F238E27FC236}">
                      <a16:creationId xmlns:a16="http://schemas.microsoft.com/office/drawing/2014/main" id="{2FA8E859-B707-4287-A956-D1A74DD3B081}"/>
                    </a:ext>
                  </a:extLst>
                </p:cNvPr>
                <p:cNvSpPr>
                  <a:spLocks noChangeShapeType="1"/>
                </p:cNvSpPr>
                <p:nvPr/>
              </p:nvSpPr>
              <p:spPr bwMode="auto">
                <a:xfrm>
                  <a:off x="9241560" y="1642643"/>
                  <a:ext cx="527006" cy="0"/>
                </a:xfrm>
                <a:prstGeom prst="line">
                  <a:avLst/>
                </a:prstGeom>
                <a:ln>
                  <a:noFill/>
                </a:ln>
                <a:effectLst/>
                <a:extLs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ctr" anchorCtr="0"/>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2060"/>
                    </a:solidFill>
                    <a:effectLst/>
                    <a:uLnTx/>
                    <a:uFillTx/>
                    <a:latin typeface="Times New Roman" panose="02020603050405020304" pitchFamily="18" charset="0"/>
                    <a:ea typeface="华文行楷" panose="02010800040101010101" pitchFamily="2" charset="-122"/>
                  </a:endParaRPr>
                </a:p>
              </p:txBody>
            </p:sp>
            <p:sp>
              <p:nvSpPr>
                <p:cNvPr id="98" name="Line 348">
                  <a:extLst>
                    <a:ext uri="{FF2B5EF4-FFF2-40B4-BE49-F238E27FC236}">
                      <a16:creationId xmlns:a16="http://schemas.microsoft.com/office/drawing/2014/main" id="{45293BE0-D398-44BC-9A46-F50F88CCA104}"/>
                    </a:ext>
                  </a:extLst>
                </p:cNvPr>
                <p:cNvSpPr>
                  <a:spLocks noChangeShapeType="1"/>
                </p:cNvSpPr>
                <p:nvPr/>
              </p:nvSpPr>
              <p:spPr bwMode="auto">
                <a:xfrm>
                  <a:off x="9768566" y="1642643"/>
                  <a:ext cx="528134" cy="0"/>
                </a:xfrm>
                <a:prstGeom prst="line">
                  <a:avLst/>
                </a:prstGeom>
                <a:ln>
                  <a:noFill/>
                </a:ln>
                <a:effectLst/>
                <a:extLs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ctr" anchorCtr="0"/>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2060"/>
                    </a:solidFill>
                    <a:effectLst/>
                    <a:uLnTx/>
                    <a:uFillTx/>
                    <a:latin typeface="Times New Roman" panose="02020603050405020304" pitchFamily="18" charset="0"/>
                    <a:ea typeface="华文行楷" panose="02010800040101010101" pitchFamily="2" charset="-122"/>
                  </a:endParaRPr>
                </a:p>
              </p:txBody>
            </p:sp>
            <p:sp>
              <p:nvSpPr>
                <p:cNvPr id="99" name="Line 350">
                  <a:extLst>
                    <a:ext uri="{FF2B5EF4-FFF2-40B4-BE49-F238E27FC236}">
                      <a16:creationId xmlns:a16="http://schemas.microsoft.com/office/drawing/2014/main" id="{027C636B-874D-4CFF-94E0-1E881D792363}"/>
                    </a:ext>
                  </a:extLst>
                </p:cNvPr>
                <p:cNvSpPr>
                  <a:spLocks noChangeShapeType="1"/>
                </p:cNvSpPr>
                <p:nvPr/>
              </p:nvSpPr>
              <p:spPr bwMode="auto">
                <a:xfrm>
                  <a:off x="10296699" y="1642643"/>
                  <a:ext cx="528134" cy="0"/>
                </a:xfrm>
                <a:prstGeom prst="line">
                  <a:avLst/>
                </a:prstGeom>
                <a:ln>
                  <a:noFill/>
                </a:ln>
                <a:effectLst/>
                <a:extLs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ctr" anchorCtr="0"/>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2060"/>
                    </a:solidFill>
                    <a:effectLst/>
                    <a:uLnTx/>
                    <a:uFillTx/>
                    <a:latin typeface="Times New Roman" panose="02020603050405020304" pitchFamily="18" charset="0"/>
                    <a:ea typeface="华文行楷" panose="02010800040101010101" pitchFamily="2" charset="-122"/>
                  </a:endParaRPr>
                </a:p>
              </p:txBody>
            </p:sp>
            <p:sp>
              <p:nvSpPr>
                <p:cNvPr id="100" name="Line 352">
                  <a:extLst>
                    <a:ext uri="{FF2B5EF4-FFF2-40B4-BE49-F238E27FC236}">
                      <a16:creationId xmlns:a16="http://schemas.microsoft.com/office/drawing/2014/main" id="{EFCECEBC-9CAA-4B98-A839-1C41F1DBC492}"/>
                    </a:ext>
                  </a:extLst>
                </p:cNvPr>
                <p:cNvSpPr>
                  <a:spLocks noChangeShapeType="1"/>
                </p:cNvSpPr>
                <p:nvPr/>
              </p:nvSpPr>
              <p:spPr bwMode="auto">
                <a:xfrm>
                  <a:off x="10824832" y="1642643"/>
                  <a:ext cx="1055140" cy="0"/>
                </a:xfrm>
                <a:prstGeom prst="line">
                  <a:avLst/>
                </a:prstGeom>
                <a:ln>
                  <a:noFill/>
                </a:ln>
                <a:effectLst/>
                <a:extLs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ctr" anchorCtr="0"/>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2060"/>
                    </a:solidFill>
                    <a:effectLst/>
                    <a:uLnTx/>
                    <a:uFillTx/>
                    <a:latin typeface="Times New Roman" panose="02020603050405020304" pitchFamily="18" charset="0"/>
                    <a:ea typeface="华文行楷" panose="02010800040101010101" pitchFamily="2" charset="-122"/>
                  </a:endParaRPr>
                </a:p>
              </p:txBody>
            </p:sp>
          </p:grpSp>
          <p:grpSp>
            <p:nvGrpSpPr>
              <p:cNvPr id="57" name="组合 56">
                <a:extLst>
                  <a:ext uri="{FF2B5EF4-FFF2-40B4-BE49-F238E27FC236}">
                    <a16:creationId xmlns:a16="http://schemas.microsoft.com/office/drawing/2014/main" id="{A7895F4F-D7EC-45B8-9C1F-52751465CB2E}"/>
                  </a:ext>
                </a:extLst>
              </p:cNvPr>
              <p:cNvGrpSpPr/>
              <p:nvPr/>
            </p:nvGrpSpPr>
            <p:grpSpPr>
              <a:xfrm>
                <a:off x="6246041" y="1893207"/>
                <a:ext cx="5635332" cy="375142"/>
                <a:chOff x="6246041" y="1893207"/>
                <a:chExt cx="5635332" cy="375142"/>
              </a:xfrm>
            </p:grpSpPr>
            <p:sp>
              <p:nvSpPr>
                <p:cNvPr id="58" name="Rectangle 313">
                  <a:extLst>
                    <a:ext uri="{FF2B5EF4-FFF2-40B4-BE49-F238E27FC236}">
                      <a16:creationId xmlns:a16="http://schemas.microsoft.com/office/drawing/2014/main" id="{4DB29F78-2518-4FA3-9F9A-90631DB76F8C}"/>
                    </a:ext>
                  </a:extLst>
                </p:cNvPr>
                <p:cNvSpPr>
                  <a:spLocks noChangeArrowheads="1"/>
                </p:cNvSpPr>
                <p:nvPr/>
              </p:nvSpPr>
              <p:spPr bwMode="auto">
                <a:xfrm>
                  <a:off x="11349647" y="1929796"/>
                  <a:ext cx="531726" cy="322788"/>
                </a:xfrm>
                <a:prstGeom prst="rect">
                  <a:avLst/>
                </a:prstGeom>
                <a:solidFill>
                  <a:schemeClr val="accent6">
                    <a:lumMod val="20000"/>
                    <a:lumOff val="8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zh-CN" b="1" i="0" u="none" strike="noStrike" kern="0" cap="none" spc="0" normalizeH="0" baseline="0" noProof="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59" name="Rectangle 314">
                  <a:extLst>
                    <a:ext uri="{FF2B5EF4-FFF2-40B4-BE49-F238E27FC236}">
                      <a16:creationId xmlns:a16="http://schemas.microsoft.com/office/drawing/2014/main" id="{5E08FA18-50D8-4C46-A8F9-3311D4FAA129}"/>
                    </a:ext>
                  </a:extLst>
                </p:cNvPr>
                <p:cNvSpPr>
                  <a:spLocks noChangeArrowheads="1"/>
                </p:cNvSpPr>
                <p:nvPr/>
              </p:nvSpPr>
              <p:spPr bwMode="auto">
                <a:xfrm>
                  <a:off x="10816783" y="1929796"/>
                  <a:ext cx="532864" cy="322788"/>
                </a:xfrm>
                <a:prstGeom prst="rect">
                  <a:avLst/>
                </a:prstGeom>
                <a:solidFill>
                  <a:schemeClr val="accent6">
                    <a:lumMod val="20000"/>
                    <a:lumOff val="8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zh-CN" b="1" i="0" u="none" strike="noStrike" kern="0" cap="none" spc="0" normalizeH="0" baseline="0" noProof="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60" name="Rectangle 315">
                  <a:extLst>
                    <a:ext uri="{FF2B5EF4-FFF2-40B4-BE49-F238E27FC236}">
                      <a16:creationId xmlns:a16="http://schemas.microsoft.com/office/drawing/2014/main" id="{D2873CA9-5A27-4559-A3BE-3596A0351482}"/>
                    </a:ext>
                  </a:extLst>
                </p:cNvPr>
                <p:cNvSpPr>
                  <a:spLocks noChangeArrowheads="1"/>
                </p:cNvSpPr>
                <p:nvPr/>
              </p:nvSpPr>
              <p:spPr bwMode="auto">
                <a:xfrm>
                  <a:off x="10283920" y="1929796"/>
                  <a:ext cx="532864" cy="322788"/>
                </a:xfrm>
                <a:prstGeom prst="rect">
                  <a:avLst/>
                </a:prstGeom>
                <a:solidFill>
                  <a:schemeClr val="accent6">
                    <a:lumMod val="20000"/>
                    <a:lumOff val="8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zh-CN" b="1" i="0" u="none" strike="noStrike" kern="0" cap="none" spc="0" normalizeH="0" baseline="0" noProof="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61" name="Rectangle 316">
                  <a:extLst>
                    <a:ext uri="{FF2B5EF4-FFF2-40B4-BE49-F238E27FC236}">
                      <a16:creationId xmlns:a16="http://schemas.microsoft.com/office/drawing/2014/main" id="{F52A7C41-4D2C-4E63-B572-DE256A9B2E38}"/>
                    </a:ext>
                  </a:extLst>
                </p:cNvPr>
                <p:cNvSpPr>
                  <a:spLocks noChangeArrowheads="1"/>
                </p:cNvSpPr>
                <p:nvPr/>
              </p:nvSpPr>
              <p:spPr bwMode="auto">
                <a:xfrm>
                  <a:off x="9752194" y="1929796"/>
                  <a:ext cx="531726" cy="322788"/>
                </a:xfrm>
                <a:prstGeom prst="rect">
                  <a:avLst/>
                </a:prstGeom>
                <a:solidFill>
                  <a:schemeClr val="accent6">
                    <a:lumMod val="20000"/>
                    <a:lumOff val="8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zh-CN" b="1" i="0" u="none" strike="noStrike" kern="0" cap="none" spc="0" normalizeH="0" baseline="0" noProof="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62" name="Rectangle 317">
                  <a:extLst>
                    <a:ext uri="{FF2B5EF4-FFF2-40B4-BE49-F238E27FC236}">
                      <a16:creationId xmlns:a16="http://schemas.microsoft.com/office/drawing/2014/main" id="{EF4887EA-1777-4A82-B61B-BE742689ADAA}"/>
                    </a:ext>
                  </a:extLst>
                </p:cNvPr>
                <p:cNvSpPr>
                  <a:spLocks noChangeArrowheads="1"/>
                </p:cNvSpPr>
                <p:nvPr/>
              </p:nvSpPr>
              <p:spPr bwMode="auto">
                <a:xfrm>
                  <a:off x="9219328" y="1929796"/>
                  <a:ext cx="532864" cy="322788"/>
                </a:xfrm>
                <a:prstGeom prst="rect">
                  <a:avLst/>
                </a:prstGeom>
                <a:solidFill>
                  <a:schemeClr val="accent6">
                    <a:lumMod val="20000"/>
                    <a:lumOff val="8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zh-CN" b="1" i="0" u="none" strike="noStrike" kern="0" cap="none" spc="0" normalizeH="0" baseline="0" noProof="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63" name="Rectangle 318">
                  <a:extLst>
                    <a:ext uri="{FF2B5EF4-FFF2-40B4-BE49-F238E27FC236}">
                      <a16:creationId xmlns:a16="http://schemas.microsoft.com/office/drawing/2014/main" id="{9E59914C-C63D-4575-9C02-7098623D01FC}"/>
                    </a:ext>
                  </a:extLst>
                </p:cNvPr>
                <p:cNvSpPr>
                  <a:spLocks noChangeArrowheads="1"/>
                </p:cNvSpPr>
                <p:nvPr/>
              </p:nvSpPr>
              <p:spPr bwMode="auto">
                <a:xfrm>
                  <a:off x="8686464" y="1929796"/>
                  <a:ext cx="532864" cy="322788"/>
                </a:xfrm>
                <a:prstGeom prst="rect">
                  <a:avLst/>
                </a:prstGeom>
                <a:solidFill>
                  <a:schemeClr val="accent6">
                    <a:lumMod val="20000"/>
                    <a:lumOff val="8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zh-CN" b="1" i="0" u="none" strike="noStrike" kern="0" cap="none" spc="0" normalizeH="0" baseline="0" noProof="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64" name="Rectangle 319">
                  <a:extLst>
                    <a:ext uri="{FF2B5EF4-FFF2-40B4-BE49-F238E27FC236}">
                      <a16:creationId xmlns:a16="http://schemas.microsoft.com/office/drawing/2014/main" id="{E936A186-0C2B-46BA-9BC5-2B5DBDBC1C72}"/>
                    </a:ext>
                  </a:extLst>
                </p:cNvPr>
                <p:cNvSpPr>
                  <a:spLocks noChangeArrowheads="1"/>
                </p:cNvSpPr>
                <p:nvPr/>
              </p:nvSpPr>
              <p:spPr bwMode="auto">
                <a:xfrm>
                  <a:off x="8153600" y="1929796"/>
                  <a:ext cx="532864" cy="322788"/>
                </a:xfrm>
                <a:prstGeom prst="rect">
                  <a:avLst/>
                </a:prstGeom>
                <a:solidFill>
                  <a:schemeClr val="accent6">
                    <a:lumMod val="20000"/>
                    <a:lumOff val="8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zh-CN" b="1" i="0" u="none" strike="noStrike" kern="0" cap="none" spc="0" normalizeH="0" baseline="0" noProof="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65" name="Rectangle 320">
                  <a:extLst>
                    <a:ext uri="{FF2B5EF4-FFF2-40B4-BE49-F238E27FC236}">
                      <a16:creationId xmlns:a16="http://schemas.microsoft.com/office/drawing/2014/main" id="{E6051EE8-B2C7-4A20-B512-8C469FCF0123}"/>
                    </a:ext>
                  </a:extLst>
                </p:cNvPr>
                <p:cNvSpPr>
                  <a:spLocks noChangeArrowheads="1"/>
                </p:cNvSpPr>
                <p:nvPr/>
              </p:nvSpPr>
              <p:spPr bwMode="auto">
                <a:xfrm>
                  <a:off x="7621874" y="1929796"/>
                  <a:ext cx="531726" cy="322788"/>
                </a:xfrm>
                <a:prstGeom prst="rect">
                  <a:avLst/>
                </a:prstGeom>
                <a:solidFill>
                  <a:schemeClr val="accent6">
                    <a:lumMod val="20000"/>
                    <a:lumOff val="8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zh-CN" b="1" i="0" u="none" strike="noStrike" kern="0" cap="none" spc="0" normalizeH="0" baseline="0" noProof="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66" name="Rectangle 321">
                  <a:extLst>
                    <a:ext uri="{FF2B5EF4-FFF2-40B4-BE49-F238E27FC236}">
                      <a16:creationId xmlns:a16="http://schemas.microsoft.com/office/drawing/2014/main" id="{D385A1D1-F8C6-443A-A4CC-10F5A7590BA6}"/>
                    </a:ext>
                  </a:extLst>
                </p:cNvPr>
                <p:cNvSpPr>
                  <a:spLocks noChangeArrowheads="1"/>
                </p:cNvSpPr>
                <p:nvPr/>
              </p:nvSpPr>
              <p:spPr bwMode="auto">
                <a:xfrm>
                  <a:off x="7089011" y="1929796"/>
                  <a:ext cx="532864" cy="322788"/>
                </a:xfrm>
                <a:prstGeom prst="rect">
                  <a:avLst/>
                </a:prstGeom>
                <a:solidFill>
                  <a:schemeClr val="accent6">
                    <a:lumMod val="20000"/>
                    <a:lumOff val="8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zh-CN"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useBgFill="1">
              <p:nvSpPr>
                <p:cNvPr id="67" name="Line 337">
                  <a:extLst>
                    <a:ext uri="{FF2B5EF4-FFF2-40B4-BE49-F238E27FC236}">
                      <a16:creationId xmlns:a16="http://schemas.microsoft.com/office/drawing/2014/main" id="{641376B9-1E21-44CA-8762-A4C850A45AF4}"/>
                    </a:ext>
                  </a:extLst>
                </p:cNvPr>
                <p:cNvSpPr>
                  <a:spLocks noChangeShapeType="1"/>
                </p:cNvSpPr>
                <p:nvPr/>
              </p:nvSpPr>
              <p:spPr bwMode="auto">
                <a:xfrm>
                  <a:off x="6539527" y="1929796"/>
                  <a:ext cx="0" cy="322788"/>
                </a:xfrm>
                <a:prstGeom prst="line">
                  <a:avLst/>
                </a:prstGeom>
                <a:ln w="28575" cap="sq">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0000"/>
                    </a:solidFill>
                    <a:effectLst/>
                    <a:uLnTx/>
                    <a:uFillTx/>
                    <a:latin typeface="Times New Roman" panose="02020603050405020304" pitchFamily="18" charset="0"/>
                    <a:ea typeface="华文行楷" panose="02010800040101010101" pitchFamily="2" charset="-122"/>
                  </a:endParaRPr>
                </a:p>
              </p:txBody>
            </p:sp>
            <p:sp useBgFill="1">
              <p:nvSpPr>
                <p:cNvPr id="68" name="Line 339">
                  <a:extLst>
                    <a:ext uri="{FF2B5EF4-FFF2-40B4-BE49-F238E27FC236}">
                      <a16:creationId xmlns:a16="http://schemas.microsoft.com/office/drawing/2014/main" id="{45D42F7A-5F46-4293-8069-48A04811BC76}"/>
                    </a:ext>
                  </a:extLst>
                </p:cNvPr>
                <p:cNvSpPr>
                  <a:spLocks noChangeShapeType="1"/>
                </p:cNvSpPr>
                <p:nvPr/>
              </p:nvSpPr>
              <p:spPr bwMode="auto">
                <a:xfrm>
                  <a:off x="7089011" y="1929796"/>
                  <a:ext cx="0" cy="322788"/>
                </a:xfrm>
                <a:prstGeom prst="line">
                  <a:avLst/>
                </a:prstGeom>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0000"/>
                    </a:solidFill>
                    <a:effectLst/>
                    <a:uLnTx/>
                    <a:uFillTx/>
                    <a:latin typeface="Times New Roman" panose="02020603050405020304" pitchFamily="18" charset="0"/>
                    <a:ea typeface="华文行楷" panose="02010800040101010101" pitchFamily="2" charset="-122"/>
                  </a:endParaRPr>
                </a:p>
              </p:txBody>
            </p:sp>
            <p:sp useBgFill="1">
              <p:nvSpPr>
                <p:cNvPr id="69" name="Line 341">
                  <a:extLst>
                    <a:ext uri="{FF2B5EF4-FFF2-40B4-BE49-F238E27FC236}">
                      <a16:creationId xmlns:a16="http://schemas.microsoft.com/office/drawing/2014/main" id="{536E70B6-086A-4AC0-9875-862F6C77CA18}"/>
                    </a:ext>
                  </a:extLst>
                </p:cNvPr>
                <p:cNvSpPr>
                  <a:spLocks noChangeShapeType="1"/>
                </p:cNvSpPr>
                <p:nvPr/>
              </p:nvSpPr>
              <p:spPr bwMode="auto">
                <a:xfrm>
                  <a:off x="7621874" y="1929796"/>
                  <a:ext cx="0" cy="322788"/>
                </a:xfrm>
                <a:prstGeom prst="line">
                  <a:avLst/>
                </a:prstGeom>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0000"/>
                    </a:solidFill>
                    <a:effectLst/>
                    <a:uLnTx/>
                    <a:uFillTx/>
                    <a:latin typeface="Times New Roman" panose="02020603050405020304" pitchFamily="18" charset="0"/>
                    <a:ea typeface="华文行楷" panose="02010800040101010101" pitchFamily="2" charset="-122"/>
                  </a:endParaRPr>
                </a:p>
              </p:txBody>
            </p:sp>
            <p:sp useBgFill="1">
              <p:nvSpPr>
                <p:cNvPr id="70" name="Line 343">
                  <a:extLst>
                    <a:ext uri="{FF2B5EF4-FFF2-40B4-BE49-F238E27FC236}">
                      <a16:creationId xmlns:a16="http://schemas.microsoft.com/office/drawing/2014/main" id="{15556479-9CB8-474A-BFE3-0B349B263C74}"/>
                    </a:ext>
                  </a:extLst>
                </p:cNvPr>
                <p:cNvSpPr>
                  <a:spLocks noChangeShapeType="1"/>
                </p:cNvSpPr>
                <p:nvPr/>
              </p:nvSpPr>
              <p:spPr bwMode="auto">
                <a:xfrm>
                  <a:off x="8153600" y="1929796"/>
                  <a:ext cx="0" cy="322788"/>
                </a:xfrm>
                <a:prstGeom prst="line">
                  <a:avLst/>
                </a:prstGeom>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0000"/>
                    </a:solidFill>
                    <a:effectLst/>
                    <a:uLnTx/>
                    <a:uFillTx/>
                    <a:latin typeface="Times New Roman" panose="02020603050405020304" pitchFamily="18" charset="0"/>
                    <a:ea typeface="华文行楷" panose="02010800040101010101" pitchFamily="2" charset="-122"/>
                  </a:endParaRPr>
                </a:p>
              </p:txBody>
            </p:sp>
            <p:sp useBgFill="1">
              <p:nvSpPr>
                <p:cNvPr id="71" name="Line 345">
                  <a:extLst>
                    <a:ext uri="{FF2B5EF4-FFF2-40B4-BE49-F238E27FC236}">
                      <a16:creationId xmlns:a16="http://schemas.microsoft.com/office/drawing/2014/main" id="{90156FDC-7E83-41AF-BD82-E15EE8581EAE}"/>
                    </a:ext>
                  </a:extLst>
                </p:cNvPr>
                <p:cNvSpPr>
                  <a:spLocks noChangeShapeType="1"/>
                </p:cNvSpPr>
                <p:nvPr/>
              </p:nvSpPr>
              <p:spPr bwMode="auto">
                <a:xfrm>
                  <a:off x="8686464" y="1929796"/>
                  <a:ext cx="0" cy="322788"/>
                </a:xfrm>
                <a:prstGeom prst="line">
                  <a:avLst/>
                </a:prstGeom>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0000"/>
                    </a:solidFill>
                    <a:effectLst/>
                    <a:uLnTx/>
                    <a:uFillTx/>
                    <a:latin typeface="Times New Roman" panose="02020603050405020304" pitchFamily="18" charset="0"/>
                    <a:ea typeface="华文行楷" panose="02010800040101010101" pitchFamily="2" charset="-122"/>
                  </a:endParaRPr>
                </a:p>
              </p:txBody>
            </p:sp>
            <p:sp useBgFill="1">
              <p:nvSpPr>
                <p:cNvPr id="72" name="Line 347">
                  <a:extLst>
                    <a:ext uri="{FF2B5EF4-FFF2-40B4-BE49-F238E27FC236}">
                      <a16:creationId xmlns:a16="http://schemas.microsoft.com/office/drawing/2014/main" id="{09709E63-A922-4F67-A0A6-7CA78EEE7680}"/>
                    </a:ext>
                  </a:extLst>
                </p:cNvPr>
                <p:cNvSpPr>
                  <a:spLocks noChangeShapeType="1"/>
                </p:cNvSpPr>
                <p:nvPr/>
              </p:nvSpPr>
              <p:spPr bwMode="auto">
                <a:xfrm>
                  <a:off x="9219328" y="1929796"/>
                  <a:ext cx="0" cy="322788"/>
                </a:xfrm>
                <a:prstGeom prst="line">
                  <a:avLst/>
                </a:prstGeom>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0000"/>
                    </a:solidFill>
                    <a:effectLst/>
                    <a:uLnTx/>
                    <a:uFillTx/>
                    <a:latin typeface="Times New Roman" panose="02020603050405020304" pitchFamily="18" charset="0"/>
                    <a:ea typeface="华文行楷" panose="02010800040101010101" pitchFamily="2" charset="-122"/>
                  </a:endParaRPr>
                </a:p>
              </p:txBody>
            </p:sp>
            <p:sp useBgFill="1">
              <p:nvSpPr>
                <p:cNvPr id="73" name="Line 349">
                  <a:extLst>
                    <a:ext uri="{FF2B5EF4-FFF2-40B4-BE49-F238E27FC236}">
                      <a16:creationId xmlns:a16="http://schemas.microsoft.com/office/drawing/2014/main" id="{996A8FA9-8005-49F0-8402-D8034CA325DF}"/>
                    </a:ext>
                  </a:extLst>
                </p:cNvPr>
                <p:cNvSpPr>
                  <a:spLocks noChangeShapeType="1"/>
                </p:cNvSpPr>
                <p:nvPr/>
              </p:nvSpPr>
              <p:spPr bwMode="auto">
                <a:xfrm>
                  <a:off x="9752194" y="1929796"/>
                  <a:ext cx="0" cy="322788"/>
                </a:xfrm>
                <a:prstGeom prst="line">
                  <a:avLst/>
                </a:prstGeom>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0000"/>
                    </a:solidFill>
                    <a:effectLst/>
                    <a:uLnTx/>
                    <a:uFillTx/>
                    <a:latin typeface="Times New Roman" panose="02020603050405020304" pitchFamily="18" charset="0"/>
                    <a:ea typeface="华文行楷" panose="02010800040101010101" pitchFamily="2" charset="-122"/>
                  </a:endParaRPr>
                </a:p>
              </p:txBody>
            </p:sp>
            <p:sp useBgFill="1">
              <p:nvSpPr>
                <p:cNvPr id="74" name="Line 351">
                  <a:extLst>
                    <a:ext uri="{FF2B5EF4-FFF2-40B4-BE49-F238E27FC236}">
                      <a16:creationId xmlns:a16="http://schemas.microsoft.com/office/drawing/2014/main" id="{1C521D16-4747-4AE3-8A34-1C9AA5AA0948}"/>
                    </a:ext>
                  </a:extLst>
                </p:cNvPr>
                <p:cNvSpPr>
                  <a:spLocks noChangeShapeType="1"/>
                </p:cNvSpPr>
                <p:nvPr/>
              </p:nvSpPr>
              <p:spPr bwMode="auto">
                <a:xfrm>
                  <a:off x="10283920" y="1929796"/>
                  <a:ext cx="0" cy="322788"/>
                </a:xfrm>
                <a:prstGeom prst="line">
                  <a:avLst/>
                </a:prstGeom>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0000"/>
                    </a:solidFill>
                    <a:effectLst/>
                    <a:uLnTx/>
                    <a:uFillTx/>
                    <a:latin typeface="Times New Roman" panose="02020603050405020304" pitchFamily="18" charset="0"/>
                    <a:ea typeface="华文行楷" panose="02010800040101010101" pitchFamily="2" charset="-122"/>
                  </a:endParaRPr>
                </a:p>
              </p:txBody>
            </p:sp>
            <p:sp useBgFill="1">
              <p:nvSpPr>
                <p:cNvPr id="75" name="Line 353">
                  <a:extLst>
                    <a:ext uri="{FF2B5EF4-FFF2-40B4-BE49-F238E27FC236}">
                      <a16:creationId xmlns:a16="http://schemas.microsoft.com/office/drawing/2014/main" id="{BABBFCF8-74CA-404F-B6C6-A12BC0165B76}"/>
                    </a:ext>
                  </a:extLst>
                </p:cNvPr>
                <p:cNvSpPr>
                  <a:spLocks noChangeShapeType="1"/>
                </p:cNvSpPr>
                <p:nvPr/>
              </p:nvSpPr>
              <p:spPr bwMode="auto">
                <a:xfrm>
                  <a:off x="10816783" y="1929796"/>
                  <a:ext cx="0" cy="322788"/>
                </a:xfrm>
                <a:prstGeom prst="line">
                  <a:avLst/>
                </a:prstGeom>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0000"/>
                    </a:solidFill>
                    <a:effectLst/>
                    <a:uLnTx/>
                    <a:uFillTx/>
                    <a:latin typeface="Times New Roman" panose="02020603050405020304" pitchFamily="18" charset="0"/>
                    <a:ea typeface="华文行楷" panose="02010800040101010101" pitchFamily="2" charset="-122"/>
                  </a:endParaRPr>
                </a:p>
              </p:txBody>
            </p:sp>
            <p:sp useBgFill="1">
              <p:nvSpPr>
                <p:cNvPr id="76" name="Line 354">
                  <a:extLst>
                    <a:ext uri="{FF2B5EF4-FFF2-40B4-BE49-F238E27FC236}">
                      <a16:creationId xmlns:a16="http://schemas.microsoft.com/office/drawing/2014/main" id="{ECCCF866-37FD-42CD-8BD0-3E30774A99F1}"/>
                    </a:ext>
                  </a:extLst>
                </p:cNvPr>
                <p:cNvSpPr>
                  <a:spLocks noChangeShapeType="1"/>
                </p:cNvSpPr>
                <p:nvPr/>
              </p:nvSpPr>
              <p:spPr bwMode="auto">
                <a:xfrm>
                  <a:off x="11349647" y="1929796"/>
                  <a:ext cx="0" cy="322788"/>
                </a:xfrm>
                <a:prstGeom prst="line">
                  <a:avLst/>
                </a:prstGeom>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0000"/>
                    </a:solidFill>
                    <a:effectLst/>
                    <a:uLnTx/>
                    <a:uFillTx/>
                    <a:latin typeface="Times New Roman" panose="02020603050405020304" pitchFamily="18" charset="0"/>
                    <a:ea typeface="华文行楷" panose="02010800040101010101" pitchFamily="2" charset="-122"/>
                  </a:endParaRPr>
                </a:p>
              </p:txBody>
            </p:sp>
            <p:sp useBgFill="1">
              <p:nvSpPr>
                <p:cNvPr id="77" name="Line 355">
                  <a:extLst>
                    <a:ext uri="{FF2B5EF4-FFF2-40B4-BE49-F238E27FC236}">
                      <a16:creationId xmlns:a16="http://schemas.microsoft.com/office/drawing/2014/main" id="{1D89B65B-A19A-4A3A-921C-CAF891D84509}"/>
                    </a:ext>
                  </a:extLst>
                </p:cNvPr>
                <p:cNvSpPr>
                  <a:spLocks noChangeShapeType="1"/>
                </p:cNvSpPr>
                <p:nvPr/>
              </p:nvSpPr>
              <p:spPr bwMode="auto">
                <a:xfrm>
                  <a:off x="11880675" y="1937876"/>
                  <a:ext cx="0" cy="322788"/>
                </a:xfrm>
                <a:prstGeom prst="line">
                  <a:avLst/>
                </a:prstGeom>
                <a:ln w="28575" cap="sq">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0000"/>
                    </a:solidFill>
                    <a:effectLst/>
                    <a:uLnTx/>
                    <a:uFillTx/>
                    <a:latin typeface="Times New Roman" panose="02020603050405020304" pitchFamily="18" charset="0"/>
                    <a:ea typeface="华文行楷" panose="02010800040101010101" pitchFamily="2" charset="-122"/>
                  </a:endParaRPr>
                </a:p>
              </p:txBody>
            </p:sp>
            <p:sp>
              <p:nvSpPr>
                <p:cNvPr id="78" name="Line 356">
                  <a:extLst>
                    <a:ext uri="{FF2B5EF4-FFF2-40B4-BE49-F238E27FC236}">
                      <a16:creationId xmlns:a16="http://schemas.microsoft.com/office/drawing/2014/main" id="{D4E3C97C-A831-44E4-8E67-883F0B73C227}"/>
                    </a:ext>
                  </a:extLst>
                </p:cNvPr>
                <p:cNvSpPr>
                  <a:spLocks noChangeShapeType="1"/>
                </p:cNvSpPr>
                <p:nvPr/>
              </p:nvSpPr>
              <p:spPr bwMode="auto">
                <a:xfrm>
                  <a:off x="6539526" y="1925119"/>
                  <a:ext cx="5341146" cy="4676"/>
                </a:xfrm>
                <a:prstGeom prst="line">
                  <a:avLst/>
                </a:prstGeom>
                <a:ln w="28575" cap="sq">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2060"/>
                    </a:solidFill>
                    <a:effectLst/>
                    <a:uLnTx/>
                    <a:uFillTx/>
                    <a:latin typeface="Times New Roman" panose="02020603050405020304" pitchFamily="18" charset="0"/>
                    <a:ea typeface="华文行楷" panose="02010800040101010101" pitchFamily="2" charset="-122"/>
                  </a:endParaRPr>
                </a:p>
              </p:txBody>
            </p:sp>
            <p:sp useBgFill="1">
              <p:nvSpPr>
                <p:cNvPr id="79" name="Line 357">
                  <a:extLst>
                    <a:ext uri="{FF2B5EF4-FFF2-40B4-BE49-F238E27FC236}">
                      <a16:creationId xmlns:a16="http://schemas.microsoft.com/office/drawing/2014/main" id="{BD8F96DF-EC4B-4557-B791-D4E6656F2789}"/>
                    </a:ext>
                  </a:extLst>
                </p:cNvPr>
                <p:cNvSpPr>
                  <a:spLocks noChangeShapeType="1"/>
                </p:cNvSpPr>
                <p:nvPr/>
              </p:nvSpPr>
              <p:spPr bwMode="auto">
                <a:xfrm>
                  <a:off x="6539527" y="2257260"/>
                  <a:ext cx="5340446" cy="11089"/>
                </a:xfrm>
                <a:prstGeom prst="line">
                  <a:avLst/>
                </a:prstGeom>
                <a:ln w="28575" cap="sq">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b="0" i="0" u="none" strike="noStrike" kern="0" cap="none" spc="0" normalizeH="0" baseline="0" noProof="0">
                    <a:ln>
                      <a:noFill/>
                    </a:ln>
                    <a:solidFill>
                      <a:srgbClr val="000000"/>
                    </a:solidFill>
                    <a:effectLst/>
                    <a:uLnTx/>
                    <a:uFillTx/>
                    <a:latin typeface="Times New Roman" panose="02020603050405020304" pitchFamily="18" charset="0"/>
                    <a:ea typeface="华文行楷" panose="02010800040101010101" pitchFamily="2" charset="-122"/>
                  </a:endParaRPr>
                </a:p>
              </p:txBody>
            </p:sp>
            <p:sp>
              <p:nvSpPr>
                <p:cNvPr id="80" name="Rectangle 445">
                  <a:extLst>
                    <a:ext uri="{FF2B5EF4-FFF2-40B4-BE49-F238E27FC236}">
                      <a16:creationId xmlns:a16="http://schemas.microsoft.com/office/drawing/2014/main" id="{91E7816B-AF2D-48A0-BDE6-C222BFD25B4C}"/>
                    </a:ext>
                  </a:extLst>
                </p:cNvPr>
                <p:cNvSpPr>
                  <a:spLocks noChangeArrowheads="1"/>
                </p:cNvSpPr>
                <p:nvPr/>
              </p:nvSpPr>
              <p:spPr bwMode="auto">
                <a:xfrm>
                  <a:off x="6246041" y="1893207"/>
                  <a:ext cx="293401" cy="369332"/>
                </a:xfrm>
                <a:prstGeom prst="rect">
                  <a:avLst/>
                </a:prstGeom>
                <a:noFill/>
                <a:ln w="12700">
                  <a:noFill/>
                  <a:miter lim="800000"/>
                  <a:headEnd/>
                  <a:tailEnd/>
                </a:ln>
                <a:effectLst/>
              </p:spPr>
              <p:txBody>
                <a:bodyPr wrap="none" lIns="36000" tIns="0" rIns="72000" bIns="0">
                  <a:spAutoFit/>
                </a:bodyPr>
                <a:lstStyle/>
                <a:p>
                  <a:pPr eaLnBrk="0" fontAlgn="base" hangingPunct="0">
                    <a:spcBef>
                      <a:spcPct val="0"/>
                    </a:spcBef>
                    <a:spcAft>
                      <a:spcPct val="0"/>
                    </a:spcAft>
                  </a:pPr>
                  <a:r>
                    <a:rPr lang="en-US" altLang="zh-CN" sz="2400" b="1" dirty="0">
                      <a:solidFill>
                        <a:srgbClr val="CC6600"/>
                      </a:solidFill>
                      <a:latin typeface="Courier New" panose="02070309020205020404" pitchFamily="49" charset="0"/>
                      <a:ea typeface="宋体" panose="02010600030101010101" pitchFamily="2" charset="-122"/>
                      <a:cs typeface="Courier New" panose="02070309020205020404" pitchFamily="49" charset="0"/>
                    </a:rPr>
                    <a:t>e</a:t>
                  </a:r>
                </a:p>
              </p:txBody>
            </p:sp>
          </p:grpSp>
        </p:grpSp>
      </p:grpSp>
      <p:graphicFrame>
        <p:nvGraphicFramePr>
          <p:cNvPr id="101" name="Group 82">
            <a:extLst>
              <a:ext uri="{FF2B5EF4-FFF2-40B4-BE49-F238E27FC236}">
                <a16:creationId xmlns:a16="http://schemas.microsoft.com/office/drawing/2014/main" id="{80938968-4812-46CF-83C5-017C122E1E1C}"/>
              </a:ext>
            </a:extLst>
          </p:cNvPr>
          <p:cNvGraphicFramePr>
            <a:graphicFrameLocks noGrp="1"/>
          </p:cNvGraphicFramePr>
          <p:nvPr>
            <p:extLst>
              <p:ext uri="{D42A27DB-BD31-4B8C-83A1-F6EECF244321}">
                <p14:modId xmlns:p14="http://schemas.microsoft.com/office/powerpoint/2010/main" val="1724695315"/>
              </p:ext>
            </p:extLst>
          </p:nvPr>
        </p:nvGraphicFramePr>
        <p:xfrm>
          <a:off x="6858000" y="1061864"/>
          <a:ext cx="4998873" cy="731520"/>
        </p:xfrm>
        <a:graphic>
          <a:graphicData uri="http://schemas.openxmlformats.org/drawingml/2006/table">
            <a:tbl>
              <a:tblPr/>
              <a:tblGrid>
                <a:gridCol w="454443">
                  <a:extLst>
                    <a:ext uri="{9D8B030D-6E8A-4147-A177-3AD203B41FA5}">
                      <a16:colId xmlns:a16="http://schemas.microsoft.com/office/drawing/2014/main" val="2719283877"/>
                    </a:ext>
                  </a:extLst>
                </a:gridCol>
                <a:gridCol w="454443">
                  <a:extLst>
                    <a:ext uri="{9D8B030D-6E8A-4147-A177-3AD203B41FA5}">
                      <a16:colId xmlns:a16="http://schemas.microsoft.com/office/drawing/2014/main" val="3596978957"/>
                    </a:ext>
                  </a:extLst>
                </a:gridCol>
                <a:gridCol w="454443">
                  <a:extLst>
                    <a:ext uri="{9D8B030D-6E8A-4147-A177-3AD203B41FA5}">
                      <a16:colId xmlns:a16="http://schemas.microsoft.com/office/drawing/2014/main" val="1615309298"/>
                    </a:ext>
                  </a:extLst>
                </a:gridCol>
                <a:gridCol w="454443">
                  <a:extLst>
                    <a:ext uri="{9D8B030D-6E8A-4147-A177-3AD203B41FA5}">
                      <a16:colId xmlns:a16="http://schemas.microsoft.com/office/drawing/2014/main" val="4088602369"/>
                    </a:ext>
                  </a:extLst>
                </a:gridCol>
                <a:gridCol w="454443">
                  <a:extLst>
                    <a:ext uri="{9D8B030D-6E8A-4147-A177-3AD203B41FA5}">
                      <a16:colId xmlns:a16="http://schemas.microsoft.com/office/drawing/2014/main" val="1996123131"/>
                    </a:ext>
                  </a:extLst>
                </a:gridCol>
                <a:gridCol w="454443">
                  <a:extLst>
                    <a:ext uri="{9D8B030D-6E8A-4147-A177-3AD203B41FA5}">
                      <a16:colId xmlns:a16="http://schemas.microsoft.com/office/drawing/2014/main" val="2682607523"/>
                    </a:ext>
                  </a:extLst>
                </a:gridCol>
                <a:gridCol w="454443">
                  <a:extLst>
                    <a:ext uri="{9D8B030D-6E8A-4147-A177-3AD203B41FA5}">
                      <a16:colId xmlns:a16="http://schemas.microsoft.com/office/drawing/2014/main" val="4184123387"/>
                    </a:ext>
                  </a:extLst>
                </a:gridCol>
                <a:gridCol w="454443">
                  <a:extLst>
                    <a:ext uri="{9D8B030D-6E8A-4147-A177-3AD203B41FA5}">
                      <a16:colId xmlns:a16="http://schemas.microsoft.com/office/drawing/2014/main" val="2151605860"/>
                    </a:ext>
                  </a:extLst>
                </a:gridCol>
                <a:gridCol w="454443">
                  <a:extLst>
                    <a:ext uri="{9D8B030D-6E8A-4147-A177-3AD203B41FA5}">
                      <a16:colId xmlns:a16="http://schemas.microsoft.com/office/drawing/2014/main" val="2142618180"/>
                    </a:ext>
                  </a:extLst>
                </a:gridCol>
                <a:gridCol w="454443">
                  <a:extLst>
                    <a:ext uri="{9D8B030D-6E8A-4147-A177-3AD203B41FA5}">
                      <a16:colId xmlns:a16="http://schemas.microsoft.com/office/drawing/2014/main" val="459573992"/>
                    </a:ext>
                  </a:extLst>
                </a:gridCol>
                <a:gridCol w="454443">
                  <a:extLst>
                    <a:ext uri="{9D8B030D-6E8A-4147-A177-3AD203B41FA5}">
                      <a16:colId xmlns:a16="http://schemas.microsoft.com/office/drawing/2014/main" val="1428261318"/>
                    </a:ext>
                  </a:extLst>
                </a:gridCol>
              </a:tblGrid>
              <a:tr h="318221">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0</a:t>
                      </a:r>
                      <a:endParaRPr kumimoji="1"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36000" marR="36000" horzOverflow="overflow">
                    <a:lnL cap="flat">
                      <a:noFill/>
                    </a:lnL>
                    <a:lnR>
                      <a:noFill/>
                    </a:lnR>
                    <a:lnT cap="flat">
                      <a:noFill/>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a:t>
                      </a:r>
                    </a:p>
                  </a:txBody>
                  <a:tcPr marL="36000" marR="36000" horzOverflow="overflow">
                    <a:lnL>
                      <a:noFill/>
                    </a:lnL>
                    <a:lnR>
                      <a:noFill/>
                    </a:lnR>
                    <a:lnT cap="flat">
                      <a:noFill/>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2</a:t>
                      </a:r>
                    </a:p>
                  </a:txBody>
                  <a:tcPr marL="36000" marR="36000" horzOverflow="overflow">
                    <a:lnL>
                      <a:noFill/>
                    </a:lnL>
                    <a:lnR>
                      <a:noFill/>
                    </a:lnR>
                    <a:lnT cap="flat">
                      <a:noFill/>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3</a:t>
                      </a:r>
                    </a:p>
                  </a:txBody>
                  <a:tcPr marL="36000" marR="36000" horzOverflow="overflow">
                    <a:lnL>
                      <a:noFill/>
                    </a:lnL>
                    <a:lnR>
                      <a:noFill/>
                    </a:lnR>
                    <a:lnT cap="flat">
                      <a:noFill/>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4</a:t>
                      </a:r>
                    </a:p>
                  </a:txBody>
                  <a:tcPr marL="36000" marR="36000" horzOverflow="overflow">
                    <a:lnL>
                      <a:noFill/>
                    </a:lnL>
                    <a:lnR>
                      <a:noFill/>
                    </a:lnR>
                    <a:lnT cap="flat">
                      <a:noFill/>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5</a:t>
                      </a:r>
                    </a:p>
                  </a:txBody>
                  <a:tcPr marL="36000" marR="36000" horzOverflow="overflow">
                    <a:lnL>
                      <a:noFill/>
                    </a:lnL>
                    <a:lnR>
                      <a:noFill/>
                    </a:lnR>
                    <a:lnT cap="flat">
                      <a:noFill/>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6</a:t>
                      </a:r>
                    </a:p>
                  </a:txBody>
                  <a:tcPr marL="36000" marR="36000" horzOverflow="overflow">
                    <a:lnL>
                      <a:noFill/>
                    </a:lnL>
                    <a:lnR>
                      <a:noFill/>
                    </a:lnR>
                    <a:lnT cap="flat">
                      <a:noFill/>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7</a:t>
                      </a:r>
                    </a:p>
                  </a:txBody>
                  <a:tcPr marL="36000" marR="36000" horzOverflow="overflow">
                    <a:lnL>
                      <a:noFill/>
                    </a:lnL>
                    <a:lnR>
                      <a:noFill/>
                    </a:lnR>
                    <a:lnT cap="flat">
                      <a:noFill/>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8</a:t>
                      </a:r>
                    </a:p>
                  </a:txBody>
                  <a:tcPr marL="36000" marR="36000" horzOverflow="overflow">
                    <a:lnL>
                      <a:noFill/>
                    </a:lnL>
                    <a:lnR>
                      <a:noFill/>
                    </a:lnR>
                    <a:lnT cap="flat">
                      <a:noFill/>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9</a:t>
                      </a:r>
                    </a:p>
                  </a:txBody>
                  <a:tcPr marL="36000" marR="36000" horzOverflow="overflow">
                    <a:lnL>
                      <a:noFill/>
                    </a:lnL>
                    <a:lnR>
                      <a:noFill/>
                    </a:lnR>
                    <a:lnT cap="flat">
                      <a:noFill/>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10</a:t>
                      </a:r>
                    </a:p>
                  </a:txBody>
                  <a:tcPr marL="36000" marR="36000" horzOverflow="overflow">
                    <a:lnL>
                      <a:noFill/>
                    </a:lnL>
                    <a:lnR cap="flat">
                      <a:noFill/>
                    </a:lnR>
                    <a:lnT cap="flat">
                      <a:noFill/>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56494520"/>
                  </a:ext>
                </a:extLst>
              </a:tr>
              <a:tr h="353292">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楷体_GB2312" pitchFamily="49" charset="-122"/>
                        </a:rPr>
                        <a:t>—</a:t>
                      </a:r>
                      <a:endParaRPr kumimoji="1" lang="zh-CN" altLang="en-US" sz="1600" b="1" i="0" u="none" strike="noStrike" cap="none" normalizeH="0" baseline="0" dirty="0">
                        <a:ln>
                          <a:noFill/>
                        </a:ln>
                        <a:solidFill>
                          <a:schemeClr val="tx1"/>
                        </a:solidFill>
                        <a:effectLst/>
                        <a:latin typeface="Times New Roman" panose="02020603050405020304" pitchFamily="18" charset="0"/>
                        <a:ea typeface="楷体_GB2312" pitchFamily="49" charset="-122"/>
                      </a:endParaRPr>
                    </a:p>
                  </a:txBody>
                  <a:tcPr marL="36000" marR="3600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chemeClr val="tx2">
                        <a:lumMod val="10000"/>
                        <a:lumOff val="90000"/>
                      </a:schemeClr>
                    </a:solid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78</a:t>
                      </a:r>
                      <a:endParaRPr kumimoji="1" lang="zh-CN"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36000" marR="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09</a:t>
                      </a:r>
                    </a:p>
                  </a:txBody>
                  <a:tcPr marL="36000" marR="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63</a:t>
                      </a:r>
                    </a:p>
                  </a:txBody>
                  <a:tcPr marL="36000" marR="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30</a:t>
                      </a:r>
                    </a:p>
                  </a:txBody>
                  <a:tcPr marL="36000" marR="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89</a:t>
                      </a:r>
                    </a:p>
                  </a:txBody>
                  <a:tcPr marL="36000" marR="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84</a:t>
                      </a:r>
                    </a:p>
                  </a:txBody>
                  <a:tcPr marL="36000" marR="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05</a:t>
                      </a:r>
                    </a:p>
                  </a:txBody>
                  <a:tcPr marL="36000" marR="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69</a:t>
                      </a:r>
                    </a:p>
                  </a:txBody>
                  <a:tcPr marL="36000" marR="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08</a:t>
                      </a:r>
                    </a:p>
                  </a:txBody>
                  <a:tcPr marL="36000" marR="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83</a:t>
                      </a:r>
                    </a:p>
                  </a:txBody>
                  <a:tcPr marL="36000" marR="3600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75387437"/>
                  </a:ext>
                </a:extLst>
              </a:tr>
            </a:tbl>
          </a:graphicData>
        </a:graphic>
      </p:graphicFrame>
      <p:graphicFrame>
        <p:nvGraphicFramePr>
          <p:cNvPr id="102" name="Group 80">
            <a:extLst>
              <a:ext uri="{FF2B5EF4-FFF2-40B4-BE49-F238E27FC236}">
                <a16:creationId xmlns:a16="http://schemas.microsoft.com/office/drawing/2014/main" id="{34872F09-1E1F-471A-86B3-0F6398574796}"/>
              </a:ext>
            </a:extLst>
          </p:cNvPr>
          <p:cNvGraphicFramePr>
            <a:graphicFrameLocks noGrp="1"/>
          </p:cNvGraphicFramePr>
          <p:nvPr>
            <p:extLst>
              <p:ext uri="{D42A27DB-BD31-4B8C-83A1-F6EECF244321}">
                <p14:modId xmlns:p14="http://schemas.microsoft.com/office/powerpoint/2010/main" val="2203405304"/>
              </p:ext>
            </p:extLst>
          </p:nvPr>
        </p:nvGraphicFramePr>
        <p:xfrm>
          <a:off x="6858000" y="1793691"/>
          <a:ext cx="4998873" cy="365760"/>
        </p:xfrm>
        <a:graphic>
          <a:graphicData uri="http://schemas.openxmlformats.org/drawingml/2006/table">
            <a:tbl>
              <a:tblPr/>
              <a:tblGrid>
                <a:gridCol w="454443">
                  <a:extLst>
                    <a:ext uri="{9D8B030D-6E8A-4147-A177-3AD203B41FA5}">
                      <a16:colId xmlns:a16="http://schemas.microsoft.com/office/drawing/2014/main" val="3429578541"/>
                    </a:ext>
                  </a:extLst>
                </a:gridCol>
                <a:gridCol w="454443">
                  <a:extLst>
                    <a:ext uri="{9D8B030D-6E8A-4147-A177-3AD203B41FA5}">
                      <a16:colId xmlns:a16="http://schemas.microsoft.com/office/drawing/2014/main" val="2640589532"/>
                    </a:ext>
                  </a:extLst>
                </a:gridCol>
                <a:gridCol w="454443">
                  <a:extLst>
                    <a:ext uri="{9D8B030D-6E8A-4147-A177-3AD203B41FA5}">
                      <a16:colId xmlns:a16="http://schemas.microsoft.com/office/drawing/2014/main" val="744809669"/>
                    </a:ext>
                  </a:extLst>
                </a:gridCol>
                <a:gridCol w="454443">
                  <a:extLst>
                    <a:ext uri="{9D8B030D-6E8A-4147-A177-3AD203B41FA5}">
                      <a16:colId xmlns:a16="http://schemas.microsoft.com/office/drawing/2014/main" val="1984315397"/>
                    </a:ext>
                  </a:extLst>
                </a:gridCol>
                <a:gridCol w="454443">
                  <a:extLst>
                    <a:ext uri="{9D8B030D-6E8A-4147-A177-3AD203B41FA5}">
                      <a16:colId xmlns:a16="http://schemas.microsoft.com/office/drawing/2014/main" val="388995592"/>
                    </a:ext>
                  </a:extLst>
                </a:gridCol>
                <a:gridCol w="454443">
                  <a:extLst>
                    <a:ext uri="{9D8B030D-6E8A-4147-A177-3AD203B41FA5}">
                      <a16:colId xmlns:a16="http://schemas.microsoft.com/office/drawing/2014/main" val="1321063078"/>
                    </a:ext>
                  </a:extLst>
                </a:gridCol>
                <a:gridCol w="454443">
                  <a:extLst>
                    <a:ext uri="{9D8B030D-6E8A-4147-A177-3AD203B41FA5}">
                      <a16:colId xmlns:a16="http://schemas.microsoft.com/office/drawing/2014/main" val="2355676896"/>
                    </a:ext>
                  </a:extLst>
                </a:gridCol>
                <a:gridCol w="454443">
                  <a:extLst>
                    <a:ext uri="{9D8B030D-6E8A-4147-A177-3AD203B41FA5}">
                      <a16:colId xmlns:a16="http://schemas.microsoft.com/office/drawing/2014/main" val="112131747"/>
                    </a:ext>
                  </a:extLst>
                </a:gridCol>
                <a:gridCol w="454443">
                  <a:extLst>
                    <a:ext uri="{9D8B030D-6E8A-4147-A177-3AD203B41FA5}">
                      <a16:colId xmlns:a16="http://schemas.microsoft.com/office/drawing/2014/main" val="432427948"/>
                    </a:ext>
                  </a:extLst>
                </a:gridCol>
                <a:gridCol w="454443">
                  <a:extLst>
                    <a:ext uri="{9D8B030D-6E8A-4147-A177-3AD203B41FA5}">
                      <a16:colId xmlns:a16="http://schemas.microsoft.com/office/drawing/2014/main" val="2477038539"/>
                    </a:ext>
                  </a:extLst>
                </a:gridCol>
                <a:gridCol w="454443">
                  <a:extLst>
                    <a:ext uri="{9D8B030D-6E8A-4147-A177-3AD203B41FA5}">
                      <a16:colId xmlns:a16="http://schemas.microsoft.com/office/drawing/2014/main" val="2891318193"/>
                    </a:ext>
                  </a:extLst>
                </a:gridCol>
              </a:tblGrid>
              <a:tr h="294927">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accent2">
                              <a:lumMod val="75000"/>
                            </a:schemeClr>
                          </a:solidFill>
                          <a:effectLst/>
                          <a:latin typeface="Times New Roman" panose="02020603050405020304" pitchFamily="18" charset="0"/>
                          <a:ea typeface="楷体_GB2312" pitchFamily="49" charset="-122"/>
                        </a:rPr>
                        <a:t>4</a:t>
                      </a:r>
                      <a:endParaRPr kumimoji="1" lang="zh-CN" altLang="en-US" sz="1800" b="1" i="0" u="none" strike="noStrike" cap="none" normalizeH="0" baseline="0" dirty="0">
                        <a:ln>
                          <a:noFill/>
                        </a:ln>
                        <a:solidFill>
                          <a:schemeClr val="accent2">
                            <a:lumMod val="75000"/>
                          </a:schemeClr>
                        </a:solidFill>
                        <a:effectLst/>
                        <a:latin typeface="Times New Roman" panose="02020603050405020304" pitchFamily="18" charset="0"/>
                        <a:ea typeface="楷体_GB2312" pitchFamily="49" charset="-122"/>
                      </a:endParaRPr>
                    </a:p>
                  </a:txBody>
                  <a:tcPr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CF3BA"/>
                    </a:solid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accent2">
                              <a:lumMod val="75000"/>
                            </a:schemeClr>
                          </a:solidFill>
                          <a:effectLst/>
                          <a:latin typeface="Times New Roman" panose="02020603050405020304" pitchFamily="18" charset="0"/>
                          <a:ea typeface="宋体" panose="02010600030101010101" pitchFamily="2" charset="-122"/>
                        </a:rPr>
                        <a:t>9</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CF3BA"/>
                    </a:solid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accent2">
                              <a:lumMod val="75000"/>
                            </a:schemeClr>
                          </a:solidFill>
                          <a:effectLst/>
                          <a:latin typeface="Times New Roman" panose="02020603050405020304" pitchFamily="18" charset="0"/>
                          <a:ea typeface="宋体" panose="02010600030101010101" pitchFamily="2" charset="-122"/>
                        </a:rPr>
                        <a:t>5</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CF3BA"/>
                    </a:solid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accent2">
                              <a:lumMod val="75000"/>
                            </a:schemeClr>
                          </a:solidFill>
                          <a:effectLst/>
                          <a:latin typeface="Times New Roman" panose="02020603050405020304" pitchFamily="18" charset="0"/>
                          <a:ea typeface="宋体" panose="02010600030101010101" pitchFamily="2" charset="-122"/>
                        </a:rPr>
                        <a:t>10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CF3BA"/>
                    </a:solid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accent2">
                              <a:lumMod val="75000"/>
                            </a:schemeClr>
                          </a:solidFill>
                          <a:effectLst/>
                          <a:latin typeface="Times New Roman" panose="02020603050405020304" pitchFamily="18" charset="0"/>
                          <a:ea typeface="宋体" panose="02010600030101010101" pitchFamily="2" charset="-122"/>
                        </a:rPr>
                        <a:t>3</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CF3BA"/>
                    </a:solid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accent2">
                              <a:lumMod val="75000"/>
                            </a:schemeClr>
                          </a:solidFill>
                          <a:effectLst/>
                          <a:latin typeface="Times New Roman" panose="02020603050405020304" pitchFamily="18" charset="0"/>
                          <a:ea typeface="宋体" panose="02010600030101010101" pitchFamily="2" charset="-122"/>
                        </a:rPr>
                        <a:t>8</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CF3BA"/>
                    </a:solid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accent2">
                              <a:lumMod val="75000"/>
                            </a:schemeClr>
                          </a:solidFill>
                          <a:effectLst/>
                          <a:latin typeface="Times New Roman" panose="02020603050405020304" pitchFamily="18" charset="0"/>
                          <a:ea typeface="宋体" panose="02010600030101010101" pitchFamily="2" charset="-122"/>
                        </a:rPr>
                        <a:t>7</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CF3BA"/>
                    </a:solid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accent2">
                              <a:lumMod val="75000"/>
                            </a:schemeClr>
                          </a:solidFill>
                          <a:effectLst/>
                          <a:latin typeface="Times New Roman" panose="02020603050405020304" pitchFamily="18" charset="0"/>
                          <a:ea typeface="宋体" panose="02010600030101010101" pitchFamily="2" charset="-122"/>
                        </a:rPr>
                        <a:t>1</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CF3BA"/>
                    </a:solid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accent2">
                              <a:lumMod val="75000"/>
                            </a:schemeClr>
                          </a:solidFill>
                          <a:effectLst/>
                          <a:latin typeface="Times New Roman" panose="02020603050405020304" pitchFamily="18" charset="0"/>
                          <a:ea typeface="宋体" panose="02010600030101010101" pitchFamily="2" charset="-122"/>
                        </a:rPr>
                        <a:t>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CF3BA"/>
                    </a:solid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accent2">
                              <a:lumMod val="75000"/>
                            </a:schemeClr>
                          </a:solidFill>
                          <a:effectLst/>
                          <a:latin typeface="Times New Roman" panose="02020603050405020304" pitchFamily="18" charset="0"/>
                          <a:ea typeface="宋体" panose="02010600030101010101" pitchFamily="2" charset="-122"/>
                        </a:rPr>
                        <a:t>2</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CF3BA"/>
                    </a:solid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accent2">
                              <a:lumMod val="75000"/>
                            </a:schemeClr>
                          </a:solidFill>
                          <a:effectLst/>
                          <a:latin typeface="Times New Roman" panose="02020603050405020304" pitchFamily="18" charset="0"/>
                          <a:ea typeface="宋体" panose="02010600030101010101" pitchFamily="2" charset="-122"/>
                        </a:rPr>
                        <a:t>6</a:t>
                      </a:r>
                    </a:p>
                  </a:txBody>
                  <a:tcPr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CF3BA"/>
                    </a:solidFill>
                  </a:tcPr>
                </a:tc>
                <a:extLst>
                  <a:ext uri="{0D108BD9-81ED-4DB2-BD59-A6C34878D82A}">
                    <a16:rowId xmlns:a16="http://schemas.microsoft.com/office/drawing/2014/main" val="3168416222"/>
                  </a:ext>
                </a:extLst>
              </a:tr>
            </a:tbl>
          </a:graphicData>
        </a:graphic>
      </p:graphicFrame>
      <p:sp>
        <p:nvSpPr>
          <p:cNvPr id="103" name="Rectangle 445">
            <a:extLst>
              <a:ext uri="{FF2B5EF4-FFF2-40B4-BE49-F238E27FC236}">
                <a16:creationId xmlns:a16="http://schemas.microsoft.com/office/drawing/2014/main" id="{3D009ACC-025B-447D-8264-99CBF5E9BD30}"/>
              </a:ext>
            </a:extLst>
          </p:cNvPr>
          <p:cNvSpPr>
            <a:spLocks noChangeArrowheads="1"/>
          </p:cNvSpPr>
          <p:nvPr/>
        </p:nvSpPr>
        <p:spPr bwMode="auto">
          <a:xfrm>
            <a:off x="5905581" y="1442218"/>
            <a:ext cx="935673" cy="307777"/>
          </a:xfrm>
          <a:prstGeom prst="rect">
            <a:avLst/>
          </a:prstGeom>
          <a:noFill/>
          <a:ln w="12700">
            <a:noFill/>
            <a:miter lim="800000"/>
            <a:headEnd/>
            <a:tailEnd/>
          </a:ln>
          <a:effectLst/>
        </p:spPr>
        <p:txBody>
          <a:bodyPr wrap="square" lIns="36000" tIns="0" rIns="72000" bIns="0">
            <a:spAutoFit/>
          </a:bodyPr>
          <a:lstStyle/>
          <a:p>
            <a:pPr algn="r" eaLnBrk="0" fontAlgn="base" hangingPunct="0">
              <a:spcBef>
                <a:spcPct val="0"/>
              </a:spcBef>
              <a:spcAft>
                <a:spcPct val="0"/>
              </a:spcAft>
            </a:pPr>
            <a:r>
              <a:rPr lang="en-US" altLang="zh-CN" sz="2000" b="1" dirty="0">
                <a:solidFill>
                  <a:srgbClr val="CC6600"/>
                </a:solidFill>
                <a:latin typeface="Courier New" panose="02070309020205020404" pitchFamily="49" charset="0"/>
                <a:ea typeface="宋体" panose="02010600030101010101" pitchFamily="2" charset="-122"/>
                <a:cs typeface="Courier New" panose="02070309020205020404" pitchFamily="49" charset="0"/>
              </a:rPr>
              <a:t>keys</a:t>
            </a:r>
          </a:p>
        </p:txBody>
      </p:sp>
      <p:sp>
        <p:nvSpPr>
          <p:cNvPr id="104" name="Rectangle 445">
            <a:extLst>
              <a:ext uri="{FF2B5EF4-FFF2-40B4-BE49-F238E27FC236}">
                <a16:creationId xmlns:a16="http://schemas.microsoft.com/office/drawing/2014/main" id="{E0B2B404-688D-41C0-A7B6-B867F7B38F1A}"/>
              </a:ext>
            </a:extLst>
          </p:cNvPr>
          <p:cNvSpPr>
            <a:spLocks noChangeArrowheads="1"/>
          </p:cNvSpPr>
          <p:nvPr/>
        </p:nvSpPr>
        <p:spPr bwMode="auto">
          <a:xfrm>
            <a:off x="5922327" y="1830637"/>
            <a:ext cx="935673" cy="307777"/>
          </a:xfrm>
          <a:prstGeom prst="rect">
            <a:avLst/>
          </a:prstGeom>
          <a:noFill/>
          <a:ln w="12700">
            <a:noFill/>
            <a:miter lim="800000"/>
            <a:headEnd/>
            <a:tailEnd/>
          </a:ln>
          <a:effectLst/>
        </p:spPr>
        <p:txBody>
          <a:bodyPr wrap="square" lIns="36000" tIns="0" rIns="72000" bIns="0">
            <a:spAutoFit/>
          </a:bodyPr>
          <a:lstStyle/>
          <a:p>
            <a:pPr algn="r" eaLnBrk="0" fontAlgn="base" hangingPunct="0">
              <a:spcBef>
                <a:spcPct val="0"/>
              </a:spcBef>
              <a:spcAft>
                <a:spcPct val="0"/>
              </a:spcAft>
            </a:pPr>
            <a:r>
              <a:rPr lang="en-US" altLang="zh-CN" sz="2000" b="1" dirty="0">
                <a:solidFill>
                  <a:srgbClr val="CC6600"/>
                </a:solidFill>
                <a:latin typeface="Courier New" panose="02070309020205020404" pitchFamily="49" charset="0"/>
                <a:ea typeface="宋体" panose="02010600030101010101" pitchFamily="2" charset="-122"/>
                <a:cs typeface="Courier New" panose="02070309020205020404" pitchFamily="49" charset="0"/>
              </a:rPr>
              <a:t>next</a:t>
            </a:r>
          </a:p>
        </p:txBody>
      </p:sp>
      <p:sp>
        <p:nvSpPr>
          <p:cNvPr id="105" name="Rectangle 263">
            <a:extLst>
              <a:ext uri="{FF2B5EF4-FFF2-40B4-BE49-F238E27FC236}">
                <a16:creationId xmlns:a16="http://schemas.microsoft.com/office/drawing/2014/main" id="{57DF5206-AE02-41E4-8C64-FBD1FFDD78C0}"/>
              </a:ext>
            </a:extLst>
          </p:cNvPr>
          <p:cNvSpPr>
            <a:spLocks noChangeArrowheads="1"/>
          </p:cNvSpPr>
          <p:nvPr/>
        </p:nvSpPr>
        <p:spPr bwMode="auto">
          <a:xfrm>
            <a:off x="10879944" y="4528983"/>
            <a:ext cx="376239" cy="249299"/>
          </a:xfrm>
          <a:prstGeom prst="rect">
            <a:avLst/>
          </a:prstGeom>
          <a:solidFill>
            <a:schemeClr val="accent6">
              <a:lumMod val="20000"/>
              <a:lumOff val="80000"/>
            </a:schemeClr>
          </a:solidFill>
          <a:ln>
            <a:noFill/>
          </a:ln>
          <a:effectLst/>
        </p:spPr>
        <p:txBody>
          <a:bodyPr wrap="none" lIns="72000" tIns="0" rIns="72000" bIns="0">
            <a:spAutoFit/>
          </a:bodyPr>
          <a:lstStyle/>
          <a:p>
            <a:pPr eaLnBrk="0" fontAlgn="base" hangingPunct="0">
              <a:lnSpc>
                <a:spcPct val="90000"/>
              </a:lnSpc>
              <a:spcBef>
                <a:spcPct val="0"/>
              </a:spcBef>
              <a:spcAft>
                <a:spcPct val="0"/>
              </a:spcAft>
            </a:pPr>
            <a:r>
              <a:rPr lang="en-US" altLang="zh-CN" b="1" dirty="0">
                <a:solidFill>
                  <a:srgbClr val="C00000"/>
                </a:solidFill>
                <a:latin typeface="Times New Roman" panose="02020603050405020304" pitchFamily="18" charset="0"/>
                <a:ea typeface="宋体" panose="02010600030101010101" pitchFamily="2" charset="-122"/>
              </a:rPr>
              <a:t>10</a:t>
            </a:r>
          </a:p>
        </p:txBody>
      </p:sp>
      <p:cxnSp>
        <p:nvCxnSpPr>
          <p:cNvPr id="106" name="直接箭头连接符 105">
            <a:extLst>
              <a:ext uri="{FF2B5EF4-FFF2-40B4-BE49-F238E27FC236}">
                <a16:creationId xmlns:a16="http://schemas.microsoft.com/office/drawing/2014/main" id="{486E072E-08FD-4B5F-95CF-7D50C7E018C0}"/>
              </a:ext>
            </a:extLst>
          </p:cNvPr>
          <p:cNvCxnSpPr>
            <a:cxnSpLocks/>
          </p:cNvCxnSpPr>
          <p:nvPr/>
        </p:nvCxnSpPr>
        <p:spPr>
          <a:xfrm flipV="1">
            <a:off x="11081814" y="4281660"/>
            <a:ext cx="0" cy="231723"/>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grpSp>
        <p:nvGrpSpPr>
          <p:cNvPr id="107" name="组合 106">
            <a:extLst>
              <a:ext uri="{FF2B5EF4-FFF2-40B4-BE49-F238E27FC236}">
                <a16:creationId xmlns:a16="http://schemas.microsoft.com/office/drawing/2014/main" id="{6A5946D8-E34B-49E3-98DE-89019B4B74B8}"/>
              </a:ext>
            </a:extLst>
          </p:cNvPr>
          <p:cNvGrpSpPr/>
          <p:nvPr/>
        </p:nvGrpSpPr>
        <p:grpSpPr>
          <a:xfrm>
            <a:off x="8800339" y="866772"/>
            <a:ext cx="299295" cy="429500"/>
            <a:chOff x="4432971" y="1141734"/>
            <a:chExt cx="299295" cy="429500"/>
          </a:xfrm>
        </p:grpSpPr>
        <p:cxnSp>
          <p:nvCxnSpPr>
            <p:cNvPr id="108" name="直接箭头连接符 107">
              <a:extLst>
                <a:ext uri="{FF2B5EF4-FFF2-40B4-BE49-F238E27FC236}">
                  <a16:creationId xmlns:a16="http://schemas.microsoft.com/office/drawing/2014/main" id="{1BA401D5-05BE-43A8-9F9D-F32F4B0C0A40}"/>
                </a:ext>
              </a:extLst>
            </p:cNvPr>
            <p:cNvCxnSpPr>
              <a:cxnSpLocks/>
            </p:cNvCxnSpPr>
            <p:nvPr/>
          </p:nvCxnSpPr>
          <p:spPr>
            <a:xfrm>
              <a:off x="4632484" y="1371273"/>
              <a:ext cx="0" cy="199961"/>
            </a:xfrm>
            <a:prstGeom prst="straightConnector1">
              <a:avLst/>
            </a:prstGeom>
            <a:ln w="28575">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109" name="Rectangle 263">
              <a:extLst>
                <a:ext uri="{FF2B5EF4-FFF2-40B4-BE49-F238E27FC236}">
                  <a16:creationId xmlns:a16="http://schemas.microsoft.com/office/drawing/2014/main" id="{9337D2CC-A139-4B31-B005-3D85B958B762}"/>
                </a:ext>
              </a:extLst>
            </p:cNvPr>
            <p:cNvSpPr>
              <a:spLocks noChangeArrowheads="1"/>
            </p:cNvSpPr>
            <p:nvPr/>
          </p:nvSpPr>
          <p:spPr bwMode="auto">
            <a:xfrm>
              <a:off x="4432971" y="1141734"/>
              <a:ext cx="299295" cy="284693"/>
            </a:xfrm>
            <a:prstGeom prst="rect">
              <a:avLst/>
            </a:prstGeom>
            <a:noFill/>
            <a:ln>
              <a:noFill/>
            </a:ln>
            <a:effectLst/>
          </p:spPr>
          <p:txBody>
            <a:bodyPr wrap="none" lIns="72000" tIns="0" rIns="72000" bIns="0">
              <a:spAutoFit/>
            </a:bodyPr>
            <a:lstStyle/>
            <a:p>
              <a:pPr eaLnBrk="0" fontAlgn="base" hangingPunct="0">
                <a:lnSpc>
                  <a:spcPct val="90000"/>
                </a:lnSpc>
                <a:spcBef>
                  <a:spcPct val="0"/>
                </a:spcBef>
                <a:spcAft>
                  <a:spcPct val="0"/>
                </a:spcAft>
              </a:pPr>
              <a:r>
                <a:rPr lang="en-US" altLang="zh-CN" sz="2000" b="1" dirty="0">
                  <a:solidFill>
                    <a:srgbClr val="C00000"/>
                  </a:solidFill>
                  <a:latin typeface="Courier New" panose="02070309020205020404" pitchFamily="49" charset="0"/>
                  <a:ea typeface="宋体" panose="02010600030101010101" pitchFamily="2" charset="-122"/>
                  <a:cs typeface="Courier New" panose="02070309020205020404" pitchFamily="49" charset="0"/>
                </a:rPr>
                <a:t>p</a:t>
              </a:r>
            </a:p>
          </p:txBody>
        </p:sp>
      </p:grpSp>
      <p:sp>
        <p:nvSpPr>
          <p:cNvPr id="110" name="Rectangle 263">
            <a:extLst>
              <a:ext uri="{FF2B5EF4-FFF2-40B4-BE49-F238E27FC236}">
                <a16:creationId xmlns:a16="http://schemas.microsoft.com/office/drawing/2014/main" id="{AC151257-AFA7-43D5-8682-1F5A6D786713}"/>
              </a:ext>
            </a:extLst>
          </p:cNvPr>
          <p:cNvSpPr>
            <a:spLocks noChangeArrowheads="1"/>
          </p:cNvSpPr>
          <p:nvPr/>
        </p:nvSpPr>
        <p:spPr bwMode="auto">
          <a:xfrm>
            <a:off x="10908308" y="2581821"/>
            <a:ext cx="376239" cy="249299"/>
          </a:xfrm>
          <a:prstGeom prst="rect">
            <a:avLst/>
          </a:prstGeom>
          <a:solidFill>
            <a:schemeClr val="accent6">
              <a:lumMod val="20000"/>
              <a:lumOff val="80000"/>
            </a:schemeClr>
          </a:solidFill>
          <a:ln>
            <a:noFill/>
          </a:ln>
          <a:effectLst/>
        </p:spPr>
        <p:txBody>
          <a:bodyPr wrap="none" lIns="72000" tIns="0" rIns="72000" bIns="0">
            <a:spAutoFit/>
          </a:bodyPr>
          <a:lstStyle/>
          <a:p>
            <a:pPr eaLnBrk="0" fontAlgn="base" hangingPunct="0">
              <a:lnSpc>
                <a:spcPct val="90000"/>
              </a:lnSpc>
              <a:spcBef>
                <a:spcPct val="0"/>
              </a:spcBef>
              <a:spcAft>
                <a:spcPct val="0"/>
              </a:spcAft>
            </a:pPr>
            <a:r>
              <a:rPr lang="en-US" altLang="zh-CN" b="1" dirty="0">
                <a:solidFill>
                  <a:srgbClr val="C00000"/>
                </a:solidFill>
                <a:latin typeface="Times New Roman" panose="02020603050405020304" pitchFamily="18" charset="0"/>
                <a:ea typeface="宋体" panose="02010600030101010101" pitchFamily="2" charset="-122"/>
              </a:rPr>
              <a:t>10</a:t>
            </a:r>
          </a:p>
        </p:txBody>
      </p:sp>
      <p:cxnSp>
        <p:nvCxnSpPr>
          <p:cNvPr id="111" name="直接箭头连接符 110">
            <a:extLst>
              <a:ext uri="{FF2B5EF4-FFF2-40B4-BE49-F238E27FC236}">
                <a16:creationId xmlns:a16="http://schemas.microsoft.com/office/drawing/2014/main" id="{C82A9B9B-7CD9-4FAE-8F12-CAE226740B08}"/>
              </a:ext>
            </a:extLst>
          </p:cNvPr>
          <p:cNvCxnSpPr>
            <a:cxnSpLocks/>
          </p:cNvCxnSpPr>
          <p:nvPr/>
        </p:nvCxnSpPr>
        <p:spPr>
          <a:xfrm>
            <a:off x="11081814" y="2849828"/>
            <a:ext cx="0" cy="1147242"/>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112" name="Rectangle 445">
            <a:extLst>
              <a:ext uri="{FF2B5EF4-FFF2-40B4-BE49-F238E27FC236}">
                <a16:creationId xmlns:a16="http://schemas.microsoft.com/office/drawing/2014/main" id="{E1933A41-BB52-4124-B0EA-AEFAB684A767}"/>
              </a:ext>
            </a:extLst>
          </p:cNvPr>
          <p:cNvSpPr>
            <a:spLocks noChangeArrowheads="1"/>
          </p:cNvSpPr>
          <p:nvPr/>
        </p:nvSpPr>
        <p:spPr bwMode="auto">
          <a:xfrm>
            <a:off x="7316259" y="1440306"/>
            <a:ext cx="448033" cy="342000"/>
          </a:xfrm>
          <a:prstGeom prst="rect">
            <a:avLst/>
          </a:prstGeom>
          <a:solidFill>
            <a:schemeClr val="accent4">
              <a:lumMod val="20000"/>
              <a:lumOff val="80000"/>
            </a:schemeClr>
          </a:solidFill>
          <a:ln w="12700">
            <a:solidFill>
              <a:schemeClr val="tx1"/>
            </a:solidFill>
            <a:miter lim="800000"/>
            <a:headEnd/>
            <a:tailEnd/>
          </a:ln>
          <a:effectLst/>
        </p:spPr>
        <p:txBody>
          <a:bodyPr wrap="none" lIns="50400" tIns="28800" rIns="50400" bIns="28800">
            <a:noAutofit/>
          </a:bodyPr>
          <a:lstStyle/>
          <a:p>
            <a:pPr algn="ctr" eaLnBrk="0" fontAlgn="base" hangingPunct="0">
              <a:spcBef>
                <a:spcPct val="0"/>
              </a:spcBef>
              <a:spcAft>
                <a:spcPct val="0"/>
              </a:spcAft>
            </a:pPr>
            <a:r>
              <a:rPr lang="en-US" altLang="zh-CN" b="1" dirty="0">
                <a:solidFill>
                  <a:schemeClr val="accent2">
                    <a:lumMod val="75000"/>
                  </a:schemeClr>
                </a:solidFill>
                <a:latin typeface="Times New Roman" panose="02020603050405020304" pitchFamily="18" charset="0"/>
                <a:ea typeface="宋体" panose="02010600030101010101" pitchFamily="2" charset="-122"/>
              </a:rPr>
              <a:t>7</a:t>
            </a:r>
            <a:r>
              <a:rPr lang="en-US" altLang="zh-CN" b="1" dirty="0">
                <a:latin typeface="Times New Roman" panose="02020603050405020304" pitchFamily="18" charset="0"/>
                <a:ea typeface="宋体" panose="02010600030101010101" pitchFamily="2" charset="-122"/>
              </a:rPr>
              <a:t>8</a:t>
            </a:r>
          </a:p>
        </p:txBody>
      </p:sp>
      <p:grpSp>
        <p:nvGrpSpPr>
          <p:cNvPr id="113" name="组合 112">
            <a:extLst>
              <a:ext uri="{FF2B5EF4-FFF2-40B4-BE49-F238E27FC236}">
                <a16:creationId xmlns:a16="http://schemas.microsoft.com/office/drawing/2014/main" id="{E9276C5D-E03F-4434-BA9C-40745D1E70EC}"/>
              </a:ext>
            </a:extLst>
          </p:cNvPr>
          <p:cNvGrpSpPr/>
          <p:nvPr/>
        </p:nvGrpSpPr>
        <p:grpSpPr>
          <a:xfrm>
            <a:off x="8261712" y="4906332"/>
            <a:ext cx="299295" cy="394552"/>
            <a:chOff x="4432971" y="1031875"/>
            <a:chExt cx="299295" cy="394552"/>
          </a:xfrm>
        </p:grpSpPr>
        <p:cxnSp>
          <p:nvCxnSpPr>
            <p:cNvPr id="114" name="直接箭头连接符 113">
              <a:extLst>
                <a:ext uri="{FF2B5EF4-FFF2-40B4-BE49-F238E27FC236}">
                  <a16:creationId xmlns:a16="http://schemas.microsoft.com/office/drawing/2014/main" id="{574AF550-01AB-4BE0-96F6-69AACA89F917}"/>
                </a:ext>
              </a:extLst>
            </p:cNvPr>
            <p:cNvCxnSpPr>
              <a:cxnSpLocks/>
            </p:cNvCxnSpPr>
            <p:nvPr/>
          </p:nvCxnSpPr>
          <p:spPr>
            <a:xfrm flipV="1">
              <a:off x="4682375" y="1031875"/>
              <a:ext cx="0" cy="267427"/>
            </a:xfrm>
            <a:prstGeom prst="straightConnector1">
              <a:avLst/>
            </a:prstGeom>
            <a:ln w="28575">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115" name="Rectangle 263">
              <a:extLst>
                <a:ext uri="{FF2B5EF4-FFF2-40B4-BE49-F238E27FC236}">
                  <a16:creationId xmlns:a16="http://schemas.microsoft.com/office/drawing/2014/main" id="{27365EEC-FB2B-419D-B728-2ECD56944AAF}"/>
                </a:ext>
              </a:extLst>
            </p:cNvPr>
            <p:cNvSpPr>
              <a:spLocks noChangeArrowheads="1"/>
            </p:cNvSpPr>
            <p:nvPr/>
          </p:nvSpPr>
          <p:spPr bwMode="auto">
            <a:xfrm>
              <a:off x="4432971" y="1141734"/>
              <a:ext cx="299295" cy="284693"/>
            </a:xfrm>
            <a:prstGeom prst="rect">
              <a:avLst/>
            </a:prstGeom>
            <a:noFill/>
            <a:ln>
              <a:noFill/>
            </a:ln>
            <a:effectLst/>
          </p:spPr>
          <p:txBody>
            <a:bodyPr wrap="none" lIns="72000" tIns="0" rIns="72000" bIns="0">
              <a:spAutoFit/>
            </a:bodyPr>
            <a:lstStyle/>
            <a:p>
              <a:pPr eaLnBrk="0" fontAlgn="base" hangingPunct="0">
                <a:lnSpc>
                  <a:spcPct val="90000"/>
                </a:lnSpc>
                <a:spcBef>
                  <a:spcPct val="0"/>
                </a:spcBef>
                <a:spcAft>
                  <a:spcPct val="0"/>
                </a:spcAft>
              </a:pPr>
              <a:r>
                <a:rPr lang="en-US" altLang="zh-CN" sz="2000" b="1" dirty="0">
                  <a:solidFill>
                    <a:srgbClr val="C00000"/>
                  </a:solidFill>
                  <a:latin typeface="Courier New" panose="02070309020205020404" pitchFamily="49" charset="0"/>
                  <a:ea typeface="宋体" panose="02010600030101010101" pitchFamily="2" charset="-122"/>
                  <a:cs typeface="Courier New" panose="02070309020205020404" pitchFamily="49" charset="0"/>
                </a:rPr>
                <a:t>j</a:t>
              </a:r>
            </a:p>
          </p:txBody>
        </p:sp>
      </p:grpSp>
      <p:sp>
        <p:nvSpPr>
          <p:cNvPr id="116" name="Rectangle 445">
            <a:extLst>
              <a:ext uri="{FF2B5EF4-FFF2-40B4-BE49-F238E27FC236}">
                <a16:creationId xmlns:a16="http://schemas.microsoft.com/office/drawing/2014/main" id="{43048C99-46B8-4B22-953E-4BA9922DD8A0}"/>
              </a:ext>
            </a:extLst>
          </p:cNvPr>
          <p:cNvSpPr>
            <a:spLocks noChangeArrowheads="1"/>
          </p:cNvSpPr>
          <p:nvPr/>
        </p:nvSpPr>
        <p:spPr bwMode="auto">
          <a:xfrm>
            <a:off x="7770086" y="1444325"/>
            <a:ext cx="448033" cy="335161"/>
          </a:xfrm>
          <a:prstGeom prst="rect">
            <a:avLst/>
          </a:prstGeom>
          <a:solidFill>
            <a:schemeClr val="accent4">
              <a:lumMod val="20000"/>
              <a:lumOff val="80000"/>
            </a:schemeClr>
          </a:solidFill>
          <a:ln w="12700">
            <a:solidFill>
              <a:schemeClr val="tx1"/>
            </a:solidFill>
            <a:miter lim="800000"/>
            <a:headEnd/>
            <a:tailEnd/>
          </a:ln>
          <a:effectLst/>
        </p:spPr>
        <p:txBody>
          <a:bodyPr wrap="none" lIns="50400" tIns="28800" rIns="50400" bIns="28800">
            <a:noAutofit/>
          </a:bodyPr>
          <a:lstStyle/>
          <a:p>
            <a:pPr algn="ctr" eaLnBrk="0" fontAlgn="base" hangingPunct="0">
              <a:spcBef>
                <a:spcPct val="0"/>
              </a:spcBef>
              <a:spcAft>
                <a:spcPct val="0"/>
              </a:spcAft>
            </a:pPr>
            <a:r>
              <a:rPr lang="en-US" altLang="zh-CN" b="1" dirty="0">
                <a:solidFill>
                  <a:schemeClr val="accent2">
                    <a:lumMod val="75000"/>
                  </a:schemeClr>
                </a:solidFill>
                <a:latin typeface="Times New Roman" panose="02020603050405020304" pitchFamily="18" charset="0"/>
                <a:ea typeface="宋体" panose="02010600030101010101" pitchFamily="2" charset="-122"/>
              </a:rPr>
              <a:t>0</a:t>
            </a:r>
            <a:r>
              <a:rPr lang="en-US" altLang="zh-CN" b="1" dirty="0">
                <a:latin typeface="Times New Roman" panose="02020603050405020304" pitchFamily="18" charset="0"/>
                <a:ea typeface="宋体" panose="02010600030101010101" pitchFamily="2" charset="-122"/>
              </a:rPr>
              <a:t>9</a:t>
            </a:r>
          </a:p>
        </p:txBody>
      </p:sp>
      <p:cxnSp>
        <p:nvCxnSpPr>
          <p:cNvPr id="118" name="直接箭头连接符 117">
            <a:extLst>
              <a:ext uri="{FF2B5EF4-FFF2-40B4-BE49-F238E27FC236}">
                <a16:creationId xmlns:a16="http://schemas.microsoft.com/office/drawing/2014/main" id="{D29F76D3-B7D4-4832-A227-C683B971BBDA}"/>
              </a:ext>
            </a:extLst>
          </p:cNvPr>
          <p:cNvCxnSpPr>
            <a:cxnSpLocks/>
          </p:cNvCxnSpPr>
          <p:nvPr/>
        </p:nvCxnSpPr>
        <p:spPr>
          <a:xfrm flipV="1">
            <a:off x="11080152" y="3309018"/>
            <a:ext cx="0" cy="231723"/>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20" name="直接箭头连接符 119">
            <a:extLst>
              <a:ext uri="{FF2B5EF4-FFF2-40B4-BE49-F238E27FC236}">
                <a16:creationId xmlns:a16="http://schemas.microsoft.com/office/drawing/2014/main" id="{D1454EE5-E597-4DD1-AA9B-9145D68EB103}"/>
              </a:ext>
            </a:extLst>
          </p:cNvPr>
          <p:cNvCxnSpPr>
            <a:cxnSpLocks/>
          </p:cNvCxnSpPr>
          <p:nvPr/>
        </p:nvCxnSpPr>
        <p:spPr>
          <a:xfrm>
            <a:off x="11084502" y="2836351"/>
            <a:ext cx="0" cy="215013"/>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121" name="Rectangle 445">
            <a:extLst>
              <a:ext uri="{FF2B5EF4-FFF2-40B4-BE49-F238E27FC236}">
                <a16:creationId xmlns:a16="http://schemas.microsoft.com/office/drawing/2014/main" id="{8A455114-966A-452C-94EB-13E5A915B939}"/>
              </a:ext>
            </a:extLst>
          </p:cNvPr>
          <p:cNvSpPr>
            <a:spLocks noChangeArrowheads="1"/>
          </p:cNvSpPr>
          <p:nvPr/>
        </p:nvSpPr>
        <p:spPr bwMode="auto">
          <a:xfrm>
            <a:off x="8223246" y="1447145"/>
            <a:ext cx="448033" cy="335161"/>
          </a:xfrm>
          <a:prstGeom prst="rect">
            <a:avLst/>
          </a:prstGeom>
          <a:solidFill>
            <a:schemeClr val="accent4">
              <a:lumMod val="20000"/>
              <a:lumOff val="80000"/>
            </a:schemeClr>
          </a:solidFill>
          <a:ln w="12700">
            <a:solidFill>
              <a:schemeClr val="tx1"/>
            </a:solidFill>
            <a:miter lim="800000"/>
            <a:headEnd/>
            <a:tailEnd/>
          </a:ln>
          <a:effectLst/>
        </p:spPr>
        <p:txBody>
          <a:bodyPr wrap="none" lIns="50400" tIns="28800" rIns="50400" bIns="28800">
            <a:noAutofit/>
          </a:bodyPr>
          <a:lstStyle/>
          <a:p>
            <a:pPr algn="ctr" eaLnBrk="0" fontAlgn="base" hangingPunct="0">
              <a:spcBef>
                <a:spcPct val="0"/>
              </a:spcBef>
              <a:spcAft>
                <a:spcPct val="0"/>
              </a:spcAft>
            </a:pPr>
            <a:r>
              <a:rPr lang="en-US" altLang="zh-CN" b="1" dirty="0">
                <a:solidFill>
                  <a:schemeClr val="accent2">
                    <a:lumMod val="75000"/>
                  </a:schemeClr>
                </a:solidFill>
                <a:latin typeface="Times New Roman" panose="02020603050405020304" pitchFamily="18" charset="0"/>
                <a:ea typeface="宋体" panose="02010600030101010101" pitchFamily="2" charset="-122"/>
              </a:rPr>
              <a:t>6</a:t>
            </a:r>
            <a:r>
              <a:rPr lang="en-US" altLang="zh-CN" b="1" dirty="0">
                <a:latin typeface="Times New Roman" panose="02020603050405020304" pitchFamily="18" charset="0"/>
                <a:ea typeface="宋体" panose="02010600030101010101" pitchFamily="2" charset="-122"/>
              </a:rPr>
              <a:t>3</a:t>
            </a:r>
          </a:p>
        </p:txBody>
      </p:sp>
      <p:cxnSp>
        <p:nvCxnSpPr>
          <p:cNvPr id="122" name="直接箭头连接符 121">
            <a:extLst>
              <a:ext uri="{FF2B5EF4-FFF2-40B4-BE49-F238E27FC236}">
                <a16:creationId xmlns:a16="http://schemas.microsoft.com/office/drawing/2014/main" id="{D5B8DA35-8952-464A-8E50-599714FD8598}"/>
              </a:ext>
            </a:extLst>
          </p:cNvPr>
          <p:cNvCxnSpPr>
            <a:cxnSpLocks/>
          </p:cNvCxnSpPr>
          <p:nvPr/>
        </p:nvCxnSpPr>
        <p:spPr>
          <a:xfrm>
            <a:off x="8415285" y="2836468"/>
            <a:ext cx="1006" cy="1170489"/>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123" name="Rectangle 445">
            <a:extLst>
              <a:ext uri="{FF2B5EF4-FFF2-40B4-BE49-F238E27FC236}">
                <a16:creationId xmlns:a16="http://schemas.microsoft.com/office/drawing/2014/main" id="{FD4C3B36-C108-496A-8CF1-9003F85BBFF9}"/>
              </a:ext>
            </a:extLst>
          </p:cNvPr>
          <p:cNvSpPr>
            <a:spLocks noChangeArrowheads="1"/>
          </p:cNvSpPr>
          <p:nvPr/>
        </p:nvSpPr>
        <p:spPr bwMode="auto">
          <a:xfrm>
            <a:off x="8677162" y="1444753"/>
            <a:ext cx="448033" cy="335161"/>
          </a:xfrm>
          <a:prstGeom prst="rect">
            <a:avLst/>
          </a:prstGeom>
          <a:solidFill>
            <a:schemeClr val="accent4">
              <a:lumMod val="20000"/>
              <a:lumOff val="80000"/>
            </a:schemeClr>
          </a:solidFill>
          <a:ln w="12700">
            <a:solidFill>
              <a:schemeClr val="tx1"/>
            </a:solidFill>
            <a:miter lim="800000"/>
            <a:headEnd/>
            <a:tailEnd/>
          </a:ln>
          <a:effectLst/>
        </p:spPr>
        <p:txBody>
          <a:bodyPr wrap="none" lIns="50400" tIns="28800" rIns="50400" bIns="28800">
            <a:noAutofit/>
          </a:bodyPr>
          <a:lstStyle/>
          <a:p>
            <a:pPr algn="ctr" eaLnBrk="0" fontAlgn="base" hangingPunct="0">
              <a:spcBef>
                <a:spcPct val="0"/>
              </a:spcBef>
              <a:spcAft>
                <a:spcPct val="0"/>
              </a:spcAft>
            </a:pPr>
            <a:r>
              <a:rPr lang="en-US" altLang="zh-CN" b="1" dirty="0">
                <a:solidFill>
                  <a:schemeClr val="accent2">
                    <a:lumMod val="75000"/>
                  </a:schemeClr>
                </a:solidFill>
                <a:latin typeface="Times New Roman" panose="02020603050405020304" pitchFamily="18" charset="0"/>
                <a:ea typeface="宋体" panose="02010600030101010101" pitchFamily="2" charset="-122"/>
              </a:rPr>
              <a:t>3</a:t>
            </a:r>
            <a:r>
              <a:rPr lang="en-US" altLang="zh-CN" b="1" dirty="0">
                <a:latin typeface="Times New Roman" panose="02020603050405020304" pitchFamily="18" charset="0"/>
                <a:ea typeface="宋体" panose="02010600030101010101" pitchFamily="2" charset="-122"/>
              </a:rPr>
              <a:t>0</a:t>
            </a:r>
          </a:p>
        </p:txBody>
      </p:sp>
      <p:sp>
        <p:nvSpPr>
          <p:cNvPr id="124" name="Rectangle 263">
            <a:extLst>
              <a:ext uri="{FF2B5EF4-FFF2-40B4-BE49-F238E27FC236}">
                <a16:creationId xmlns:a16="http://schemas.microsoft.com/office/drawing/2014/main" id="{A327051A-443D-471A-8788-1CCD492FB816}"/>
              </a:ext>
            </a:extLst>
          </p:cNvPr>
          <p:cNvSpPr>
            <a:spLocks noChangeArrowheads="1"/>
          </p:cNvSpPr>
          <p:nvPr/>
        </p:nvSpPr>
        <p:spPr bwMode="auto">
          <a:xfrm>
            <a:off x="8295319" y="4524082"/>
            <a:ext cx="260822" cy="249299"/>
          </a:xfrm>
          <a:prstGeom prst="rect">
            <a:avLst/>
          </a:prstGeom>
          <a:solidFill>
            <a:schemeClr val="accent6">
              <a:lumMod val="20000"/>
              <a:lumOff val="80000"/>
            </a:schemeClr>
          </a:solidFill>
          <a:ln>
            <a:noFill/>
          </a:ln>
          <a:effectLst/>
        </p:spPr>
        <p:txBody>
          <a:bodyPr wrap="none" lIns="72000" tIns="0" rIns="72000" bIns="0">
            <a:spAutoFit/>
          </a:bodyPr>
          <a:lstStyle/>
          <a:p>
            <a:pPr eaLnBrk="0" fontAlgn="base" hangingPunct="0">
              <a:lnSpc>
                <a:spcPct val="90000"/>
              </a:lnSpc>
              <a:spcBef>
                <a:spcPct val="0"/>
              </a:spcBef>
              <a:spcAft>
                <a:spcPct val="0"/>
              </a:spcAft>
            </a:pPr>
            <a:r>
              <a:rPr lang="en-US" altLang="zh-CN" b="1" dirty="0">
                <a:solidFill>
                  <a:srgbClr val="C00000"/>
                </a:solidFill>
                <a:latin typeface="Times New Roman" panose="02020603050405020304" pitchFamily="18" charset="0"/>
                <a:ea typeface="宋体" panose="02010600030101010101" pitchFamily="2" charset="-122"/>
              </a:rPr>
              <a:t>4</a:t>
            </a:r>
          </a:p>
        </p:txBody>
      </p:sp>
      <p:cxnSp>
        <p:nvCxnSpPr>
          <p:cNvPr id="125" name="直接箭头连接符 124">
            <a:extLst>
              <a:ext uri="{FF2B5EF4-FFF2-40B4-BE49-F238E27FC236}">
                <a16:creationId xmlns:a16="http://schemas.microsoft.com/office/drawing/2014/main" id="{DF38FDDB-136D-48FF-ACDA-48C19A0C6A3D}"/>
              </a:ext>
            </a:extLst>
          </p:cNvPr>
          <p:cNvCxnSpPr>
            <a:cxnSpLocks/>
          </p:cNvCxnSpPr>
          <p:nvPr/>
        </p:nvCxnSpPr>
        <p:spPr>
          <a:xfrm flipV="1">
            <a:off x="8420405" y="4302057"/>
            <a:ext cx="0" cy="231723"/>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126" name="Rectangle 263">
            <a:extLst>
              <a:ext uri="{FF2B5EF4-FFF2-40B4-BE49-F238E27FC236}">
                <a16:creationId xmlns:a16="http://schemas.microsoft.com/office/drawing/2014/main" id="{113A3D3A-99B6-4D0B-A455-3469F6D948E6}"/>
              </a:ext>
            </a:extLst>
          </p:cNvPr>
          <p:cNvSpPr>
            <a:spLocks noChangeArrowheads="1"/>
          </p:cNvSpPr>
          <p:nvPr/>
        </p:nvSpPr>
        <p:spPr bwMode="auto">
          <a:xfrm>
            <a:off x="8288611" y="2565670"/>
            <a:ext cx="260822" cy="249299"/>
          </a:xfrm>
          <a:prstGeom prst="rect">
            <a:avLst/>
          </a:prstGeom>
          <a:solidFill>
            <a:schemeClr val="accent6">
              <a:lumMod val="20000"/>
              <a:lumOff val="80000"/>
            </a:schemeClr>
          </a:solidFill>
          <a:ln>
            <a:noFill/>
          </a:ln>
          <a:effectLst/>
        </p:spPr>
        <p:txBody>
          <a:bodyPr wrap="none" lIns="72000" tIns="0" rIns="72000" bIns="0">
            <a:spAutoFit/>
          </a:bodyPr>
          <a:lstStyle/>
          <a:p>
            <a:pPr eaLnBrk="0" fontAlgn="base" hangingPunct="0">
              <a:lnSpc>
                <a:spcPct val="90000"/>
              </a:lnSpc>
              <a:spcBef>
                <a:spcPct val="0"/>
              </a:spcBef>
              <a:spcAft>
                <a:spcPct val="0"/>
              </a:spcAft>
            </a:pPr>
            <a:r>
              <a:rPr lang="en-US" altLang="zh-CN" b="1" dirty="0">
                <a:solidFill>
                  <a:srgbClr val="C00000"/>
                </a:solidFill>
                <a:latin typeface="Times New Roman" panose="02020603050405020304" pitchFamily="18" charset="0"/>
                <a:ea typeface="宋体" panose="02010600030101010101" pitchFamily="2" charset="-122"/>
              </a:rPr>
              <a:t>4</a:t>
            </a:r>
          </a:p>
        </p:txBody>
      </p:sp>
      <p:cxnSp>
        <p:nvCxnSpPr>
          <p:cNvPr id="127" name="直接箭头连接符 126">
            <a:extLst>
              <a:ext uri="{FF2B5EF4-FFF2-40B4-BE49-F238E27FC236}">
                <a16:creationId xmlns:a16="http://schemas.microsoft.com/office/drawing/2014/main" id="{3010239C-A5FF-4CA9-851E-255D273BD746}"/>
              </a:ext>
            </a:extLst>
          </p:cNvPr>
          <p:cNvCxnSpPr>
            <a:cxnSpLocks/>
          </p:cNvCxnSpPr>
          <p:nvPr/>
        </p:nvCxnSpPr>
        <p:spPr>
          <a:xfrm>
            <a:off x="6804451" y="2836351"/>
            <a:ext cx="0" cy="1163087"/>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128" name="Rectangle 263">
            <a:extLst>
              <a:ext uri="{FF2B5EF4-FFF2-40B4-BE49-F238E27FC236}">
                <a16:creationId xmlns:a16="http://schemas.microsoft.com/office/drawing/2014/main" id="{35E99B3D-B34B-4854-92B9-31CBA657192D}"/>
              </a:ext>
            </a:extLst>
          </p:cNvPr>
          <p:cNvSpPr>
            <a:spLocks noChangeArrowheads="1"/>
          </p:cNvSpPr>
          <p:nvPr/>
        </p:nvSpPr>
        <p:spPr bwMode="auto">
          <a:xfrm>
            <a:off x="6683343" y="4522544"/>
            <a:ext cx="260822" cy="249299"/>
          </a:xfrm>
          <a:prstGeom prst="rect">
            <a:avLst/>
          </a:prstGeom>
          <a:solidFill>
            <a:schemeClr val="accent6">
              <a:lumMod val="20000"/>
              <a:lumOff val="80000"/>
            </a:schemeClr>
          </a:solidFill>
          <a:ln>
            <a:noFill/>
          </a:ln>
          <a:effectLst/>
        </p:spPr>
        <p:txBody>
          <a:bodyPr wrap="none" lIns="72000" tIns="0" rIns="72000" bIns="0">
            <a:spAutoFit/>
          </a:bodyPr>
          <a:lstStyle/>
          <a:p>
            <a:pPr eaLnBrk="0" fontAlgn="base" hangingPunct="0">
              <a:lnSpc>
                <a:spcPct val="90000"/>
              </a:lnSpc>
              <a:spcBef>
                <a:spcPct val="0"/>
              </a:spcBef>
              <a:spcAft>
                <a:spcPct val="0"/>
              </a:spcAft>
            </a:pPr>
            <a:r>
              <a:rPr lang="en-US" altLang="zh-CN" b="1" dirty="0">
                <a:solidFill>
                  <a:srgbClr val="C00000"/>
                </a:solidFill>
                <a:latin typeface="Times New Roman" panose="02020603050405020304" pitchFamily="18" charset="0"/>
                <a:ea typeface="宋体" panose="02010600030101010101" pitchFamily="2" charset="-122"/>
              </a:rPr>
              <a:t>7</a:t>
            </a:r>
          </a:p>
        </p:txBody>
      </p:sp>
      <p:cxnSp>
        <p:nvCxnSpPr>
          <p:cNvPr id="129" name="直接箭头连接符 128">
            <a:extLst>
              <a:ext uri="{FF2B5EF4-FFF2-40B4-BE49-F238E27FC236}">
                <a16:creationId xmlns:a16="http://schemas.microsoft.com/office/drawing/2014/main" id="{1DAB5C19-42C9-468C-AEC0-2E80CF0895D1}"/>
              </a:ext>
            </a:extLst>
          </p:cNvPr>
          <p:cNvCxnSpPr>
            <a:cxnSpLocks/>
          </p:cNvCxnSpPr>
          <p:nvPr/>
        </p:nvCxnSpPr>
        <p:spPr>
          <a:xfrm flipV="1">
            <a:off x="6821421" y="4275221"/>
            <a:ext cx="0" cy="231723"/>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130" name="Rectangle 263">
            <a:extLst>
              <a:ext uri="{FF2B5EF4-FFF2-40B4-BE49-F238E27FC236}">
                <a16:creationId xmlns:a16="http://schemas.microsoft.com/office/drawing/2014/main" id="{2887EFC5-1068-420F-BA18-A7423E2B8E95}"/>
              </a:ext>
            </a:extLst>
          </p:cNvPr>
          <p:cNvSpPr>
            <a:spLocks noChangeArrowheads="1"/>
          </p:cNvSpPr>
          <p:nvPr/>
        </p:nvSpPr>
        <p:spPr bwMode="auto">
          <a:xfrm>
            <a:off x="6689782" y="2565146"/>
            <a:ext cx="260822" cy="249299"/>
          </a:xfrm>
          <a:prstGeom prst="rect">
            <a:avLst/>
          </a:prstGeom>
          <a:solidFill>
            <a:schemeClr val="accent6">
              <a:lumMod val="20000"/>
              <a:lumOff val="80000"/>
            </a:schemeClr>
          </a:solidFill>
          <a:ln>
            <a:noFill/>
          </a:ln>
          <a:effectLst/>
        </p:spPr>
        <p:txBody>
          <a:bodyPr wrap="none" lIns="72000" tIns="0" rIns="72000" bIns="0">
            <a:spAutoFit/>
          </a:bodyPr>
          <a:lstStyle/>
          <a:p>
            <a:pPr eaLnBrk="0" fontAlgn="base" hangingPunct="0">
              <a:lnSpc>
                <a:spcPct val="90000"/>
              </a:lnSpc>
              <a:spcBef>
                <a:spcPct val="0"/>
              </a:spcBef>
              <a:spcAft>
                <a:spcPct val="0"/>
              </a:spcAft>
            </a:pPr>
            <a:r>
              <a:rPr lang="en-US" altLang="zh-CN" b="1" dirty="0">
                <a:solidFill>
                  <a:srgbClr val="C00000"/>
                </a:solidFill>
                <a:latin typeface="Times New Roman" panose="02020603050405020304" pitchFamily="18" charset="0"/>
                <a:ea typeface="宋体" panose="02010600030101010101" pitchFamily="2" charset="-122"/>
              </a:rPr>
              <a:t>7</a:t>
            </a:r>
          </a:p>
        </p:txBody>
      </p:sp>
      <p:sp>
        <p:nvSpPr>
          <p:cNvPr id="131" name="Rectangle 445">
            <a:extLst>
              <a:ext uri="{FF2B5EF4-FFF2-40B4-BE49-F238E27FC236}">
                <a16:creationId xmlns:a16="http://schemas.microsoft.com/office/drawing/2014/main" id="{E855CBD4-A84E-4044-A817-63CE3B5D1BB4}"/>
              </a:ext>
            </a:extLst>
          </p:cNvPr>
          <p:cNvSpPr>
            <a:spLocks noChangeArrowheads="1"/>
          </p:cNvSpPr>
          <p:nvPr/>
        </p:nvSpPr>
        <p:spPr bwMode="auto">
          <a:xfrm>
            <a:off x="9134498" y="1447145"/>
            <a:ext cx="448033" cy="335161"/>
          </a:xfrm>
          <a:prstGeom prst="rect">
            <a:avLst/>
          </a:prstGeom>
          <a:solidFill>
            <a:schemeClr val="accent4">
              <a:lumMod val="20000"/>
              <a:lumOff val="80000"/>
            </a:schemeClr>
          </a:solidFill>
          <a:ln w="12700">
            <a:solidFill>
              <a:schemeClr val="tx1"/>
            </a:solidFill>
            <a:miter lim="800000"/>
            <a:headEnd/>
            <a:tailEnd/>
          </a:ln>
          <a:effectLst/>
        </p:spPr>
        <p:txBody>
          <a:bodyPr wrap="none" lIns="50400" tIns="28800" rIns="50400" bIns="28800">
            <a:noAutofit/>
          </a:bodyPr>
          <a:lstStyle/>
          <a:p>
            <a:pPr algn="ctr" eaLnBrk="0" fontAlgn="base" hangingPunct="0">
              <a:spcBef>
                <a:spcPct val="0"/>
              </a:spcBef>
              <a:spcAft>
                <a:spcPct val="0"/>
              </a:spcAft>
            </a:pPr>
            <a:r>
              <a:rPr lang="en-US" altLang="zh-CN" b="1" dirty="0">
                <a:solidFill>
                  <a:schemeClr val="accent2">
                    <a:lumMod val="75000"/>
                  </a:schemeClr>
                </a:solidFill>
                <a:latin typeface="Times New Roman" panose="02020603050405020304" pitchFamily="18" charset="0"/>
                <a:ea typeface="宋体" panose="02010600030101010101" pitchFamily="2" charset="-122"/>
              </a:rPr>
              <a:t>8</a:t>
            </a:r>
            <a:r>
              <a:rPr lang="en-US" altLang="zh-CN" b="1" dirty="0">
                <a:latin typeface="Times New Roman" panose="02020603050405020304" pitchFamily="18" charset="0"/>
                <a:ea typeface="宋体" panose="02010600030101010101" pitchFamily="2" charset="-122"/>
              </a:rPr>
              <a:t>9</a:t>
            </a:r>
          </a:p>
        </p:txBody>
      </p:sp>
      <p:cxnSp>
        <p:nvCxnSpPr>
          <p:cNvPr id="132" name="直接箭头连接符 131">
            <a:extLst>
              <a:ext uri="{FF2B5EF4-FFF2-40B4-BE49-F238E27FC236}">
                <a16:creationId xmlns:a16="http://schemas.microsoft.com/office/drawing/2014/main" id="{D28A0B58-B52C-4041-B00A-A8F09A6B3612}"/>
              </a:ext>
            </a:extLst>
          </p:cNvPr>
          <p:cNvCxnSpPr>
            <a:cxnSpLocks/>
          </p:cNvCxnSpPr>
          <p:nvPr/>
        </p:nvCxnSpPr>
        <p:spPr>
          <a:xfrm flipV="1">
            <a:off x="6808310" y="3788693"/>
            <a:ext cx="0" cy="230730"/>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33" name="直接箭头连接符 132">
            <a:extLst>
              <a:ext uri="{FF2B5EF4-FFF2-40B4-BE49-F238E27FC236}">
                <a16:creationId xmlns:a16="http://schemas.microsoft.com/office/drawing/2014/main" id="{CBE2B414-A835-4105-BE39-733F44FC381D}"/>
              </a:ext>
            </a:extLst>
          </p:cNvPr>
          <p:cNvCxnSpPr>
            <a:cxnSpLocks/>
          </p:cNvCxnSpPr>
          <p:nvPr/>
        </p:nvCxnSpPr>
        <p:spPr>
          <a:xfrm>
            <a:off x="6808310" y="2800891"/>
            <a:ext cx="0" cy="684783"/>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135" name="Rectangle 263">
            <a:extLst>
              <a:ext uri="{FF2B5EF4-FFF2-40B4-BE49-F238E27FC236}">
                <a16:creationId xmlns:a16="http://schemas.microsoft.com/office/drawing/2014/main" id="{5E083E0B-C4DC-408F-97BC-2E7D233DFDB6}"/>
              </a:ext>
            </a:extLst>
          </p:cNvPr>
          <p:cNvSpPr>
            <a:spLocks noChangeArrowheads="1"/>
          </p:cNvSpPr>
          <p:nvPr/>
        </p:nvSpPr>
        <p:spPr bwMode="auto">
          <a:xfrm>
            <a:off x="11056742" y="1850517"/>
            <a:ext cx="251541" cy="259089"/>
          </a:xfrm>
          <a:prstGeom prst="rect">
            <a:avLst/>
          </a:prstGeom>
          <a:solidFill>
            <a:srgbClr val="FCF3BA"/>
          </a:solidFill>
          <a:ln>
            <a:noFill/>
          </a:ln>
          <a:effectLst/>
        </p:spPr>
        <p:txBody>
          <a:bodyPr wrap="square" lIns="72000" tIns="0" rIns="72000" bIns="0">
            <a:spAutoFit/>
          </a:bodyPr>
          <a:lstStyle/>
          <a:p>
            <a:pPr eaLnBrk="0" fontAlgn="base" hangingPunct="0">
              <a:lnSpc>
                <a:spcPct val="90000"/>
              </a:lnSpc>
              <a:spcBef>
                <a:spcPct val="0"/>
              </a:spcBef>
              <a:spcAft>
                <a:spcPct val="0"/>
              </a:spcAft>
            </a:pPr>
            <a:r>
              <a:rPr lang="en-US" altLang="zh-CN" b="1" dirty="0">
                <a:solidFill>
                  <a:srgbClr val="FF0000"/>
                </a:solidFill>
                <a:latin typeface="Times New Roman" panose="02020603050405020304" pitchFamily="18" charset="0"/>
                <a:ea typeface="宋体" panose="02010600030101010101" pitchFamily="2" charset="-122"/>
              </a:rPr>
              <a:t>2</a:t>
            </a:r>
          </a:p>
        </p:txBody>
      </p:sp>
      <p:sp>
        <p:nvSpPr>
          <p:cNvPr id="136" name="Rectangle 445">
            <a:extLst>
              <a:ext uri="{FF2B5EF4-FFF2-40B4-BE49-F238E27FC236}">
                <a16:creationId xmlns:a16="http://schemas.microsoft.com/office/drawing/2014/main" id="{F1460AC4-8F13-49E3-AA0A-E17C291E165E}"/>
              </a:ext>
            </a:extLst>
          </p:cNvPr>
          <p:cNvSpPr>
            <a:spLocks noChangeArrowheads="1"/>
          </p:cNvSpPr>
          <p:nvPr/>
        </p:nvSpPr>
        <p:spPr bwMode="auto">
          <a:xfrm>
            <a:off x="9587681" y="1446674"/>
            <a:ext cx="448033" cy="335161"/>
          </a:xfrm>
          <a:prstGeom prst="rect">
            <a:avLst/>
          </a:prstGeom>
          <a:solidFill>
            <a:schemeClr val="accent4">
              <a:lumMod val="20000"/>
              <a:lumOff val="80000"/>
            </a:schemeClr>
          </a:solidFill>
          <a:ln w="12700">
            <a:solidFill>
              <a:schemeClr val="tx1"/>
            </a:solidFill>
            <a:miter lim="800000"/>
            <a:headEnd/>
            <a:tailEnd/>
          </a:ln>
          <a:effectLst/>
        </p:spPr>
        <p:txBody>
          <a:bodyPr wrap="none" lIns="50400" tIns="28800" rIns="50400" bIns="28800">
            <a:noAutofit/>
          </a:bodyPr>
          <a:lstStyle/>
          <a:p>
            <a:pPr algn="ctr" eaLnBrk="0" fontAlgn="base" hangingPunct="0">
              <a:spcBef>
                <a:spcPct val="0"/>
              </a:spcBef>
              <a:spcAft>
                <a:spcPct val="0"/>
              </a:spcAft>
            </a:pPr>
            <a:r>
              <a:rPr lang="en-US" altLang="zh-CN" b="1" dirty="0">
                <a:solidFill>
                  <a:schemeClr val="accent2">
                    <a:lumMod val="75000"/>
                  </a:schemeClr>
                </a:solidFill>
                <a:latin typeface="Times New Roman" panose="02020603050405020304" pitchFamily="18" charset="0"/>
                <a:ea typeface="宋体" panose="02010600030101010101" pitchFamily="2" charset="-122"/>
              </a:rPr>
              <a:t>8</a:t>
            </a:r>
            <a:r>
              <a:rPr lang="en-US" altLang="zh-CN" b="1" dirty="0">
                <a:latin typeface="Times New Roman" panose="02020603050405020304" pitchFamily="18" charset="0"/>
                <a:ea typeface="宋体" panose="02010600030101010101" pitchFamily="2" charset="-122"/>
              </a:rPr>
              <a:t>4</a:t>
            </a:r>
          </a:p>
        </p:txBody>
      </p:sp>
      <p:sp>
        <p:nvSpPr>
          <p:cNvPr id="137" name="Rectangle 263">
            <a:extLst>
              <a:ext uri="{FF2B5EF4-FFF2-40B4-BE49-F238E27FC236}">
                <a16:creationId xmlns:a16="http://schemas.microsoft.com/office/drawing/2014/main" id="{0229398B-1FC1-4BA4-B5D1-75D301A81206}"/>
              </a:ext>
            </a:extLst>
          </p:cNvPr>
          <p:cNvSpPr>
            <a:spLocks noChangeArrowheads="1"/>
          </p:cNvSpPr>
          <p:nvPr/>
        </p:nvSpPr>
        <p:spPr bwMode="auto">
          <a:xfrm>
            <a:off x="9873271" y="4526149"/>
            <a:ext cx="260822" cy="249299"/>
          </a:xfrm>
          <a:prstGeom prst="rect">
            <a:avLst/>
          </a:prstGeom>
          <a:solidFill>
            <a:schemeClr val="accent6">
              <a:lumMod val="20000"/>
              <a:lumOff val="80000"/>
            </a:schemeClr>
          </a:solidFill>
          <a:ln>
            <a:noFill/>
          </a:ln>
          <a:effectLst/>
        </p:spPr>
        <p:txBody>
          <a:bodyPr wrap="none" lIns="72000" tIns="0" rIns="72000" bIns="0">
            <a:spAutoFit/>
          </a:bodyPr>
          <a:lstStyle/>
          <a:p>
            <a:pPr eaLnBrk="0" fontAlgn="base" hangingPunct="0">
              <a:lnSpc>
                <a:spcPct val="90000"/>
              </a:lnSpc>
              <a:spcBef>
                <a:spcPct val="0"/>
              </a:spcBef>
              <a:spcAft>
                <a:spcPct val="0"/>
              </a:spcAft>
            </a:pPr>
            <a:r>
              <a:rPr lang="en-US" altLang="zh-CN" b="1" dirty="0">
                <a:solidFill>
                  <a:srgbClr val="C00000"/>
                </a:solidFill>
                <a:latin typeface="Times New Roman" panose="02020603050405020304" pitchFamily="18" charset="0"/>
                <a:ea typeface="宋体" panose="02010600030101010101" pitchFamily="2" charset="-122"/>
              </a:rPr>
              <a:t>3</a:t>
            </a:r>
          </a:p>
        </p:txBody>
      </p:sp>
      <p:cxnSp>
        <p:nvCxnSpPr>
          <p:cNvPr id="138" name="直接箭头连接符 137">
            <a:extLst>
              <a:ext uri="{FF2B5EF4-FFF2-40B4-BE49-F238E27FC236}">
                <a16:creationId xmlns:a16="http://schemas.microsoft.com/office/drawing/2014/main" id="{2CE2A42B-B624-4C1F-9CD6-E571BB522049}"/>
              </a:ext>
            </a:extLst>
          </p:cNvPr>
          <p:cNvCxnSpPr>
            <a:cxnSpLocks/>
          </p:cNvCxnSpPr>
          <p:nvPr/>
        </p:nvCxnSpPr>
        <p:spPr>
          <a:xfrm flipV="1">
            <a:off x="9998159" y="4278129"/>
            <a:ext cx="0" cy="231723"/>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139" name="Rectangle 263">
            <a:extLst>
              <a:ext uri="{FF2B5EF4-FFF2-40B4-BE49-F238E27FC236}">
                <a16:creationId xmlns:a16="http://schemas.microsoft.com/office/drawing/2014/main" id="{FBCAC56B-17DA-49E0-8B0C-81F22C23511D}"/>
              </a:ext>
            </a:extLst>
          </p:cNvPr>
          <p:cNvSpPr>
            <a:spLocks noChangeArrowheads="1"/>
          </p:cNvSpPr>
          <p:nvPr/>
        </p:nvSpPr>
        <p:spPr bwMode="auto">
          <a:xfrm>
            <a:off x="9882915" y="2565820"/>
            <a:ext cx="260822" cy="249299"/>
          </a:xfrm>
          <a:prstGeom prst="rect">
            <a:avLst/>
          </a:prstGeom>
          <a:solidFill>
            <a:schemeClr val="accent6">
              <a:lumMod val="20000"/>
              <a:lumOff val="80000"/>
            </a:schemeClr>
          </a:solidFill>
          <a:ln>
            <a:noFill/>
          </a:ln>
          <a:effectLst/>
        </p:spPr>
        <p:txBody>
          <a:bodyPr wrap="none" lIns="72000" tIns="0" rIns="72000" bIns="0">
            <a:spAutoFit/>
          </a:bodyPr>
          <a:lstStyle/>
          <a:p>
            <a:pPr eaLnBrk="0" fontAlgn="base" hangingPunct="0">
              <a:lnSpc>
                <a:spcPct val="90000"/>
              </a:lnSpc>
              <a:spcBef>
                <a:spcPct val="0"/>
              </a:spcBef>
              <a:spcAft>
                <a:spcPct val="0"/>
              </a:spcAft>
            </a:pPr>
            <a:r>
              <a:rPr lang="en-US" altLang="zh-CN" b="1" dirty="0">
                <a:solidFill>
                  <a:srgbClr val="C00000"/>
                </a:solidFill>
                <a:latin typeface="Times New Roman" panose="02020603050405020304" pitchFamily="18" charset="0"/>
                <a:ea typeface="宋体" panose="02010600030101010101" pitchFamily="2" charset="-122"/>
              </a:rPr>
              <a:t>3</a:t>
            </a:r>
          </a:p>
        </p:txBody>
      </p:sp>
      <p:sp>
        <p:nvSpPr>
          <p:cNvPr id="140" name="Rectangle 263">
            <a:extLst>
              <a:ext uri="{FF2B5EF4-FFF2-40B4-BE49-F238E27FC236}">
                <a16:creationId xmlns:a16="http://schemas.microsoft.com/office/drawing/2014/main" id="{9C347358-E2A9-4760-9A46-D9E628AA5AFC}"/>
              </a:ext>
            </a:extLst>
          </p:cNvPr>
          <p:cNvSpPr>
            <a:spLocks noChangeArrowheads="1"/>
          </p:cNvSpPr>
          <p:nvPr/>
        </p:nvSpPr>
        <p:spPr bwMode="auto">
          <a:xfrm>
            <a:off x="10149605" y="1858250"/>
            <a:ext cx="251541" cy="259089"/>
          </a:xfrm>
          <a:prstGeom prst="rect">
            <a:avLst/>
          </a:prstGeom>
          <a:solidFill>
            <a:srgbClr val="FCF3BA"/>
          </a:solidFill>
          <a:ln>
            <a:noFill/>
          </a:ln>
          <a:effectLst/>
        </p:spPr>
        <p:txBody>
          <a:bodyPr wrap="square" lIns="72000" tIns="0" rIns="72000" bIns="0">
            <a:spAutoFit/>
          </a:bodyPr>
          <a:lstStyle/>
          <a:p>
            <a:pPr eaLnBrk="0" fontAlgn="base" hangingPunct="0">
              <a:lnSpc>
                <a:spcPct val="90000"/>
              </a:lnSpc>
              <a:spcBef>
                <a:spcPct val="0"/>
              </a:spcBef>
              <a:spcAft>
                <a:spcPct val="0"/>
              </a:spcAft>
            </a:pPr>
            <a:r>
              <a:rPr lang="en-US" altLang="zh-CN" b="1" dirty="0">
                <a:solidFill>
                  <a:srgbClr val="FF0000"/>
                </a:solidFill>
                <a:latin typeface="Times New Roman" panose="02020603050405020304" pitchFamily="18" charset="0"/>
                <a:ea typeface="宋体" panose="02010600030101010101" pitchFamily="2" charset="-122"/>
              </a:rPr>
              <a:t>9</a:t>
            </a:r>
          </a:p>
        </p:txBody>
      </p:sp>
      <p:cxnSp>
        <p:nvCxnSpPr>
          <p:cNvPr id="141" name="直接箭头连接符 140">
            <a:extLst>
              <a:ext uri="{FF2B5EF4-FFF2-40B4-BE49-F238E27FC236}">
                <a16:creationId xmlns:a16="http://schemas.microsoft.com/office/drawing/2014/main" id="{20F8FFF4-26E9-4CA7-B11B-725649AB10EE}"/>
              </a:ext>
            </a:extLst>
          </p:cNvPr>
          <p:cNvCxnSpPr>
            <a:cxnSpLocks/>
          </p:cNvCxnSpPr>
          <p:nvPr/>
        </p:nvCxnSpPr>
        <p:spPr>
          <a:xfrm>
            <a:off x="10014709" y="2837766"/>
            <a:ext cx="1006" cy="1170489"/>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142" name="Rectangle 445">
            <a:extLst>
              <a:ext uri="{FF2B5EF4-FFF2-40B4-BE49-F238E27FC236}">
                <a16:creationId xmlns:a16="http://schemas.microsoft.com/office/drawing/2014/main" id="{8EB3029B-0FCE-482C-8CAB-602F37CC3B95}"/>
              </a:ext>
            </a:extLst>
          </p:cNvPr>
          <p:cNvSpPr>
            <a:spLocks noChangeArrowheads="1"/>
          </p:cNvSpPr>
          <p:nvPr/>
        </p:nvSpPr>
        <p:spPr bwMode="auto">
          <a:xfrm>
            <a:off x="10038826" y="1444391"/>
            <a:ext cx="448033" cy="335161"/>
          </a:xfrm>
          <a:prstGeom prst="rect">
            <a:avLst/>
          </a:prstGeom>
          <a:solidFill>
            <a:schemeClr val="accent4">
              <a:lumMod val="20000"/>
              <a:lumOff val="80000"/>
            </a:schemeClr>
          </a:solidFill>
          <a:ln w="12700">
            <a:solidFill>
              <a:schemeClr val="tx1"/>
            </a:solidFill>
            <a:miter lim="800000"/>
            <a:headEnd/>
            <a:tailEnd/>
          </a:ln>
          <a:effectLst/>
        </p:spPr>
        <p:txBody>
          <a:bodyPr wrap="none" lIns="50400" tIns="28800" rIns="50400" bIns="28800">
            <a:noAutofit/>
          </a:bodyPr>
          <a:lstStyle/>
          <a:p>
            <a:pPr algn="ctr" eaLnBrk="0" fontAlgn="base" hangingPunct="0">
              <a:spcBef>
                <a:spcPct val="0"/>
              </a:spcBef>
              <a:spcAft>
                <a:spcPct val="0"/>
              </a:spcAft>
            </a:pPr>
            <a:r>
              <a:rPr lang="en-US" altLang="zh-CN" b="1" dirty="0">
                <a:solidFill>
                  <a:schemeClr val="accent2">
                    <a:lumMod val="75000"/>
                  </a:schemeClr>
                </a:solidFill>
                <a:latin typeface="Times New Roman" panose="02020603050405020304" pitchFamily="18" charset="0"/>
                <a:ea typeface="宋体" panose="02010600030101010101" pitchFamily="2" charset="-122"/>
              </a:rPr>
              <a:t>0</a:t>
            </a:r>
            <a:r>
              <a:rPr lang="en-US" altLang="zh-CN" b="1" dirty="0">
                <a:latin typeface="Times New Roman" panose="02020603050405020304" pitchFamily="18" charset="0"/>
                <a:ea typeface="宋体" panose="02010600030101010101" pitchFamily="2" charset="-122"/>
              </a:rPr>
              <a:t>5</a:t>
            </a:r>
          </a:p>
        </p:txBody>
      </p:sp>
      <p:cxnSp>
        <p:nvCxnSpPr>
          <p:cNvPr id="143" name="直接箭头连接符 142">
            <a:extLst>
              <a:ext uri="{FF2B5EF4-FFF2-40B4-BE49-F238E27FC236}">
                <a16:creationId xmlns:a16="http://schemas.microsoft.com/office/drawing/2014/main" id="{86EEDF0B-97AD-4585-AEA2-146EECDBBEB8}"/>
              </a:ext>
            </a:extLst>
          </p:cNvPr>
          <p:cNvCxnSpPr>
            <a:cxnSpLocks/>
          </p:cNvCxnSpPr>
          <p:nvPr/>
        </p:nvCxnSpPr>
        <p:spPr>
          <a:xfrm flipV="1">
            <a:off x="10549980" y="4282049"/>
            <a:ext cx="0" cy="231723"/>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144" name="Rectangle 263">
            <a:extLst>
              <a:ext uri="{FF2B5EF4-FFF2-40B4-BE49-F238E27FC236}">
                <a16:creationId xmlns:a16="http://schemas.microsoft.com/office/drawing/2014/main" id="{3B20C60A-7AE2-4C00-9ECC-DC61C38ED2D9}"/>
              </a:ext>
            </a:extLst>
          </p:cNvPr>
          <p:cNvSpPr>
            <a:spLocks noChangeArrowheads="1"/>
          </p:cNvSpPr>
          <p:nvPr/>
        </p:nvSpPr>
        <p:spPr bwMode="auto">
          <a:xfrm>
            <a:off x="10404679" y="2565721"/>
            <a:ext cx="260822" cy="249299"/>
          </a:xfrm>
          <a:prstGeom prst="rect">
            <a:avLst/>
          </a:prstGeom>
          <a:solidFill>
            <a:schemeClr val="accent6">
              <a:lumMod val="20000"/>
              <a:lumOff val="80000"/>
            </a:schemeClr>
          </a:solidFill>
          <a:ln>
            <a:noFill/>
          </a:ln>
          <a:effectLst/>
        </p:spPr>
        <p:txBody>
          <a:bodyPr wrap="none" lIns="72000" tIns="0" rIns="72000" bIns="0">
            <a:spAutoFit/>
          </a:bodyPr>
          <a:lstStyle/>
          <a:p>
            <a:pPr eaLnBrk="0" fontAlgn="base" hangingPunct="0">
              <a:lnSpc>
                <a:spcPct val="90000"/>
              </a:lnSpc>
              <a:spcBef>
                <a:spcPct val="0"/>
              </a:spcBef>
              <a:spcAft>
                <a:spcPct val="0"/>
              </a:spcAft>
            </a:pPr>
            <a:r>
              <a:rPr lang="en-US" altLang="zh-CN" b="1" dirty="0">
                <a:solidFill>
                  <a:srgbClr val="C00000"/>
                </a:solidFill>
                <a:latin typeface="Times New Roman" panose="02020603050405020304" pitchFamily="18" charset="0"/>
                <a:ea typeface="宋体" panose="02010600030101010101" pitchFamily="2" charset="-122"/>
              </a:rPr>
              <a:t>1</a:t>
            </a:r>
          </a:p>
        </p:txBody>
      </p:sp>
      <p:sp>
        <p:nvSpPr>
          <p:cNvPr id="145" name="Rectangle 263">
            <a:extLst>
              <a:ext uri="{FF2B5EF4-FFF2-40B4-BE49-F238E27FC236}">
                <a16:creationId xmlns:a16="http://schemas.microsoft.com/office/drawing/2014/main" id="{50B7329B-5EE0-4CE1-B4C9-FB8210B495E1}"/>
              </a:ext>
            </a:extLst>
          </p:cNvPr>
          <p:cNvSpPr>
            <a:spLocks noChangeArrowheads="1"/>
          </p:cNvSpPr>
          <p:nvPr/>
        </p:nvSpPr>
        <p:spPr bwMode="auto">
          <a:xfrm>
            <a:off x="10412791" y="4519021"/>
            <a:ext cx="260822" cy="249299"/>
          </a:xfrm>
          <a:prstGeom prst="rect">
            <a:avLst/>
          </a:prstGeom>
          <a:solidFill>
            <a:schemeClr val="accent6">
              <a:lumMod val="20000"/>
              <a:lumOff val="80000"/>
            </a:schemeClr>
          </a:solidFill>
          <a:ln>
            <a:noFill/>
          </a:ln>
          <a:effectLst/>
        </p:spPr>
        <p:txBody>
          <a:bodyPr wrap="none" lIns="72000" tIns="0" rIns="72000" bIns="0">
            <a:spAutoFit/>
          </a:bodyPr>
          <a:lstStyle/>
          <a:p>
            <a:pPr eaLnBrk="0" fontAlgn="base" hangingPunct="0">
              <a:lnSpc>
                <a:spcPct val="90000"/>
              </a:lnSpc>
              <a:spcBef>
                <a:spcPct val="0"/>
              </a:spcBef>
              <a:spcAft>
                <a:spcPct val="0"/>
              </a:spcAft>
            </a:pPr>
            <a:r>
              <a:rPr lang="en-US" altLang="zh-CN" b="1" dirty="0">
                <a:solidFill>
                  <a:srgbClr val="C00000"/>
                </a:solidFill>
                <a:latin typeface="Times New Roman" panose="02020603050405020304" pitchFamily="18" charset="0"/>
                <a:ea typeface="宋体" panose="02010600030101010101" pitchFamily="2" charset="-122"/>
              </a:rPr>
              <a:t>1</a:t>
            </a:r>
          </a:p>
        </p:txBody>
      </p:sp>
      <p:cxnSp>
        <p:nvCxnSpPr>
          <p:cNvPr id="146" name="直接箭头连接符 145">
            <a:extLst>
              <a:ext uri="{FF2B5EF4-FFF2-40B4-BE49-F238E27FC236}">
                <a16:creationId xmlns:a16="http://schemas.microsoft.com/office/drawing/2014/main" id="{2166ACC6-92F7-4BBD-9C42-B51446FE4D14}"/>
              </a:ext>
            </a:extLst>
          </p:cNvPr>
          <p:cNvCxnSpPr>
            <a:cxnSpLocks/>
          </p:cNvCxnSpPr>
          <p:nvPr/>
        </p:nvCxnSpPr>
        <p:spPr>
          <a:xfrm>
            <a:off x="10540144" y="2839636"/>
            <a:ext cx="1006" cy="1170489"/>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147" name="Rectangle 445">
            <a:extLst>
              <a:ext uri="{FF2B5EF4-FFF2-40B4-BE49-F238E27FC236}">
                <a16:creationId xmlns:a16="http://schemas.microsoft.com/office/drawing/2014/main" id="{EF4672A2-F41A-4CDF-B44B-A427026E5CB1}"/>
              </a:ext>
            </a:extLst>
          </p:cNvPr>
          <p:cNvSpPr>
            <a:spLocks noChangeArrowheads="1"/>
          </p:cNvSpPr>
          <p:nvPr/>
        </p:nvSpPr>
        <p:spPr bwMode="auto">
          <a:xfrm>
            <a:off x="10494386" y="1444326"/>
            <a:ext cx="448033" cy="337996"/>
          </a:xfrm>
          <a:prstGeom prst="rect">
            <a:avLst/>
          </a:prstGeom>
          <a:solidFill>
            <a:schemeClr val="accent4">
              <a:lumMod val="20000"/>
              <a:lumOff val="80000"/>
            </a:schemeClr>
          </a:solidFill>
          <a:ln w="12700">
            <a:solidFill>
              <a:schemeClr val="tx1"/>
            </a:solidFill>
            <a:miter lim="800000"/>
            <a:headEnd/>
            <a:tailEnd/>
          </a:ln>
          <a:effectLst/>
        </p:spPr>
        <p:txBody>
          <a:bodyPr wrap="none" lIns="50400" tIns="28800" rIns="50400" bIns="28800">
            <a:noAutofit/>
          </a:bodyPr>
          <a:lstStyle/>
          <a:p>
            <a:pPr algn="ctr" eaLnBrk="0" fontAlgn="base" hangingPunct="0">
              <a:spcBef>
                <a:spcPct val="0"/>
              </a:spcBef>
              <a:spcAft>
                <a:spcPct val="0"/>
              </a:spcAft>
            </a:pPr>
            <a:r>
              <a:rPr lang="en-US" altLang="zh-CN" b="1" dirty="0">
                <a:solidFill>
                  <a:schemeClr val="accent2">
                    <a:lumMod val="75000"/>
                  </a:schemeClr>
                </a:solidFill>
                <a:latin typeface="Times New Roman" panose="02020603050405020304" pitchFamily="18" charset="0"/>
                <a:ea typeface="宋体" panose="02010600030101010101" pitchFamily="2" charset="-122"/>
              </a:rPr>
              <a:t>6</a:t>
            </a:r>
            <a:r>
              <a:rPr lang="en-US" altLang="zh-CN" b="1" dirty="0">
                <a:latin typeface="Times New Roman" panose="02020603050405020304" pitchFamily="18" charset="0"/>
                <a:ea typeface="宋体" panose="02010600030101010101" pitchFamily="2" charset="-122"/>
              </a:rPr>
              <a:t>9</a:t>
            </a:r>
          </a:p>
        </p:txBody>
      </p:sp>
      <p:cxnSp>
        <p:nvCxnSpPr>
          <p:cNvPr id="148" name="直接箭头连接符 147">
            <a:extLst>
              <a:ext uri="{FF2B5EF4-FFF2-40B4-BE49-F238E27FC236}">
                <a16:creationId xmlns:a16="http://schemas.microsoft.com/office/drawing/2014/main" id="{23505985-39E6-4E32-AED7-439988980955}"/>
              </a:ext>
            </a:extLst>
          </p:cNvPr>
          <p:cNvCxnSpPr>
            <a:cxnSpLocks/>
          </p:cNvCxnSpPr>
          <p:nvPr/>
        </p:nvCxnSpPr>
        <p:spPr>
          <a:xfrm flipV="1">
            <a:off x="6801060" y="3276644"/>
            <a:ext cx="0" cy="230730"/>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149" name="Rectangle 263">
            <a:extLst>
              <a:ext uri="{FF2B5EF4-FFF2-40B4-BE49-F238E27FC236}">
                <a16:creationId xmlns:a16="http://schemas.microsoft.com/office/drawing/2014/main" id="{580AEB8F-5146-4405-BD61-C87C8496F334}"/>
              </a:ext>
            </a:extLst>
          </p:cNvPr>
          <p:cNvSpPr>
            <a:spLocks noChangeArrowheads="1"/>
          </p:cNvSpPr>
          <p:nvPr/>
        </p:nvSpPr>
        <p:spPr bwMode="auto">
          <a:xfrm>
            <a:off x="6690949" y="2553004"/>
            <a:ext cx="260822" cy="249299"/>
          </a:xfrm>
          <a:prstGeom prst="rect">
            <a:avLst/>
          </a:prstGeom>
          <a:solidFill>
            <a:schemeClr val="accent6">
              <a:lumMod val="20000"/>
              <a:lumOff val="80000"/>
            </a:schemeClr>
          </a:solidFill>
          <a:ln>
            <a:noFill/>
          </a:ln>
          <a:effectLst/>
        </p:spPr>
        <p:txBody>
          <a:bodyPr wrap="none" lIns="72000" tIns="0" rIns="72000" bIns="0">
            <a:spAutoFit/>
          </a:bodyPr>
          <a:lstStyle/>
          <a:p>
            <a:pPr eaLnBrk="0" fontAlgn="base" hangingPunct="0">
              <a:lnSpc>
                <a:spcPct val="90000"/>
              </a:lnSpc>
              <a:spcBef>
                <a:spcPct val="0"/>
              </a:spcBef>
              <a:spcAft>
                <a:spcPct val="0"/>
              </a:spcAft>
            </a:pPr>
            <a:r>
              <a:rPr lang="en-US" altLang="zh-CN" b="1" dirty="0">
                <a:solidFill>
                  <a:srgbClr val="C00000"/>
                </a:solidFill>
                <a:latin typeface="Times New Roman" panose="02020603050405020304" pitchFamily="18" charset="0"/>
                <a:ea typeface="宋体" panose="02010600030101010101" pitchFamily="2" charset="-122"/>
              </a:rPr>
              <a:t>9</a:t>
            </a:r>
          </a:p>
        </p:txBody>
      </p:sp>
      <p:sp>
        <p:nvSpPr>
          <p:cNvPr id="151" name="Rectangle 445">
            <a:extLst>
              <a:ext uri="{FF2B5EF4-FFF2-40B4-BE49-F238E27FC236}">
                <a16:creationId xmlns:a16="http://schemas.microsoft.com/office/drawing/2014/main" id="{A96BA0FF-C9C9-4548-ABE3-5B80202C3B51}"/>
              </a:ext>
            </a:extLst>
          </p:cNvPr>
          <p:cNvSpPr>
            <a:spLocks noChangeArrowheads="1"/>
          </p:cNvSpPr>
          <p:nvPr/>
        </p:nvSpPr>
        <p:spPr bwMode="auto">
          <a:xfrm>
            <a:off x="10946603" y="1444803"/>
            <a:ext cx="448033" cy="335161"/>
          </a:xfrm>
          <a:prstGeom prst="rect">
            <a:avLst/>
          </a:prstGeom>
          <a:solidFill>
            <a:schemeClr val="accent4">
              <a:lumMod val="20000"/>
              <a:lumOff val="80000"/>
            </a:schemeClr>
          </a:solidFill>
          <a:ln w="12700">
            <a:solidFill>
              <a:schemeClr val="tx1"/>
            </a:solidFill>
            <a:miter lim="800000"/>
            <a:headEnd/>
            <a:tailEnd/>
          </a:ln>
          <a:effectLst/>
        </p:spPr>
        <p:txBody>
          <a:bodyPr wrap="none" lIns="50400" tIns="28800" rIns="50400" bIns="28800">
            <a:noAutofit/>
          </a:bodyPr>
          <a:lstStyle/>
          <a:p>
            <a:pPr algn="ctr" eaLnBrk="0" fontAlgn="base" hangingPunct="0">
              <a:spcBef>
                <a:spcPct val="0"/>
              </a:spcBef>
              <a:spcAft>
                <a:spcPct val="0"/>
              </a:spcAft>
            </a:pPr>
            <a:r>
              <a:rPr lang="en-US" altLang="zh-CN" b="1" dirty="0">
                <a:solidFill>
                  <a:schemeClr val="accent2">
                    <a:lumMod val="75000"/>
                  </a:schemeClr>
                </a:solidFill>
                <a:latin typeface="Times New Roman" panose="02020603050405020304" pitchFamily="18" charset="0"/>
                <a:ea typeface="宋体" panose="02010600030101010101" pitchFamily="2" charset="-122"/>
              </a:rPr>
              <a:t>0</a:t>
            </a:r>
            <a:r>
              <a:rPr lang="en-US" altLang="zh-CN" b="1" dirty="0">
                <a:latin typeface="Times New Roman" panose="02020603050405020304" pitchFamily="18" charset="0"/>
                <a:ea typeface="宋体" panose="02010600030101010101" pitchFamily="2" charset="-122"/>
              </a:rPr>
              <a:t>8</a:t>
            </a:r>
          </a:p>
        </p:txBody>
      </p:sp>
      <p:cxnSp>
        <p:nvCxnSpPr>
          <p:cNvPr id="152" name="直接箭头连接符 151">
            <a:extLst>
              <a:ext uri="{FF2B5EF4-FFF2-40B4-BE49-F238E27FC236}">
                <a16:creationId xmlns:a16="http://schemas.microsoft.com/office/drawing/2014/main" id="{25A3F57F-4F61-483E-8768-D6A5BEA065C8}"/>
              </a:ext>
            </a:extLst>
          </p:cNvPr>
          <p:cNvCxnSpPr>
            <a:cxnSpLocks/>
          </p:cNvCxnSpPr>
          <p:nvPr/>
        </p:nvCxnSpPr>
        <p:spPr>
          <a:xfrm flipV="1">
            <a:off x="11081814" y="3766678"/>
            <a:ext cx="0" cy="230730"/>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153" name="Rectangle 263">
            <a:extLst>
              <a:ext uri="{FF2B5EF4-FFF2-40B4-BE49-F238E27FC236}">
                <a16:creationId xmlns:a16="http://schemas.microsoft.com/office/drawing/2014/main" id="{ECC48F67-2A4C-42A0-A0F3-E720DE037751}"/>
              </a:ext>
            </a:extLst>
          </p:cNvPr>
          <p:cNvSpPr>
            <a:spLocks noChangeArrowheads="1"/>
          </p:cNvSpPr>
          <p:nvPr/>
        </p:nvSpPr>
        <p:spPr bwMode="auto">
          <a:xfrm>
            <a:off x="11481023" y="1849934"/>
            <a:ext cx="251541" cy="259089"/>
          </a:xfrm>
          <a:prstGeom prst="rect">
            <a:avLst/>
          </a:prstGeom>
          <a:solidFill>
            <a:srgbClr val="FCF3BA"/>
          </a:solidFill>
          <a:ln>
            <a:noFill/>
          </a:ln>
          <a:effectLst/>
        </p:spPr>
        <p:txBody>
          <a:bodyPr wrap="square" lIns="72000" tIns="0" rIns="72000" bIns="0">
            <a:spAutoFit/>
          </a:bodyPr>
          <a:lstStyle/>
          <a:p>
            <a:pPr eaLnBrk="0" fontAlgn="base" hangingPunct="0">
              <a:lnSpc>
                <a:spcPct val="90000"/>
              </a:lnSpc>
              <a:spcBef>
                <a:spcPct val="0"/>
              </a:spcBef>
              <a:spcAft>
                <a:spcPct val="0"/>
              </a:spcAft>
            </a:pPr>
            <a:r>
              <a:rPr lang="en-US" altLang="zh-CN" b="1" dirty="0">
                <a:solidFill>
                  <a:srgbClr val="FF0000"/>
                </a:solidFill>
                <a:latin typeface="Times New Roman" panose="02020603050405020304" pitchFamily="18" charset="0"/>
                <a:ea typeface="宋体" panose="02010600030101010101" pitchFamily="2" charset="-122"/>
              </a:rPr>
              <a:t>6</a:t>
            </a:r>
          </a:p>
        </p:txBody>
      </p:sp>
      <p:cxnSp>
        <p:nvCxnSpPr>
          <p:cNvPr id="154" name="直接箭头连接符 153">
            <a:extLst>
              <a:ext uri="{FF2B5EF4-FFF2-40B4-BE49-F238E27FC236}">
                <a16:creationId xmlns:a16="http://schemas.microsoft.com/office/drawing/2014/main" id="{E7378755-779F-4D21-91E1-814B5907BEA4}"/>
              </a:ext>
            </a:extLst>
          </p:cNvPr>
          <p:cNvCxnSpPr>
            <a:cxnSpLocks/>
          </p:cNvCxnSpPr>
          <p:nvPr/>
        </p:nvCxnSpPr>
        <p:spPr>
          <a:xfrm>
            <a:off x="11080233" y="2829466"/>
            <a:ext cx="0" cy="684783"/>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155" name="Rectangle 263">
            <a:extLst>
              <a:ext uri="{FF2B5EF4-FFF2-40B4-BE49-F238E27FC236}">
                <a16:creationId xmlns:a16="http://schemas.microsoft.com/office/drawing/2014/main" id="{2A422921-5FDE-4416-AD63-F0E9B4066D01}"/>
              </a:ext>
            </a:extLst>
          </p:cNvPr>
          <p:cNvSpPr>
            <a:spLocks noChangeArrowheads="1"/>
          </p:cNvSpPr>
          <p:nvPr/>
        </p:nvSpPr>
        <p:spPr bwMode="auto">
          <a:xfrm>
            <a:off x="10949021" y="2567988"/>
            <a:ext cx="260822" cy="249299"/>
          </a:xfrm>
          <a:prstGeom prst="rect">
            <a:avLst/>
          </a:prstGeom>
          <a:solidFill>
            <a:schemeClr val="accent6">
              <a:lumMod val="20000"/>
              <a:lumOff val="80000"/>
            </a:schemeClr>
          </a:solidFill>
          <a:ln>
            <a:noFill/>
          </a:ln>
          <a:effectLst/>
        </p:spPr>
        <p:txBody>
          <a:bodyPr wrap="none" lIns="72000" tIns="0" rIns="72000" bIns="0">
            <a:spAutoFit/>
          </a:bodyPr>
          <a:lstStyle/>
          <a:p>
            <a:pPr eaLnBrk="0" fontAlgn="base" hangingPunct="0">
              <a:lnSpc>
                <a:spcPct val="90000"/>
              </a:lnSpc>
              <a:spcBef>
                <a:spcPct val="0"/>
              </a:spcBef>
              <a:spcAft>
                <a:spcPct val="0"/>
              </a:spcAft>
            </a:pPr>
            <a:r>
              <a:rPr lang="en-US" altLang="zh-CN" b="1" dirty="0">
                <a:solidFill>
                  <a:srgbClr val="C00000"/>
                </a:solidFill>
                <a:latin typeface="Times New Roman" panose="02020603050405020304" pitchFamily="18" charset="0"/>
                <a:ea typeface="宋体" panose="02010600030101010101" pitchFamily="2" charset="-122"/>
              </a:rPr>
              <a:t>6</a:t>
            </a:r>
          </a:p>
        </p:txBody>
      </p:sp>
      <p:sp>
        <p:nvSpPr>
          <p:cNvPr id="156" name="Rectangle 445">
            <a:extLst>
              <a:ext uri="{FF2B5EF4-FFF2-40B4-BE49-F238E27FC236}">
                <a16:creationId xmlns:a16="http://schemas.microsoft.com/office/drawing/2014/main" id="{5B38BD12-32D1-49DD-8281-8DC9934D91A6}"/>
              </a:ext>
            </a:extLst>
          </p:cNvPr>
          <p:cNvSpPr>
            <a:spLocks noChangeArrowheads="1"/>
          </p:cNvSpPr>
          <p:nvPr/>
        </p:nvSpPr>
        <p:spPr bwMode="auto">
          <a:xfrm>
            <a:off x="11397280" y="1446226"/>
            <a:ext cx="448033" cy="335161"/>
          </a:xfrm>
          <a:prstGeom prst="rect">
            <a:avLst/>
          </a:prstGeom>
          <a:solidFill>
            <a:schemeClr val="accent4">
              <a:lumMod val="20000"/>
              <a:lumOff val="80000"/>
            </a:schemeClr>
          </a:solidFill>
          <a:ln w="12700">
            <a:solidFill>
              <a:schemeClr val="tx1"/>
            </a:solidFill>
            <a:miter lim="800000"/>
            <a:headEnd/>
            <a:tailEnd/>
          </a:ln>
          <a:effectLst/>
        </p:spPr>
        <p:txBody>
          <a:bodyPr wrap="none" lIns="50400" tIns="28800" rIns="50400" bIns="28800">
            <a:noAutofit/>
          </a:bodyPr>
          <a:lstStyle/>
          <a:p>
            <a:pPr algn="ctr" eaLnBrk="0" fontAlgn="base" hangingPunct="0">
              <a:spcBef>
                <a:spcPct val="0"/>
              </a:spcBef>
              <a:spcAft>
                <a:spcPct val="0"/>
              </a:spcAft>
            </a:pPr>
            <a:r>
              <a:rPr lang="en-US" altLang="zh-CN" b="1" dirty="0">
                <a:solidFill>
                  <a:schemeClr val="accent2">
                    <a:lumMod val="75000"/>
                  </a:schemeClr>
                </a:solidFill>
                <a:latin typeface="Times New Roman" panose="02020603050405020304" pitchFamily="18" charset="0"/>
                <a:ea typeface="宋体" panose="02010600030101010101" pitchFamily="2" charset="-122"/>
              </a:rPr>
              <a:t>8</a:t>
            </a:r>
            <a:r>
              <a:rPr lang="en-US" altLang="zh-CN" b="1" dirty="0">
                <a:latin typeface="Times New Roman" panose="02020603050405020304" pitchFamily="18" charset="0"/>
                <a:ea typeface="宋体" panose="02010600030101010101" pitchFamily="2" charset="-122"/>
              </a:rPr>
              <a:t>3</a:t>
            </a:r>
          </a:p>
        </p:txBody>
      </p:sp>
      <p:sp>
        <p:nvSpPr>
          <p:cNvPr id="157" name="Rectangle 263">
            <a:extLst>
              <a:ext uri="{FF2B5EF4-FFF2-40B4-BE49-F238E27FC236}">
                <a16:creationId xmlns:a16="http://schemas.microsoft.com/office/drawing/2014/main" id="{86592AC9-C66A-40E0-9FC4-7B6971B1095B}"/>
              </a:ext>
            </a:extLst>
          </p:cNvPr>
          <p:cNvSpPr>
            <a:spLocks noChangeArrowheads="1"/>
          </p:cNvSpPr>
          <p:nvPr/>
        </p:nvSpPr>
        <p:spPr bwMode="auto">
          <a:xfrm>
            <a:off x="8318866" y="1863549"/>
            <a:ext cx="261957" cy="249299"/>
          </a:xfrm>
          <a:prstGeom prst="rect">
            <a:avLst/>
          </a:prstGeom>
          <a:solidFill>
            <a:srgbClr val="FCF3BA"/>
          </a:solidFill>
          <a:ln>
            <a:noFill/>
          </a:ln>
          <a:effectLst/>
        </p:spPr>
        <p:txBody>
          <a:bodyPr wrap="square" lIns="72000" tIns="0" rIns="72000" bIns="0">
            <a:spAutoFit/>
          </a:bodyPr>
          <a:lstStyle/>
          <a:p>
            <a:pPr eaLnBrk="0" fontAlgn="base" hangingPunct="0">
              <a:lnSpc>
                <a:spcPct val="90000"/>
              </a:lnSpc>
              <a:spcBef>
                <a:spcPct val="0"/>
              </a:spcBef>
              <a:spcAft>
                <a:spcPct val="0"/>
              </a:spcAft>
            </a:pPr>
            <a:r>
              <a:rPr lang="en-US" altLang="zh-CN" b="1" dirty="0">
                <a:solidFill>
                  <a:srgbClr val="FF0000"/>
                </a:solidFill>
                <a:latin typeface="Times New Roman" panose="02020603050405020304" pitchFamily="18" charset="0"/>
                <a:ea typeface="宋体" panose="02010600030101010101" pitchFamily="2" charset="-122"/>
              </a:rPr>
              <a:t>8</a:t>
            </a:r>
          </a:p>
        </p:txBody>
      </p:sp>
      <p:cxnSp>
        <p:nvCxnSpPr>
          <p:cNvPr id="158" name="直接箭头连接符 157">
            <a:extLst>
              <a:ext uri="{FF2B5EF4-FFF2-40B4-BE49-F238E27FC236}">
                <a16:creationId xmlns:a16="http://schemas.microsoft.com/office/drawing/2014/main" id="{C9B5A23D-0888-420E-BC77-CB6130645FD8}"/>
              </a:ext>
            </a:extLst>
          </p:cNvPr>
          <p:cNvCxnSpPr>
            <a:cxnSpLocks/>
          </p:cNvCxnSpPr>
          <p:nvPr/>
        </p:nvCxnSpPr>
        <p:spPr>
          <a:xfrm flipV="1">
            <a:off x="10014709" y="3788693"/>
            <a:ext cx="0" cy="230730"/>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60" name="直接箭头连接符 159">
            <a:extLst>
              <a:ext uri="{FF2B5EF4-FFF2-40B4-BE49-F238E27FC236}">
                <a16:creationId xmlns:a16="http://schemas.microsoft.com/office/drawing/2014/main" id="{0418FBDC-8FD9-4FE1-B4EC-78A199BE40D6}"/>
              </a:ext>
            </a:extLst>
          </p:cNvPr>
          <p:cNvCxnSpPr>
            <a:cxnSpLocks/>
          </p:cNvCxnSpPr>
          <p:nvPr/>
        </p:nvCxnSpPr>
        <p:spPr>
          <a:xfrm>
            <a:off x="10016249" y="2836351"/>
            <a:ext cx="0" cy="684783"/>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grpSp>
        <p:nvGrpSpPr>
          <p:cNvPr id="161" name="组合 160">
            <a:extLst>
              <a:ext uri="{FF2B5EF4-FFF2-40B4-BE49-F238E27FC236}">
                <a16:creationId xmlns:a16="http://schemas.microsoft.com/office/drawing/2014/main" id="{8E5D9166-C215-4117-B49A-7A9B61930361}"/>
              </a:ext>
            </a:extLst>
          </p:cNvPr>
          <p:cNvGrpSpPr/>
          <p:nvPr/>
        </p:nvGrpSpPr>
        <p:grpSpPr>
          <a:xfrm>
            <a:off x="6866086" y="2884864"/>
            <a:ext cx="1549199" cy="1538038"/>
            <a:chOff x="2373491" y="1211468"/>
            <a:chExt cx="1549199" cy="1538038"/>
          </a:xfrm>
        </p:grpSpPr>
        <p:cxnSp>
          <p:nvCxnSpPr>
            <p:cNvPr id="162" name="直接连接符 161">
              <a:extLst>
                <a:ext uri="{FF2B5EF4-FFF2-40B4-BE49-F238E27FC236}">
                  <a16:creationId xmlns:a16="http://schemas.microsoft.com/office/drawing/2014/main" id="{7B787C61-4718-4A51-AB7D-C162FAC002EE}"/>
                </a:ext>
              </a:extLst>
            </p:cNvPr>
            <p:cNvCxnSpPr>
              <a:cxnSpLocks/>
            </p:cNvCxnSpPr>
            <p:nvPr/>
          </p:nvCxnSpPr>
          <p:spPr>
            <a:xfrm flipV="1">
              <a:off x="3651294" y="2738731"/>
              <a:ext cx="271396" cy="4469"/>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63" name="直接连接符 162">
              <a:extLst>
                <a:ext uri="{FF2B5EF4-FFF2-40B4-BE49-F238E27FC236}">
                  <a16:creationId xmlns:a16="http://schemas.microsoft.com/office/drawing/2014/main" id="{ECB92FC9-21E3-49B8-A374-E51041A946A8}"/>
                </a:ext>
              </a:extLst>
            </p:cNvPr>
            <p:cNvCxnSpPr>
              <a:cxnSpLocks/>
            </p:cNvCxnSpPr>
            <p:nvPr/>
          </p:nvCxnSpPr>
          <p:spPr>
            <a:xfrm flipH="1">
              <a:off x="3644988" y="1238547"/>
              <a:ext cx="6306" cy="1510959"/>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64" name="直接连接符 163">
              <a:extLst>
                <a:ext uri="{FF2B5EF4-FFF2-40B4-BE49-F238E27FC236}">
                  <a16:creationId xmlns:a16="http://schemas.microsoft.com/office/drawing/2014/main" id="{221E5719-7410-4C17-AF80-56801A1FFF2E}"/>
                </a:ext>
              </a:extLst>
            </p:cNvPr>
            <p:cNvCxnSpPr>
              <a:cxnSpLocks/>
            </p:cNvCxnSpPr>
            <p:nvPr/>
          </p:nvCxnSpPr>
          <p:spPr>
            <a:xfrm>
              <a:off x="2383769" y="1226647"/>
              <a:ext cx="1277236" cy="7354"/>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65" name="直接连接符 164">
              <a:extLst>
                <a:ext uri="{FF2B5EF4-FFF2-40B4-BE49-F238E27FC236}">
                  <a16:creationId xmlns:a16="http://schemas.microsoft.com/office/drawing/2014/main" id="{A6AD9FD0-B2D2-43C0-9694-5D2F98A712F1}"/>
                </a:ext>
              </a:extLst>
            </p:cNvPr>
            <p:cNvCxnSpPr>
              <a:cxnSpLocks/>
            </p:cNvCxnSpPr>
            <p:nvPr/>
          </p:nvCxnSpPr>
          <p:spPr>
            <a:xfrm>
              <a:off x="2373491" y="1211468"/>
              <a:ext cx="0" cy="18067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166" name="组合 165">
            <a:extLst>
              <a:ext uri="{FF2B5EF4-FFF2-40B4-BE49-F238E27FC236}">
                <a16:creationId xmlns:a16="http://schemas.microsoft.com/office/drawing/2014/main" id="{33277829-2FC5-4557-9876-9CCBAF24DEF3}"/>
              </a:ext>
            </a:extLst>
          </p:cNvPr>
          <p:cNvGrpSpPr/>
          <p:nvPr/>
        </p:nvGrpSpPr>
        <p:grpSpPr>
          <a:xfrm>
            <a:off x="10110683" y="3354178"/>
            <a:ext cx="436979" cy="1070849"/>
            <a:chOff x="3416113" y="1678657"/>
            <a:chExt cx="436979" cy="1070849"/>
          </a:xfrm>
        </p:grpSpPr>
        <p:cxnSp>
          <p:nvCxnSpPr>
            <p:cNvPr id="167" name="直接连接符 166">
              <a:extLst>
                <a:ext uri="{FF2B5EF4-FFF2-40B4-BE49-F238E27FC236}">
                  <a16:creationId xmlns:a16="http://schemas.microsoft.com/office/drawing/2014/main" id="{1613B89C-3A52-4060-81AB-BB1BC7FA63E5}"/>
                </a:ext>
              </a:extLst>
            </p:cNvPr>
            <p:cNvCxnSpPr>
              <a:cxnSpLocks/>
            </p:cNvCxnSpPr>
            <p:nvPr/>
          </p:nvCxnSpPr>
          <p:spPr>
            <a:xfrm>
              <a:off x="3572525" y="2743200"/>
              <a:ext cx="280567"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68" name="直接连接符 167">
              <a:extLst>
                <a:ext uri="{FF2B5EF4-FFF2-40B4-BE49-F238E27FC236}">
                  <a16:creationId xmlns:a16="http://schemas.microsoft.com/office/drawing/2014/main" id="{FF87017A-42E1-4EB9-9FDC-5C6DF4461253}"/>
                </a:ext>
              </a:extLst>
            </p:cNvPr>
            <p:cNvCxnSpPr>
              <a:cxnSpLocks/>
            </p:cNvCxnSpPr>
            <p:nvPr/>
          </p:nvCxnSpPr>
          <p:spPr>
            <a:xfrm flipH="1">
              <a:off x="3575138" y="1678657"/>
              <a:ext cx="6296" cy="1070849"/>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69" name="直接连接符 168">
              <a:extLst>
                <a:ext uri="{FF2B5EF4-FFF2-40B4-BE49-F238E27FC236}">
                  <a16:creationId xmlns:a16="http://schemas.microsoft.com/office/drawing/2014/main" id="{4A47AECC-AE24-4EB5-A523-3B9916C3900C}"/>
                </a:ext>
              </a:extLst>
            </p:cNvPr>
            <p:cNvCxnSpPr>
              <a:cxnSpLocks/>
            </p:cNvCxnSpPr>
            <p:nvPr/>
          </p:nvCxnSpPr>
          <p:spPr>
            <a:xfrm>
              <a:off x="3416113" y="1678657"/>
              <a:ext cx="165321"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70" name="直接连接符 169">
              <a:extLst>
                <a:ext uri="{FF2B5EF4-FFF2-40B4-BE49-F238E27FC236}">
                  <a16:creationId xmlns:a16="http://schemas.microsoft.com/office/drawing/2014/main" id="{56DFDD9A-DD7E-4041-936F-4B714DC5D7E2}"/>
                </a:ext>
              </a:extLst>
            </p:cNvPr>
            <p:cNvCxnSpPr>
              <a:cxnSpLocks/>
            </p:cNvCxnSpPr>
            <p:nvPr/>
          </p:nvCxnSpPr>
          <p:spPr>
            <a:xfrm>
              <a:off x="3416113" y="1679408"/>
              <a:ext cx="0" cy="148979"/>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171" name="组合 170">
            <a:extLst>
              <a:ext uri="{FF2B5EF4-FFF2-40B4-BE49-F238E27FC236}">
                <a16:creationId xmlns:a16="http://schemas.microsoft.com/office/drawing/2014/main" id="{B6A1531A-B463-4F28-A8C5-27A9B42EE3EE}"/>
              </a:ext>
            </a:extLst>
          </p:cNvPr>
          <p:cNvGrpSpPr/>
          <p:nvPr/>
        </p:nvGrpSpPr>
        <p:grpSpPr>
          <a:xfrm>
            <a:off x="8492313" y="3846912"/>
            <a:ext cx="1499441" cy="575400"/>
            <a:chOff x="3407204" y="2170424"/>
            <a:chExt cx="1499441" cy="575400"/>
          </a:xfrm>
        </p:grpSpPr>
        <p:cxnSp>
          <p:nvCxnSpPr>
            <p:cNvPr id="172" name="直接连接符 171">
              <a:extLst>
                <a:ext uri="{FF2B5EF4-FFF2-40B4-BE49-F238E27FC236}">
                  <a16:creationId xmlns:a16="http://schemas.microsoft.com/office/drawing/2014/main" id="{1FAF4C0E-6713-476C-AAEF-5F2F11458E66}"/>
                </a:ext>
              </a:extLst>
            </p:cNvPr>
            <p:cNvCxnSpPr>
              <a:cxnSpLocks/>
            </p:cNvCxnSpPr>
            <p:nvPr/>
          </p:nvCxnSpPr>
          <p:spPr>
            <a:xfrm>
              <a:off x="4626078" y="2739518"/>
              <a:ext cx="280567"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73" name="直接连接符 172">
              <a:extLst>
                <a:ext uri="{FF2B5EF4-FFF2-40B4-BE49-F238E27FC236}">
                  <a16:creationId xmlns:a16="http://schemas.microsoft.com/office/drawing/2014/main" id="{E256F658-6A52-44E9-8746-6C7DBD5FED64}"/>
                </a:ext>
              </a:extLst>
            </p:cNvPr>
            <p:cNvCxnSpPr>
              <a:cxnSpLocks/>
            </p:cNvCxnSpPr>
            <p:nvPr/>
          </p:nvCxnSpPr>
          <p:spPr>
            <a:xfrm>
              <a:off x="4626078" y="2170424"/>
              <a:ext cx="2613" cy="57540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74" name="直接连接符 173">
              <a:extLst>
                <a:ext uri="{FF2B5EF4-FFF2-40B4-BE49-F238E27FC236}">
                  <a16:creationId xmlns:a16="http://schemas.microsoft.com/office/drawing/2014/main" id="{8C9C254E-2F88-437D-ABD7-CC612E243515}"/>
                </a:ext>
              </a:extLst>
            </p:cNvPr>
            <p:cNvCxnSpPr>
              <a:cxnSpLocks/>
            </p:cNvCxnSpPr>
            <p:nvPr/>
          </p:nvCxnSpPr>
          <p:spPr>
            <a:xfrm>
              <a:off x="3407204" y="2174106"/>
              <a:ext cx="1218874"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75" name="直接连接符 174">
              <a:extLst>
                <a:ext uri="{FF2B5EF4-FFF2-40B4-BE49-F238E27FC236}">
                  <a16:creationId xmlns:a16="http://schemas.microsoft.com/office/drawing/2014/main" id="{672F787F-9A9B-4291-A558-116103E572E1}"/>
                </a:ext>
              </a:extLst>
            </p:cNvPr>
            <p:cNvCxnSpPr>
              <a:cxnSpLocks/>
            </p:cNvCxnSpPr>
            <p:nvPr/>
          </p:nvCxnSpPr>
          <p:spPr>
            <a:xfrm>
              <a:off x="3407204" y="2174857"/>
              <a:ext cx="0" cy="148979"/>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181" name="组合 180">
            <a:extLst>
              <a:ext uri="{FF2B5EF4-FFF2-40B4-BE49-F238E27FC236}">
                <a16:creationId xmlns:a16="http://schemas.microsoft.com/office/drawing/2014/main" id="{64BC972A-794C-4FEB-98C3-0B3983F4CBC8}"/>
              </a:ext>
            </a:extLst>
          </p:cNvPr>
          <p:cNvGrpSpPr/>
          <p:nvPr/>
        </p:nvGrpSpPr>
        <p:grpSpPr>
          <a:xfrm>
            <a:off x="10637149" y="3846912"/>
            <a:ext cx="438069" cy="577589"/>
            <a:chOff x="3415023" y="2171917"/>
            <a:chExt cx="438069" cy="577589"/>
          </a:xfrm>
        </p:grpSpPr>
        <p:cxnSp>
          <p:nvCxnSpPr>
            <p:cNvPr id="182" name="直接连接符 181">
              <a:extLst>
                <a:ext uri="{FF2B5EF4-FFF2-40B4-BE49-F238E27FC236}">
                  <a16:creationId xmlns:a16="http://schemas.microsoft.com/office/drawing/2014/main" id="{B5300727-AEC9-4F1F-93AE-42993FEDF03A}"/>
                </a:ext>
              </a:extLst>
            </p:cNvPr>
            <p:cNvCxnSpPr>
              <a:cxnSpLocks/>
            </p:cNvCxnSpPr>
            <p:nvPr/>
          </p:nvCxnSpPr>
          <p:spPr>
            <a:xfrm>
              <a:off x="3572525" y="2743200"/>
              <a:ext cx="280567"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83" name="直接连接符 182">
              <a:extLst>
                <a:ext uri="{FF2B5EF4-FFF2-40B4-BE49-F238E27FC236}">
                  <a16:creationId xmlns:a16="http://schemas.microsoft.com/office/drawing/2014/main" id="{A6862962-5FCF-4334-BE62-62B8A902B1C0}"/>
                </a:ext>
              </a:extLst>
            </p:cNvPr>
            <p:cNvCxnSpPr>
              <a:cxnSpLocks/>
            </p:cNvCxnSpPr>
            <p:nvPr/>
          </p:nvCxnSpPr>
          <p:spPr>
            <a:xfrm>
              <a:off x="3587838" y="2171917"/>
              <a:ext cx="0" cy="577589"/>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84" name="直接连接符 183">
              <a:extLst>
                <a:ext uri="{FF2B5EF4-FFF2-40B4-BE49-F238E27FC236}">
                  <a16:creationId xmlns:a16="http://schemas.microsoft.com/office/drawing/2014/main" id="{CAF72FB7-82D3-4D71-A7FD-15A17CE7C9EB}"/>
                </a:ext>
              </a:extLst>
            </p:cNvPr>
            <p:cNvCxnSpPr>
              <a:cxnSpLocks/>
            </p:cNvCxnSpPr>
            <p:nvPr/>
          </p:nvCxnSpPr>
          <p:spPr>
            <a:xfrm>
              <a:off x="3415023" y="2172345"/>
              <a:ext cx="165321"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85" name="直接连接符 184">
              <a:extLst>
                <a:ext uri="{FF2B5EF4-FFF2-40B4-BE49-F238E27FC236}">
                  <a16:creationId xmlns:a16="http://schemas.microsoft.com/office/drawing/2014/main" id="{EE1F5BC9-B9EE-43A4-8D14-A8CEC2C533A8}"/>
                </a:ext>
              </a:extLst>
            </p:cNvPr>
            <p:cNvCxnSpPr>
              <a:cxnSpLocks/>
            </p:cNvCxnSpPr>
            <p:nvPr/>
          </p:nvCxnSpPr>
          <p:spPr>
            <a:xfrm>
              <a:off x="3415023" y="2173096"/>
              <a:ext cx="0" cy="148979"/>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186" name="Rectangle 263">
            <a:extLst>
              <a:ext uri="{FF2B5EF4-FFF2-40B4-BE49-F238E27FC236}">
                <a16:creationId xmlns:a16="http://schemas.microsoft.com/office/drawing/2014/main" id="{8EFF0E2F-0F63-40B9-883A-0C4D57BF9F1A}"/>
              </a:ext>
            </a:extLst>
          </p:cNvPr>
          <p:cNvSpPr>
            <a:spLocks noChangeArrowheads="1"/>
          </p:cNvSpPr>
          <p:nvPr/>
        </p:nvSpPr>
        <p:spPr bwMode="auto">
          <a:xfrm>
            <a:off x="6687932" y="4536222"/>
            <a:ext cx="260822" cy="249299"/>
          </a:xfrm>
          <a:prstGeom prst="rect">
            <a:avLst/>
          </a:prstGeom>
          <a:noFill/>
          <a:ln>
            <a:noFill/>
          </a:ln>
          <a:effectLst/>
        </p:spPr>
        <p:txBody>
          <a:bodyPr wrap="none" lIns="72000" tIns="0" rIns="72000" bIns="0">
            <a:spAutoFit/>
          </a:bodyPr>
          <a:lstStyle/>
          <a:p>
            <a:pPr eaLnBrk="0" fontAlgn="base" hangingPunct="0">
              <a:lnSpc>
                <a:spcPct val="90000"/>
              </a:lnSpc>
              <a:spcBef>
                <a:spcPct val="0"/>
              </a:spcBef>
              <a:spcAft>
                <a:spcPct val="0"/>
              </a:spcAft>
            </a:pPr>
            <a:r>
              <a:rPr lang="en-US" altLang="zh-CN" b="1" dirty="0">
                <a:solidFill>
                  <a:srgbClr val="7030A0"/>
                </a:solidFill>
                <a:latin typeface="Times New Roman" panose="02020603050405020304" pitchFamily="18" charset="0"/>
                <a:ea typeface="宋体" panose="02010600030101010101" pitchFamily="2" charset="-122"/>
              </a:rPr>
              <a:t>7</a:t>
            </a:r>
          </a:p>
        </p:txBody>
      </p:sp>
      <p:grpSp>
        <p:nvGrpSpPr>
          <p:cNvPr id="187" name="组合 186">
            <a:extLst>
              <a:ext uri="{FF2B5EF4-FFF2-40B4-BE49-F238E27FC236}">
                <a16:creationId xmlns:a16="http://schemas.microsoft.com/office/drawing/2014/main" id="{0AD426AB-1980-49F5-AB26-5617CFB7AC2C}"/>
              </a:ext>
            </a:extLst>
          </p:cNvPr>
          <p:cNvGrpSpPr/>
          <p:nvPr/>
        </p:nvGrpSpPr>
        <p:grpSpPr>
          <a:xfrm>
            <a:off x="7848860" y="2143779"/>
            <a:ext cx="299295" cy="375634"/>
            <a:chOff x="4432971" y="1050793"/>
            <a:chExt cx="299295" cy="375634"/>
          </a:xfrm>
        </p:grpSpPr>
        <p:cxnSp>
          <p:nvCxnSpPr>
            <p:cNvPr id="188" name="直接箭头连接符 187">
              <a:extLst>
                <a:ext uri="{FF2B5EF4-FFF2-40B4-BE49-F238E27FC236}">
                  <a16:creationId xmlns:a16="http://schemas.microsoft.com/office/drawing/2014/main" id="{15D3D784-9F9C-49D5-8D5A-AC8F80E0952C}"/>
                </a:ext>
              </a:extLst>
            </p:cNvPr>
            <p:cNvCxnSpPr>
              <a:cxnSpLocks/>
            </p:cNvCxnSpPr>
            <p:nvPr/>
          </p:nvCxnSpPr>
          <p:spPr>
            <a:xfrm flipV="1">
              <a:off x="4676069" y="1050793"/>
              <a:ext cx="0" cy="267427"/>
            </a:xfrm>
            <a:prstGeom prst="straightConnector1">
              <a:avLst/>
            </a:prstGeom>
            <a:ln w="28575">
              <a:solidFill>
                <a:srgbClr val="3004BC"/>
              </a:solidFill>
              <a:tailEnd type="triangle" w="med" len="lg"/>
            </a:ln>
          </p:spPr>
          <p:style>
            <a:lnRef idx="1">
              <a:schemeClr val="accent1"/>
            </a:lnRef>
            <a:fillRef idx="0">
              <a:schemeClr val="accent1"/>
            </a:fillRef>
            <a:effectRef idx="0">
              <a:schemeClr val="accent1"/>
            </a:effectRef>
            <a:fontRef idx="minor">
              <a:schemeClr val="tx1"/>
            </a:fontRef>
          </p:style>
        </p:cxnSp>
        <p:sp>
          <p:nvSpPr>
            <p:cNvPr id="189" name="Rectangle 263">
              <a:extLst>
                <a:ext uri="{FF2B5EF4-FFF2-40B4-BE49-F238E27FC236}">
                  <a16:creationId xmlns:a16="http://schemas.microsoft.com/office/drawing/2014/main" id="{104AD14C-7C65-4AEE-92E5-A6F33E698582}"/>
                </a:ext>
              </a:extLst>
            </p:cNvPr>
            <p:cNvSpPr>
              <a:spLocks noChangeArrowheads="1"/>
            </p:cNvSpPr>
            <p:nvPr/>
          </p:nvSpPr>
          <p:spPr bwMode="auto">
            <a:xfrm>
              <a:off x="4432971" y="1141734"/>
              <a:ext cx="299295" cy="284693"/>
            </a:xfrm>
            <a:prstGeom prst="rect">
              <a:avLst/>
            </a:prstGeom>
            <a:noFill/>
            <a:ln>
              <a:noFill/>
            </a:ln>
            <a:effectLst/>
          </p:spPr>
          <p:txBody>
            <a:bodyPr wrap="none" lIns="72000" tIns="0" rIns="72000" bIns="0">
              <a:spAutoFit/>
            </a:bodyPr>
            <a:lstStyle/>
            <a:p>
              <a:pPr eaLnBrk="0" fontAlgn="base" hangingPunct="0">
                <a:lnSpc>
                  <a:spcPct val="90000"/>
                </a:lnSpc>
                <a:spcBef>
                  <a:spcPct val="0"/>
                </a:spcBef>
                <a:spcAft>
                  <a:spcPct val="0"/>
                </a:spcAft>
              </a:pPr>
              <a:r>
                <a:rPr lang="en-US" altLang="zh-CN" sz="2000" b="1" dirty="0">
                  <a:solidFill>
                    <a:srgbClr val="3004BC"/>
                  </a:solidFill>
                  <a:latin typeface="Courier New" panose="02070309020205020404" pitchFamily="49" charset="0"/>
                  <a:ea typeface="宋体" panose="02010600030101010101" pitchFamily="2" charset="-122"/>
                  <a:cs typeface="Courier New" panose="02070309020205020404" pitchFamily="49" charset="0"/>
                </a:rPr>
                <a:t>t</a:t>
              </a:r>
            </a:p>
          </p:txBody>
        </p:sp>
      </p:grpSp>
      <p:sp>
        <p:nvSpPr>
          <p:cNvPr id="190" name="Rectangle 263">
            <a:extLst>
              <a:ext uri="{FF2B5EF4-FFF2-40B4-BE49-F238E27FC236}">
                <a16:creationId xmlns:a16="http://schemas.microsoft.com/office/drawing/2014/main" id="{D0815F0E-0061-4C6C-AFAC-F0DBBB1D861B}"/>
              </a:ext>
            </a:extLst>
          </p:cNvPr>
          <p:cNvSpPr>
            <a:spLocks noChangeArrowheads="1"/>
          </p:cNvSpPr>
          <p:nvPr/>
        </p:nvSpPr>
        <p:spPr bwMode="auto">
          <a:xfrm>
            <a:off x="8300185" y="4522754"/>
            <a:ext cx="260822" cy="249299"/>
          </a:xfrm>
          <a:prstGeom prst="rect">
            <a:avLst/>
          </a:prstGeom>
          <a:noFill/>
          <a:ln>
            <a:noFill/>
          </a:ln>
          <a:effectLst/>
        </p:spPr>
        <p:txBody>
          <a:bodyPr wrap="none" lIns="72000" tIns="0" rIns="72000" bIns="0">
            <a:spAutoFit/>
          </a:bodyPr>
          <a:lstStyle/>
          <a:p>
            <a:pPr eaLnBrk="0" fontAlgn="base" hangingPunct="0">
              <a:lnSpc>
                <a:spcPct val="90000"/>
              </a:lnSpc>
              <a:spcBef>
                <a:spcPct val="0"/>
              </a:spcBef>
              <a:spcAft>
                <a:spcPct val="0"/>
              </a:spcAft>
            </a:pPr>
            <a:r>
              <a:rPr lang="en-US" altLang="zh-CN" b="1" dirty="0">
                <a:solidFill>
                  <a:srgbClr val="7030A0"/>
                </a:solidFill>
                <a:latin typeface="Times New Roman" panose="02020603050405020304" pitchFamily="18" charset="0"/>
                <a:ea typeface="宋体" panose="02010600030101010101" pitchFamily="2" charset="-122"/>
              </a:rPr>
              <a:t>4</a:t>
            </a:r>
          </a:p>
        </p:txBody>
      </p:sp>
      <p:sp>
        <p:nvSpPr>
          <p:cNvPr id="191" name="Rectangle 263">
            <a:extLst>
              <a:ext uri="{FF2B5EF4-FFF2-40B4-BE49-F238E27FC236}">
                <a16:creationId xmlns:a16="http://schemas.microsoft.com/office/drawing/2014/main" id="{005D43A2-199E-4FA3-81BB-14F29F0A7D5F}"/>
              </a:ext>
            </a:extLst>
          </p:cNvPr>
          <p:cNvSpPr>
            <a:spLocks noChangeArrowheads="1"/>
          </p:cNvSpPr>
          <p:nvPr/>
        </p:nvSpPr>
        <p:spPr bwMode="auto">
          <a:xfrm>
            <a:off x="9875310" y="4530156"/>
            <a:ext cx="260822" cy="249299"/>
          </a:xfrm>
          <a:prstGeom prst="rect">
            <a:avLst/>
          </a:prstGeom>
          <a:noFill/>
          <a:ln>
            <a:noFill/>
          </a:ln>
          <a:effectLst/>
        </p:spPr>
        <p:txBody>
          <a:bodyPr wrap="none" lIns="72000" tIns="0" rIns="72000" bIns="0">
            <a:spAutoFit/>
          </a:bodyPr>
          <a:lstStyle/>
          <a:p>
            <a:pPr eaLnBrk="0" fontAlgn="base" hangingPunct="0">
              <a:lnSpc>
                <a:spcPct val="90000"/>
              </a:lnSpc>
              <a:spcBef>
                <a:spcPct val="0"/>
              </a:spcBef>
              <a:spcAft>
                <a:spcPct val="0"/>
              </a:spcAft>
            </a:pPr>
            <a:r>
              <a:rPr lang="en-US" altLang="zh-CN" b="1" dirty="0">
                <a:solidFill>
                  <a:srgbClr val="7030A0"/>
                </a:solidFill>
                <a:latin typeface="Times New Roman" panose="02020603050405020304" pitchFamily="18" charset="0"/>
                <a:ea typeface="宋体" panose="02010600030101010101" pitchFamily="2" charset="-122"/>
              </a:rPr>
              <a:t>3</a:t>
            </a:r>
          </a:p>
        </p:txBody>
      </p:sp>
      <p:sp>
        <p:nvSpPr>
          <p:cNvPr id="192" name="Rectangle 263">
            <a:extLst>
              <a:ext uri="{FF2B5EF4-FFF2-40B4-BE49-F238E27FC236}">
                <a16:creationId xmlns:a16="http://schemas.microsoft.com/office/drawing/2014/main" id="{C01E5C5E-286D-4F3A-A756-1BE4D80C63B2}"/>
              </a:ext>
            </a:extLst>
          </p:cNvPr>
          <p:cNvSpPr>
            <a:spLocks noChangeArrowheads="1"/>
          </p:cNvSpPr>
          <p:nvPr/>
        </p:nvSpPr>
        <p:spPr bwMode="auto">
          <a:xfrm>
            <a:off x="10413488" y="4529944"/>
            <a:ext cx="260822" cy="249299"/>
          </a:xfrm>
          <a:prstGeom prst="rect">
            <a:avLst/>
          </a:prstGeom>
          <a:noFill/>
          <a:ln>
            <a:noFill/>
          </a:ln>
          <a:effectLst/>
        </p:spPr>
        <p:txBody>
          <a:bodyPr wrap="none" lIns="72000" tIns="0" rIns="72000" bIns="0">
            <a:spAutoFit/>
          </a:bodyPr>
          <a:lstStyle/>
          <a:p>
            <a:pPr eaLnBrk="0" fontAlgn="base" hangingPunct="0">
              <a:lnSpc>
                <a:spcPct val="90000"/>
              </a:lnSpc>
              <a:spcBef>
                <a:spcPct val="0"/>
              </a:spcBef>
              <a:spcAft>
                <a:spcPct val="0"/>
              </a:spcAft>
            </a:pPr>
            <a:r>
              <a:rPr lang="en-US" altLang="zh-CN" b="1" dirty="0">
                <a:solidFill>
                  <a:srgbClr val="7030A0"/>
                </a:solidFill>
                <a:latin typeface="Times New Roman" panose="02020603050405020304" pitchFamily="18" charset="0"/>
                <a:ea typeface="宋体" panose="02010600030101010101" pitchFamily="2" charset="-122"/>
              </a:rPr>
              <a:t>1</a:t>
            </a:r>
          </a:p>
        </p:txBody>
      </p:sp>
      <p:sp>
        <p:nvSpPr>
          <p:cNvPr id="193" name="Rectangle 263">
            <a:extLst>
              <a:ext uri="{FF2B5EF4-FFF2-40B4-BE49-F238E27FC236}">
                <a16:creationId xmlns:a16="http://schemas.microsoft.com/office/drawing/2014/main" id="{B2A1DC3A-4E2C-479A-9C38-A2A9BDB316A1}"/>
              </a:ext>
            </a:extLst>
          </p:cNvPr>
          <p:cNvSpPr>
            <a:spLocks noChangeArrowheads="1"/>
          </p:cNvSpPr>
          <p:nvPr/>
        </p:nvSpPr>
        <p:spPr bwMode="auto">
          <a:xfrm>
            <a:off x="10879247" y="4531578"/>
            <a:ext cx="376239" cy="249299"/>
          </a:xfrm>
          <a:prstGeom prst="rect">
            <a:avLst/>
          </a:prstGeom>
          <a:noFill/>
          <a:ln>
            <a:noFill/>
          </a:ln>
          <a:effectLst/>
        </p:spPr>
        <p:txBody>
          <a:bodyPr wrap="none" lIns="72000" tIns="0" rIns="72000" bIns="0">
            <a:spAutoFit/>
          </a:bodyPr>
          <a:lstStyle/>
          <a:p>
            <a:pPr eaLnBrk="0" fontAlgn="base" hangingPunct="0">
              <a:lnSpc>
                <a:spcPct val="90000"/>
              </a:lnSpc>
              <a:spcBef>
                <a:spcPct val="0"/>
              </a:spcBef>
              <a:spcAft>
                <a:spcPct val="0"/>
              </a:spcAft>
            </a:pPr>
            <a:r>
              <a:rPr lang="en-US" altLang="zh-CN" b="1" dirty="0">
                <a:solidFill>
                  <a:srgbClr val="7030A0"/>
                </a:solidFill>
                <a:latin typeface="Times New Roman" panose="02020603050405020304" pitchFamily="18" charset="0"/>
                <a:ea typeface="宋体" panose="02010600030101010101" pitchFamily="2" charset="-122"/>
              </a:rPr>
              <a:t>10</a:t>
            </a:r>
          </a:p>
        </p:txBody>
      </p:sp>
      <p:sp>
        <p:nvSpPr>
          <p:cNvPr id="195" name="Rectangle 263">
            <a:extLst>
              <a:ext uri="{FF2B5EF4-FFF2-40B4-BE49-F238E27FC236}">
                <a16:creationId xmlns:a16="http://schemas.microsoft.com/office/drawing/2014/main" id="{D4728E24-9C3C-45FE-A8F3-000FB8084251}"/>
              </a:ext>
            </a:extLst>
          </p:cNvPr>
          <p:cNvSpPr>
            <a:spLocks noChangeArrowheads="1"/>
          </p:cNvSpPr>
          <p:nvPr/>
        </p:nvSpPr>
        <p:spPr bwMode="auto">
          <a:xfrm>
            <a:off x="9227025" y="1866782"/>
            <a:ext cx="260822" cy="249299"/>
          </a:xfrm>
          <a:prstGeom prst="rect">
            <a:avLst/>
          </a:prstGeom>
          <a:noFill/>
          <a:ln>
            <a:noFill/>
          </a:ln>
          <a:effectLst/>
        </p:spPr>
        <p:txBody>
          <a:bodyPr wrap="none" lIns="72000" tIns="0" rIns="72000" bIns="0">
            <a:spAutoFit/>
          </a:bodyPr>
          <a:lstStyle/>
          <a:p>
            <a:pPr eaLnBrk="0" fontAlgn="base" hangingPunct="0">
              <a:lnSpc>
                <a:spcPct val="90000"/>
              </a:lnSpc>
              <a:spcBef>
                <a:spcPct val="0"/>
              </a:spcBef>
              <a:spcAft>
                <a:spcPct val="0"/>
              </a:spcAft>
            </a:pPr>
            <a:r>
              <a:rPr lang="en-US" altLang="zh-CN" b="1" dirty="0">
                <a:solidFill>
                  <a:srgbClr val="7030A0"/>
                </a:solidFill>
                <a:latin typeface="Times New Roman" panose="02020603050405020304" pitchFamily="18" charset="0"/>
                <a:ea typeface="宋体" panose="02010600030101010101" pitchFamily="2" charset="-122"/>
              </a:rPr>
              <a:t>0</a:t>
            </a:r>
          </a:p>
        </p:txBody>
      </p:sp>
      <p:sp>
        <p:nvSpPr>
          <p:cNvPr id="134" name="Rectangle 263">
            <a:extLst>
              <a:ext uri="{FF2B5EF4-FFF2-40B4-BE49-F238E27FC236}">
                <a16:creationId xmlns:a16="http://schemas.microsoft.com/office/drawing/2014/main" id="{C2B69F53-A029-44A2-92FC-EC288DDD1C44}"/>
              </a:ext>
            </a:extLst>
          </p:cNvPr>
          <p:cNvSpPr>
            <a:spLocks noChangeArrowheads="1"/>
          </p:cNvSpPr>
          <p:nvPr/>
        </p:nvSpPr>
        <p:spPr bwMode="auto">
          <a:xfrm>
            <a:off x="6689410" y="2553004"/>
            <a:ext cx="260822" cy="249299"/>
          </a:xfrm>
          <a:prstGeom prst="rect">
            <a:avLst/>
          </a:prstGeom>
          <a:solidFill>
            <a:schemeClr val="accent6">
              <a:lumMod val="20000"/>
              <a:lumOff val="80000"/>
            </a:schemeClr>
          </a:solidFill>
          <a:ln>
            <a:noFill/>
          </a:ln>
          <a:effectLst/>
        </p:spPr>
        <p:txBody>
          <a:bodyPr wrap="none" lIns="72000" tIns="0" rIns="72000" bIns="0">
            <a:spAutoFit/>
          </a:bodyPr>
          <a:lstStyle/>
          <a:p>
            <a:pPr eaLnBrk="0" fontAlgn="base" hangingPunct="0">
              <a:lnSpc>
                <a:spcPct val="90000"/>
              </a:lnSpc>
              <a:spcBef>
                <a:spcPct val="0"/>
              </a:spcBef>
              <a:spcAft>
                <a:spcPct val="0"/>
              </a:spcAft>
            </a:pPr>
            <a:r>
              <a:rPr lang="en-US" altLang="zh-CN" b="1" dirty="0">
                <a:solidFill>
                  <a:srgbClr val="C00000"/>
                </a:solidFill>
                <a:latin typeface="Times New Roman" panose="02020603050405020304" pitchFamily="18" charset="0"/>
                <a:ea typeface="宋体" panose="02010600030101010101" pitchFamily="2" charset="-122"/>
              </a:rPr>
              <a:t>2</a:t>
            </a:r>
          </a:p>
        </p:txBody>
      </p:sp>
      <p:cxnSp>
        <p:nvCxnSpPr>
          <p:cNvPr id="150" name="直接箭头连接符 149">
            <a:extLst>
              <a:ext uri="{FF2B5EF4-FFF2-40B4-BE49-F238E27FC236}">
                <a16:creationId xmlns:a16="http://schemas.microsoft.com/office/drawing/2014/main" id="{8D6797A2-7C60-4981-8100-EBBC246E4886}"/>
              </a:ext>
            </a:extLst>
          </p:cNvPr>
          <p:cNvCxnSpPr>
            <a:cxnSpLocks/>
          </p:cNvCxnSpPr>
          <p:nvPr/>
        </p:nvCxnSpPr>
        <p:spPr>
          <a:xfrm>
            <a:off x="6806771" y="2808849"/>
            <a:ext cx="0" cy="206188"/>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119" name="Rectangle 263">
            <a:extLst>
              <a:ext uri="{FF2B5EF4-FFF2-40B4-BE49-F238E27FC236}">
                <a16:creationId xmlns:a16="http://schemas.microsoft.com/office/drawing/2014/main" id="{B104416C-4B4A-45E8-8593-08D12D021929}"/>
              </a:ext>
            </a:extLst>
          </p:cNvPr>
          <p:cNvSpPr>
            <a:spLocks noChangeArrowheads="1"/>
          </p:cNvSpPr>
          <p:nvPr/>
        </p:nvSpPr>
        <p:spPr bwMode="auto">
          <a:xfrm>
            <a:off x="10954089" y="2573267"/>
            <a:ext cx="260822" cy="249299"/>
          </a:xfrm>
          <a:prstGeom prst="rect">
            <a:avLst/>
          </a:prstGeom>
          <a:solidFill>
            <a:schemeClr val="accent6">
              <a:lumMod val="20000"/>
              <a:lumOff val="80000"/>
            </a:schemeClr>
          </a:solidFill>
          <a:ln>
            <a:noFill/>
          </a:ln>
          <a:effectLst/>
        </p:spPr>
        <p:txBody>
          <a:bodyPr wrap="none" lIns="72000" tIns="0" rIns="72000" bIns="0">
            <a:spAutoFit/>
          </a:bodyPr>
          <a:lstStyle/>
          <a:p>
            <a:pPr eaLnBrk="0" fontAlgn="base" hangingPunct="0">
              <a:lnSpc>
                <a:spcPct val="90000"/>
              </a:lnSpc>
              <a:spcBef>
                <a:spcPct val="0"/>
              </a:spcBef>
              <a:spcAft>
                <a:spcPct val="0"/>
              </a:spcAft>
            </a:pPr>
            <a:r>
              <a:rPr lang="en-US" altLang="zh-CN" b="1" dirty="0">
                <a:solidFill>
                  <a:srgbClr val="C00000"/>
                </a:solidFill>
                <a:latin typeface="Times New Roman" panose="02020603050405020304" pitchFamily="18" charset="0"/>
                <a:ea typeface="宋体" panose="02010600030101010101" pitchFamily="2" charset="-122"/>
              </a:rPr>
              <a:t>5</a:t>
            </a:r>
          </a:p>
        </p:txBody>
      </p:sp>
      <p:sp>
        <p:nvSpPr>
          <p:cNvPr id="198" name="Rectangle 263">
            <a:extLst>
              <a:ext uri="{FF2B5EF4-FFF2-40B4-BE49-F238E27FC236}">
                <a16:creationId xmlns:a16="http://schemas.microsoft.com/office/drawing/2014/main" id="{FD918E42-1EBD-4503-BEEF-FAE087BEDC0A}"/>
              </a:ext>
            </a:extLst>
          </p:cNvPr>
          <p:cNvSpPr>
            <a:spLocks noChangeArrowheads="1"/>
          </p:cNvSpPr>
          <p:nvPr/>
        </p:nvSpPr>
        <p:spPr bwMode="auto">
          <a:xfrm>
            <a:off x="9685924" y="1853583"/>
            <a:ext cx="251541" cy="259089"/>
          </a:xfrm>
          <a:prstGeom prst="rect">
            <a:avLst/>
          </a:prstGeom>
          <a:solidFill>
            <a:srgbClr val="FCF3BA"/>
          </a:solidFill>
          <a:ln>
            <a:noFill/>
          </a:ln>
          <a:effectLst/>
        </p:spPr>
        <p:txBody>
          <a:bodyPr wrap="square" lIns="72000" tIns="0" rIns="72000" bIns="0">
            <a:spAutoFit/>
          </a:bodyPr>
          <a:lstStyle/>
          <a:p>
            <a:pPr eaLnBrk="0" fontAlgn="base" hangingPunct="0">
              <a:lnSpc>
                <a:spcPct val="90000"/>
              </a:lnSpc>
              <a:spcBef>
                <a:spcPct val="0"/>
              </a:spcBef>
              <a:spcAft>
                <a:spcPct val="0"/>
              </a:spcAft>
            </a:pPr>
            <a:r>
              <a:rPr lang="en-US" altLang="zh-CN" b="1" dirty="0">
                <a:solidFill>
                  <a:srgbClr val="FF0000"/>
                </a:solidFill>
                <a:latin typeface="Times New Roman" panose="02020603050405020304" pitchFamily="18" charset="0"/>
                <a:ea typeface="宋体" panose="02010600030101010101" pitchFamily="2" charset="-122"/>
              </a:rPr>
              <a:t>5</a:t>
            </a:r>
          </a:p>
        </p:txBody>
      </p:sp>
      <p:sp>
        <p:nvSpPr>
          <p:cNvPr id="200" name="Rectangle 263">
            <a:extLst>
              <a:ext uri="{FF2B5EF4-FFF2-40B4-BE49-F238E27FC236}">
                <a16:creationId xmlns:a16="http://schemas.microsoft.com/office/drawing/2014/main" id="{6515DF38-B3BE-454D-9C6B-35B8A3BBB179}"/>
              </a:ext>
            </a:extLst>
          </p:cNvPr>
          <p:cNvSpPr>
            <a:spLocks noChangeArrowheads="1"/>
          </p:cNvSpPr>
          <p:nvPr/>
        </p:nvSpPr>
        <p:spPr bwMode="auto">
          <a:xfrm>
            <a:off x="9886753" y="2555763"/>
            <a:ext cx="260822" cy="249299"/>
          </a:xfrm>
          <a:prstGeom prst="rect">
            <a:avLst/>
          </a:prstGeom>
          <a:solidFill>
            <a:schemeClr val="accent6">
              <a:lumMod val="20000"/>
              <a:lumOff val="80000"/>
            </a:schemeClr>
          </a:solidFill>
          <a:ln>
            <a:noFill/>
          </a:ln>
          <a:effectLst/>
        </p:spPr>
        <p:txBody>
          <a:bodyPr wrap="none" lIns="72000" tIns="0" rIns="72000" bIns="0">
            <a:spAutoFit/>
          </a:bodyPr>
          <a:lstStyle/>
          <a:p>
            <a:pPr eaLnBrk="0" fontAlgn="base" hangingPunct="0">
              <a:lnSpc>
                <a:spcPct val="90000"/>
              </a:lnSpc>
              <a:spcBef>
                <a:spcPct val="0"/>
              </a:spcBef>
              <a:spcAft>
                <a:spcPct val="0"/>
              </a:spcAft>
            </a:pPr>
            <a:r>
              <a:rPr lang="en-US" altLang="zh-CN" b="1" dirty="0">
                <a:solidFill>
                  <a:srgbClr val="C00000"/>
                </a:solidFill>
                <a:latin typeface="Times New Roman" panose="02020603050405020304" pitchFamily="18" charset="0"/>
                <a:ea typeface="宋体" panose="02010600030101010101" pitchFamily="2" charset="-122"/>
              </a:rPr>
              <a:t>8</a:t>
            </a:r>
          </a:p>
        </p:txBody>
      </p:sp>
      <p:sp useBgFill="1">
        <p:nvSpPr>
          <p:cNvPr id="201" name="Text Box 309">
            <a:extLst>
              <a:ext uri="{FF2B5EF4-FFF2-40B4-BE49-F238E27FC236}">
                <a16:creationId xmlns:a16="http://schemas.microsoft.com/office/drawing/2014/main" id="{02A57957-1CDD-4154-8FF5-15021F251FA6}"/>
              </a:ext>
            </a:extLst>
          </p:cNvPr>
          <p:cNvSpPr txBox="1">
            <a:spLocks noChangeArrowheads="1"/>
          </p:cNvSpPr>
          <p:nvPr/>
        </p:nvSpPr>
        <p:spPr bwMode="auto">
          <a:xfrm>
            <a:off x="8156806" y="5451259"/>
            <a:ext cx="1858518" cy="369332"/>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fontAlgn="base" hangingPunct="0">
              <a:spcBef>
                <a:spcPct val="0"/>
              </a:spcBef>
              <a:spcAft>
                <a:spcPct val="0"/>
              </a:spcAft>
            </a:pPr>
            <a:r>
              <a:rPr lang="zh-CN" altLang="en-US" dirty="0">
                <a:solidFill>
                  <a:srgbClr val="CC6600"/>
                </a:solidFill>
                <a:latin typeface="Times New Roman" panose="02020603050405020304" pitchFamily="18" charset="0"/>
                <a:ea typeface="华文行楷" panose="02010800040101010101" pitchFamily="2" charset="-122"/>
              </a:rPr>
              <a:t>进行第二次分配</a:t>
            </a:r>
          </a:p>
        </p:txBody>
      </p:sp>
      <p:sp useBgFill="1">
        <p:nvSpPr>
          <p:cNvPr id="202" name="Text Box 438">
            <a:extLst>
              <a:ext uri="{FF2B5EF4-FFF2-40B4-BE49-F238E27FC236}">
                <a16:creationId xmlns:a16="http://schemas.microsoft.com/office/drawing/2014/main" id="{F463B72C-23B8-4886-A9C4-2B42DB6959C8}"/>
              </a:ext>
            </a:extLst>
          </p:cNvPr>
          <p:cNvSpPr txBox="1">
            <a:spLocks noChangeArrowheads="1"/>
          </p:cNvSpPr>
          <p:nvPr/>
        </p:nvSpPr>
        <p:spPr bwMode="auto">
          <a:xfrm>
            <a:off x="8147051" y="5849162"/>
            <a:ext cx="1858518" cy="369332"/>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fontAlgn="base" hangingPunct="0">
              <a:spcBef>
                <a:spcPct val="0"/>
              </a:spcBef>
              <a:spcAft>
                <a:spcPct val="0"/>
              </a:spcAft>
            </a:pPr>
            <a:r>
              <a:rPr lang="zh-CN" altLang="en-US" dirty="0">
                <a:solidFill>
                  <a:srgbClr val="CC6600"/>
                </a:solidFill>
                <a:latin typeface="Times New Roman" panose="02020603050405020304" pitchFamily="18" charset="0"/>
                <a:ea typeface="华文行楷" panose="02010800040101010101" pitchFamily="2" charset="-122"/>
              </a:rPr>
              <a:t>进行第二次收集</a:t>
            </a:r>
          </a:p>
        </p:txBody>
      </p:sp>
      <p:sp>
        <p:nvSpPr>
          <p:cNvPr id="203" name="文本框 202">
            <a:extLst>
              <a:ext uri="{FF2B5EF4-FFF2-40B4-BE49-F238E27FC236}">
                <a16:creationId xmlns:a16="http://schemas.microsoft.com/office/drawing/2014/main" id="{B0C3C440-F271-47E0-ABE2-7B8B1B14BF09}"/>
              </a:ext>
            </a:extLst>
          </p:cNvPr>
          <p:cNvSpPr txBox="1"/>
          <p:nvPr/>
        </p:nvSpPr>
        <p:spPr>
          <a:xfrm>
            <a:off x="457712" y="1114560"/>
            <a:ext cx="4840051" cy="2554545"/>
          </a:xfrm>
          <a:prstGeom prst="rect">
            <a:avLst/>
          </a:prstGeom>
          <a:solidFill>
            <a:schemeClr val="accent6">
              <a:lumMod val="20000"/>
              <a:lumOff val="80000"/>
            </a:schemeClr>
          </a:solidFill>
          <a:ln>
            <a:solidFill>
              <a:schemeClr val="accent6">
                <a:lumMod val="50000"/>
              </a:schemeClr>
            </a:solidFill>
          </a:ln>
        </p:spPr>
        <p:txBody>
          <a:bodyPr wrap="square">
            <a:spAutoFit/>
          </a:bodyPr>
          <a:lstStyle/>
          <a:p>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void</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Distribute(SL</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Cell</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r[]</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int</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i, </a:t>
            </a:r>
            <a:endParaRPr lang="en-US" altLang="zh-CN" sz="1600" b="1" dirty="0">
              <a:latin typeface="Courier New" panose="02070309020205020404" pitchFamily="49" charset="0"/>
              <a:ea typeface="仿宋" panose="02010609060101010101" pitchFamily="49" charset="-122"/>
              <a:cs typeface="Courier New" panose="02070309020205020404" pitchFamily="49" charset="0"/>
            </a:endParaRPr>
          </a:p>
          <a:p>
            <a:r>
              <a:rPr lang="en-US" altLang="zh-CN"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ArrType f, ArrType e)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endParaRPr lang="zh-CN" altLang="en-US" sz="1600" b="1" dirty="0">
              <a:solidFill>
                <a:srgbClr val="3004BC"/>
              </a:solidFill>
              <a:latin typeface="Courier New" panose="02070309020205020404" pitchFamily="49" charset="0"/>
              <a:ea typeface="仿宋" panose="02010609060101010101" pitchFamily="49" charset="-122"/>
              <a:cs typeface="Courier New" panose="02070309020205020404" pitchFamily="49" charset="0"/>
            </a:endParaRPr>
          </a:p>
          <a:p>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  for</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(j=0; j&lt;RADIX; ++j) f[j] = 0;  </a:t>
            </a:r>
            <a:endParaRPr lang="zh-CN" altLang="en-US" sz="1600" b="1" dirty="0">
              <a:solidFill>
                <a:srgbClr val="3004BC"/>
              </a:solidFill>
              <a:latin typeface="Courier New" panose="02070309020205020404" pitchFamily="49" charset="0"/>
              <a:ea typeface="仿宋" panose="02010609060101010101" pitchFamily="49" charset="-122"/>
              <a:cs typeface="Courier New" panose="02070309020205020404" pitchFamily="49" charset="0"/>
            </a:endParaRP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for</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(p=r[0].next; p; p=r[p].next)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j = r[p].keys[i]</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-’0’</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endParaRPr lang="en-US" altLang="zh-CN" sz="1600" b="1" dirty="0">
              <a:latin typeface="Courier New" panose="02070309020205020404" pitchFamily="49" charset="0"/>
              <a:ea typeface="仿宋" panose="02010609060101010101" pitchFamily="49" charset="-122"/>
              <a:cs typeface="Courier New" panose="02070309020205020404" pitchFamily="49" charset="0"/>
            </a:endParaRPr>
          </a:p>
          <a:p>
            <a:r>
              <a:rPr lang="en-US" altLang="zh-CN"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if</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(!f[j]) f[j] = p;</a:t>
            </a:r>
            <a:r>
              <a:rPr lang="zh-CN" altLang="en-US" sz="1600" b="1" dirty="0">
                <a:solidFill>
                  <a:srgbClr val="3004BC"/>
                </a:solidFill>
                <a:latin typeface="Courier New" panose="02070309020205020404" pitchFamily="49" charset="0"/>
                <a:ea typeface="仿宋" panose="02010609060101010101" pitchFamily="49" charset="-122"/>
                <a:cs typeface="Courier New" panose="02070309020205020404" pitchFamily="49" charset="0"/>
              </a:rPr>
              <a:t> </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else</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r[e[j]].next = p;</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e[j] = p; </a:t>
            </a:r>
            <a:endParaRPr lang="en-US" altLang="zh-CN" sz="1600" b="1" dirty="0">
              <a:latin typeface="Courier New" panose="02070309020205020404" pitchFamily="49" charset="0"/>
              <a:ea typeface="仿宋" panose="02010609060101010101" pitchFamily="49" charset="-122"/>
              <a:cs typeface="Courier New" panose="02070309020205020404" pitchFamily="49" charset="0"/>
            </a:endParaRPr>
          </a:p>
          <a:p>
            <a:r>
              <a:rPr lang="en-US" altLang="zh-CN"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p>
          <a:p>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3004BC"/>
                </a:solidFill>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C00000"/>
                </a:solidFill>
                <a:latin typeface="等线" panose="02010600030101010101" pitchFamily="2" charset="-122"/>
                <a:ea typeface="等线" panose="02010600030101010101" pitchFamily="2" charset="-122"/>
                <a:cs typeface="Courier New" panose="02070309020205020404" pitchFamily="49" charset="0"/>
              </a:rPr>
              <a:t>算法10.1</a:t>
            </a:r>
            <a:r>
              <a:rPr lang="en-US" altLang="zh-CN" sz="1600" b="1" dirty="0">
                <a:solidFill>
                  <a:srgbClr val="C00000"/>
                </a:solidFill>
                <a:latin typeface="等线" panose="02010600030101010101" pitchFamily="2" charset="-122"/>
                <a:ea typeface="等线" panose="02010600030101010101" pitchFamily="2" charset="-122"/>
                <a:cs typeface="Courier New" panose="02070309020205020404" pitchFamily="49" charset="0"/>
              </a:rPr>
              <a:t>3</a:t>
            </a:r>
            <a:r>
              <a:rPr lang="zh-CN" altLang="en-US" sz="1600" b="1" dirty="0">
                <a:solidFill>
                  <a:srgbClr val="C00000"/>
                </a:solidFill>
                <a:latin typeface="等线" panose="02010600030101010101" pitchFamily="2" charset="-122"/>
                <a:ea typeface="等线" panose="02010600030101010101" pitchFamily="2" charset="-122"/>
                <a:cs typeface="Courier New" panose="02070309020205020404" pitchFamily="49" charset="0"/>
              </a:rPr>
              <a:t>  </a:t>
            </a:r>
            <a:r>
              <a:rPr lang="zh-CN" altLang="en-US" sz="1600" b="1" dirty="0">
                <a:solidFill>
                  <a:srgbClr val="3004BC"/>
                </a:solidFill>
                <a:latin typeface="仿宋" panose="02010609060101010101" pitchFamily="49" charset="-122"/>
                <a:ea typeface="仿宋" panose="02010609060101010101" pitchFamily="49" charset="-122"/>
                <a:cs typeface="Courier New" panose="02070309020205020404" pitchFamily="49" charset="0"/>
              </a:rPr>
              <a:t>按第</a:t>
            </a:r>
            <a:r>
              <a:rPr lang="en-US" altLang="zh-CN" sz="1600" b="1" dirty="0" err="1">
                <a:solidFill>
                  <a:srgbClr val="3004BC"/>
                </a:solidFill>
                <a:latin typeface="仿宋" panose="02010609060101010101" pitchFamily="49" charset="-122"/>
                <a:ea typeface="仿宋" panose="02010609060101010101" pitchFamily="49" charset="-122"/>
                <a:cs typeface="Courier New" panose="02070309020205020404" pitchFamily="49" charset="0"/>
              </a:rPr>
              <a:t>i</a:t>
            </a:r>
            <a:r>
              <a:rPr lang="zh-CN" altLang="en-US" sz="1600" b="1" dirty="0">
                <a:solidFill>
                  <a:srgbClr val="3004BC"/>
                </a:solidFill>
                <a:latin typeface="仿宋" panose="02010609060101010101" pitchFamily="49" charset="-122"/>
                <a:ea typeface="仿宋" panose="02010609060101010101" pitchFamily="49" charset="-122"/>
                <a:cs typeface="Courier New" panose="02070309020205020404" pitchFamily="49" charset="0"/>
              </a:rPr>
              <a:t>个关键字分配</a:t>
            </a:r>
            <a:endParaRPr lang="zh-CN" altLang="en-US" sz="1600" b="1" dirty="0">
              <a:solidFill>
                <a:srgbClr val="C00000"/>
              </a:solidFill>
              <a:latin typeface="等线" panose="02010600030101010101" pitchFamily="2" charset="-122"/>
              <a:ea typeface="等线" panose="02010600030101010101" pitchFamily="2" charset="-122"/>
              <a:cs typeface="Courier New" panose="02070309020205020404" pitchFamily="49" charset="0"/>
            </a:endParaRPr>
          </a:p>
        </p:txBody>
      </p:sp>
      <p:sp>
        <p:nvSpPr>
          <p:cNvPr id="204" name="文本框 203">
            <a:extLst>
              <a:ext uri="{FF2B5EF4-FFF2-40B4-BE49-F238E27FC236}">
                <a16:creationId xmlns:a16="http://schemas.microsoft.com/office/drawing/2014/main" id="{FF89175C-7F0A-486C-B0E8-93A98B81B4B4}"/>
              </a:ext>
            </a:extLst>
          </p:cNvPr>
          <p:cNvSpPr txBox="1"/>
          <p:nvPr/>
        </p:nvSpPr>
        <p:spPr>
          <a:xfrm>
            <a:off x="445719" y="3826784"/>
            <a:ext cx="4867780" cy="2800767"/>
          </a:xfrm>
          <a:prstGeom prst="rect">
            <a:avLst/>
          </a:prstGeom>
          <a:solidFill>
            <a:srgbClr val="FEF0D2"/>
          </a:solidFill>
          <a:ln>
            <a:solidFill>
              <a:srgbClr val="002060"/>
            </a:solidFill>
          </a:ln>
        </p:spPr>
        <p:txBody>
          <a:bodyPr wrap="square">
            <a:spAutoFit/>
          </a:bodyPr>
          <a:lstStyle/>
          <a:p>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void</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Collect(SL</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Cell</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r[]</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int</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i, </a:t>
            </a:r>
            <a:endParaRPr lang="en-US" altLang="zh-CN" sz="1600" b="1" dirty="0">
              <a:latin typeface="Courier New" panose="02070309020205020404" pitchFamily="49" charset="0"/>
              <a:ea typeface="仿宋" panose="02010609060101010101" pitchFamily="49" charset="-122"/>
              <a:cs typeface="Courier New" panose="02070309020205020404" pitchFamily="49" charset="0"/>
            </a:endParaRPr>
          </a:p>
          <a:p>
            <a:r>
              <a:rPr lang="en-US" altLang="zh-CN"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ArrType f, ArrType e)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endParaRPr lang="en-US" altLang="zh-CN"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endParaRPr>
          </a:p>
          <a:p>
            <a:r>
              <a:rPr lang="en-US" altLang="zh-CN"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for</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(j=0; !f[j]; j++); </a:t>
            </a:r>
            <a:endParaRPr lang="en-US" altLang="zh-CN" sz="1600" b="1" dirty="0">
              <a:latin typeface="Courier New" panose="02070309020205020404" pitchFamily="49" charset="0"/>
              <a:ea typeface="仿宋" panose="02010609060101010101" pitchFamily="49" charset="-122"/>
              <a:cs typeface="Courier New" panose="02070309020205020404" pitchFamily="49" charset="0"/>
            </a:endParaRP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r[0].next = f[j];  t = e[j]; </a:t>
            </a:r>
            <a:endParaRPr lang="zh-CN" altLang="en-US" sz="1600" b="1" dirty="0">
              <a:solidFill>
                <a:srgbClr val="3004BC"/>
              </a:solidFill>
              <a:latin typeface="Courier New" panose="02070309020205020404" pitchFamily="49" charset="0"/>
              <a:ea typeface="仿宋" panose="02010609060101010101" pitchFamily="49" charset="-122"/>
              <a:cs typeface="Courier New" panose="02070309020205020404" pitchFamily="49" charset="0"/>
            </a:endParaRP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while</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(j&lt;RADIX)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for</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(j=j+1; j&lt;RADIX &amp;&amp; !f[j]; j++)</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a:t>
            </a:r>
            <a:endParaRPr lang="zh-CN" altLang="en-US" sz="1600" b="1" dirty="0">
              <a:solidFill>
                <a:srgbClr val="3004BC"/>
              </a:solidFill>
              <a:latin typeface="Courier New" panose="02070309020205020404" pitchFamily="49" charset="0"/>
              <a:ea typeface="仿宋" panose="02010609060101010101" pitchFamily="49" charset="-122"/>
              <a:cs typeface="Courier New" panose="02070309020205020404" pitchFamily="49" charset="0"/>
            </a:endParaRP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if</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(j&lt;RADIX) </a:t>
            </a:r>
            <a:endParaRPr lang="en-US" altLang="zh-CN" sz="1600" b="1" dirty="0">
              <a:latin typeface="Courier New" panose="02070309020205020404" pitchFamily="49" charset="0"/>
              <a:ea typeface="仿宋" panose="02010609060101010101" pitchFamily="49" charset="-122"/>
              <a:cs typeface="Courier New" panose="02070309020205020404" pitchFamily="49" charset="0"/>
            </a:endParaRPr>
          </a:p>
          <a:p>
            <a:r>
              <a:rPr lang="en-US" altLang="zh-CN"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r[t].next = f[j];  t = e[j];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endParaRPr lang="en-US" altLang="zh-CN" sz="1600" b="1" dirty="0">
              <a:latin typeface="Courier New" panose="02070309020205020404" pitchFamily="49" charset="0"/>
              <a:ea typeface="仿宋" panose="02010609060101010101" pitchFamily="49" charset="-122"/>
              <a:cs typeface="Courier New" panose="02070309020205020404" pitchFamily="49" charset="0"/>
            </a:endParaRP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r[t].next = 0;</a:t>
            </a:r>
            <a:endParaRPr lang="en-US" altLang="zh-CN" sz="1600" b="1" dirty="0">
              <a:latin typeface="Courier New" panose="02070309020205020404" pitchFamily="49" charset="0"/>
              <a:ea typeface="仿宋" panose="02010609060101010101" pitchFamily="49" charset="-122"/>
              <a:cs typeface="Courier New" panose="02070309020205020404" pitchFamily="49" charset="0"/>
            </a:endParaRPr>
          </a:p>
          <a:p>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3004BC"/>
                </a:solidFill>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C00000"/>
                </a:solidFill>
                <a:latin typeface="等线" panose="02010600030101010101" pitchFamily="2" charset="-122"/>
                <a:ea typeface="等线" panose="02010600030101010101" pitchFamily="2" charset="-122"/>
                <a:cs typeface="Courier New" panose="02070309020205020404" pitchFamily="49" charset="0"/>
              </a:rPr>
              <a:t>算法10.1</a:t>
            </a:r>
            <a:r>
              <a:rPr lang="en-US" altLang="zh-CN" sz="1600" b="1" dirty="0">
                <a:solidFill>
                  <a:srgbClr val="C00000"/>
                </a:solidFill>
                <a:latin typeface="等线" panose="02010600030101010101" pitchFamily="2" charset="-122"/>
                <a:ea typeface="等线" panose="02010600030101010101" pitchFamily="2" charset="-122"/>
                <a:cs typeface="Courier New" panose="02070309020205020404" pitchFamily="49" charset="0"/>
              </a:rPr>
              <a:t>4</a:t>
            </a:r>
            <a:r>
              <a:rPr lang="zh-CN" altLang="en-US" sz="1600" b="1" dirty="0">
                <a:solidFill>
                  <a:srgbClr val="C00000"/>
                </a:solidFill>
                <a:latin typeface="等线" panose="02010600030101010101" pitchFamily="2" charset="-122"/>
                <a:ea typeface="等线" panose="02010600030101010101" pitchFamily="2" charset="-122"/>
                <a:cs typeface="Courier New" panose="02070309020205020404" pitchFamily="49" charset="0"/>
              </a:rPr>
              <a:t>  </a:t>
            </a:r>
            <a:r>
              <a:rPr lang="zh-CN" altLang="en-US" sz="1600" b="1" dirty="0">
                <a:solidFill>
                  <a:srgbClr val="3004BC"/>
                </a:solidFill>
                <a:latin typeface="仿宋" panose="02010609060101010101" pitchFamily="49" charset="-122"/>
                <a:ea typeface="仿宋" panose="02010609060101010101" pitchFamily="49" charset="-122"/>
                <a:cs typeface="Courier New" panose="02070309020205020404" pitchFamily="49" charset="0"/>
              </a:rPr>
              <a:t>按第</a:t>
            </a:r>
            <a:r>
              <a:rPr lang="en-US" altLang="zh-CN" sz="1600" b="1" dirty="0" err="1">
                <a:solidFill>
                  <a:srgbClr val="3004BC"/>
                </a:solidFill>
                <a:latin typeface="仿宋" panose="02010609060101010101" pitchFamily="49" charset="-122"/>
                <a:ea typeface="仿宋" panose="02010609060101010101" pitchFamily="49" charset="-122"/>
                <a:cs typeface="Courier New" panose="02070309020205020404" pitchFamily="49" charset="0"/>
              </a:rPr>
              <a:t>i</a:t>
            </a:r>
            <a:r>
              <a:rPr lang="zh-CN" altLang="en-US" sz="1600" b="1" dirty="0">
                <a:solidFill>
                  <a:srgbClr val="3004BC"/>
                </a:solidFill>
                <a:latin typeface="仿宋" panose="02010609060101010101" pitchFamily="49" charset="-122"/>
                <a:ea typeface="仿宋" panose="02010609060101010101" pitchFamily="49" charset="-122"/>
                <a:cs typeface="Courier New" panose="02070309020205020404" pitchFamily="49" charset="0"/>
              </a:rPr>
              <a:t>个关键字收集</a:t>
            </a:r>
            <a:endParaRPr lang="zh-CN" altLang="en-US" sz="1600" b="1" dirty="0">
              <a:solidFill>
                <a:srgbClr val="C00000"/>
              </a:solidFill>
              <a:latin typeface="等线" panose="02010600030101010101" pitchFamily="2" charset="-122"/>
              <a:ea typeface="等线" panose="02010600030101010101" pitchFamily="2" charset="-122"/>
              <a:cs typeface="Courier New" panose="02070309020205020404" pitchFamily="49" charset="0"/>
            </a:endParaRPr>
          </a:p>
        </p:txBody>
      </p:sp>
      <p:sp>
        <p:nvSpPr>
          <p:cNvPr id="205" name="矩形: 圆角 204">
            <a:extLst>
              <a:ext uri="{FF2B5EF4-FFF2-40B4-BE49-F238E27FC236}">
                <a16:creationId xmlns:a16="http://schemas.microsoft.com/office/drawing/2014/main" id="{4294A5E2-17A6-4D45-927F-110E253A719A}"/>
              </a:ext>
            </a:extLst>
          </p:cNvPr>
          <p:cNvSpPr/>
          <p:nvPr/>
        </p:nvSpPr>
        <p:spPr>
          <a:xfrm>
            <a:off x="1370863" y="254392"/>
            <a:ext cx="2245010" cy="520886"/>
          </a:xfrm>
          <a:prstGeom prst="roundRect">
            <a:avLst/>
          </a:prstGeom>
          <a:solidFill>
            <a:schemeClr val="tx2">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3004BC"/>
                </a:solidFill>
                <a:effectLst>
                  <a:outerShdw blurRad="38100" dist="38100" dir="2700000" algn="tl">
                    <a:srgbClr val="000000">
                      <a:alpha val="43137"/>
                    </a:srgbClr>
                  </a:outerShdw>
                </a:effectLst>
              </a:rPr>
              <a:t>链式基数排序</a:t>
            </a:r>
          </a:p>
        </p:txBody>
      </p:sp>
      <p:sp>
        <p:nvSpPr>
          <p:cNvPr id="199" name="文本框 198">
            <a:extLst>
              <a:ext uri="{FF2B5EF4-FFF2-40B4-BE49-F238E27FC236}">
                <a16:creationId xmlns:a16="http://schemas.microsoft.com/office/drawing/2014/main" id="{02784E59-10AC-442B-8B7E-E86E363459F2}"/>
              </a:ext>
            </a:extLst>
          </p:cNvPr>
          <p:cNvSpPr txBox="1"/>
          <p:nvPr/>
        </p:nvSpPr>
        <p:spPr>
          <a:xfrm>
            <a:off x="6489454" y="6244329"/>
            <a:ext cx="4756430" cy="369332"/>
          </a:xfrm>
          <a:prstGeom prst="rect">
            <a:avLst/>
          </a:prstGeom>
          <a:noFill/>
        </p:spPr>
        <p:txBody>
          <a:bodyPr wrap="none" rtlCol="0">
            <a:spAutoFit/>
          </a:bodyPr>
          <a:lstStyle/>
          <a:p>
            <a:r>
              <a:rPr lang="zh-CN" altLang="en-US" dirty="0"/>
              <a:t>对顺序表进行按序记录重排，可参见</a:t>
            </a:r>
            <a:r>
              <a:rPr lang="zh-CN" altLang="en-US" b="1" dirty="0">
                <a:solidFill>
                  <a:srgbClr val="C00000"/>
                </a:solidFill>
              </a:rPr>
              <a:t>算法</a:t>
            </a:r>
            <a:r>
              <a:rPr lang="en-US" altLang="zh-CN" b="1" dirty="0">
                <a:solidFill>
                  <a:srgbClr val="C00000"/>
                </a:solidFill>
              </a:rPr>
              <a:t>10.3</a:t>
            </a:r>
            <a:endParaRPr lang="zh-CN" altLang="en-US" b="1" dirty="0">
              <a:solidFill>
                <a:srgbClr val="C00000"/>
              </a:solidFill>
            </a:endParaRPr>
          </a:p>
        </p:txBody>
      </p:sp>
      <p:sp>
        <p:nvSpPr>
          <p:cNvPr id="2" name="矩形 1">
            <a:extLst>
              <a:ext uri="{FF2B5EF4-FFF2-40B4-BE49-F238E27FC236}">
                <a16:creationId xmlns:a16="http://schemas.microsoft.com/office/drawing/2014/main" id="{34A9CF8A-D900-4F14-8F8E-1D288E322255}"/>
              </a:ext>
            </a:extLst>
          </p:cNvPr>
          <p:cNvSpPr/>
          <p:nvPr/>
        </p:nvSpPr>
        <p:spPr>
          <a:xfrm>
            <a:off x="907822" y="2143779"/>
            <a:ext cx="3104911" cy="1013861"/>
          </a:xfrm>
          <a:prstGeom prst="rect">
            <a:avLst/>
          </a:prstGeom>
          <a:noFill/>
          <a:ln w="28575">
            <a:solidFill>
              <a:schemeClr val="accent2"/>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cxnSp>
        <p:nvCxnSpPr>
          <p:cNvPr id="196" name="直接连接符 195">
            <a:extLst>
              <a:ext uri="{FF2B5EF4-FFF2-40B4-BE49-F238E27FC236}">
                <a16:creationId xmlns:a16="http://schemas.microsoft.com/office/drawing/2014/main" id="{251CF2B2-49EA-47C0-A291-247083DCC650}"/>
              </a:ext>
            </a:extLst>
          </p:cNvPr>
          <p:cNvCxnSpPr>
            <a:cxnSpLocks/>
          </p:cNvCxnSpPr>
          <p:nvPr/>
        </p:nvCxnSpPr>
        <p:spPr>
          <a:xfrm flipV="1">
            <a:off x="647045" y="1853679"/>
            <a:ext cx="3992688" cy="11987"/>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7" name="直接连接符 196">
            <a:extLst>
              <a:ext uri="{FF2B5EF4-FFF2-40B4-BE49-F238E27FC236}">
                <a16:creationId xmlns:a16="http://schemas.microsoft.com/office/drawing/2014/main" id="{410DFE75-948A-4DD9-98C1-A07529660EB4}"/>
              </a:ext>
            </a:extLst>
          </p:cNvPr>
          <p:cNvCxnSpPr>
            <a:cxnSpLocks/>
          </p:cNvCxnSpPr>
          <p:nvPr/>
        </p:nvCxnSpPr>
        <p:spPr>
          <a:xfrm flipV="1">
            <a:off x="1109669" y="2138227"/>
            <a:ext cx="1410011" cy="5994"/>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06" name="矩形 205">
            <a:extLst>
              <a:ext uri="{FF2B5EF4-FFF2-40B4-BE49-F238E27FC236}">
                <a16:creationId xmlns:a16="http://schemas.microsoft.com/office/drawing/2014/main" id="{36CAE6B2-9622-440B-8854-EF3189BD7957}"/>
              </a:ext>
            </a:extLst>
          </p:cNvPr>
          <p:cNvSpPr/>
          <p:nvPr/>
        </p:nvSpPr>
        <p:spPr>
          <a:xfrm>
            <a:off x="694814" y="4330104"/>
            <a:ext cx="3620628" cy="521389"/>
          </a:xfrm>
          <a:prstGeom prst="rect">
            <a:avLst/>
          </a:prstGeom>
          <a:noFill/>
          <a:ln w="28575">
            <a:solidFill>
              <a:schemeClr val="accent2"/>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207" name="矩形 206">
            <a:extLst>
              <a:ext uri="{FF2B5EF4-FFF2-40B4-BE49-F238E27FC236}">
                <a16:creationId xmlns:a16="http://schemas.microsoft.com/office/drawing/2014/main" id="{51C936ED-43B2-4EE8-8421-74379570BE6F}"/>
              </a:ext>
            </a:extLst>
          </p:cNvPr>
          <p:cNvSpPr/>
          <p:nvPr/>
        </p:nvSpPr>
        <p:spPr>
          <a:xfrm>
            <a:off x="907822" y="5079633"/>
            <a:ext cx="4341755" cy="769530"/>
          </a:xfrm>
          <a:prstGeom prst="rect">
            <a:avLst/>
          </a:prstGeom>
          <a:noFill/>
          <a:ln w="28575">
            <a:solidFill>
              <a:schemeClr val="accent2"/>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cxnSp>
        <p:nvCxnSpPr>
          <p:cNvPr id="208" name="直接连接符 207">
            <a:extLst>
              <a:ext uri="{FF2B5EF4-FFF2-40B4-BE49-F238E27FC236}">
                <a16:creationId xmlns:a16="http://schemas.microsoft.com/office/drawing/2014/main" id="{AA920815-F0F3-4BC6-9282-234D53AFB21E}"/>
              </a:ext>
            </a:extLst>
          </p:cNvPr>
          <p:cNvCxnSpPr>
            <a:cxnSpLocks/>
          </p:cNvCxnSpPr>
          <p:nvPr/>
        </p:nvCxnSpPr>
        <p:spPr>
          <a:xfrm flipV="1">
            <a:off x="733111" y="6306845"/>
            <a:ext cx="1760257" cy="2"/>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9644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1000"/>
                                        <p:tgtEl>
                                          <p:spTgt spid="101"/>
                                        </p:tgtEl>
                                      </p:cBhvr>
                                    </p:animEffect>
                                    <p:anim calcmode="lin" valueType="num">
                                      <p:cBhvr>
                                        <p:cTn id="8" dur="1000" fill="hold"/>
                                        <p:tgtEl>
                                          <p:spTgt spid="101"/>
                                        </p:tgtEl>
                                        <p:attrNameLst>
                                          <p:attrName>ppt_x</p:attrName>
                                        </p:attrNameLst>
                                      </p:cBhvr>
                                      <p:tavLst>
                                        <p:tav tm="0">
                                          <p:val>
                                            <p:strVal val="#ppt_x"/>
                                          </p:val>
                                        </p:tav>
                                        <p:tav tm="100000">
                                          <p:val>
                                            <p:strVal val="#ppt_x"/>
                                          </p:val>
                                        </p:tav>
                                      </p:tavLst>
                                    </p:anim>
                                    <p:anim calcmode="lin" valueType="num">
                                      <p:cBhvr>
                                        <p:cTn id="9" dur="1000" fill="hold"/>
                                        <p:tgtEl>
                                          <p:spTgt spid="101"/>
                                        </p:tgtEl>
                                        <p:attrNameLst>
                                          <p:attrName>ppt_y</p:attrName>
                                        </p:attrNameLst>
                                      </p:cBhvr>
                                      <p:tavLst>
                                        <p:tav tm="0">
                                          <p:val>
                                            <p:strVal val="#ppt_y-.1"/>
                                          </p:val>
                                        </p:tav>
                                        <p:tav tm="100000">
                                          <p:val>
                                            <p:strVal val="#ppt_y"/>
                                          </p:val>
                                        </p:tav>
                                      </p:tavLst>
                                    </p:anim>
                                  </p:childTnLst>
                                </p:cTn>
                              </p:par>
                              <p:par>
                                <p:cTn id="10" presetID="22" presetClass="entr" presetSubtype="8" fill="hold" grpId="0" nodeType="withEffect">
                                  <p:stCondLst>
                                    <p:cond delay="0"/>
                                  </p:stCondLst>
                                  <p:childTnLst>
                                    <p:set>
                                      <p:cBhvr>
                                        <p:cTn id="11" dur="1" fill="hold">
                                          <p:stCondLst>
                                            <p:cond delay="0"/>
                                          </p:stCondLst>
                                        </p:cTn>
                                        <p:tgtEl>
                                          <p:spTgt spid="103"/>
                                        </p:tgtEl>
                                        <p:attrNameLst>
                                          <p:attrName>style.visibility</p:attrName>
                                        </p:attrNameLst>
                                      </p:cBhvr>
                                      <p:to>
                                        <p:strVal val="visible"/>
                                      </p:to>
                                    </p:set>
                                    <p:animEffect transition="in" filter="wipe(left)">
                                      <p:cBhvr>
                                        <p:cTn id="12" dur="500"/>
                                        <p:tgtEl>
                                          <p:spTgt spid="103"/>
                                        </p:tgtEl>
                                      </p:cBhvr>
                                    </p:animEffect>
                                  </p:childTnLst>
                                </p:cTn>
                              </p:par>
                            </p:childTnLst>
                          </p:cTn>
                        </p:par>
                        <p:par>
                          <p:cTn id="13" fill="hold">
                            <p:stCondLst>
                              <p:cond delay="1000"/>
                            </p:stCondLst>
                            <p:childTnLst>
                              <p:par>
                                <p:cTn id="14" presetID="47" presetClass="entr" presetSubtype="0" fill="hold" grpId="0" nodeType="afterEffect">
                                  <p:stCondLst>
                                    <p:cond delay="0"/>
                                  </p:stCondLst>
                                  <p:childTnLst>
                                    <p:set>
                                      <p:cBhvr>
                                        <p:cTn id="15" dur="1" fill="hold">
                                          <p:stCondLst>
                                            <p:cond delay="0"/>
                                          </p:stCondLst>
                                        </p:cTn>
                                        <p:tgtEl>
                                          <p:spTgt spid="104"/>
                                        </p:tgtEl>
                                        <p:attrNameLst>
                                          <p:attrName>style.visibility</p:attrName>
                                        </p:attrNameLst>
                                      </p:cBhvr>
                                      <p:to>
                                        <p:strVal val="visible"/>
                                      </p:to>
                                    </p:set>
                                    <p:animEffect transition="in" filter="fade">
                                      <p:cBhvr>
                                        <p:cTn id="16" dur="1000"/>
                                        <p:tgtEl>
                                          <p:spTgt spid="104"/>
                                        </p:tgtEl>
                                      </p:cBhvr>
                                    </p:animEffect>
                                    <p:anim calcmode="lin" valueType="num">
                                      <p:cBhvr>
                                        <p:cTn id="17" dur="1000" fill="hold"/>
                                        <p:tgtEl>
                                          <p:spTgt spid="104"/>
                                        </p:tgtEl>
                                        <p:attrNameLst>
                                          <p:attrName>ppt_x</p:attrName>
                                        </p:attrNameLst>
                                      </p:cBhvr>
                                      <p:tavLst>
                                        <p:tav tm="0">
                                          <p:val>
                                            <p:strVal val="#ppt_x"/>
                                          </p:val>
                                        </p:tav>
                                        <p:tav tm="100000">
                                          <p:val>
                                            <p:strVal val="#ppt_x"/>
                                          </p:val>
                                        </p:tav>
                                      </p:tavLst>
                                    </p:anim>
                                    <p:anim calcmode="lin" valueType="num">
                                      <p:cBhvr>
                                        <p:cTn id="18" dur="1000" fill="hold"/>
                                        <p:tgtEl>
                                          <p:spTgt spid="104"/>
                                        </p:tgtEl>
                                        <p:attrNameLst>
                                          <p:attrName>ppt_y</p:attrName>
                                        </p:attrNameLst>
                                      </p:cBhvr>
                                      <p:tavLst>
                                        <p:tav tm="0">
                                          <p:val>
                                            <p:strVal val="#ppt_y-.1"/>
                                          </p:val>
                                        </p:tav>
                                        <p:tav tm="100000">
                                          <p:val>
                                            <p:strVal val="#ppt_y"/>
                                          </p:val>
                                        </p:tav>
                                      </p:tavLst>
                                    </p:anim>
                                  </p:childTnLst>
                                </p:cTn>
                              </p:par>
                            </p:childTnLst>
                          </p:cTn>
                        </p:par>
                        <p:par>
                          <p:cTn id="19" fill="hold">
                            <p:stCondLst>
                              <p:cond delay="2000"/>
                            </p:stCondLst>
                            <p:childTnLst>
                              <p:par>
                                <p:cTn id="20" presetID="22" presetClass="entr" presetSubtype="8" fill="hold" nodeType="afterEffect">
                                  <p:stCondLst>
                                    <p:cond delay="0"/>
                                  </p:stCondLst>
                                  <p:childTnLst>
                                    <p:set>
                                      <p:cBhvr>
                                        <p:cTn id="21" dur="1" fill="hold">
                                          <p:stCondLst>
                                            <p:cond delay="0"/>
                                          </p:stCondLst>
                                        </p:cTn>
                                        <p:tgtEl>
                                          <p:spTgt spid="102"/>
                                        </p:tgtEl>
                                        <p:attrNameLst>
                                          <p:attrName>style.visibility</p:attrName>
                                        </p:attrNameLst>
                                      </p:cBhvr>
                                      <p:to>
                                        <p:strVal val="visible"/>
                                      </p:to>
                                    </p:set>
                                    <p:animEffect transition="in" filter="wipe(left)">
                                      <p:cBhvr>
                                        <p:cTn id="22" dur="500"/>
                                        <p:tgtEl>
                                          <p:spTgt spid="10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96"/>
                                        </p:tgtEl>
                                        <p:attrNameLst>
                                          <p:attrName>style.visibility</p:attrName>
                                        </p:attrNameLst>
                                      </p:cBhvr>
                                      <p:to>
                                        <p:strVal val="visible"/>
                                      </p:to>
                                    </p:set>
                                    <p:animEffect transition="in" filter="wipe(left)">
                                      <p:cBhvr>
                                        <p:cTn id="27" dur="1000"/>
                                        <p:tgtEl>
                                          <p:spTgt spid="196"/>
                                        </p:tgtEl>
                                      </p:cBhvr>
                                    </p:animEffect>
                                  </p:childTnLst>
                                </p:cTn>
                              </p:par>
                            </p:childTnLst>
                          </p:cTn>
                        </p:par>
                        <p:par>
                          <p:cTn id="28" fill="hold">
                            <p:stCondLst>
                              <p:cond delay="1000"/>
                            </p:stCondLst>
                            <p:childTnLst>
                              <p:par>
                                <p:cTn id="29" presetID="42" presetClass="entr" presetSubtype="0" fill="hold" nodeType="after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fade">
                                      <p:cBhvr>
                                        <p:cTn id="31" dur="1000"/>
                                        <p:tgtEl>
                                          <p:spTgt spid="4"/>
                                        </p:tgtEl>
                                      </p:cBhvr>
                                    </p:animEffect>
                                    <p:anim calcmode="lin" valueType="num">
                                      <p:cBhvr>
                                        <p:cTn id="32" dur="1000" fill="hold"/>
                                        <p:tgtEl>
                                          <p:spTgt spid="4"/>
                                        </p:tgtEl>
                                        <p:attrNameLst>
                                          <p:attrName>ppt_x</p:attrName>
                                        </p:attrNameLst>
                                      </p:cBhvr>
                                      <p:tavLst>
                                        <p:tav tm="0">
                                          <p:val>
                                            <p:strVal val="#ppt_x"/>
                                          </p:val>
                                        </p:tav>
                                        <p:tav tm="100000">
                                          <p:val>
                                            <p:strVal val="#ppt_x"/>
                                          </p:val>
                                        </p:tav>
                                      </p:tavLst>
                                    </p:anim>
                                    <p:anim calcmode="lin" valueType="num">
                                      <p:cBhvr>
                                        <p:cTn id="33" dur="1000" fill="hold"/>
                                        <p:tgtEl>
                                          <p:spTgt spid="4"/>
                                        </p:tgtEl>
                                        <p:attrNameLst>
                                          <p:attrName>ppt_y</p:attrName>
                                        </p:attrNameLst>
                                      </p:cBhvr>
                                      <p:tavLst>
                                        <p:tav tm="0">
                                          <p:val>
                                            <p:strVal val="#ppt_y+.1"/>
                                          </p:val>
                                        </p:tav>
                                        <p:tav tm="100000">
                                          <p:val>
                                            <p:strVal val="#ppt_y"/>
                                          </p:val>
                                        </p:tav>
                                      </p:tavLst>
                                    </p:anim>
                                  </p:childTnLst>
                                </p:cTn>
                              </p:par>
                            </p:childTnLst>
                          </p:cTn>
                        </p:par>
                        <p:par>
                          <p:cTn id="34" fill="hold">
                            <p:stCondLst>
                              <p:cond delay="2000"/>
                            </p:stCondLst>
                            <p:childTnLst>
                              <p:par>
                                <p:cTn id="35" presetID="47" presetClass="entr" presetSubtype="0" fill="hold" nodeType="afterEffect">
                                  <p:stCondLst>
                                    <p:cond delay="0"/>
                                  </p:stCondLst>
                                  <p:childTnLst>
                                    <p:set>
                                      <p:cBhvr>
                                        <p:cTn id="36" dur="1" fill="hold">
                                          <p:stCondLst>
                                            <p:cond delay="0"/>
                                          </p:stCondLst>
                                        </p:cTn>
                                        <p:tgtEl>
                                          <p:spTgt spid="53"/>
                                        </p:tgtEl>
                                        <p:attrNameLst>
                                          <p:attrName>style.visibility</p:attrName>
                                        </p:attrNameLst>
                                      </p:cBhvr>
                                      <p:to>
                                        <p:strVal val="visible"/>
                                      </p:to>
                                    </p:set>
                                    <p:animEffect transition="in" filter="fade">
                                      <p:cBhvr>
                                        <p:cTn id="37" dur="1000"/>
                                        <p:tgtEl>
                                          <p:spTgt spid="53"/>
                                        </p:tgtEl>
                                      </p:cBhvr>
                                    </p:animEffect>
                                    <p:anim calcmode="lin" valueType="num">
                                      <p:cBhvr>
                                        <p:cTn id="38" dur="1000" fill="hold"/>
                                        <p:tgtEl>
                                          <p:spTgt spid="53"/>
                                        </p:tgtEl>
                                        <p:attrNameLst>
                                          <p:attrName>ppt_x</p:attrName>
                                        </p:attrNameLst>
                                      </p:cBhvr>
                                      <p:tavLst>
                                        <p:tav tm="0">
                                          <p:val>
                                            <p:strVal val="#ppt_x"/>
                                          </p:val>
                                        </p:tav>
                                        <p:tav tm="100000">
                                          <p:val>
                                            <p:strVal val="#ppt_x"/>
                                          </p:val>
                                        </p:tav>
                                      </p:tavLst>
                                    </p:anim>
                                    <p:anim calcmode="lin" valueType="num">
                                      <p:cBhvr>
                                        <p:cTn id="39" dur="1000" fill="hold"/>
                                        <p:tgtEl>
                                          <p:spTgt spid="53"/>
                                        </p:tgtEl>
                                        <p:attrNameLst>
                                          <p:attrName>ppt_y</p:attrName>
                                        </p:attrNameLst>
                                      </p:cBhvr>
                                      <p:tavLst>
                                        <p:tav tm="0">
                                          <p:val>
                                            <p:strVal val="#ppt_y-.1"/>
                                          </p:val>
                                        </p:tav>
                                        <p:tav tm="100000">
                                          <p:val>
                                            <p:strVal val="#ppt_y"/>
                                          </p:val>
                                        </p:tav>
                                      </p:tavLst>
                                    </p:anim>
                                  </p:childTnLst>
                                </p:cTn>
                              </p:par>
                            </p:childTnLst>
                          </p:cTn>
                        </p:par>
                        <p:par>
                          <p:cTn id="40" fill="hold">
                            <p:stCondLst>
                              <p:cond delay="3000"/>
                            </p:stCondLst>
                            <p:childTnLst>
                              <p:par>
                                <p:cTn id="41" presetID="22" presetClass="entr" presetSubtype="8" fill="hold" grpId="0" nodeType="afterEffect">
                                  <p:stCondLst>
                                    <p:cond delay="0"/>
                                  </p:stCondLst>
                                  <p:childTnLst>
                                    <p:set>
                                      <p:cBhvr>
                                        <p:cTn id="42" dur="1" fill="hold">
                                          <p:stCondLst>
                                            <p:cond delay="0"/>
                                          </p:stCondLst>
                                        </p:cTn>
                                        <p:tgtEl>
                                          <p:spTgt spid="201"/>
                                        </p:tgtEl>
                                        <p:attrNameLst>
                                          <p:attrName>style.visibility</p:attrName>
                                        </p:attrNameLst>
                                      </p:cBhvr>
                                      <p:to>
                                        <p:strVal val="visible"/>
                                      </p:to>
                                    </p:set>
                                    <p:animEffect transition="in" filter="wipe(left)">
                                      <p:cBhvr>
                                        <p:cTn id="43" dur="500"/>
                                        <p:tgtEl>
                                          <p:spTgt spid="201"/>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xit" presetSubtype="4" fill="hold" nodeType="clickEffect">
                                  <p:stCondLst>
                                    <p:cond delay="0"/>
                                  </p:stCondLst>
                                  <p:childTnLst>
                                    <p:animEffect transition="out" filter="wipe(down)">
                                      <p:cBhvr>
                                        <p:cTn id="47" dur="500"/>
                                        <p:tgtEl>
                                          <p:spTgt spid="196"/>
                                        </p:tgtEl>
                                      </p:cBhvr>
                                    </p:animEffect>
                                    <p:set>
                                      <p:cBhvr>
                                        <p:cTn id="48" dur="1" fill="hold">
                                          <p:stCondLst>
                                            <p:cond delay="499"/>
                                          </p:stCondLst>
                                        </p:cTn>
                                        <p:tgtEl>
                                          <p:spTgt spid="196"/>
                                        </p:tgtEl>
                                        <p:attrNameLst>
                                          <p:attrName>style.visibility</p:attrName>
                                        </p:attrNameLst>
                                      </p:cBhvr>
                                      <p:to>
                                        <p:strVal val="hidden"/>
                                      </p:to>
                                    </p:set>
                                  </p:childTnLst>
                                </p:cTn>
                              </p:par>
                              <p:par>
                                <p:cTn id="49" presetID="22" presetClass="entr" presetSubtype="8" fill="hold" nodeType="withEffect">
                                  <p:stCondLst>
                                    <p:cond delay="0"/>
                                  </p:stCondLst>
                                  <p:childTnLst>
                                    <p:set>
                                      <p:cBhvr>
                                        <p:cTn id="50" dur="1" fill="hold">
                                          <p:stCondLst>
                                            <p:cond delay="0"/>
                                          </p:stCondLst>
                                        </p:cTn>
                                        <p:tgtEl>
                                          <p:spTgt spid="197"/>
                                        </p:tgtEl>
                                        <p:attrNameLst>
                                          <p:attrName>style.visibility</p:attrName>
                                        </p:attrNameLst>
                                      </p:cBhvr>
                                      <p:to>
                                        <p:strVal val="visible"/>
                                      </p:to>
                                    </p:set>
                                    <p:animEffect transition="in" filter="wipe(left)">
                                      <p:cBhvr>
                                        <p:cTn id="51" dur="1000"/>
                                        <p:tgtEl>
                                          <p:spTgt spid="197"/>
                                        </p:tgtEl>
                                      </p:cBhvr>
                                    </p:animEffect>
                                  </p:childTnLst>
                                </p:cTn>
                              </p:par>
                            </p:childTnLst>
                          </p:cTn>
                        </p:par>
                        <p:par>
                          <p:cTn id="52" fill="hold">
                            <p:stCondLst>
                              <p:cond delay="1000"/>
                            </p:stCondLst>
                            <p:childTnLst>
                              <p:par>
                                <p:cTn id="53" presetID="42" presetClass="entr" presetSubtype="0" fill="hold" nodeType="afterEffect">
                                  <p:stCondLst>
                                    <p:cond delay="0"/>
                                  </p:stCondLst>
                                  <p:childTnLst>
                                    <p:set>
                                      <p:cBhvr>
                                        <p:cTn id="54" dur="1" fill="hold">
                                          <p:stCondLst>
                                            <p:cond delay="0"/>
                                          </p:stCondLst>
                                        </p:cTn>
                                        <p:tgtEl>
                                          <p:spTgt spid="107"/>
                                        </p:tgtEl>
                                        <p:attrNameLst>
                                          <p:attrName>style.visibility</p:attrName>
                                        </p:attrNameLst>
                                      </p:cBhvr>
                                      <p:to>
                                        <p:strVal val="visible"/>
                                      </p:to>
                                    </p:set>
                                    <p:animEffect transition="in" filter="fade">
                                      <p:cBhvr>
                                        <p:cTn id="55" dur="1000"/>
                                        <p:tgtEl>
                                          <p:spTgt spid="107"/>
                                        </p:tgtEl>
                                      </p:cBhvr>
                                    </p:animEffect>
                                    <p:anim calcmode="lin" valueType="num">
                                      <p:cBhvr>
                                        <p:cTn id="56" dur="1000" fill="hold"/>
                                        <p:tgtEl>
                                          <p:spTgt spid="107"/>
                                        </p:tgtEl>
                                        <p:attrNameLst>
                                          <p:attrName>ppt_x</p:attrName>
                                        </p:attrNameLst>
                                      </p:cBhvr>
                                      <p:tavLst>
                                        <p:tav tm="0">
                                          <p:val>
                                            <p:strVal val="#ppt_x"/>
                                          </p:val>
                                        </p:tav>
                                        <p:tav tm="100000">
                                          <p:val>
                                            <p:strVal val="#ppt_x"/>
                                          </p:val>
                                        </p:tav>
                                      </p:tavLst>
                                    </p:anim>
                                    <p:anim calcmode="lin" valueType="num">
                                      <p:cBhvr>
                                        <p:cTn id="57" dur="1000" fill="hold"/>
                                        <p:tgtEl>
                                          <p:spTgt spid="107"/>
                                        </p:tgtEl>
                                        <p:attrNameLst>
                                          <p:attrName>ppt_y</p:attrName>
                                        </p:attrNameLst>
                                      </p:cBhvr>
                                      <p:tavLst>
                                        <p:tav tm="0">
                                          <p:val>
                                            <p:strVal val="#ppt_y+.1"/>
                                          </p:val>
                                        </p:tav>
                                        <p:tav tm="100000">
                                          <p:val>
                                            <p:strVal val="#ppt_y"/>
                                          </p:val>
                                        </p:tav>
                                      </p:tavLst>
                                    </p:anim>
                                  </p:childTnLst>
                                </p:cTn>
                              </p:par>
                            </p:childTnLst>
                          </p:cTn>
                        </p:par>
                        <p:par>
                          <p:cTn id="58" fill="hold">
                            <p:stCondLst>
                              <p:cond delay="2000"/>
                            </p:stCondLst>
                            <p:childTnLst>
                              <p:par>
                                <p:cTn id="59" presetID="22" presetClass="exit" presetSubtype="4" fill="hold" nodeType="afterEffect">
                                  <p:stCondLst>
                                    <p:cond delay="0"/>
                                  </p:stCondLst>
                                  <p:childTnLst>
                                    <p:animEffect transition="out" filter="wipe(down)">
                                      <p:cBhvr>
                                        <p:cTn id="60" dur="500"/>
                                        <p:tgtEl>
                                          <p:spTgt spid="197"/>
                                        </p:tgtEl>
                                      </p:cBhvr>
                                    </p:animEffect>
                                    <p:set>
                                      <p:cBhvr>
                                        <p:cTn id="61" dur="1" fill="hold">
                                          <p:stCondLst>
                                            <p:cond delay="499"/>
                                          </p:stCondLst>
                                        </p:cTn>
                                        <p:tgtEl>
                                          <p:spTgt spid="197"/>
                                        </p:tgtEl>
                                        <p:attrNameLst>
                                          <p:attrName>style.visibility</p:attrName>
                                        </p:attrNameLst>
                                      </p:cBhvr>
                                      <p:to>
                                        <p:strVal val="hidden"/>
                                      </p:to>
                                    </p:set>
                                  </p:childTnLst>
                                </p:cTn>
                              </p:par>
                            </p:childTnLst>
                          </p:cTn>
                        </p:par>
                        <p:par>
                          <p:cTn id="62" fill="hold">
                            <p:stCondLst>
                              <p:cond delay="2500"/>
                            </p:stCondLst>
                            <p:childTnLst>
                              <p:par>
                                <p:cTn id="63" presetID="53" presetClass="entr" presetSubtype="16" fill="hold" grpId="0" nodeType="afterEffect">
                                  <p:stCondLst>
                                    <p:cond delay="0"/>
                                  </p:stCondLst>
                                  <p:childTnLst>
                                    <p:set>
                                      <p:cBhvr>
                                        <p:cTn id="64" dur="1" fill="hold">
                                          <p:stCondLst>
                                            <p:cond delay="0"/>
                                          </p:stCondLst>
                                        </p:cTn>
                                        <p:tgtEl>
                                          <p:spTgt spid="2"/>
                                        </p:tgtEl>
                                        <p:attrNameLst>
                                          <p:attrName>style.visibility</p:attrName>
                                        </p:attrNameLst>
                                      </p:cBhvr>
                                      <p:to>
                                        <p:strVal val="visible"/>
                                      </p:to>
                                    </p:set>
                                    <p:anim calcmode="lin" valueType="num">
                                      <p:cBhvr>
                                        <p:cTn id="65" dur="500" fill="hold"/>
                                        <p:tgtEl>
                                          <p:spTgt spid="2"/>
                                        </p:tgtEl>
                                        <p:attrNameLst>
                                          <p:attrName>ppt_w</p:attrName>
                                        </p:attrNameLst>
                                      </p:cBhvr>
                                      <p:tavLst>
                                        <p:tav tm="0">
                                          <p:val>
                                            <p:fltVal val="0"/>
                                          </p:val>
                                        </p:tav>
                                        <p:tav tm="100000">
                                          <p:val>
                                            <p:strVal val="#ppt_w"/>
                                          </p:val>
                                        </p:tav>
                                      </p:tavLst>
                                    </p:anim>
                                    <p:anim calcmode="lin" valueType="num">
                                      <p:cBhvr>
                                        <p:cTn id="66" dur="500" fill="hold"/>
                                        <p:tgtEl>
                                          <p:spTgt spid="2"/>
                                        </p:tgtEl>
                                        <p:attrNameLst>
                                          <p:attrName>ppt_h</p:attrName>
                                        </p:attrNameLst>
                                      </p:cBhvr>
                                      <p:tavLst>
                                        <p:tav tm="0">
                                          <p:val>
                                            <p:fltVal val="0"/>
                                          </p:val>
                                        </p:tav>
                                        <p:tav tm="100000">
                                          <p:val>
                                            <p:strVal val="#ppt_h"/>
                                          </p:val>
                                        </p:tav>
                                      </p:tavLst>
                                    </p:anim>
                                    <p:animEffect transition="in" filter="fade">
                                      <p:cBhvr>
                                        <p:cTn id="67" dur="500"/>
                                        <p:tgtEl>
                                          <p:spTgt spid="2"/>
                                        </p:tgtEl>
                                      </p:cBhvr>
                                    </p:animEffect>
                                  </p:childTnLst>
                                </p:cTn>
                              </p:par>
                            </p:childTnLst>
                          </p:cTn>
                        </p:par>
                        <p:par>
                          <p:cTn id="68" fill="hold">
                            <p:stCondLst>
                              <p:cond delay="3000"/>
                            </p:stCondLst>
                            <p:childTnLst>
                              <p:par>
                                <p:cTn id="69" presetID="42" presetClass="entr" presetSubtype="0" fill="hold" nodeType="afterEffect">
                                  <p:stCondLst>
                                    <p:cond delay="0"/>
                                  </p:stCondLst>
                                  <p:childTnLst>
                                    <p:set>
                                      <p:cBhvr>
                                        <p:cTn id="70" dur="1" fill="hold">
                                          <p:stCondLst>
                                            <p:cond delay="0"/>
                                          </p:stCondLst>
                                        </p:cTn>
                                        <p:tgtEl>
                                          <p:spTgt spid="113"/>
                                        </p:tgtEl>
                                        <p:attrNameLst>
                                          <p:attrName>style.visibility</p:attrName>
                                        </p:attrNameLst>
                                      </p:cBhvr>
                                      <p:to>
                                        <p:strVal val="visible"/>
                                      </p:to>
                                    </p:set>
                                    <p:animEffect transition="in" filter="fade">
                                      <p:cBhvr>
                                        <p:cTn id="71" dur="1000"/>
                                        <p:tgtEl>
                                          <p:spTgt spid="113"/>
                                        </p:tgtEl>
                                      </p:cBhvr>
                                    </p:animEffect>
                                    <p:anim calcmode="lin" valueType="num">
                                      <p:cBhvr>
                                        <p:cTn id="72" dur="1000" fill="hold"/>
                                        <p:tgtEl>
                                          <p:spTgt spid="113"/>
                                        </p:tgtEl>
                                        <p:attrNameLst>
                                          <p:attrName>ppt_x</p:attrName>
                                        </p:attrNameLst>
                                      </p:cBhvr>
                                      <p:tavLst>
                                        <p:tav tm="0">
                                          <p:val>
                                            <p:strVal val="#ppt_x"/>
                                          </p:val>
                                        </p:tav>
                                        <p:tav tm="100000">
                                          <p:val>
                                            <p:strVal val="#ppt_x"/>
                                          </p:val>
                                        </p:tav>
                                      </p:tavLst>
                                    </p:anim>
                                    <p:anim calcmode="lin" valueType="num">
                                      <p:cBhvr>
                                        <p:cTn id="73" dur="1000" fill="hold"/>
                                        <p:tgtEl>
                                          <p:spTgt spid="113"/>
                                        </p:tgtEl>
                                        <p:attrNameLst>
                                          <p:attrName>ppt_y</p:attrName>
                                        </p:attrNameLst>
                                      </p:cBhvr>
                                      <p:tavLst>
                                        <p:tav tm="0">
                                          <p:val>
                                            <p:strVal val="#ppt_y+.1"/>
                                          </p:val>
                                        </p:tav>
                                        <p:tav tm="100000">
                                          <p:val>
                                            <p:strVal val="#ppt_y"/>
                                          </p:val>
                                        </p:tav>
                                      </p:tavLst>
                                    </p:anim>
                                  </p:childTnLst>
                                </p:cTn>
                              </p:par>
                            </p:childTnLst>
                          </p:cTn>
                        </p:par>
                        <p:par>
                          <p:cTn id="74" fill="hold">
                            <p:stCondLst>
                              <p:cond delay="4000"/>
                            </p:stCondLst>
                            <p:childTnLst>
                              <p:par>
                                <p:cTn id="75" presetID="31" presetClass="entr" presetSubtype="0" fill="hold" grpId="0" nodeType="afterEffect">
                                  <p:stCondLst>
                                    <p:cond delay="0"/>
                                  </p:stCondLst>
                                  <p:childTnLst>
                                    <p:set>
                                      <p:cBhvr>
                                        <p:cTn id="76" dur="1" fill="hold">
                                          <p:stCondLst>
                                            <p:cond delay="0"/>
                                          </p:stCondLst>
                                        </p:cTn>
                                        <p:tgtEl>
                                          <p:spTgt spid="123"/>
                                        </p:tgtEl>
                                        <p:attrNameLst>
                                          <p:attrName>style.visibility</p:attrName>
                                        </p:attrNameLst>
                                      </p:cBhvr>
                                      <p:to>
                                        <p:strVal val="visible"/>
                                      </p:to>
                                    </p:set>
                                    <p:anim calcmode="lin" valueType="num">
                                      <p:cBhvr>
                                        <p:cTn id="77" dur="1000" fill="hold"/>
                                        <p:tgtEl>
                                          <p:spTgt spid="123"/>
                                        </p:tgtEl>
                                        <p:attrNameLst>
                                          <p:attrName>ppt_w</p:attrName>
                                        </p:attrNameLst>
                                      </p:cBhvr>
                                      <p:tavLst>
                                        <p:tav tm="0">
                                          <p:val>
                                            <p:fltVal val="0"/>
                                          </p:val>
                                        </p:tav>
                                        <p:tav tm="100000">
                                          <p:val>
                                            <p:strVal val="#ppt_w"/>
                                          </p:val>
                                        </p:tav>
                                      </p:tavLst>
                                    </p:anim>
                                    <p:anim calcmode="lin" valueType="num">
                                      <p:cBhvr>
                                        <p:cTn id="78" dur="1000" fill="hold"/>
                                        <p:tgtEl>
                                          <p:spTgt spid="123"/>
                                        </p:tgtEl>
                                        <p:attrNameLst>
                                          <p:attrName>ppt_h</p:attrName>
                                        </p:attrNameLst>
                                      </p:cBhvr>
                                      <p:tavLst>
                                        <p:tav tm="0">
                                          <p:val>
                                            <p:fltVal val="0"/>
                                          </p:val>
                                        </p:tav>
                                        <p:tav tm="100000">
                                          <p:val>
                                            <p:strVal val="#ppt_h"/>
                                          </p:val>
                                        </p:tav>
                                      </p:tavLst>
                                    </p:anim>
                                    <p:anim calcmode="lin" valueType="num">
                                      <p:cBhvr>
                                        <p:cTn id="79" dur="1000" fill="hold"/>
                                        <p:tgtEl>
                                          <p:spTgt spid="123"/>
                                        </p:tgtEl>
                                        <p:attrNameLst>
                                          <p:attrName>style.rotation</p:attrName>
                                        </p:attrNameLst>
                                      </p:cBhvr>
                                      <p:tavLst>
                                        <p:tav tm="0">
                                          <p:val>
                                            <p:fltVal val="90"/>
                                          </p:val>
                                        </p:tav>
                                        <p:tav tm="100000">
                                          <p:val>
                                            <p:fltVal val="0"/>
                                          </p:val>
                                        </p:tav>
                                      </p:tavLst>
                                    </p:anim>
                                    <p:animEffect transition="in" filter="fade">
                                      <p:cBhvr>
                                        <p:cTn id="80" dur="1000"/>
                                        <p:tgtEl>
                                          <p:spTgt spid="123"/>
                                        </p:tgtEl>
                                      </p:cBhvr>
                                    </p:animEffect>
                                  </p:childTnLst>
                                </p:cTn>
                              </p:par>
                            </p:childTnLst>
                          </p:cTn>
                        </p:par>
                        <p:par>
                          <p:cTn id="81" fill="hold">
                            <p:stCondLst>
                              <p:cond delay="5000"/>
                            </p:stCondLst>
                            <p:childTnLst>
                              <p:par>
                                <p:cTn id="82" presetID="42" presetClass="path" presetSubtype="0" accel="50000" decel="50000" fill="hold" grpId="1" nodeType="afterEffect">
                                  <p:stCondLst>
                                    <p:cond delay="0"/>
                                  </p:stCondLst>
                                  <p:childTnLst>
                                    <p:animMotion origin="layout" path="M 1.875E-6 -3.7037E-6 L -0.03919 0.37014 " pathEditMode="relative" rAng="0" ptsTypes="AA">
                                      <p:cBhvr>
                                        <p:cTn id="83" dur="2000" fill="hold"/>
                                        <p:tgtEl>
                                          <p:spTgt spid="123"/>
                                        </p:tgtEl>
                                        <p:attrNameLst>
                                          <p:attrName>ppt_x</p:attrName>
                                          <p:attrName>ppt_y</p:attrName>
                                        </p:attrNameLst>
                                      </p:cBhvr>
                                      <p:rCtr x="-1966" y="18495"/>
                                    </p:animMotion>
                                  </p:childTnLst>
                                </p:cTn>
                              </p:par>
                              <p:par>
                                <p:cTn id="84" presetID="31" presetClass="entr" presetSubtype="0" fill="hold" grpId="0" nodeType="withEffect">
                                  <p:stCondLst>
                                    <p:cond delay="0"/>
                                  </p:stCondLst>
                                  <p:childTnLst>
                                    <p:set>
                                      <p:cBhvr>
                                        <p:cTn id="85" dur="1" fill="hold">
                                          <p:stCondLst>
                                            <p:cond delay="0"/>
                                          </p:stCondLst>
                                        </p:cTn>
                                        <p:tgtEl>
                                          <p:spTgt spid="124"/>
                                        </p:tgtEl>
                                        <p:attrNameLst>
                                          <p:attrName>style.visibility</p:attrName>
                                        </p:attrNameLst>
                                      </p:cBhvr>
                                      <p:to>
                                        <p:strVal val="visible"/>
                                      </p:to>
                                    </p:set>
                                    <p:anim calcmode="lin" valueType="num">
                                      <p:cBhvr>
                                        <p:cTn id="86" dur="1000" fill="hold"/>
                                        <p:tgtEl>
                                          <p:spTgt spid="124"/>
                                        </p:tgtEl>
                                        <p:attrNameLst>
                                          <p:attrName>ppt_w</p:attrName>
                                        </p:attrNameLst>
                                      </p:cBhvr>
                                      <p:tavLst>
                                        <p:tav tm="0">
                                          <p:val>
                                            <p:fltVal val="0"/>
                                          </p:val>
                                        </p:tav>
                                        <p:tav tm="100000">
                                          <p:val>
                                            <p:strVal val="#ppt_w"/>
                                          </p:val>
                                        </p:tav>
                                      </p:tavLst>
                                    </p:anim>
                                    <p:anim calcmode="lin" valueType="num">
                                      <p:cBhvr>
                                        <p:cTn id="87" dur="1000" fill="hold"/>
                                        <p:tgtEl>
                                          <p:spTgt spid="124"/>
                                        </p:tgtEl>
                                        <p:attrNameLst>
                                          <p:attrName>ppt_h</p:attrName>
                                        </p:attrNameLst>
                                      </p:cBhvr>
                                      <p:tavLst>
                                        <p:tav tm="0">
                                          <p:val>
                                            <p:fltVal val="0"/>
                                          </p:val>
                                        </p:tav>
                                        <p:tav tm="100000">
                                          <p:val>
                                            <p:strVal val="#ppt_h"/>
                                          </p:val>
                                        </p:tav>
                                      </p:tavLst>
                                    </p:anim>
                                    <p:anim calcmode="lin" valueType="num">
                                      <p:cBhvr>
                                        <p:cTn id="88" dur="1000" fill="hold"/>
                                        <p:tgtEl>
                                          <p:spTgt spid="124"/>
                                        </p:tgtEl>
                                        <p:attrNameLst>
                                          <p:attrName>style.rotation</p:attrName>
                                        </p:attrNameLst>
                                      </p:cBhvr>
                                      <p:tavLst>
                                        <p:tav tm="0">
                                          <p:val>
                                            <p:fltVal val="90"/>
                                          </p:val>
                                        </p:tav>
                                        <p:tav tm="100000">
                                          <p:val>
                                            <p:fltVal val="0"/>
                                          </p:val>
                                        </p:tav>
                                      </p:tavLst>
                                    </p:anim>
                                    <p:animEffect transition="in" filter="fade">
                                      <p:cBhvr>
                                        <p:cTn id="89" dur="1000"/>
                                        <p:tgtEl>
                                          <p:spTgt spid="124"/>
                                        </p:tgtEl>
                                      </p:cBhvr>
                                    </p:animEffect>
                                  </p:childTnLst>
                                </p:cTn>
                              </p:par>
                            </p:childTnLst>
                          </p:cTn>
                        </p:par>
                        <p:par>
                          <p:cTn id="90" fill="hold">
                            <p:stCondLst>
                              <p:cond delay="7000"/>
                            </p:stCondLst>
                            <p:childTnLst>
                              <p:par>
                                <p:cTn id="91" presetID="22" presetClass="entr" presetSubtype="4" fill="hold" nodeType="afterEffect">
                                  <p:stCondLst>
                                    <p:cond delay="0"/>
                                  </p:stCondLst>
                                  <p:childTnLst>
                                    <p:set>
                                      <p:cBhvr>
                                        <p:cTn id="92" dur="1" fill="hold">
                                          <p:stCondLst>
                                            <p:cond delay="0"/>
                                          </p:stCondLst>
                                        </p:cTn>
                                        <p:tgtEl>
                                          <p:spTgt spid="125"/>
                                        </p:tgtEl>
                                        <p:attrNameLst>
                                          <p:attrName>style.visibility</p:attrName>
                                        </p:attrNameLst>
                                      </p:cBhvr>
                                      <p:to>
                                        <p:strVal val="visible"/>
                                      </p:to>
                                    </p:set>
                                    <p:animEffect transition="in" filter="wipe(down)">
                                      <p:cBhvr>
                                        <p:cTn id="93" dur="500"/>
                                        <p:tgtEl>
                                          <p:spTgt spid="125"/>
                                        </p:tgtEl>
                                      </p:cBhvr>
                                    </p:animEffect>
                                  </p:childTnLst>
                                </p:cTn>
                              </p:par>
                              <p:par>
                                <p:cTn id="94" presetID="31" presetClass="entr" presetSubtype="0" fill="hold" grpId="0" nodeType="withEffect">
                                  <p:stCondLst>
                                    <p:cond delay="0"/>
                                  </p:stCondLst>
                                  <p:childTnLst>
                                    <p:set>
                                      <p:cBhvr>
                                        <p:cTn id="95" dur="1" fill="hold">
                                          <p:stCondLst>
                                            <p:cond delay="0"/>
                                          </p:stCondLst>
                                        </p:cTn>
                                        <p:tgtEl>
                                          <p:spTgt spid="126"/>
                                        </p:tgtEl>
                                        <p:attrNameLst>
                                          <p:attrName>style.visibility</p:attrName>
                                        </p:attrNameLst>
                                      </p:cBhvr>
                                      <p:to>
                                        <p:strVal val="visible"/>
                                      </p:to>
                                    </p:set>
                                    <p:anim calcmode="lin" valueType="num">
                                      <p:cBhvr>
                                        <p:cTn id="96" dur="1000" fill="hold"/>
                                        <p:tgtEl>
                                          <p:spTgt spid="126"/>
                                        </p:tgtEl>
                                        <p:attrNameLst>
                                          <p:attrName>ppt_w</p:attrName>
                                        </p:attrNameLst>
                                      </p:cBhvr>
                                      <p:tavLst>
                                        <p:tav tm="0">
                                          <p:val>
                                            <p:fltVal val="0"/>
                                          </p:val>
                                        </p:tav>
                                        <p:tav tm="100000">
                                          <p:val>
                                            <p:strVal val="#ppt_w"/>
                                          </p:val>
                                        </p:tav>
                                      </p:tavLst>
                                    </p:anim>
                                    <p:anim calcmode="lin" valueType="num">
                                      <p:cBhvr>
                                        <p:cTn id="97" dur="1000" fill="hold"/>
                                        <p:tgtEl>
                                          <p:spTgt spid="126"/>
                                        </p:tgtEl>
                                        <p:attrNameLst>
                                          <p:attrName>ppt_h</p:attrName>
                                        </p:attrNameLst>
                                      </p:cBhvr>
                                      <p:tavLst>
                                        <p:tav tm="0">
                                          <p:val>
                                            <p:fltVal val="0"/>
                                          </p:val>
                                        </p:tav>
                                        <p:tav tm="100000">
                                          <p:val>
                                            <p:strVal val="#ppt_h"/>
                                          </p:val>
                                        </p:tav>
                                      </p:tavLst>
                                    </p:anim>
                                    <p:anim calcmode="lin" valueType="num">
                                      <p:cBhvr>
                                        <p:cTn id="98" dur="1000" fill="hold"/>
                                        <p:tgtEl>
                                          <p:spTgt spid="126"/>
                                        </p:tgtEl>
                                        <p:attrNameLst>
                                          <p:attrName>style.rotation</p:attrName>
                                        </p:attrNameLst>
                                      </p:cBhvr>
                                      <p:tavLst>
                                        <p:tav tm="0">
                                          <p:val>
                                            <p:fltVal val="90"/>
                                          </p:val>
                                        </p:tav>
                                        <p:tav tm="100000">
                                          <p:val>
                                            <p:fltVal val="0"/>
                                          </p:val>
                                        </p:tav>
                                      </p:tavLst>
                                    </p:anim>
                                    <p:animEffect transition="in" filter="fade">
                                      <p:cBhvr>
                                        <p:cTn id="99" dur="1000"/>
                                        <p:tgtEl>
                                          <p:spTgt spid="126"/>
                                        </p:tgtEl>
                                      </p:cBhvr>
                                    </p:animEffect>
                                  </p:childTnLst>
                                </p:cTn>
                              </p:par>
                            </p:childTnLst>
                          </p:cTn>
                        </p:par>
                        <p:par>
                          <p:cTn id="100" fill="hold">
                            <p:stCondLst>
                              <p:cond delay="8000"/>
                            </p:stCondLst>
                            <p:childTnLst>
                              <p:par>
                                <p:cTn id="101" presetID="22" presetClass="entr" presetSubtype="1" fill="hold" nodeType="afterEffect">
                                  <p:stCondLst>
                                    <p:cond delay="0"/>
                                  </p:stCondLst>
                                  <p:childTnLst>
                                    <p:set>
                                      <p:cBhvr>
                                        <p:cTn id="102" dur="1" fill="hold">
                                          <p:stCondLst>
                                            <p:cond delay="0"/>
                                          </p:stCondLst>
                                        </p:cTn>
                                        <p:tgtEl>
                                          <p:spTgt spid="122"/>
                                        </p:tgtEl>
                                        <p:attrNameLst>
                                          <p:attrName>style.visibility</p:attrName>
                                        </p:attrNameLst>
                                      </p:cBhvr>
                                      <p:to>
                                        <p:strVal val="visible"/>
                                      </p:to>
                                    </p:set>
                                    <p:animEffect transition="in" filter="wipe(up)">
                                      <p:cBhvr>
                                        <p:cTn id="103" dur="500"/>
                                        <p:tgtEl>
                                          <p:spTgt spid="122"/>
                                        </p:tgtEl>
                                      </p:cBhvr>
                                    </p:animEffect>
                                  </p:childTnLst>
                                </p:cTn>
                              </p:par>
                            </p:childTnLst>
                          </p:cTn>
                        </p:par>
                      </p:childTnLst>
                    </p:cTn>
                  </p:par>
                  <p:par>
                    <p:cTn id="104" fill="hold">
                      <p:stCondLst>
                        <p:cond delay="indefinite"/>
                      </p:stCondLst>
                      <p:childTnLst>
                        <p:par>
                          <p:cTn id="105" fill="hold">
                            <p:stCondLst>
                              <p:cond delay="0"/>
                            </p:stCondLst>
                            <p:childTnLst>
                              <p:par>
                                <p:cTn id="106" presetID="63" presetClass="path" presetSubtype="0" accel="50000" decel="50000" fill="hold" nodeType="clickEffect">
                                  <p:stCondLst>
                                    <p:cond delay="0"/>
                                  </p:stCondLst>
                                  <p:childTnLst>
                                    <p:animMotion origin="layout" path="M -4.58333E-6 1.11111E-6 L -0.03671 -0.00046 " pathEditMode="relative" rAng="0" ptsTypes="AA">
                                      <p:cBhvr>
                                        <p:cTn id="107" dur="2000" fill="hold"/>
                                        <p:tgtEl>
                                          <p:spTgt spid="107"/>
                                        </p:tgtEl>
                                        <p:attrNameLst>
                                          <p:attrName>ppt_x</p:attrName>
                                          <p:attrName>ppt_y</p:attrName>
                                        </p:attrNameLst>
                                      </p:cBhvr>
                                      <p:rCtr x="-1836" y="-23"/>
                                    </p:animMotion>
                                  </p:childTnLst>
                                </p:cTn>
                              </p:par>
                            </p:childTnLst>
                          </p:cTn>
                        </p:par>
                        <p:par>
                          <p:cTn id="108" fill="hold">
                            <p:stCondLst>
                              <p:cond delay="2000"/>
                            </p:stCondLst>
                            <p:childTnLst>
                              <p:par>
                                <p:cTn id="109" presetID="32" presetClass="emph" presetSubtype="0" fill="hold" grpId="9" nodeType="afterEffect">
                                  <p:stCondLst>
                                    <p:cond delay="0"/>
                                  </p:stCondLst>
                                  <p:childTnLst>
                                    <p:animRot by="120000">
                                      <p:cBhvr>
                                        <p:cTn id="110" dur="100" fill="hold">
                                          <p:stCondLst>
                                            <p:cond delay="0"/>
                                          </p:stCondLst>
                                        </p:cTn>
                                        <p:tgtEl>
                                          <p:spTgt spid="2"/>
                                        </p:tgtEl>
                                        <p:attrNameLst>
                                          <p:attrName>r</p:attrName>
                                        </p:attrNameLst>
                                      </p:cBhvr>
                                    </p:animRot>
                                    <p:animRot by="-240000">
                                      <p:cBhvr>
                                        <p:cTn id="111" dur="200" fill="hold">
                                          <p:stCondLst>
                                            <p:cond delay="200"/>
                                          </p:stCondLst>
                                        </p:cTn>
                                        <p:tgtEl>
                                          <p:spTgt spid="2"/>
                                        </p:tgtEl>
                                        <p:attrNameLst>
                                          <p:attrName>r</p:attrName>
                                        </p:attrNameLst>
                                      </p:cBhvr>
                                    </p:animRot>
                                    <p:animRot by="240000">
                                      <p:cBhvr>
                                        <p:cTn id="112" dur="200" fill="hold">
                                          <p:stCondLst>
                                            <p:cond delay="400"/>
                                          </p:stCondLst>
                                        </p:cTn>
                                        <p:tgtEl>
                                          <p:spTgt spid="2"/>
                                        </p:tgtEl>
                                        <p:attrNameLst>
                                          <p:attrName>r</p:attrName>
                                        </p:attrNameLst>
                                      </p:cBhvr>
                                    </p:animRot>
                                    <p:animRot by="-240000">
                                      <p:cBhvr>
                                        <p:cTn id="113" dur="200" fill="hold">
                                          <p:stCondLst>
                                            <p:cond delay="600"/>
                                          </p:stCondLst>
                                        </p:cTn>
                                        <p:tgtEl>
                                          <p:spTgt spid="2"/>
                                        </p:tgtEl>
                                        <p:attrNameLst>
                                          <p:attrName>r</p:attrName>
                                        </p:attrNameLst>
                                      </p:cBhvr>
                                    </p:animRot>
                                    <p:animRot by="120000">
                                      <p:cBhvr>
                                        <p:cTn id="114" dur="200" fill="hold">
                                          <p:stCondLst>
                                            <p:cond delay="800"/>
                                          </p:stCondLst>
                                        </p:cTn>
                                        <p:tgtEl>
                                          <p:spTgt spid="2"/>
                                        </p:tgtEl>
                                        <p:attrNameLst>
                                          <p:attrName>r</p:attrName>
                                        </p:attrNameLst>
                                      </p:cBhvr>
                                    </p:animRot>
                                  </p:childTnLst>
                                </p:cTn>
                              </p:par>
                            </p:childTnLst>
                          </p:cTn>
                        </p:par>
                        <p:par>
                          <p:cTn id="115" fill="hold">
                            <p:stCondLst>
                              <p:cond delay="3000"/>
                            </p:stCondLst>
                            <p:childTnLst>
                              <p:par>
                                <p:cTn id="116" presetID="63" presetClass="path" presetSubtype="0" accel="50000" decel="50000" fill="hold" nodeType="afterEffect">
                                  <p:stCondLst>
                                    <p:cond delay="0"/>
                                  </p:stCondLst>
                                  <p:childTnLst>
                                    <p:animMotion origin="layout" path="M -3.75E-6 -2.96296E-6 L 0.13334 -0.00046 " pathEditMode="relative" rAng="0" ptsTypes="AA">
                                      <p:cBhvr>
                                        <p:cTn id="117" dur="2000" fill="hold"/>
                                        <p:tgtEl>
                                          <p:spTgt spid="113"/>
                                        </p:tgtEl>
                                        <p:attrNameLst>
                                          <p:attrName>ppt_x</p:attrName>
                                          <p:attrName>ppt_y</p:attrName>
                                        </p:attrNameLst>
                                      </p:cBhvr>
                                      <p:rCtr x="6667" y="-23"/>
                                    </p:animMotion>
                                  </p:childTnLst>
                                </p:cTn>
                              </p:par>
                            </p:childTnLst>
                          </p:cTn>
                        </p:par>
                        <p:par>
                          <p:cTn id="118" fill="hold">
                            <p:stCondLst>
                              <p:cond delay="5000"/>
                            </p:stCondLst>
                            <p:childTnLst>
                              <p:par>
                                <p:cTn id="119" presetID="31" presetClass="entr" presetSubtype="0" fill="hold" grpId="0" nodeType="afterEffect">
                                  <p:stCondLst>
                                    <p:cond delay="0"/>
                                  </p:stCondLst>
                                  <p:childTnLst>
                                    <p:set>
                                      <p:cBhvr>
                                        <p:cTn id="120" dur="1" fill="hold">
                                          <p:stCondLst>
                                            <p:cond delay="0"/>
                                          </p:stCondLst>
                                        </p:cTn>
                                        <p:tgtEl>
                                          <p:spTgt spid="121"/>
                                        </p:tgtEl>
                                        <p:attrNameLst>
                                          <p:attrName>style.visibility</p:attrName>
                                        </p:attrNameLst>
                                      </p:cBhvr>
                                      <p:to>
                                        <p:strVal val="visible"/>
                                      </p:to>
                                    </p:set>
                                    <p:anim calcmode="lin" valueType="num">
                                      <p:cBhvr>
                                        <p:cTn id="121" dur="1000" fill="hold"/>
                                        <p:tgtEl>
                                          <p:spTgt spid="121"/>
                                        </p:tgtEl>
                                        <p:attrNameLst>
                                          <p:attrName>ppt_w</p:attrName>
                                        </p:attrNameLst>
                                      </p:cBhvr>
                                      <p:tavLst>
                                        <p:tav tm="0">
                                          <p:val>
                                            <p:fltVal val="0"/>
                                          </p:val>
                                        </p:tav>
                                        <p:tav tm="100000">
                                          <p:val>
                                            <p:strVal val="#ppt_w"/>
                                          </p:val>
                                        </p:tav>
                                      </p:tavLst>
                                    </p:anim>
                                    <p:anim calcmode="lin" valueType="num">
                                      <p:cBhvr>
                                        <p:cTn id="122" dur="1000" fill="hold"/>
                                        <p:tgtEl>
                                          <p:spTgt spid="121"/>
                                        </p:tgtEl>
                                        <p:attrNameLst>
                                          <p:attrName>ppt_h</p:attrName>
                                        </p:attrNameLst>
                                      </p:cBhvr>
                                      <p:tavLst>
                                        <p:tav tm="0">
                                          <p:val>
                                            <p:fltVal val="0"/>
                                          </p:val>
                                        </p:tav>
                                        <p:tav tm="100000">
                                          <p:val>
                                            <p:strVal val="#ppt_h"/>
                                          </p:val>
                                        </p:tav>
                                      </p:tavLst>
                                    </p:anim>
                                    <p:anim calcmode="lin" valueType="num">
                                      <p:cBhvr>
                                        <p:cTn id="123" dur="1000" fill="hold"/>
                                        <p:tgtEl>
                                          <p:spTgt spid="121"/>
                                        </p:tgtEl>
                                        <p:attrNameLst>
                                          <p:attrName>style.rotation</p:attrName>
                                        </p:attrNameLst>
                                      </p:cBhvr>
                                      <p:tavLst>
                                        <p:tav tm="0">
                                          <p:val>
                                            <p:fltVal val="90"/>
                                          </p:val>
                                        </p:tav>
                                        <p:tav tm="100000">
                                          <p:val>
                                            <p:fltVal val="0"/>
                                          </p:val>
                                        </p:tav>
                                      </p:tavLst>
                                    </p:anim>
                                    <p:animEffect transition="in" filter="fade">
                                      <p:cBhvr>
                                        <p:cTn id="124" dur="1000"/>
                                        <p:tgtEl>
                                          <p:spTgt spid="121"/>
                                        </p:tgtEl>
                                      </p:cBhvr>
                                    </p:animEffect>
                                  </p:childTnLst>
                                </p:cTn>
                              </p:par>
                            </p:childTnLst>
                          </p:cTn>
                        </p:par>
                        <p:par>
                          <p:cTn id="125" fill="hold">
                            <p:stCondLst>
                              <p:cond delay="6000"/>
                            </p:stCondLst>
                            <p:childTnLst>
                              <p:par>
                                <p:cTn id="126" presetID="42" presetClass="path" presetSubtype="0" accel="50000" decel="50000" fill="hold" grpId="1" nodeType="afterEffect">
                                  <p:stCondLst>
                                    <p:cond delay="0"/>
                                  </p:stCondLst>
                                  <p:childTnLst>
                                    <p:animMotion origin="layout" path="M 1.45833E-6 3.33333E-6 L 0.1276 0.37199 " pathEditMode="relative" rAng="0" ptsTypes="AA">
                                      <p:cBhvr>
                                        <p:cTn id="127" dur="2000" fill="hold"/>
                                        <p:tgtEl>
                                          <p:spTgt spid="121"/>
                                        </p:tgtEl>
                                        <p:attrNameLst>
                                          <p:attrName>ppt_x</p:attrName>
                                          <p:attrName>ppt_y</p:attrName>
                                        </p:attrNameLst>
                                      </p:cBhvr>
                                      <p:rCtr x="6380" y="18588"/>
                                    </p:animMotion>
                                  </p:childTnLst>
                                </p:cTn>
                              </p:par>
                              <p:par>
                                <p:cTn id="128" presetID="31" presetClass="entr" presetSubtype="0" fill="hold" grpId="0" nodeType="withEffect">
                                  <p:stCondLst>
                                    <p:cond delay="0"/>
                                  </p:stCondLst>
                                  <p:childTnLst>
                                    <p:set>
                                      <p:cBhvr>
                                        <p:cTn id="129" dur="1" fill="hold">
                                          <p:stCondLst>
                                            <p:cond delay="0"/>
                                          </p:stCondLst>
                                        </p:cTn>
                                        <p:tgtEl>
                                          <p:spTgt spid="137"/>
                                        </p:tgtEl>
                                        <p:attrNameLst>
                                          <p:attrName>style.visibility</p:attrName>
                                        </p:attrNameLst>
                                      </p:cBhvr>
                                      <p:to>
                                        <p:strVal val="visible"/>
                                      </p:to>
                                    </p:set>
                                    <p:anim calcmode="lin" valueType="num">
                                      <p:cBhvr>
                                        <p:cTn id="130" dur="1000" fill="hold"/>
                                        <p:tgtEl>
                                          <p:spTgt spid="137"/>
                                        </p:tgtEl>
                                        <p:attrNameLst>
                                          <p:attrName>ppt_w</p:attrName>
                                        </p:attrNameLst>
                                      </p:cBhvr>
                                      <p:tavLst>
                                        <p:tav tm="0">
                                          <p:val>
                                            <p:fltVal val="0"/>
                                          </p:val>
                                        </p:tav>
                                        <p:tav tm="100000">
                                          <p:val>
                                            <p:strVal val="#ppt_w"/>
                                          </p:val>
                                        </p:tav>
                                      </p:tavLst>
                                    </p:anim>
                                    <p:anim calcmode="lin" valueType="num">
                                      <p:cBhvr>
                                        <p:cTn id="131" dur="1000" fill="hold"/>
                                        <p:tgtEl>
                                          <p:spTgt spid="137"/>
                                        </p:tgtEl>
                                        <p:attrNameLst>
                                          <p:attrName>ppt_h</p:attrName>
                                        </p:attrNameLst>
                                      </p:cBhvr>
                                      <p:tavLst>
                                        <p:tav tm="0">
                                          <p:val>
                                            <p:fltVal val="0"/>
                                          </p:val>
                                        </p:tav>
                                        <p:tav tm="100000">
                                          <p:val>
                                            <p:strVal val="#ppt_h"/>
                                          </p:val>
                                        </p:tav>
                                      </p:tavLst>
                                    </p:anim>
                                    <p:anim calcmode="lin" valueType="num">
                                      <p:cBhvr>
                                        <p:cTn id="132" dur="1000" fill="hold"/>
                                        <p:tgtEl>
                                          <p:spTgt spid="137"/>
                                        </p:tgtEl>
                                        <p:attrNameLst>
                                          <p:attrName>style.rotation</p:attrName>
                                        </p:attrNameLst>
                                      </p:cBhvr>
                                      <p:tavLst>
                                        <p:tav tm="0">
                                          <p:val>
                                            <p:fltVal val="90"/>
                                          </p:val>
                                        </p:tav>
                                        <p:tav tm="100000">
                                          <p:val>
                                            <p:fltVal val="0"/>
                                          </p:val>
                                        </p:tav>
                                      </p:tavLst>
                                    </p:anim>
                                    <p:animEffect transition="in" filter="fade">
                                      <p:cBhvr>
                                        <p:cTn id="133" dur="1000"/>
                                        <p:tgtEl>
                                          <p:spTgt spid="137"/>
                                        </p:tgtEl>
                                      </p:cBhvr>
                                    </p:animEffect>
                                  </p:childTnLst>
                                </p:cTn>
                              </p:par>
                            </p:childTnLst>
                          </p:cTn>
                        </p:par>
                        <p:par>
                          <p:cTn id="134" fill="hold">
                            <p:stCondLst>
                              <p:cond delay="8000"/>
                            </p:stCondLst>
                            <p:childTnLst>
                              <p:par>
                                <p:cTn id="135" presetID="22" presetClass="entr" presetSubtype="4" fill="hold" nodeType="afterEffect">
                                  <p:stCondLst>
                                    <p:cond delay="0"/>
                                  </p:stCondLst>
                                  <p:childTnLst>
                                    <p:set>
                                      <p:cBhvr>
                                        <p:cTn id="136" dur="1" fill="hold">
                                          <p:stCondLst>
                                            <p:cond delay="0"/>
                                          </p:stCondLst>
                                        </p:cTn>
                                        <p:tgtEl>
                                          <p:spTgt spid="138"/>
                                        </p:tgtEl>
                                        <p:attrNameLst>
                                          <p:attrName>style.visibility</p:attrName>
                                        </p:attrNameLst>
                                      </p:cBhvr>
                                      <p:to>
                                        <p:strVal val="visible"/>
                                      </p:to>
                                    </p:set>
                                    <p:animEffect transition="in" filter="wipe(down)">
                                      <p:cBhvr>
                                        <p:cTn id="137" dur="500"/>
                                        <p:tgtEl>
                                          <p:spTgt spid="138"/>
                                        </p:tgtEl>
                                      </p:cBhvr>
                                    </p:animEffect>
                                  </p:childTnLst>
                                </p:cTn>
                              </p:par>
                              <p:par>
                                <p:cTn id="138" presetID="31" presetClass="entr" presetSubtype="0" fill="hold" grpId="0" nodeType="withEffect">
                                  <p:stCondLst>
                                    <p:cond delay="0"/>
                                  </p:stCondLst>
                                  <p:childTnLst>
                                    <p:set>
                                      <p:cBhvr>
                                        <p:cTn id="139" dur="1" fill="hold">
                                          <p:stCondLst>
                                            <p:cond delay="0"/>
                                          </p:stCondLst>
                                        </p:cTn>
                                        <p:tgtEl>
                                          <p:spTgt spid="139"/>
                                        </p:tgtEl>
                                        <p:attrNameLst>
                                          <p:attrName>style.visibility</p:attrName>
                                        </p:attrNameLst>
                                      </p:cBhvr>
                                      <p:to>
                                        <p:strVal val="visible"/>
                                      </p:to>
                                    </p:set>
                                    <p:anim calcmode="lin" valueType="num">
                                      <p:cBhvr>
                                        <p:cTn id="140" dur="1000" fill="hold"/>
                                        <p:tgtEl>
                                          <p:spTgt spid="139"/>
                                        </p:tgtEl>
                                        <p:attrNameLst>
                                          <p:attrName>ppt_w</p:attrName>
                                        </p:attrNameLst>
                                      </p:cBhvr>
                                      <p:tavLst>
                                        <p:tav tm="0">
                                          <p:val>
                                            <p:fltVal val="0"/>
                                          </p:val>
                                        </p:tav>
                                        <p:tav tm="100000">
                                          <p:val>
                                            <p:strVal val="#ppt_w"/>
                                          </p:val>
                                        </p:tav>
                                      </p:tavLst>
                                    </p:anim>
                                    <p:anim calcmode="lin" valueType="num">
                                      <p:cBhvr>
                                        <p:cTn id="141" dur="1000" fill="hold"/>
                                        <p:tgtEl>
                                          <p:spTgt spid="139"/>
                                        </p:tgtEl>
                                        <p:attrNameLst>
                                          <p:attrName>ppt_h</p:attrName>
                                        </p:attrNameLst>
                                      </p:cBhvr>
                                      <p:tavLst>
                                        <p:tav tm="0">
                                          <p:val>
                                            <p:fltVal val="0"/>
                                          </p:val>
                                        </p:tav>
                                        <p:tav tm="100000">
                                          <p:val>
                                            <p:strVal val="#ppt_h"/>
                                          </p:val>
                                        </p:tav>
                                      </p:tavLst>
                                    </p:anim>
                                    <p:anim calcmode="lin" valueType="num">
                                      <p:cBhvr>
                                        <p:cTn id="142" dur="1000" fill="hold"/>
                                        <p:tgtEl>
                                          <p:spTgt spid="139"/>
                                        </p:tgtEl>
                                        <p:attrNameLst>
                                          <p:attrName>style.rotation</p:attrName>
                                        </p:attrNameLst>
                                      </p:cBhvr>
                                      <p:tavLst>
                                        <p:tav tm="0">
                                          <p:val>
                                            <p:fltVal val="90"/>
                                          </p:val>
                                        </p:tav>
                                        <p:tav tm="100000">
                                          <p:val>
                                            <p:fltVal val="0"/>
                                          </p:val>
                                        </p:tav>
                                      </p:tavLst>
                                    </p:anim>
                                    <p:animEffect transition="in" filter="fade">
                                      <p:cBhvr>
                                        <p:cTn id="143" dur="1000"/>
                                        <p:tgtEl>
                                          <p:spTgt spid="139"/>
                                        </p:tgtEl>
                                      </p:cBhvr>
                                    </p:animEffect>
                                  </p:childTnLst>
                                </p:cTn>
                              </p:par>
                            </p:childTnLst>
                          </p:cTn>
                        </p:par>
                        <p:par>
                          <p:cTn id="144" fill="hold">
                            <p:stCondLst>
                              <p:cond delay="9000"/>
                            </p:stCondLst>
                            <p:childTnLst>
                              <p:par>
                                <p:cTn id="145" presetID="22" presetClass="entr" presetSubtype="1" fill="hold" nodeType="afterEffect">
                                  <p:stCondLst>
                                    <p:cond delay="0"/>
                                  </p:stCondLst>
                                  <p:childTnLst>
                                    <p:set>
                                      <p:cBhvr>
                                        <p:cTn id="146" dur="1" fill="hold">
                                          <p:stCondLst>
                                            <p:cond delay="0"/>
                                          </p:stCondLst>
                                        </p:cTn>
                                        <p:tgtEl>
                                          <p:spTgt spid="141"/>
                                        </p:tgtEl>
                                        <p:attrNameLst>
                                          <p:attrName>style.visibility</p:attrName>
                                        </p:attrNameLst>
                                      </p:cBhvr>
                                      <p:to>
                                        <p:strVal val="visible"/>
                                      </p:to>
                                    </p:set>
                                    <p:animEffect transition="in" filter="wipe(up)">
                                      <p:cBhvr>
                                        <p:cTn id="147" dur="500"/>
                                        <p:tgtEl>
                                          <p:spTgt spid="141"/>
                                        </p:tgtEl>
                                      </p:cBhvr>
                                    </p:animEffect>
                                  </p:childTnLst>
                                </p:cTn>
                              </p:par>
                            </p:childTnLst>
                          </p:cTn>
                        </p:par>
                      </p:childTnLst>
                    </p:cTn>
                  </p:par>
                  <p:par>
                    <p:cTn id="148" fill="hold">
                      <p:stCondLst>
                        <p:cond delay="indefinite"/>
                      </p:stCondLst>
                      <p:childTnLst>
                        <p:par>
                          <p:cTn id="149" fill="hold">
                            <p:stCondLst>
                              <p:cond delay="0"/>
                            </p:stCondLst>
                            <p:childTnLst>
                              <p:par>
                                <p:cTn id="150" presetID="63" presetClass="path" presetSubtype="0" accel="50000" decel="50000" fill="hold" nodeType="clickEffect">
                                  <p:stCondLst>
                                    <p:cond delay="0"/>
                                  </p:stCondLst>
                                  <p:childTnLst>
                                    <p:animMotion origin="layout" path="M -0.03671 -0.00046 L 0.22592 0.00069 " pathEditMode="relative" rAng="0" ptsTypes="AA">
                                      <p:cBhvr>
                                        <p:cTn id="151" dur="2000" fill="hold"/>
                                        <p:tgtEl>
                                          <p:spTgt spid="107"/>
                                        </p:tgtEl>
                                        <p:attrNameLst>
                                          <p:attrName>ppt_x</p:attrName>
                                          <p:attrName>ppt_y</p:attrName>
                                        </p:attrNameLst>
                                      </p:cBhvr>
                                      <p:rCtr x="13125" y="46"/>
                                    </p:animMotion>
                                  </p:childTnLst>
                                </p:cTn>
                              </p:par>
                            </p:childTnLst>
                          </p:cTn>
                        </p:par>
                        <p:par>
                          <p:cTn id="152" fill="hold">
                            <p:stCondLst>
                              <p:cond delay="2000"/>
                            </p:stCondLst>
                            <p:childTnLst>
                              <p:par>
                                <p:cTn id="153" presetID="32" presetClass="emph" presetSubtype="0" fill="hold" grpId="1" nodeType="afterEffect">
                                  <p:stCondLst>
                                    <p:cond delay="0"/>
                                  </p:stCondLst>
                                  <p:childTnLst>
                                    <p:animRot by="120000">
                                      <p:cBhvr>
                                        <p:cTn id="154" dur="100" fill="hold">
                                          <p:stCondLst>
                                            <p:cond delay="0"/>
                                          </p:stCondLst>
                                        </p:cTn>
                                        <p:tgtEl>
                                          <p:spTgt spid="2"/>
                                        </p:tgtEl>
                                        <p:attrNameLst>
                                          <p:attrName>r</p:attrName>
                                        </p:attrNameLst>
                                      </p:cBhvr>
                                    </p:animRot>
                                    <p:animRot by="-240000">
                                      <p:cBhvr>
                                        <p:cTn id="155" dur="200" fill="hold">
                                          <p:stCondLst>
                                            <p:cond delay="200"/>
                                          </p:stCondLst>
                                        </p:cTn>
                                        <p:tgtEl>
                                          <p:spTgt spid="2"/>
                                        </p:tgtEl>
                                        <p:attrNameLst>
                                          <p:attrName>r</p:attrName>
                                        </p:attrNameLst>
                                      </p:cBhvr>
                                    </p:animRot>
                                    <p:animRot by="240000">
                                      <p:cBhvr>
                                        <p:cTn id="156" dur="200" fill="hold">
                                          <p:stCondLst>
                                            <p:cond delay="400"/>
                                          </p:stCondLst>
                                        </p:cTn>
                                        <p:tgtEl>
                                          <p:spTgt spid="2"/>
                                        </p:tgtEl>
                                        <p:attrNameLst>
                                          <p:attrName>r</p:attrName>
                                        </p:attrNameLst>
                                      </p:cBhvr>
                                    </p:animRot>
                                    <p:animRot by="-240000">
                                      <p:cBhvr>
                                        <p:cTn id="157" dur="200" fill="hold">
                                          <p:stCondLst>
                                            <p:cond delay="600"/>
                                          </p:stCondLst>
                                        </p:cTn>
                                        <p:tgtEl>
                                          <p:spTgt spid="2"/>
                                        </p:tgtEl>
                                        <p:attrNameLst>
                                          <p:attrName>r</p:attrName>
                                        </p:attrNameLst>
                                      </p:cBhvr>
                                    </p:animRot>
                                    <p:animRot by="120000">
                                      <p:cBhvr>
                                        <p:cTn id="158" dur="200" fill="hold">
                                          <p:stCondLst>
                                            <p:cond delay="800"/>
                                          </p:stCondLst>
                                        </p:cTn>
                                        <p:tgtEl>
                                          <p:spTgt spid="2"/>
                                        </p:tgtEl>
                                        <p:attrNameLst>
                                          <p:attrName>r</p:attrName>
                                        </p:attrNameLst>
                                      </p:cBhvr>
                                    </p:animRot>
                                  </p:childTnLst>
                                </p:cTn>
                              </p:par>
                            </p:childTnLst>
                          </p:cTn>
                        </p:par>
                        <p:par>
                          <p:cTn id="159" fill="hold">
                            <p:stCondLst>
                              <p:cond delay="3000"/>
                            </p:stCondLst>
                            <p:childTnLst>
                              <p:par>
                                <p:cTn id="160" presetID="63" presetClass="path" presetSubtype="0" accel="50000" decel="50000" fill="hold" nodeType="afterEffect">
                                  <p:stCondLst>
                                    <p:cond delay="0"/>
                                  </p:stCondLst>
                                  <p:childTnLst>
                                    <p:animMotion origin="layout" path="M 0.13334 -0.00046 L 0.21849 -0.00046 " pathEditMode="relative" rAng="0" ptsTypes="AA">
                                      <p:cBhvr>
                                        <p:cTn id="161" dur="2000" fill="hold"/>
                                        <p:tgtEl>
                                          <p:spTgt spid="113"/>
                                        </p:tgtEl>
                                        <p:attrNameLst>
                                          <p:attrName>ppt_x</p:attrName>
                                          <p:attrName>ppt_y</p:attrName>
                                        </p:attrNameLst>
                                      </p:cBhvr>
                                      <p:rCtr x="4258" y="0"/>
                                    </p:animMotion>
                                  </p:childTnLst>
                                </p:cTn>
                              </p:par>
                            </p:childTnLst>
                          </p:cTn>
                        </p:par>
                        <p:par>
                          <p:cTn id="162" fill="hold">
                            <p:stCondLst>
                              <p:cond delay="5000"/>
                            </p:stCondLst>
                            <p:childTnLst>
                              <p:par>
                                <p:cTn id="163" presetID="31" presetClass="entr" presetSubtype="0" fill="hold" grpId="0" nodeType="afterEffect">
                                  <p:stCondLst>
                                    <p:cond delay="0"/>
                                  </p:stCondLst>
                                  <p:childTnLst>
                                    <p:set>
                                      <p:cBhvr>
                                        <p:cTn id="164" dur="1" fill="hold">
                                          <p:stCondLst>
                                            <p:cond delay="0"/>
                                          </p:stCondLst>
                                        </p:cTn>
                                        <p:tgtEl>
                                          <p:spTgt spid="156"/>
                                        </p:tgtEl>
                                        <p:attrNameLst>
                                          <p:attrName>style.visibility</p:attrName>
                                        </p:attrNameLst>
                                      </p:cBhvr>
                                      <p:to>
                                        <p:strVal val="visible"/>
                                      </p:to>
                                    </p:set>
                                    <p:anim calcmode="lin" valueType="num">
                                      <p:cBhvr>
                                        <p:cTn id="165" dur="1000" fill="hold"/>
                                        <p:tgtEl>
                                          <p:spTgt spid="156"/>
                                        </p:tgtEl>
                                        <p:attrNameLst>
                                          <p:attrName>ppt_w</p:attrName>
                                        </p:attrNameLst>
                                      </p:cBhvr>
                                      <p:tavLst>
                                        <p:tav tm="0">
                                          <p:val>
                                            <p:fltVal val="0"/>
                                          </p:val>
                                        </p:tav>
                                        <p:tav tm="100000">
                                          <p:val>
                                            <p:strVal val="#ppt_w"/>
                                          </p:val>
                                        </p:tav>
                                      </p:tavLst>
                                    </p:anim>
                                    <p:anim calcmode="lin" valueType="num">
                                      <p:cBhvr>
                                        <p:cTn id="166" dur="1000" fill="hold"/>
                                        <p:tgtEl>
                                          <p:spTgt spid="156"/>
                                        </p:tgtEl>
                                        <p:attrNameLst>
                                          <p:attrName>ppt_h</p:attrName>
                                        </p:attrNameLst>
                                      </p:cBhvr>
                                      <p:tavLst>
                                        <p:tav tm="0">
                                          <p:val>
                                            <p:fltVal val="0"/>
                                          </p:val>
                                        </p:tav>
                                        <p:tav tm="100000">
                                          <p:val>
                                            <p:strVal val="#ppt_h"/>
                                          </p:val>
                                        </p:tav>
                                      </p:tavLst>
                                    </p:anim>
                                    <p:anim calcmode="lin" valueType="num">
                                      <p:cBhvr>
                                        <p:cTn id="167" dur="1000" fill="hold"/>
                                        <p:tgtEl>
                                          <p:spTgt spid="156"/>
                                        </p:tgtEl>
                                        <p:attrNameLst>
                                          <p:attrName>style.rotation</p:attrName>
                                        </p:attrNameLst>
                                      </p:cBhvr>
                                      <p:tavLst>
                                        <p:tav tm="0">
                                          <p:val>
                                            <p:fltVal val="90"/>
                                          </p:val>
                                        </p:tav>
                                        <p:tav tm="100000">
                                          <p:val>
                                            <p:fltVal val="0"/>
                                          </p:val>
                                        </p:tav>
                                      </p:tavLst>
                                    </p:anim>
                                    <p:animEffect transition="in" filter="fade">
                                      <p:cBhvr>
                                        <p:cTn id="168" dur="1000"/>
                                        <p:tgtEl>
                                          <p:spTgt spid="156"/>
                                        </p:tgtEl>
                                      </p:cBhvr>
                                    </p:animEffect>
                                  </p:childTnLst>
                                </p:cTn>
                              </p:par>
                            </p:childTnLst>
                          </p:cTn>
                        </p:par>
                        <p:par>
                          <p:cTn id="169" fill="hold">
                            <p:stCondLst>
                              <p:cond delay="6000"/>
                            </p:stCondLst>
                            <p:childTnLst>
                              <p:par>
                                <p:cTn id="170" presetID="42" presetClass="path" presetSubtype="0" accel="50000" decel="50000" fill="hold" grpId="1" nodeType="afterEffect">
                                  <p:stCondLst>
                                    <p:cond delay="0"/>
                                  </p:stCondLst>
                                  <p:childTnLst>
                                    <p:animMotion origin="layout" path="M 5E-6 4.81481E-6 L -0.04402 0.37013 " pathEditMode="relative" rAng="0" ptsTypes="AA">
                                      <p:cBhvr>
                                        <p:cTn id="171" dur="2000" fill="hold"/>
                                        <p:tgtEl>
                                          <p:spTgt spid="156"/>
                                        </p:tgtEl>
                                        <p:attrNameLst>
                                          <p:attrName>ppt_x</p:attrName>
                                          <p:attrName>ppt_y</p:attrName>
                                        </p:attrNameLst>
                                      </p:cBhvr>
                                      <p:rCtr x="-2201" y="18495"/>
                                    </p:animMotion>
                                  </p:childTnLst>
                                </p:cTn>
                              </p:par>
                              <p:par>
                                <p:cTn id="172" presetID="31" presetClass="entr" presetSubtype="0" fill="hold" grpId="0" nodeType="withEffect">
                                  <p:stCondLst>
                                    <p:cond delay="0"/>
                                  </p:stCondLst>
                                  <p:childTnLst>
                                    <p:set>
                                      <p:cBhvr>
                                        <p:cTn id="173" dur="1" fill="hold">
                                          <p:stCondLst>
                                            <p:cond delay="0"/>
                                          </p:stCondLst>
                                        </p:cTn>
                                        <p:tgtEl>
                                          <p:spTgt spid="105"/>
                                        </p:tgtEl>
                                        <p:attrNameLst>
                                          <p:attrName>style.visibility</p:attrName>
                                        </p:attrNameLst>
                                      </p:cBhvr>
                                      <p:to>
                                        <p:strVal val="visible"/>
                                      </p:to>
                                    </p:set>
                                    <p:anim calcmode="lin" valueType="num">
                                      <p:cBhvr>
                                        <p:cTn id="174" dur="1000" fill="hold"/>
                                        <p:tgtEl>
                                          <p:spTgt spid="105"/>
                                        </p:tgtEl>
                                        <p:attrNameLst>
                                          <p:attrName>ppt_w</p:attrName>
                                        </p:attrNameLst>
                                      </p:cBhvr>
                                      <p:tavLst>
                                        <p:tav tm="0">
                                          <p:val>
                                            <p:fltVal val="0"/>
                                          </p:val>
                                        </p:tav>
                                        <p:tav tm="100000">
                                          <p:val>
                                            <p:strVal val="#ppt_w"/>
                                          </p:val>
                                        </p:tav>
                                      </p:tavLst>
                                    </p:anim>
                                    <p:anim calcmode="lin" valueType="num">
                                      <p:cBhvr>
                                        <p:cTn id="175" dur="1000" fill="hold"/>
                                        <p:tgtEl>
                                          <p:spTgt spid="105"/>
                                        </p:tgtEl>
                                        <p:attrNameLst>
                                          <p:attrName>ppt_h</p:attrName>
                                        </p:attrNameLst>
                                      </p:cBhvr>
                                      <p:tavLst>
                                        <p:tav tm="0">
                                          <p:val>
                                            <p:fltVal val="0"/>
                                          </p:val>
                                        </p:tav>
                                        <p:tav tm="100000">
                                          <p:val>
                                            <p:strVal val="#ppt_h"/>
                                          </p:val>
                                        </p:tav>
                                      </p:tavLst>
                                    </p:anim>
                                    <p:anim calcmode="lin" valueType="num">
                                      <p:cBhvr>
                                        <p:cTn id="176" dur="1000" fill="hold"/>
                                        <p:tgtEl>
                                          <p:spTgt spid="105"/>
                                        </p:tgtEl>
                                        <p:attrNameLst>
                                          <p:attrName>style.rotation</p:attrName>
                                        </p:attrNameLst>
                                      </p:cBhvr>
                                      <p:tavLst>
                                        <p:tav tm="0">
                                          <p:val>
                                            <p:fltVal val="90"/>
                                          </p:val>
                                        </p:tav>
                                        <p:tav tm="100000">
                                          <p:val>
                                            <p:fltVal val="0"/>
                                          </p:val>
                                        </p:tav>
                                      </p:tavLst>
                                    </p:anim>
                                    <p:animEffect transition="in" filter="fade">
                                      <p:cBhvr>
                                        <p:cTn id="177" dur="1000"/>
                                        <p:tgtEl>
                                          <p:spTgt spid="105"/>
                                        </p:tgtEl>
                                      </p:cBhvr>
                                    </p:animEffect>
                                  </p:childTnLst>
                                </p:cTn>
                              </p:par>
                              <p:par>
                                <p:cTn id="178" presetID="22" presetClass="entr" presetSubtype="4" fill="hold" nodeType="withEffect">
                                  <p:stCondLst>
                                    <p:cond delay="1000"/>
                                  </p:stCondLst>
                                  <p:childTnLst>
                                    <p:set>
                                      <p:cBhvr>
                                        <p:cTn id="179" dur="1" fill="hold">
                                          <p:stCondLst>
                                            <p:cond delay="0"/>
                                          </p:stCondLst>
                                        </p:cTn>
                                        <p:tgtEl>
                                          <p:spTgt spid="106"/>
                                        </p:tgtEl>
                                        <p:attrNameLst>
                                          <p:attrName>style.visibility</p:attrName>
                                        </p:attrNameLst>
                                      </p:cBhvr>
                                      <p:to>
                                        <p:strVal val="visible"/>
                                      </p:to>
                                    </p:set>
                                    <p:animEffect transition="in" filter="wipe(down)">
                                      <p:cBhvr>
                                        <p:cTn id="180" dur="500"/>
                                        <p:tgtEl>
                                          <p:spTgt spid="106"/>
                                        </p:tgtEl>
                                      </p:cBhvr>
                                    </p:animEffect>
                                  </p:childTnLst>
                                </p:cTn>
                              </p:par>
                              <p:par>
                                <p:cTn id="181" presetID="31" presetClass="entr" presetSubtype="0" fill="hold" grpId="0" nodeType="withEffect">
                                  <p:stCondLst>
                                    <p:cond delay="1000"/>
                                  </p:stCondLst>
                                  <p:childTnLst>
                                    <p:set>
                                      <p:cBhvr>
                                        <p:cTn id="182" dur="1" fill="hold">
                                          <p:stCondLst>
                                            <p:cond delay="0"/>
                                          </p:stCondLst>
                                        </p:cTn>
                                        <p:tgtEl>
                                          <p:spTgt spid="110"/>
                                        </p:tgtEl>
                                        <p:attrNameLst>
                                          <p:attrName>style.visibility</p:attrName>
                                        </p:attrNameLst>
                                      </p:cBhvr>
                                      <p:to>
                                        <p:strVal val="visible"/>
                                      </p:to>
                                    </p:set>
                                    <p:anim calcmode="lin" valueType="num">
                                      <p:cBhvr>
                                        <p:cTn id="183" dur="1000" fill="hold"/>
                                        <p:tgtEl>
                                          <p:spTgt spid="110"/>
                                        </p:tgtEl>
                                        <p:attrNameLst>
                                          <p:attrName>ppt_w</p:attrName>
                                        </p:attrNameLst>
                                      </p:cBhvr>
                                      <p:tavLst>
                                        <p:tav tm="0">
                                          <p:val>
                                            <p:fltVal val="0"/>
                                          </p:val>
                                        </p:tav>
                                        <p:tav tm="100000">
                                          <p:val>
                                            <p:strVal val="#ppt_w"/>
                                          </p:val>
                                        </p:tav>
                                      </p:tavLst>
                                    </p:anim>
                                    <p:anim calcmode="lin" valueType="num">
                                      <p:cBhvr>
                                        <p:cTn id="184" dur="1000" fill="hold"/>
                                        <p:tgtEl>
                                          <p:spTgt spid="110"/>
                                        </p:tgtEl>
                                        <p:attrNameLst>
                                          <p:attrName>ppt_h</p:attrName>
                                        </p:attrNameLst>
                                      </p:cBhvr>
                                      <p:tavLst>
                                        <p:tav tm="0">
                                          <p:val>
                                            <p:fltVal val="0"/>
                                          </p:val>
                                        </p:tav>
                                        <p:tav tm="100000">
                                          <p:val>
                                            <p:strVal val="#ppt_h"/>
                                          </p:val>
                                        </p:tav>
                                      </p:tavLst>
                                    </p:anim>
                                    <p:anim calcmode="lin" valueType="num">
                                      <p:cBhvr>
                                        <p:cTn id="185" dur="1000" fill="hold"/>
                                        <p:tgtEl>
                                          <p:spTgt spid="110"/>
                                        </p:tgtEl>
                                        <p:attrNameLst>
                                          <p:attrName>style.rotation</p:attrName>
                                        </p:attrNameLst>
                                      </p:cBhvr>
                                      <p:tavLst>
                                        <p:tav tm="0">
                                          <p:val>
                                            <p:fltVal val="90"/>
                                          </p:val>
                                        </p:tav>
                                        <p:tav tm="100000">
                                          <p:val>
                                            <p:fltVal val="0"/>
                                          </p:val>
                                        </p:tav>
                                      </p:tavLst>
                                    </p:anim>
                                    <p:animEffect transition="in" filter="fade">
                                      <p:cBhvr>
                                        <p:cTn id="186" dur="1000"/>
                                        <p:tgtEl>
                                          <p:spTgt spid="110"/>
                                        </p:tgtEl>
                                      </p:cBhvr>
                                    </p:animEffect>
                                  </p:childTnLst>
                                </p:cTn>
                              </p:par>
                            </p:childTnLst>
                          </p:cTn>
                        </p:par>
                        <p:par>
                          <p:cTn id="187" fill="hold">
                            <p:stCondLst>
                              <p:cond delay="8000"/>
                            </p:stCondLst>
                            <p:childTnLst>
                              <p:par>
                                <p:cTn id="188" presetID="22" presetClass="entr" presetSubtype="1" fill="hold" nodeType="afterEffect">
                                  <p:stCondLst>
                                    <p:cond delay="0"/>
                                  </p:stCondLst>
                                  <p:childTnLst>
                                    <p:set>
                                      <p:cBhvr>
                                        <p:cTn id="189" dur="1" fill="hold">
                                          <p:stCondLst>
                                            <p:cond delay="0"/>
                                          </p:stCondLst>
                                        </p:cTn>
                                        <p:tgtEl>
                                          <p:spTgt spid="111"/>
                                        </p:tgtEl>
                                        <p:attrNameLst>
                                          <p:attrName>style.visibility</p:attrName>
                                        </p:attrNameLst>
                                      </p:cBhvr>
                                      <p:to>
                                        <p:strVal val="visible"/>
                                      </p:to>
                                    </p:set>
                                    <p:animEffect transition="in" filter="wipe(up)">
                                      <p:cBhvr>
                                        <p:cTn id="190" dur="500"/>
                                        <p:tgtEl>
                                          <p:spTgt spid="111"/>
                                        </p:tgtEl>
                                      </p:cBhvr>
                                    </p:animEffect>
                                  </p:childTnLst>
                                </p:cTn>
                              </p:par>
                            </p:childTnLst>
                          </p:cTn>
                        </p:par>
                      </p:childTnLst>
                    </p:cTn>
                  </p:par>
                  <p:par>
                    <p:cTn id="191" fill="hold">
                      <p:stCondLst>
                        <p:cond delay="indefinite"/>
                      </p:stCondLst>
                      <p:childTnLst>
                        <p:par>
                          <p:cTn id="192" fill="hold">
                            <p:stCondLst>
                              <p:cond delay="0"/>
                            </p:stCondLst>
                            <p:childTnLst>
                              <p:par>
                                <p:cTn id="193" presetID="63" presetClass="path" presetSubtype="0" accel="50000" decel="50000" fill="hold" nodeType="clickEffect">
                                  <p:stCondLst>
                                    <p:cond delay="0"/>
                                  </p:stCondLst>
                                  <p:childTnLst>
                                    <p:animMotion origin="layout" path="M 0.22592 0.00069 L 0.07566 -0.0007 " pathEditMode="relative" rAng="0" ptsTypes="AA">
                                      <p:cBhvr>
                                        <p:cTn id="194" dur="2000" fill="hold"/>
                                        <p:tgtEl>
                                          <p:spTgt spid="107"/>
                                        </p:tgtEl>
                                        <p:attrNameLst>
                                          <p:attrName>ppt_x</p:attrName>
                                          <p:attrName>ppt_y</p:attrName>
                                        </p:attrNameLst>
                                      </p:cBhvr>
                                      <p:rCtr x="-7513" y="-69"/>
                                    </p:animMotion>
                                  </p:childTnLst>
                                </p:cTn>
                              </p:par>
                            </p:childTnLst>
                          </p:cTn>
                        </p:par>
                        <p:par>
                          <p:cTn id="195" fill="hold">
                            <p:stCondLst>
                              <p:cond delay="2000"/>
                            </p:stCondLst>
                            <p:childTnLst>
                              <p:par>
                                <p:cTn id="196" presetID="32" presetClass="emph" presetSubtype="0" fill="hold" grpId="2" nodeType="afterEffect">
                                  <p:stCondLst>
                                    <p:cond delay="0"/>
                                  </p:stCondLst>
                                  <p:childTnLst>
                                    <p:animRot by="120000">
                                      <p:cBhvr>
                                        <p:cTn id="197" dur="100" fill="hold">
                                          <p:stCondLst>
                                            <p:cond delay="0"/>
                                          </p:stCondLst>
                                        </p:cTn>
                                        <p:tgtEl>
                                          <p:spTgt spid="2"/>
                                        </p:tgtEl>
                                        <p:attrNameLst>
                                          <p:attrName>r</p:attrName>
                                        </p:attrNameLst>
                                      </p:cBhvr>
                                    </p:animRot>
                                    <p:animRot by="-240000">
                                      <p:cBhvr>
                                        <p:cTn id="198" dur="200" fill="hold">
                                          <p:stCondLst>
                                            <p:cond delay="200"/>
                                          </p:stCondLst>
                                        </p:cTn>
                                        <p:tgtEl>
                                          <p:spTgt spid="2"/>
                                        </p:tgtEl>
                                        <p:attrNameLst>
                                          <p:attrName>r</p:attrName>
                                        </p:attrNameLst>
                                      </p:cBhvr>
                                    </p:animRot>
                                    <p:animRot by="240000">
                                      <p:cBhvr>
                                        <p:cTn id="199" dur="200" fill="hold">
                                          <p:stCondLst>
                                            <p:cond delay="400"/>
                                          </p:stCondLst>
                                        </p:cTn>
                                        <p:tgtEl>
                                          <p:spTgt spid="2"/>
                                        </p:tgtEl>
                                        <p:attrNameLst>
                                          <p:attrName>r</p:attrName>
                                        </p:attrNameLst>
                                      </p:cBhvr>
                                    </p:animRot>
                                    <p:animRot by="-240000">
                                      <p:cBhvr>
                                        <p:cTn id="200" dur="200" fill="hold">
                                          <p:stCondLst>
                                            <p:cond delay="600"/>
                                          </p:stCondLst>
                                        </p:cTn>
                                        <p:tgtEl>
                                          <p:spTgt spid="2"/>
                                        </p:tgtEl>
                                        <p:attrNameLst>
                                          <p:attrName>r</p:attrName>
                                        </p:attrNameLst>
                                      </p:cBhvr>
                                    </p:animRot>
                                    <p:animRot by="120000">
                                      <p:cBhvr>
                                        <p:cTn id="201" dur="200" fill="hold">
                                          <p:stCondLst>
                                            <p:cond delay="800"/>
                                          </p:stCondLst>
                                        </p:cTn>
                                        <p:tgtEl>
                                          <p:spTgt spid="2"/>
                                        </p:tgtEl>
                                        <p:attrNameLst>
                                          <p:attrName>r</p:attrName>
                                        </p:attrNameLst>
                                      </p:cBhvr>
                                    </p:animRot>
                                  </p:childTnLst>
                                </p:cTn>
                              </p:par>
                            </p:childTnLst>
                          </p:cTn>
                        </p:par>
                        <p:par>
                          <p:cTn id="202" fill="hold">
                            <p:stCondLst>
                              <p:cond delay="3000"/>
                            </p:stCondLst>
                            <p:childTnLst>
                              <p:par>
                                <p:cTn id="203" presetID="63" presetClass="path" presetSubtype="0" accel="50000" decel="50000" fill="hold" nodeType="afterEffect">
                                  <p:stCondLst>
                                    <p:cond delay="0"/>
                                  </p:stCondLst>
                                  <p:childTnLst>
                                    <p:animMotion origin="layout" path="M 0.21849 -0.00046 L 0.21849 -0.00023 " pathEditMode="relative" rAng="0" ptsTypes="AA">
                                      <p:cBhvr>
                                        <p:cTn id="204" dur="500" fill="hold"/>
                                        <p:tgtEl>
                                          <p:spTgt spid="113"/>
                                        </p:tgtEl>
                                        <p:attrNameLst>
                                          <p:attrName>ppt_x</p:attrName>
                                          <p:attrName>ppt_y</p:attrName>
                                        </p:attrNameLst>
                                      </p:cBhvr>
                                      <p:rCtr x="0" y="0"/>
                                    </p:animMotion>
                                  </p:childTnLst>
                                </p:cTn>
                              </p:par>
                            </p:childTnLst>
                          </p:cTn>
                        </p:par>
                        <p:par>
                          <p:cTn id="205" fill="hold">
                            <p:stCondLst>
                              <p:cond delay="3500"/>
                            </p:stCondLst>
                            <p:childTnLst>
                              <p:par>
                                <p:cTn id="206" presetID="31" presetClass="entr" presetSubtype="0" fill="hold" grpId="0" nodeType="afterEffect">
                                  <p:stCondLst>
                                    <p:cond delay="0"/>
                                  </p:stCondLst>
                                  <p:childTnLst>
                                    <p:set>
                                      <p:cBhvr>
                                        <p:cTn id="207" dur="1" fill="hold">
                                          <p:stCondLst>
                                            <p:cond delay="0"/>
                                          </p:stCondLst>
                                        </p:cTn>
                                        <p:tgtEl>
                                          <p:spTgt spid="136"/>
                                        </p:tgtEl>
                                        <p:attrNameLst>
                                          <p:attrName>style.visibility</p:attrName>
                                        </p:attrNameLst>
                                      </p:cBhvr>
                                      <p:to>
                                        <p:strVal val="visible"/>
                                      </p:to>
                                    </p:set>
                                    <p:anim calcmode="lin" valueType="num">
                                      <p:cBhvr>
                                        <p:cTn id="208" dur="1000" fill="hold"/>
                                        <p:tgtEl>
                                          <p:spTgt spid="136"/>
                                        </p:tgtEl>
                                        <p:attrNameLst>
                                          <p:attrName>ppt_w</p:attrName>
                                        </p:attrNameLst>
                                      </p:cBhvr>
                                      <p:tavLst>
                                        <p:tav tm="0">
                                          <p:val>
                                            <p:fltVal val="0"/>
                                          </p:val>
                                        </p:tav>
                                        <p:tav tm="100000">
                                          <p:val>
                                            <p:strVal val="#ppt_w"/>
                                          </p:val>
                                        </p:tav>
                                      </p:tavLst>
                                    </p:anim>
                                    <p:anim calcmode="lin" valueType="num">
                                      <p:cBhvr>
                                        <p:cTn id="209" dur="1000" fill="hold"/>
                                        <p:tgtEl>
                                          <p:spTgt spid="136"/>
                                        </p:tgtEl>
                                        <p:attrNameLst>
                                          <p:attrName>ppt_h</p:attrName>
                                        </p:attrNameLst>
                                      </p:cBhvr>
                                      <p:tavLst>
                                        <p:tav tm="0">
                                          <p:val>
                                            <p:fltVal val="0"/>
                                          </p:val>
                                        </p:tav>
                                        <p:tav tm="100000">
                                          <p:val>
                                            <p:strVal val="#ppt_h"/>
                                          </p:val>
                                        </p:tav>
                                      </p:tavLst>
                                    </p:anim>
                                    <p:anim calcmode="lin" valueType="num">
                                      <p:cBhvr>
                                        <p:cTn id="210" dur="1000" fill="hold"/>
                                        <p:tgtEl>
                                          <p:spTgt spid="136"/>
                                        </p:tgtEl>
                                        <p:attrNameLst>
                                          <p:attrName>style.rotation</p:attrName>
                                        </p:attrNameLst>
                                      </p:cBhvr>
                                      <p:tavLst>
                                        <p:tav tm="0">
                                          <p:val>
                                            <p:fltVal val="90"/>
                                          </p:val>
                                        </p:tav>
                                        <p:tav tm="100000">
                                          <p:val>
                                            <p:fltVal val="0"/>
                                          </p:val>
                                        </p:tav>
                                      </p:tavLst>
                                    </p:anim>
                                    <p:animEffect transition="in" filter="fade">
                                      <p:cBhvr>
                                        <p:cTn id="211" dur="1000"/>
                                        <p:tgtEl>
                                          <p:spTgt spid="136"/>
                                        </p:tgtEl>
                                      </p:cBhvr>
                                    </p:animEffect>
                                  </p:childTnLst>
                                </p:cTn>
                              </p:par>
                            </p:childTnLst>
                          </p:cTn>
                        </p:par>
                        <p:par>
                          <p:cTn id="212" fill="hold">
                            <p:stCondLst>
                              <p:cond delay="4500"/>
                            </p:stCondLst>
                            <p:childTnLst>
                              <p:par>
                                <p:cTn id="213" presetID="42" presetClass="path" presetSubtype="0" accel="50000" decel="50000" fill="hold" grpId="1" nodeType="afterEffect">
                                  <p:stCondLst>
                                    <p:cond delay="0"/>
                                  </p:stCondLst>
                                  <p:childTnLst>
                                    <p:animMotion origin="layout" path="M 2.5E-6 4.81481E-6 L 0.10312 0.29837 " pathEditMode="relative" rAng="0" ptsTypes="AA">
                                      <p:cBhvr>
                                        <p:cTn id="214" dur="2000" fill="hold"/>
                                        <p:tgtEl>
                                          <p:spTgt spid="136"/>
                                        </p:tgtEl>
                                        <p:attrNameLst>
                                          <p:attrName>ppt_x</p:attrName>
                                          <p:attrName>ppt_y</p:attrName>
                                        </p:attrNameLst>
                                      </p:cBhvr>
                                      <p:rCtr x="5156" y="14907"/>
                                    </p:animMotion>
                                  </p:childTnLst>
                                </p:cTn>
                              </p:par>
                              <p:par>
                                <p:cTn id="215" presetID="31" presetClass="entr" presetSubtype="0" fill="hold" grpId="0" nodeType="withEffect">
                                  <p:stCondLst>
                                    <p:cond delay="0"/>
                                  </p:stCondLst>
                                  <p:childTnLst>
                                    <p:set>
                                      <p:cBhvr>
                                        <p:cTn id="216" dur="1" fill="hold">
                                          <p:stCondLst>
                                            <p:cond delay="0"/>
                                          </p:stCondLst>
                                        </p:cTn>
                                        <p:tgtEl>
                                          <p:spTgt spid="153"/>
                                        </p:tgtEl>
                                        <p:attrNameLst>
                                          <p:attrName>style.visibility</p:attrName>
                                        </p:attrNameLst>
                                      </p:cBhvr>
                                      <p:to>
                                        <p:strVal val="visible"/>
                                      </p:to>
                                    </p:set>
                                    <p:anim calcmode="lin" valueType="num">
                                      <p:cBhvr>
                                        <p:cTn id="217" dur="1000" fill="hold"/>
                                        <p:tgtEl>
                                          <p:spTgt spid="153"/>
                                        </p:tgtEl>
                                        <p:attrNameLst>
                                          <p:attrName>ppt_w</p:attrName>
                                        </p:attrNameLst>
                                      </p:cBhvr>
                                      <p:tavLst>
                                        <p:tav tm="0">
                                          <p:val>
                                            <p:fltVal val="0"/>
                                          </p:val>
                                        </p:tav>
                                        <p:tav tm="100000">
                                          <p:val>
                                            <p:strVal val="#ppt_w"/>
                                          </p:val>
                                        </p:tav>
                                      </p:tavLst>
                                    </p:anim>
                                    <p:anim calcmode="lin" valueType="num">
                                      <p:cBhvr>
                                        <p:cTn id="218" dur="1000" fill="hold"/>
                                        <p:tgtEl>
                                          <p:spTgt spid="153"/>
                                        </p:tgtEl>
                                        <p:attrNameLst>
                                          <p:attrName>ppt_h</p:attrName>
                                        </p:attrNameLst>
                                      </p:cBhvr>
                                      <p:tavLst>
                                        <p:tav tm="0">
                                          <p:val>
                                            <p:fltVal val="0"/>
                                          </p:val>
                                        </p:tav>
                                        <p:tav tm="100000">
                                          <p:val>
                                            <p:strVal val="#ppt_h"/>
                                          </p:val>
                                        </p:tav>
                                      </p:tavLst>
                                    </p:anim>
                                    <p:anim calcmode="lin" valueType="num">
                                      <p:cBhvr>
                                        <p:cTn id="219" dur="1000" fill="hold"/>
                                        <p:tgtEl>
                                          <p:spTgt spid="153"/>
                                        </p:tgtEl>
                                        <p:attrNameLst>
                                          <p:attrName>style.rotation</p:attrName>
                                        </p:attrNameLst>
                                      </p:cBhvr>
                                      <p:tavLst>
                                        <p:tav tm="0">
                                          <p:val>
                                            <p:fltVal val="90"/>
                                          </p:val>
                                        </p:tav>
                                        <p:tav tm="100000">
                                          <p:val>
                                            <p:fltVal val="0"/>
                                          </p:val>
                                        </p:tav>
                                      </p:tavLst>
                                    </p:anim>
                                    <p:animEffect transition="in" filter="fade">
                                      <p:cBhvr>
                                        <p:cTn id="220" dur="1000"/>
                                        <p:tgtEl>
                                          <p:spTgt spid="153"/>
                                        </p:tgtEl>
                                      </p:cBhvr>
                                    </p:animEffect>
                                  </p:childTnLst>
                                </p:cTn>
                              </p:par>
                            </p:childTnLst>
                          </p:cTn>
                        </p:par>
                        <p:par>
                          <p:cTn id="221" fill="hold">
                            <p:stCondLst>
                              <p:cond delay="6500"/>
                            </p:stCondLst>
                            <p:childTnLst>
                              <p:par>
                                <p:cTn id="222" presetID="22" presetClass="entr" presetSubtype="1" fill="hold" nodeType="afterEffect">
                                  <p:stCondLst>
                                    <p:cond delay="0"/>
                                  </p:stCondLst>
                                  <p:childTnLst>
                                    <p:set>
                                      <p:cBhvr>
                                        <p:cTn id="223" dur="1" fill="hold">
                                          <p:stCondLst>
                                            <p:cond delay="0"/>
                                          </p:stCondLst>
                                        </p:cTn>
                                        <p:tgtEl>
                                          <p:spTgt spid="152"/>
                                        </p:tgtEl>
                                        <p:attrNameLst>
                                          <p:attrName>style.visibility</p:attrName>
                                        </p:attrNameLst>
                                      </p:cBhvr>
                                      <p:to>
                                        <p:strVal val="visible"/>
                                      </p:to>
                                    </p:set>
                                    <p:animEffect transition="in" filter="wipe(up)">
                                      <p:cBhvr>
                                        <p:cTn id="224" dur="500"/>
                                        <p:tgtEl>
                                          <p:spTgt spid="152"/>
                                        </p:tgtEl>
                                      </p:cBhvr>
                                    </p:animEffect>
                                  </p:childTnLst>
                                </p:cTn>
                              </p:par>
                              <p:par>
                                <p:cTn id="225" presetID="31" presetClass="entr" presetSubtype="0" fill="hold" grpId="0" nodeType="withEffect">
                                  <p:stCondLst>
                                    <p:cond delay="0"/>
                                  </p:stCondLst>
                                  <p:childTnLst>
                                    <p:set>
                                      <p:cBhvr>
                                        <p:cTn id="226" dur="1" fill="hold">
                                          <p:stCondLst>
                                            <p:cond delay="0"/>
                                          </p:stCondLst>
                                        </p:cTn>
                                        <p:tgtEl>
                                          <p:spTgt spid="155"/>
                                        </p:tgtEl>
                                        <p:attrNameLst>
                                          <p:attrName>style.visibility</p:attrName>
                                        </p:attrNameLst>
                                      </p:cBhvr>
                                      <p:to>
                                        <p:strVal val="visible"/>
                                      </p:to>
                                    </p:set>
                                    <p:anim calcmode="lin" valueType="num">
                                      <p:cBhvr>
                                        <p:cTn id="227" dur="1000" fill="hold"/>
                                        <p:tgtEl>
                                          <p:spTgt spid="155"/>
                                        </p:tgtEl>
                                        <p:attrNameLst>
                                          <p:attrName>ppt_w</p:attrName>
                                        </p:attrNameLst>
                                      </p:cBhvr>
                                      <p:tavLst>
                                        <p:tav tm="0">
                                          <p:val>
                                            <p:fltVal val="0"/>
                                          </p:val>
                                        </p:tav>
                                        <p:tav tm="100000">
                                          <p:val>
                                            <p:strVal val="#ppt_w"/>
                                          </p:val>
                                        </p:tav>
                                      </p:tavLst>
                                    </p:anim>
                                    <p:anim calcmode="lin" valueType="num">
                                      <p:cBhvr>
                                        <p:cTn id="228" dur="1000" fill="hold"/>
                                        <p:tgtEl>
                                          <p:spTgt spid="155"/>
                                        </p:tgtEl>
                                        <p:attrNameLst>
                                          <p:attrName>ppt_h</p:attrName>
                                        </p:attrNameLst>
                                      </p:cBhvr>
                                      <p:tavLst>
                                        <p:tav tm="0">
                                          <p:val>
                                            <p:fltVal val="0"/>
                                          </p:val>
                                        </p:tav>
                                        <p:tav tm="100000">
                                          <p:val>
                                            <p:strVal val="#ppt_h"/>
                                          </p:val>
                                        </p:tav>
                                      </p:tavLst>
                                    </p:anim>
                                    <p:anim calcmode="lin" valueType="num">
                                      <p:cBhvr>
                                        <p:cTn id="229" dur="1000" fill="hold"/>
                                        <p:tgtEl>
                                          <p:spTgt spid="155"/>
                                        </p:tgtEl>
                                        <p:attrNameLst>
                                          <p:attrName>style.rotation</p:attrName>
                                        </p:attrNameLst>
                                      </p:cBhvr>
                                      <p:tavLst>
                                        <p:tav tm="0">
                                          <p:val>
                                            <p:fltVal val="90"/>
                                          </p:val>
                                        </p:tav>
                                        <p:tav tm="100000">
                                          <p:val>
                                            <p:fltVal val="0"/>
                                          </p:val>
                                        </p:tav>
                                      </p:tavLst>
                                    </p:anim>
                                    <p:animEffect transition="in" filter="fade">
                                      <p:cBhvr>
                                        <p:cTn id="230" dur="1000"/>
                                        <p:tgtEl>
                                          <p:spTgt spid="155"/>
                                        </p:tgtEl>
                                      </p:cBhvr>
                                    </p:animEffect>
                                  </p:childTnLst>
                                </p:cTn>
                              </p:par>
                              <p:par>
                                <p:cTn id="231" presetID="22" presetClass="exit" presetSubtype="4" fill="hold" nodeType="withEffect">
                                  <p:stCondLst>
                                    <p:cond delay="0"/>
                                  </p:stCondLst>
                                  <p:childTnLst>
                                    <p:animEffect transition="out" filter="wipe(down)">
                                      <p:cBhvr>
                                        <p:cTn id="232" dur="500"/>
                                        <p:tgtEl>
                                          <p:spTgt spid="111"/>
                                        </p:tgtEl>
                                      </p:cBhvr>
                                    </p:animEffect>
                                    <p:set>
                                      <p:cBhvr>
                                        <p:cTn id="233" dur="1" fill="hold">
                                          <p:stCondLst>
                                            <p:cond delay="499"/>
                                          </p:stCondLst>
                                        </p:cTn>
                                        <p:tgtEl>
                                          <p:spTgt spid="111"/>
                                        </p:tgtEl>
                                        <p:attrNameLst>
                                          <p:attrName>style.visibility</p:attrName>
                                        </p:attrNameLst>
                                      </p:cBhvr>
                                      <p:to>
                                        <p:strVal val="hidden"/>
                                      </p:to>
                                    </p:set>
                                  </p:childTnLst>
                                </p:cTn>
                              </p:par>
                            </p:childTnLst>
                          </p:cTn>
                        </p:par>
                        <p:par>
                          <p:cTn id="234" fill="hold">
                            <p:stCondLst>
                              <p:cond delay="7500"/>
                            </p:stCondLst>
                            <p:childTnLst>
                              <p:par>
                                <p:cTn id="235" presetID="22" presetClass="entr" presetSubtype="1" fill="hold" nodeType="afterEffect">
                                  <p:stCondLst>
                                    <p:cond delay="0"/>
                                  </p:stCondLst>
                                  <p:childTnLst>
                                    <p:set>
                                      <p:cBhvr>
                                        <p:cTn id="236" dur="1" fill="hold">
                                          <p:stCondLst>
                                            <p:cond delay="0"/>
                                          </p:stCondLst>
                                        </p:cTn>
                                        <p:tgtEl>
                                          <p:spTgt spid="154"/>
                                        </p:tgtEl>
                                        <p:attrNameLst>
                                          <p:attrName>style.visibility</p:attrName>
                                        </p:attrNameLst>
                                      </p:cBhvr>
                                      <p:to>
                                        <p:strVal val="visible"/>
                                      </p:to>
                                    </p:set>
                                    <p:animEffect transition="in" filter="wipe(up)">
                                      <p:cBhvr>
                                        <p:cTn id="237" dur="500"/>
                                        <p:tgtEl>
                                          <p:spTgt spid="154"/>
                                        </p:tgtEl>
                                      </p:cBhvr>
                                    </p:animEffect>
                                  </p:childTnLst>
                                </p:cTn>
                              </p:par>
                            </p:childTnLst>
                          </p:cTn>
                        </p:par>
                      </p:childTnLst>
                    </p:cTn>
                  </p:par>
                  <p:par>
                    <p:cTn id="238" fill="hold">
                      <p:stCondLst>
                        <p:cond delay="indefinite"/>
                      </p:stCondLst>
                      <p:childTnLst>
                        <p:par>
                          <p:cTn id="239" fill="hold">
                            <p:stCondLst>
                              <p:cond delay="0"/>
                            </p:stCondLst>
                            <p:childTnLst>
                              <p:par>
                                <p:cTn id="240" presetID="63" presetClass="path" presetSubtype="0" accel="50000" decel="50000" fill="hold" nodeType="clickEffect">
                                  <p:stCondLst>
                                    <p:cond delay="0"/>
                                  </p:stCondLst>
                                  <p:childTnLst>
                                    <p:animMotion origin="layout" path="M 0.07566 -0.0007 L 0.11237 1.11111E-6 " pathEditMode="relative" rAng="0" ptsTypes="AA">
                                      <p:cBhvr>
                                        <p:cTn id="241" dur="2000" fill="hold"/>
                                        <p:tgtEl>
                                          <p:spTgt spid="107"/>
                                        </p:tgtEl>
                                        <p:attrNameLst>
                                          <p:attrName>ppt_x</p:attrName>
                                          <p:attrName>ppt_y</p:attrName>
                                        </p:attrNameLst>
                                      </p:cBhvr>
                                      <p:rCtr x="1836" y="23"/>
                                    </p:animMotion>
                                  </p:childTnLst>
                                </p:cTn>
                              </p:par>
                            </p:childTnLst>
                          </p:cTn>
                        </p:par>
                        <p:par>
                          <p:cTn id="242" fill="hold">
                            <p:stCondLst>
                              <p:cond delay="2000"/>
                            </p:stCondLst>
                            <p:childTnLst>
                              <p:par>
                                <p:cTn id="243" presetID="32" presetClass="emph" presetSubtype="0" fill="hold" grpId="3" nodeType="afterEffect">
                                  <p:stCondLst>
                                    <p:cond delay="0"/>
                                  </p:stCondLst>
                                  <p:childTnLst>
                                    <p:animRot by="120000">
                                      <p:cBhvr>
                                        <p:cTn id="244" dur="100" fill="hold">
                                          <p:stCondLst>
                                            <p:cond delay="0"/>
                                          </p:stCondLst>
                                        </p:cTn>
                                        <p:tgtEl>
                                          <p:spTgt spid="2"/>
                                        </p:tgtEl>
                                        <p:attrNameLst>
                                          <p:attrName>r</p:attrName>
                                        </p:attrNameLst>
                                      </p:cBhvr>
                                    </p:animRot>
                                    <p:animRot by="-240000">
                                      <p:cBhvr>
                                        <p:cTn id="245" dur="200" fill="hold">
                                          <p:stCondLst>
                                            <p:cond delay="200"/>
                                          </p:stCondLst>
                                        </p:cTn>
                                        <p:tgtEl>
                                          <p:spTgt spid="2"/>
                                        </p:tgtEl>
                                        <p:attrNameLst>
                                          <p:attrName>r</p:attrName>
                                        </p:attrNameLst>
                                      </p:cBhvr>
                                    </p:animRot>
                                    <p:animRot by="240000">
                                      <p:cBhvr>
                                        <p:cTn id="246" dur="200" fill="hold">
                                          <p:stCondLst>
                                            <p:cond delay="400"/>
                                          </p:stCondLst>
                                        </p:cTn>
                                        <p:tgtEl>
                                          <p:spTgt spid="2"/>
                                        </p:tgtEl>
                                        <p:attrNameLst>
                                          <p:attrName>r</p:attrName>
                                        </p:attrNameLst>
                                      </p:cBhvr>
                                    </p:animRot>
                                    <p:animRot by="-240000">
                                      <p:cBhvr>
                                        <p:cTn id="247" dur="200" fill="hold">
                                          <p:stCondLst>
                                            <p:cond delay="600"/>
                                          </p:stCondLst>
                                        </p:cTn>
                                        <p:tgtEl>
                                          <p:spTgt spid="2"/>
                                        </p:tgtEl>
                                        <p:attrNameLst>
                                          <p:attrName>r</p:attrName>
                                        </p:attrNameLst>
                                      </p:cBhvr>
                                    </p:animRot>
                                    <p:animRot by="120000">
                                      <p:cBhvr>
                                        <p:cTn id="248" dur="200" fill="hold">
                                          <p:stCondLst>
                                            <p:cond delay="800"/>
                                          </p:stCondLst>
                                        </p:cTn>
                                        <p:tgtEl>
                                          <p:spTgt spid="2"/>
                                        </p:tgtEl>
                                        <p:attrNameLst>
                                          <p:attrName>r</p:attrName>
                                        </p:attrNameLst>
                                      </p:cBhvr>
                                    </p:animRot>
                                  </p:childTnLst>
                                </p:cTn>
                              </p:par>
                            </p:childTnLst>
                          </p:cTn>
                        </p:par>
                        <p:par>
                          <p:cTn id="249" fill="hold">
                            <p:stCondLst>
                              <p:cond delay="3000"/>
                            </p:stCondLst>
                            <p:childTnLst>
                              <p:par>
                                <p:cTn id="250" presetID="63" presetClass="path" presetSubtype="0" accel="50000" decel="50000" fill="hold" nodeType="afterEffect">
                                  <p:stCondLst>
                                    <p:cond delay="0"/>
                                  </p:stCondLst>
                                  <p:childTnLst>
                                    <p:animMotion origin="layout" path="M 0.21849 -0.00046 L -0.13138 0.00116 " pathEditMode="relative" rAng="0" ptsTypes="AA">
                                      <p:cBhvr>
                                        <p:cTn id="251" dur="2000" fill="hold"/>
                                        <p:tgtEl>
                                          <p:spTgt spid="113"/>
                                        </p:tgtEl>
                                        <p:attrNameLst>
                                          <p:attrName>ppt_x</p:attrName>
                                          <p:attrName>ppt_y</p:attrName>
                                        </p:attrNameLst>
                                      </p:cBhvr>
                                      <p:rCtr x="-17500" y="69"/>
                                    </p:animMotion>
                                  </p:childTnLst>
                                </p:cTn>
                              </p:par>
                            </p:childTnLst>
                          </p:cTn>
                        </p:par>
                        <p:par>
                          <p:cTn id="252" fill="hold">
                            <p:stCondLst>
                              <p:cond delay="5000"/>
                            </p:stCondLst>
                            <p:childTnLst>
                              <p:par>
                                <p:cTn id="253" presetID="31" presetClass="entr" presetSubtype="0" fill="hold" grpId="0" nodeType="afterEffect">
                                  <p:stCondLst>
                                    <p:cond delay="0"/>
                                  </p:stCondLst>
                                  <p:childTnLst>
                                    <p:set>
                                      <p:cBhvr>
                                        <p:cTn id="254" dur="1" fill="hold">
                                          <p:stCondLst>
                                            <p:cond delay="0"/>
                                          </p:stCondLst>
                                        </p:cTn>
                                        <p:tgtEl>
                                          <p:spTgt spid="142"/>
                                        </p:tgtEl>
                                        <p:attrNameLst>
                                          <p:attrName>style.visibility</p:attrName>
                                        </p:attrNameLst>
                                      </p:cBhvr>
                                      <p:to>
                                        <p:strVal val="visible"/>
                                      </p:to>
                                    </p:set>
                                    <p:anim calcmode="lin" valueType="num">
                                      <p:cBhvr>
                                        <p:cTn id="255" dur="1000" fill="hold"/>
                                        <p:tgtEl>
                                          <p:spTgt spid="142"/>
                                        </p:tgtEl>
                                        <p:attrNameLst>
                                          <p:attrName>ppt_w</p:attrName>
                                        </p:attrNameLst>
                                      </p:cBhvr>
                                      <p:tavLst>
                                        <p:tav tm="0">
                                          <p:val>
                                            <p:fltVal val="0"/>
                                          </p:val>
                                        </p:tav>
                                        <p:tav tm="100000">
                                          <p:val>
                                            <p:strVal val="#ppt_w"/>
                                          </p:val>
                                        </p:tav>
                                      </p:tavLst>
                                    </p:anim>
                                    <p:anim calcmode="lin" valueType="num">
                                      <p:cBhvr>
                                        <p:cTn id="256" dur="1000" fill="hold"/>
                                        <p:tgtEl>
                                          <p:spTgt spid="142"/>
                                        </p:tgtEl>
                                        <p:attrNameLst>
                                          <p:attrName>ppt_h</p:attrName>
                                        </p:attrNameLst>
                                      </p:cBhvr>
                                      <p:tavLst>
                                        <p:tav tm="0">
                                          <p:val>
                                            <p:fltVal val="0"/>
                                          </p:val>
                                        </p:tav>
                                        <p:tav tm="100000">
                                          <p:val>
                                            <p:strVal val="#ppt_h"/>
                                          </p:val>
                                        </p:tav>
                                      </p:tavLst>
                                    </p:anim>
                                    <p:anim calcmode="lin" valueType="num">
                                      <p:cBhvr>
                                        <p:cTn id="257" dur="1000" fill="hold"/>
                                        <p:tgtEl>
                                          <p:spTgt spid="142"/>
                                        </p:tgtEl>
                                        <p:attrNameLst>
                                          <p:attrName>style.rotation</p:attrName>
                                        </p:attrNameLst>
                                      </p:cBhvr>
                                      <p:tavLst>
                                        <p:tav tm="0">
                                          <p:val>
                                            <p:fltVal val="90"/>
                                          </p:val>
                                        </p:tav>
                                        <p:tav tm="100000">
                                          <p:val>
                                            <p:fltVal val="0"/>
                                          </p:val>
                                        </p:tav>
                                      </p:tavLst>
                                    </p:anim>
                                    <p:animEffect transition="in" filter="fade">
                                      <p:cBhvr>
                                        <p:cTn id="258" dur="1000"/>
                                        <p:tgtEl>
                                          <p:spTgt spid="142"/>
                                        </p:tgtEl>
                                      </p:cBhvr>
                                    </p:animEffect>
                                  </p:childTnLst>
                                </p:cTn>
                              </p:par>
                            </p:childTnLst>
                          </p:cTn>
                        </p:par>
                        <p:par>
                          <p:cTn id="259" fill="hold">
                            <p:stCondLst>
                              <p:cond delay="6000"/>
                            </p:stCondLst>
                            <p:childTnLst>
                              <p:par>
                                <p:cTn id="260" presetID="42" presetClass="path" presetSubtype="0" accel="50000" decel="50000" fill="hold" grpId="1" nodeType="afterEffect">
                                  <p:stCondLst>
                                    <p:cond delay="0"/>
                                  </p:stCondLst>
                                  <p:childTnLst>
                                    <p:animMotion origin="layout" path="M 3.125E-6 -3.7037E-6 L -0.28242 0.36991 " pathEditMode="relative" rAng="0" ptsTypes="AA">
                                      <p:cBhvr>
                                        <p:cTn id="261" dur="2000" fill="hold"/>
                                        <p:tgtEl>
                                          <p:spTgt spid="142"/>
                                        </p:tgtEl>
                                        <p:attrNameLst>
                                          <p:attrName>ppt_x</p:attrName>
                                          <p:attrName>ppt_y</p:attrName>
                                        </p:attrNameLst>
                                      </p:cBhvr>
                                      <p:rCtr x="-14128" y="18495"/>
                                    </p:animMotion>
                                  </p:childTnLst>
                                </p:cTn>
                              </p:par>
                              <p:par>
                                <p:cTn id="262" presetID="31" presetClass="entr" presetSubtype="0" fill="hold" grpId="0" nodeType="withEffect">
                                  <p:stCondLst>
                                    <p:cond delay="0"/>
                                  </p:stCondLst>
                                  <p:childTnLst>
                                    <p:set>
                                      <p:cBhvr>
                                        <p:cTn id="263" dur="1" fill="hold">
                                          <p:stCondLst>
                                            <p:cond delay="0"/>
                                          </p:stCondLst>
                                        </p:cTn>
                                        <p:tgtEl>
                                          <p:spTgt spid="128"/>
                                        </p:tgtEl>
                                        <p:attrNameLst>
                                          <p:attrName>style.visibility</p:attrName>
                                        </p:attrNameLst>
                                      </p:cBhvr>
                                      <p:to>
                                        <p:strVal val="visible"/>
                                      </p:to>
                                    </p:set>
                                    <p:anim calcmode="lin" valueType="num">
                                      <p:cBhvr>
                                        <p:cTn id="264" dur="1000" fill="hold"/>
                                        <p:tgtEl>
                                          <p:spTgt spid="128"/>
                                        </p:tgtEl>
                                        <p:attrNameLst>
                                          <p:attrName>ppt_w</p:attrName>
                                        </p:attrNameLst>
                                      </p:cBhvr>
                                      <p:tavLst>
                                        <p:tav tm="0">
                                          <p:val>
                                            <p:fltVal val="0"/>
                                          </p:val>
                                        </p:tav>
                                        <p:tav tm="100000">
                                          <p:val>
                                            <p:strVal val="#ppt_w"/>
                                          </p:val>
                                        </p:tav>
                                      </p:tavLst>
                                    </p:anim>
                                    <p:anim calcmode="lin" valueType="num">
                                      <p:cBhvr>
                                        <p:cTn id="265" dur="1000" fill="hold"/>
                                        <p:tgtEl>
                                          <p:spTgt spid="128"/>
                                        </p:tgtEl>
                                        <p:attrNameLst>
                                          <p:attrName>ppt_h</p:attrName>
                                        </p:attrNameLst>
                                      </p:cBhvr>
                                      <p:tavLst>
                                        <p:tav tm="0">
                                          <p:val>
                                            <p:fltVal val="0"/>
                                          </p:val>
                                        </p:tav>
                                        <p:tav tm="100000">
                                          <p:val>
                                            <p:strVal val="#ppt_h"/>
                                          </p:val>
                                        </p:tav>
                                      </p:tavLst>
                                    </p:anim>
                                    <p:anim calcmode="lin" valueType="num">
                                      <p:cBhvr>
                                        <p:cTn id="266" dur="1000" fill="hold"/>
                                        <p:tgtEl>
                                          <p:spTgt spid="128"/>
                                        </p:tgtEl>
                                        <p:attrNameLst>
                                          <p:attrName>style.rotation</p:attrName>
                                        </p:attrNameLst>
                                      </p:cBhvr>
                                      <p:tavLst>
                                        <p:tav tm="0">
                                          <p:val>
                                            <p:fltVal val="90"/>
                                          </p:val>
                                        </p:tav>
                                        <p:tav tm="100000">
                                          <p:val>
                                            <p:fltVal val="0"/>
                                          </p:val>
                                        </p:tav>
                                      </p:tavLst>
                                    </p:anim>
                                    <p:animEffect transition="in" filter="fade">
                                      <p:cBhvr>
                                        <p:cTn id="267" dur="1000"/>
                                        <p:tgtEl>
                                          <p:spTgt spid="128"/>
                                        </p:tgtEl>
                                      </p:cBhvr>
                                    </p:animEffect>
                                  </p:childTnLst>
                                </p:cTn>
                              </p:par>
                            </p:childTnLst>
                          </p:cTn>
                        </p:par>
                        <p:par>
                          <p:cTn id="268" fill="hold">
                            <p:stCondLst>
                              <p:cond delay="8000"/>
                            </p:stCondLst>
                            <p:childTnLst>
                              <p:par>
                                <p:cTn id="269" presetID="22" presetClass="entr" presetSubtype="4" fill="hold" nodeType="afterEffect">
                                  <p:stCondLst>
                                    <p:cond delay="0"/>
                                  </p:stCondLst>
                                  <p:childTnLst>
                                    <p:set>
                                      <p:cBhvr>
                                        <p:cTn id="270" dur="1" fill="hold">
                                          <p:stCondLst>
                                            <p:cond delay="0"/>
                                          </p:stCondLst>
                                        </p:cTn>
                                        <p:tgtEl>
                                          <p:spTgt spid="129"/>
                                        </p:tgtEl>
                                        <p:attrNameLst>
                                          <p:attrName>style.visibility</p:attrName>
                                        </p:attrNameLst>
                                      </p:cBhvr>
                                      <p:to>
                                        <p:strVal val="visible"/>
                                      </p:to>
                                    </p:set>
                                    <p:animEffect transition="in" filter="wipe(down)">
                                      <p:cBhvr>
                                        <p:cTn id="271" dur="500"/>
                                        <p:tgtEl>
                                          <p:spTgt spid="129"/>
                                        </p:tgtEl>
                                      </p:cBhvr>
                                    </p:animEffect>
                                  </p:childTnLst>
                                </p:cTn>
                              </p:par>
                              <p:par>
                                <p:cTn id="272" presetID="31" presetClass="entr" presetSubtype="0" fill="hold" grpId="0" nodeType="withEffect">
                                  <p:stCondLst>
                                    <p:cond delay="0"/>
                                  </p:stCondLst>
                                  <p:childTnLst>
                                    <p:set>
                                      <p:cBhvr>
                                        <p:cTn id="273" dur="1" fill="hold">
                                          <p:stCondLst>
                                            <p:cond delay="0"/>
                                          </p:stCondLst>
                                        </p:cTn>
                                        <p:tgtEl>
                                          <p:spTgt spid="130"/>
                                        </p:tgtEl>
                                        <p:attrNameLst>
                                          <p:attrName>style.visibility</p:attrName>
                                        </p:attrNameLst>
                                      </p:cBhvr>
                                      <p:to>
                                        <p:strVal val="visible"/>
                                      </p:to>
                                    </p:set>
                                    <p:anim calcmode="lin" valueType="num">
                                      <p:cBhvr>
                                        <p:cTn id="274" dur="1000" fill="hold"/>
                                        <p:tgtEl>
                                          <p:spTgt spid="130"/>
                                        </p:tgtEl>
                                        <p:attrNameLst>
                                          <p:attrName>ppt_w</p:attrName>
                                        </p:attrNameLst>
                                      </p:cBhvr>
                                      <p:tavLst>
                                        <p:tav tm="0">
                                          <p:val>
                                            <p:fltVal val="0"/>
                                          </p:val>
                                        </p:tav>
                                        <p:tav tm="100000">
                                          <p:val>
                                            <p:strVal val="#ppt_w"/>
                                          </p:val>
                                        </p:tav>
                                      </p:tavLst>
                                    </p:anim>
                                    <p:anim calcmode="lin" valueType="num">
                                      <p:cBhvr>
                                        <p:cTn id="275" dur="1000" fill="hold"/>
                                        <p:tgtEl>
                                          <p:spTgt spid="130"/>
                                        </p:tgtEl>
                                        <p:attrNameLst>
                                          <p:attrName>ppt_h</p:attrName>
                                        </p:attrNameLst>
                                      </p:cBhvr>
                                      <p:tavLst>
                                        <p:tav tm="0">
                                          <p:val>
                                            <p:fltVal val="0"/>
                                          </p:val>
                                        </p:tav>
                                        <p:tav tm="100000">
                                          <p:val>
                                            <p:strVal val="#ppt_h"/>
                                          </p:val>
                                        </p:tav>
                                      </p:tavLst>
                                    </p:anim>
                                    <p:anim calcmode="lin" valueType="num">
                                      <p:cBhvr>
                                        <p:cTn id="276" dur="1000" fill="hold"/>
                                        <p:tgtEl>
                                          <p:spTgt spid="130"/>
                                        </p:tgtEl>
                                        <p:attrNameLst>
                                          <p:attrName>style.rotation</p:attrName>
                                        </p:attrNameLst>
                                      </p:cBhvr>
                                      <p:tavLst>
                                        <p:tav tm="0">
                                          <p:val>
                                            <p:fltVal val="90"/>
                                          </p:val>
                                        </p:tav>
                                        <p:tav tm="100000">
                                          <p:val>
                                            <p:fltVal val="0"/>
                                          </p:val>
                                        </p:tav>
                                      </p:tavLst>
                                    </p:anim>
                                    <p:animEffect transition="in" filter="fade">
                                      <p:cBhvr>
                                        <p:cTn id="277" dur="1000"/>
                                        <p:tgtEl>
                                          <p:spTgt spid="130"/>
                                        </p:tgtEl>
                                      </p:cBhvr>
                                    </p:animEffect>
                                  </p:childTnLst>
                                </p:cTn>
                              </p:par>
                            </p:childTnLst>
                          </p:cTn>
                        </p:par>
                        <p:par>
                          <p:cTn id="278" fill="hold">
                            <p:stCondLst>
                              <p:cond delay="9000"/>
                            </p:stCondLst>
                            <p:childTnLst>
                              <p:par>
                                <p:cTn id="279" presetID="22" presetClass="entr" presetSubtype="1" fill="hold" nodeType="afterEffect">
                                  <p:stCondLst>
                                    <p:cond delay="0"/>
                                  </p:stCondLst>
                                  <p:childTnLst>
                                    <p:set>
                                      <p:cBhvr>
                                        <p:cTn id="280" dur="1" fill="hold">
                                          <p:stCondLst>
                                            <p:cond delay="0"/>
                                          </p:stCondLst>
                                        </p:cTn>
                                        <p:tgtEl>
                                          <p:spTgt spid="127"/>
                                        </p:tgtEl>
                                        <p:attrNameLst>
                                          <p:attrName>style.visibility</p:attrName>
                                        </p:attrNameLst>
                                      </p:cBhvr>
                                      <p:to>
                                        <p:strVal val="visible"/>
                                      </p:to>
                                    </p:set>
                                    <p:animEffect transition="in" filter="wipe(up)">
                                      <p:cBhvr>
                                        <p:cTn id="281" dur="500"/>
                                        <p:tgtEl>
                                          <p:spTgt spid="127"/>
                                        </p:tgtEl>
                                      </p:cBhvr>
                                    </p:animEffect>
                                  </p:childTnLst>
                                </p:cTn>
                              </p:par>
                            </p:childTnLst>
                          </p:cTn>
                        </p:par>
                      </p:childTnLst>
                    </p:cTn>
                  </p:par>
                  <p:par>
                    <p:cTn id="282" fill="hold">
                      <p:stCondLst>
                        <p:cond delay="indefinite"/>
                      </p:stCondLst>
                      <p:childTnLst>
                        <p:par>
                          <p:cTn id="283" fill="hold">
                            <p:stCondLst>
                              <p:cond delay="0"/>
                            </p:stCondLst>
                            <p:childTnLst>
                              <p:par>
                                <p:cTn id="284" presetID="63" presetClass="path" presetSubtype="0" accel="50000" decel="50000" fill="hold" nodeType="clickEffect">
                                  <p:stCondLst>
                                    <p:cond delay="0"/>
                                  </p:stCondLst>
                                  <p:childTnLst>
                                    <p:animMotion origin="layout" path="M 0.11237 1.11111E-6 L -0.11549 0.00046 " pathEditMode="relative" rAng="0" ptsTypes="AA">
                                      <p:cBhvr>
                                        <p:cTn id="285" dur="2000" fill="hold"/>
                                        <p:tgtEl>
                                          <p:spTgt spid="107"/>
                                        </p:tgtEl>
                                        <p:attrNameLst>
                                          <p:attrName>ppt_x</p:attrName>
                                          <p:attrName>ppt_y</p:attrName>
                                        </p:attrNameLst>
                                      </p:cBhvr>
                                      <p:rCtr x="-11393" y="23"/>
                                    </p:animMotion>
                                  </p:childTnLst>
                                </p:cTn>
                              </p:par>
                            </p:childTnLst>
                          </p:cTn>
                        </p:par>
                        <p:par>
                          <p:cTn id="286" fill="hold">
                            <p:stCondLst>
                              <p:cond delay="2000"/>
                            </p:stCondLst>
                            <p:childTnLst>
                              <p:par>
                                <p:cTn id="287" presetID="32" presetClass="emph" presetSubtype="0" fill="hold" grpId="4" nodeType="afterEffect">
                                  <p:stCondLst>
                                    <p:cond delay="0"/>
                                  </p:stCondLst>
                                  <p:childTnLst>
                                    <p:animRot by="120000">
                                      <p:cBhvr>
                                        <p:cTn id="288" dur="100" fill="hold">
                                          <p:stCondLst>
                                            <p:cond delay="0"/>
                                          </p:stCondLst>
                                        </p:cTn>
                                        <p:tgtEl>
                                          <p:spTgt spid="2"/>
                                        </p:tgtEl>
                                        <p:attrNameLst>
                                          <p:attrName>r</p:attrName>
                                        </p:attrNameLst>
                                      </p:cBhvr>
                                    </p:animRot>
                                    <p:animRot by="-240000">
                                      <p:cBhvr>
                                        <p:cTn id="289" dur="200" fill="hold">
                                          <p:stCondLst>
                                            <p:cond delay="200"/>
                                          </p:stCondLst>
                                        </p:cTn>
                                        <p:tgtEl>
                                          <p:spTgt spid="2"/>
                                        </p:tgtEl>
                                        <p:attrNameLst>
                                          <p:attrName>r</p:attrName>
                                        </p:attrNameLst>
                                      </p:cBhvr>
                                    </p:animRot>
                                    <p:animRot by="240000">
                                      <p:cBhvr>
                                        <p:cTn id="290" dur="200" fill="hold">
                                          <p:stCondLst>
                                            <p:cond delay="400"/>
                                          </p:stCondLst>
                                        </p:cTn>
                                        <p:tgtEl>
                                          <p:spTgt spid="2"/>
                                        </p:tgtEl>
                                        <p:attrNameLst>
                                          <p:attrName>r</p:attrName>
                                        </p:attrNameLst>
                                      </p:cBhvr>
                                    </p:animRot>
                                    <p:animRot by="-240000">
                                      <p:cBhvr>
                                        <p:cTn id="291" dur="200" fill="hold">
                                          <p:stCondLst>
                                            <p:cond delay="600"/>
                                          </p:stCondLst>
                                        </p:cTn>
                                        <p:tgtEl>
                                          <p:spTgt spid="2"/>
                                        </p:tgtEl>
                                        <p:attrNameLst>
                                          <p:attrName>r</p:attrName>
                                        </p:attrNameLst>
                                      </p:cBhvr>
                                    </p:animRot>
                                    <p:animRot by="120000">
                                      <p:cBhvr>
                                        <p:cTn id="292" dur="200" fill="hold">
                                          <p:stCondLst>
                                            <p:cond delay="800"/>
                                          </p:stCondLst>
                                        </p:cTn>
                                        <p:tgtEl>
                                          <p:spTgt spid="2"/>
                                        </p:tgtEl>
                                        <p:attrNameLst>
                                          <p:attrName>r</p:attrName>
                                        </p:attrNameLst>
                                      </p:cBhvr>
                                    </p:animRot>
                                  </p:childTnLst>
                                </p:cTn>
                              </p:par>
                            </p:childTnLst>
                          </p:cTn>
                        </p:par>
                        <p:par>
                          <p:cTn id="293" fill="hold">
                            <p:stCondLst>
                              <p:cond delay="3000"/>
                            </p:stCondLst>
                            <p:childTnLst>
                              <p:par>
                                <p:cTn id="294" presetID="63" presetClass="path" presetSubtype="0" accel="50000" decel="50000" fill="hold" nodeType="afterEffect">
                                  <p:stCondLst>
                                    <p:cond delay="0"/>
                                  </p:stCondLst>
                                  <p:childTnLst>
                                    <p:animMotion origin="layout" path="M -0.13138 0.00116 L 0.17097 0.00116 " pathEditMode="relative" rAng="0" ptsTypes="AA">
                                      <p:cBhvr>
                                        <p:cTn id="295" dur="2000" fill="hold"/>
                                        <p:tgtEl>
                                          <p:spTgt spid="113"/>
                                        </p:tgtEl>
                                        <p:attrNameLst>
                                          <p:attrName>ppt_x</p:attrName>
                                          <p:attrName>ppt_y</p:attrName>
                                        </p:attrNameLst>
                                      </p:cBhvr>
                                      <p:rCtr x="15117" y="0"/>
                                    </p:animMotion>
                                  </p:childTnLst>
                                </p:cTn>
                              </p:par>
                            </p:childTnLst>
                          </p:cTn>
                        </p:par>
                        <p:par>
                          <p:cTn id="296" fill="hold">
                            <p:stCondLst>
                              <p:cond delay="5000"/>
                            </p:stCondLst>
                            <p:childTnLst>
                              <p:par>
                                <p:cTn id="297" presetID="31" presetClass="entr" presetSubtype="0" fill="hold" grpId="0" nodeType="afterEffect">
                                  <p:stCondLst>
                                    <p:cond delay="0"/>
                                  </p:stCondLst>
                                  <p:childTnLst>
                                    <p:set>
                                      <p:cBhvr>
                                        <p:cTn id="298" dur="1" fill="hold">
                                          <p:stCondLst>
                                            <p:cond delay="0"/>
                                          </p:stCondLst>
                                        </p:cTn>
                                        <p:tgtEl>
                                          <p:spTgt spid="112"/>
                                        </p:tgtEl>
                                        <p:attrNameLst>
                                          <p:attrName>style.visibility</p:attrName>
                                        </p:attrNameLst>
                                      </p:cBhvr>
                                      <p:to>
                                        <p:strVal val="visible"/>
                                      </p:to>
                                    </p:set>
                                    <p:anim calcmode="lin" valueType="num">
                                      <p:cBhvr>
                                        <p:cTn id="299" dur="1000" fill="hold"/>
                                        <p:tgtEl>
                                          <p:spTgt spid="112"/>
                                        </p:tgtEl>
                                        <p:attrNameLst>
                                          <p:attrName>ppt_w</p:attrName>
                                        </p:attrNameLst>
                                      </p:cBhvr>
                                      <p:tavLst>
                                        <p:tav tm="0">
                                          <p:val>
                                            <p:fltVal val="0"/>
                                          </p:val>
                                        </p:tav>
                                        <p:tav tm="100000">
                                          <p:val>
                                            <p:strVal val="#ppt_w"/>
                                          </p:val>
                                        </p:tav>
                                      </p:tavLst>
                                    </p:anim>
                                    <p:anim calcmode="lin" valueType="num">
                                      <p:cBhvr>
                                        <p:cTn id="300" dur="1000" fill="hold"/>
                                        <p:tgtEl>
                                          <p:spTgt spid="112"/>
                                        </p:tgtEl>
                                        <p:attrNameLst>
                                          <p:attrName>ppt_h</p:attrName>
                                        </p:attrNameLst>
                                      </p:cBhvr>
                                      <p:tavLst>
                                        <p:tav tm="0">
                                          <p:val>
                                            <p:fltVal val="0"/>
                                          </p:val>
                                        </p:tav>
                                        <p:tav tm="100000">
                                          <p:val>
                                            <p:strVal val="#ppt_h"/>
                                          </p:val>
                                        </p:tav>
                                      </p:tavLst>
                                    </p:anim>
                                    <p:anim calcmode="lin" valueType="num">
                                      <p:cBhvr>
                                        <p:cTn id="301" dur="1000" fill="hold"/>
                                        <p:tgtEl>
                                          <p:spTgt spid="112"/>
                                        </p:tgtEl>
                                        <p:attrNameLst>
                                          <p:attrName>style.rotation</p:attrName>
                                        </p:attrNameLst>
                                      </p:cBhvr>
                                      <p:tavLst>
                                        <p:tav tm="0">
                                          <p:val>
                                            <p:fltVal val="90"/>
                                          </p:val>
                                        </p:tav>
                                        <p:tav tm="100000">
                                          <p:val>
                                            <p:fltVal val="0"/>
                                          </p:val>
                                        </p:tav>
                                      </p:tavLst>
                                    </p:anim>
                                    <p:animEffect transition="in" filter="fade">
                                      <p:cBhvr>
                                        <p:cTn id="302" dur="1000"/>
                                        <p:tgtEl>
                                          <p:spTgt spid="112"/>
                                        </p:tgtEl>
                                      </p:cBhvr>
                                    </p:animEffect>
                                  </p:childTnLst>
                                </p:cTn>
                              </p:par>
                            </p:childTnLst>
                          </p:cTn>
                        </p:par>
                        <p:par>
                          <p:cTn id="303" fill="hold">
                            <p:stCondLst>
                              <p:cond delay="6000"/>
                            </p:stCondLst>
                            <p:childTnLst>
                              <p:par>
                                <p:cTn id="304" presetID="42" presetClass="path" presetSubtype="0" accel="50000" decel="50000" fill="hold" grpId="1" nodeType="afterEffect">
                                  <p:stCondLst>
                                    <p:cond delay="0"/>
                                  </p:stCondLst>
                                  <p:childTnLst>
                                    <p:animMotion origin="layout" path="M 4.16667E-7 -3.7037E-6 L 0.24687 0.37107 " pathEditMode="relative" rAng="0" ptsTypes="AA">
                                      <p:cBhvr>
                                        <p:cTn id="305" dur="2000" fill="hold"/>
                                        <p:tgtEl>
                                          <p:spTgt spid="112"/>
                                        </p:tgtEl>
                                        <p:attrNameLst>
                                          <p:attrName>ppt_x</p:attrName>
                                          <p:attrName>ppt_y</p:attrName>
                                        </p:attrNameLst>
                                      </p:cBhvr>
                                      <p:rCtr x="12344" y="18542"/>
                                    </p:animMotion>
                                  </p:childTnLst>
                                </p:cTn>
                              </p:par>
                              <p:par>
                                <p:cTn id="306" presetID="31" presetClass="entr" presetSubtype="0" fill="hold" grpId="0" nodeType="withEffect">
                                  <p:stCondLst>
                                    <p:cond delay="0"/>
                                  </p:stCondLst>
                                  <p:childTnLst>
                                    <p:set>
                                      <p:cBhvr>
                                        <p:cTn id="307" dur="1" fill="hold">
                                          <p:stCondLst>
                                            <p:cond delay="0"/>
                                          </p:stCondLst>
                                        </p:cTn>
                                        <p:tgtEl>
                                          <p:spTgt spid="145"/>
                                        </p:tgtEl>
                                        <p:attrNameLst>
                                          <p:attrName>style.visibility</p:attrName>
                                        </p:attrNameLst>
                                      </p:cBhvr>
                                      <p:to>
                                        <p:strVal val="visible"/>
                                      </p:to>
                                    </p:set>
                                    <p:anim calcmode="lin" valueType="num">
                                      <p:cBhvr>
                                        <p:cTn id="308" dur="1000" fill="hold"/>
                                        <p:tgtEl>
                                          <p:spTgt spid="145"/>
                                        </p:tgtEl>
                                        <p:attrNameLst>
                                          <p:attrName>ppt_w</p:attrName>
                                        </p:attrNameLst>
                                      </p:cBhvr>
                                      <p:tavLst>
                                        <p:tav tm="0">
                                          <p:val>
                                            <p:fltVal val="0"/>
                                          </p:val>
                                        </p:tav>
                                        <p:tav tm="100000">
                                          <p:val>
                                            <p:strVal val="#ppt_w"/>
                                          </p:val>
                                        </p:tav>
                                      </p:tavLst>
                                    </p:anim>
                                    <p:anim calcmode="lin" valueType="num">
                                      <p:cBhvr>
                                        <p:cTn id="309" dur="1000" fill="hold"/>
                                        <p:tgtEl>
                                          <p:spTgt spid="145"/>
                                        </p:tgtEl>
                                        <p:attrNameLst>
                                          <p:attrName>ppt_h</p:attrName>
                                        </p:attrNameLst>
                                      </p:cBhvr>
                                      <p:tavLst>
                                        <p:tav tm="0">
                                          <p:val>
                                            <p:fltVal val="0"/>
                                          </p:val>
                                        </p:tav>
                                        <p:tav tm="100000">
                                          <p:val>
                                            <p:strVal val="#ppt_h"/>
                                          </p:val>
                                        </p:tav>
                                      </p:tavLst>
                                    </p:anim>
                                    <p:anim calcmode="lin" valueType="num">
                                      <p:cBhvr>
                                        <p:cTn id="310" dur="1000" fill="hold"/>
                                        <p:tgtEl>
                                          <p:spTgt spid="145"/>
                                        </p:tgtEl>
                                        <p:attrNameLst>
                                          <p:attrName>style.rotation</p:attrName>
                                        </p:attrNameLst>
                                      </p:cBhvr>
                                      <p:tavLst>
                                        <p:tav tm="0">
                                          <p:val>
                                            <p:fltVal val="90"/>
                                          </p:val>
                                        </p:tav>
                                        <p:tav tm="100000">
                                          <p:val>
                                            <p:fltVal val="0"/>
                                          </p:val>
                                        </p:tav>
                                      </p:tavLst>
                                    </p:anim>
                                    <p:animEffect transition="in" filter="fade">
                                      <p:cBhvr>
                                        <p:cTn id="311" dur="1000"/>
                                        <p:tgtEl>
                                          <p:spTgt spid="145"/>
                                        </p:tgtEl>
                                      </p:cBhvr>
                                    </p:animEffect>
                                  </p:childTnLst>
                                </p:cTn>
                              </p:par>
                            </p:childTnLst>
                          </p:cTn>
                        </p:par>
                        <p:par>
                          <p:cTn id="312" fill="hold">
                            <p:stCondLst>
                              <p:cond delay="8000"/>
                            </p:stCondLst>
                            <p:childTnLst>
                              <p:par>
                                <p:cTn id="313" presetID="22" presetClass="entr" presetSubtype="4" fill="hold" nodeType="afterEffect">
                                  <p:stCondLst>
                                    <p:cond delay="0"/>
                                  </p:stCondLst>
                                  <p:childTnLst>
                                    <p:set>
                                      <p:cBhvr>
                                        <p:cTn id="314" dur="1" fill="hold">
                                          <p:stCondLst>
                                            <p:cond delay="0"/>
                                          </p:stCondLst>
                                        </p:cTn>
                                        <p:tgtEl>
                                          <p:spTgt spid="143"/>
                                        </p:tgtEl>
                                        <p:attrNameLst>
                                          <p:attrName>style.visibility</p:attrName>
                                        </p:attrNameLst>
                                      </p:cBhvr>
                                      <p:to>
                                        <p:strVal val="visible"/>
                                      </p:to>
                                    </p:set>
                                    <p:animEffect transition="in" filter="wipe(down)">
                                      <p:cBhvr>
                                        <p:cTn id="315" dur="500"/>
                                        <p:tgtEl>
                                          <p:spTgt spid="143"/>
                                        </p:tgtEl>
                                      </p:cBhvr>
                                    </p:animEffect>
                                  </p:childTnLst>
                                </p:cTn>
                              </p:par>
                              <p:par>
                                <p:cTn id="316" presetID="31" presetClass="entr" presetSubtype="0" fill="hold" grpId="0" nodeType="withEffect">
                                  <p:stCondLst>
                                    <p:cond delay="0"/>
                                  </p:stCondLst>
                                  <p:childTnLst>
                                    <p:set>
                                      <p:cBhvr>
                                        <p:cTn id="317" dur="1" fill="hold">
                                          <p:stCondLst>
                                            <p:cond delay="0"/>
                                          </p:stCondLst>
                                        </p:cTn>
                                        <p:tgtEl>
                                          <p:spTgt spid="144"/>
                                        </p:tgtEl>
                                        <p:attrNameLst>
                                          <p:attrName>style.visibility</p:attrName>
                                        </p:attrNameLst>
                                      </p:cBhvr>
                                      <p:to>
                                        <p:strVal val="visible"/>
                                      </p:to>
                                    </p:set>
                                    <p:anim calcmode="lin" valueType="num">
                                      <p:cBhvr>
                                        <p:cTn id="318" dur="1000" fill="hold"/>
                                        <p:tgtEl>
                                          <p:spTgt spid="144"/>
                                        </p:tgtEl>
                                        <p:attrNameLst>
                                          <p:attrName>ppt_w</p:attrName>
                                        </p:attrNameLst>
                                      </p:cBhvr>
                                      <p:tavLst>
                                        <p:tav tm="0">
                                          <p:val>
                                            <p:fltVal val="0"/>
                                          </p:val>
                                        </p:tav>
                                        <p:tav tm="100000">
                                          <p:val>
                                            <p:strVal val="#ppt_w"/>
                                          </p:val>
                                        </p:tav>
                                      </p:tavLst>
                                    </p:anim>
                                    <p:anim calcmode="lin" valueType="num">
                                      <p:cBhvr>
                                        <p:cTn id="319" dur="1000" fill="hold"/>
                                        <p:tgtEl>
                                          <p:spTgt spid="144"/>
                                        </p:tgtEl>
                                        <p:attrNameLst>
                                          <p:attrName>ppt_h</p:attrName>
                                        </p:attrNameLst>
                                      </p:cBhvr>
                                      <p:tavLst>
                                        <p:tav tm="0">
                                          <p:val>
                                            <p:fltVal val="0"/>
                                          </p:val>
                                        </p:tav>
                                        <p:tav tm="100000">
                                          <p:val>
                                            <p:strVal val="#ppt_h"/>
                                          </p:val>
                                        </p:tav>
                                      </p:tavLst>
                                    </p:anim>
                                    <p:anim calcmode="lin" valueType="num">
                                      <p:cBhvr>
                                        <p:cTn id="320" dur="1000" fill="hold"/>
                                        <p:tgtEl>
                                          <p:spTgt spid="144"/>
                                        </p:tgtEl>
                                        <p:attrNameLst>
                                          <p:attrName>style.rotation</p:attrName>
                                        </p:attrNameLst>
                                      </p:cBhvr>
                                      <p:tavLst>
                                        <p:tav tm="0">
                                          <p:val>
                                            <p:fltVal val="90"/>
                                          </p:val>
                                        </p:tav>
                                        <p:tav tm="100000">
                                          <p:val>
                                            <p:fltVal val="0"/>
                                          </p:val>
                                        </p:tav>
                                      </p:tavLst>
                                    </p:anim>
                                    <p:animEffect transition="in" filter="fade">
                                      <p:cBhvr>
                                        <p:cTn id="321" dur="1000"/>
                                        <p:tgtEl>
                                          <p:spTgt spid="144"/>
                                        </p:tgtEl>
                                      </p:cBhvr>
                                    </p:animEffect>
                                  </p:childTnLst>
                                </p:cTn>
                              </p:par>
                            </p:childTnLst>
                          </p:cTn>
                        </p:par>
                        <p:par>
                          <p:cTn id="322" fill="hold">
                            <p:stCondLst>
                              <p:cond delay="9000"/>
                            </p:stCondLst>
                            <p:childTnLst>
                              <p:par>
                                <p:cTn id="323" presetID="22" presetClass="entr" presetSubtype="1" fill="hold" nodeType="afterEffect">
                                  <p:stCondLst>
                                    <p:cond delay="0"/>
                                  </p:stCondLst>
                                  <p:childTnLst>
                                    <p:set>
                                      <p:cBhvr>
                                        <p:cTn id="324" dur="1" fill="hold">
                                          <p:stCondLst>
                                            <p:cond delay="0"/>
                                          </p:stCondLst>
                                        </p:cTn>
                                        <p:tgtEl>
                                          <p:spTgt spid="146"/>
                                        </p:tgtEl>
                                        <p:attrNameLst>
                                          <p:attrName>style.visibility</p:attrName>
                                        </p:attrNameLst>
                                      </p:cBhvr>
                                      <p:to>
                                        <p:strVal val="visible"/>
                                      </p:to>
                                    </p:set>
                                    <p:animEffect transition="in" filter="wipe(up)">
                                      <p:cBhvr>
                                        <p:cTn id="325" dur="500"/>
                                        <p:tgtEl>
                                          <p:spTgt spid="146"/>
                                        </p:tgtEl>
                                      </p:cBhvr>
                                    </p:animEffect>
                                  </p:childTnLst>
                                </p:cTn>
                              </p:par>
                            </p:childTnLst>
                          </p:cTn>
                        </p:par>
                      </p:childTnLst>
                    </p:cTn>
                  </p:par>
                  <p:par>
                    <p:cTn id="326" fill="hold">
                      <p:stCondLst>
                        <p:cond delay="indefinite"/>
                      </p:stCondLst>
                      <p:childTnLst>
                        <p:par>
                          <p:cTn id="327" fill="hold">
                            <p:stCondLst>
                              <p:cond delay="0"/>
                            </p:stCondLst>
                            <p:childTnLst>
                              <p:par>
                                <p:cTn id="328" presetID="63" presetClass="path" presetSubtype="0" accel="50000" decel="50000" fill="hold" nodeType="clickEffect">
                                  <p:stCondLst>
                                    <p:cond delay="0"/>
                                  </p:stCondLst>
                                  <p:childTnLst>
                                    <p:animMotion origin="layout" path="M -0.11549 0.00046 L 0.1892 0.00092 " pathEditMode="relative" rAng="0" ptsTypes="AA">
                                      <p:cBhvr>
                                        <p:cTn id="329" dur="2000" fill="hold"/>
                                        <p:tgtEl>
                                          <p:spTgt spid="107"/>
                                        </p:tgtEl>
                                        <p:attrNameLst>
                                          <p:attrName>ppt_x</p:attrName>
                                          <p:attrName>ppt_y</p:attrName>
                                        </p:attrNameLst>
                                      </p:cBhvr>
                                      <p:rCtr x="15234" y="23"/>
                                    </p:animMotion>
                                  </p:childTnLst>
                                </p:cTn>
                              </p:par>
                            </p:childTnLst>
                          </p:cTn>
                        </p:par>
                        <p:par>
                          <p:cTn id="330" fill="hold">
                            <p:stCondLst>
                              <p:cond delay="2000"/>
                            </p:stCondLst>
                            <p:childTnLst>
                              <p:par>
                                <p:cTn id="331" presetID="32" presetClass="emph" presetSubtype="0" fill="hold" grpId="5" nodeType="afterEffect">
                                  <p:stCondLst>
                                    <p:cond delay="0"/>
                                  </p:stCondLst>
                                  <p:childTnLst>
                                    <p:animRot by="120000">
                                      <p:cBhvr>
                                        <p:cTn id="332" dur="100" fill="hold">
                                          <p:stCondLst>
                                            <p:cond delay="0"/>
                                          </p:stCondLst>
                                        </p:cTn>
                                        <p:tgtEl>
                                          <p:spTgt spid="2"/>
                                        </p:tgtEl>
                                        <p:attrNameLst>
                                          <p:attrName>r</p:attrName>
                                        </p:attrNameLst>
                                      </p:cBhvr>
                                    </p:animRot>
                                    <p:animRot by="-240000">
                                      <p:cBhvr>
                                        <p:cTn id="333" dur="200" fill="hold">
                                          <p:stCondLst>
                                            <p:cond delay="200"/>
                                          </p:stCondLst>
                                        </p:cTn>
                                        <p:tgtEl>
                                          <p:spTgt spid="2"/>
                                        </p:tgtEl>
                                        <p:attrNameLst>
                                          <p:attrName>r</p:attrName>
                                        </p:attrNameLst>
                                      </p:cBhvr>
                                    </p:animRot>
                                    <p:animRot by="240000">
                                      <p:cBhvr>
                                        <p:cTn id="334" dur="200" fill="hold">
                                          <p:stCondLst>
                                            <p:cond delay="400"/>
                                          </p:stCondLst>
                                        </p:cTn>
                                        <p:tgtEl>
                                          <p:spTgt spid="2"/>
                                        </p:tgtEl>
                                        <p:attrNameLst>
                                          <p:attrName>r</p:attrName>
                                        </p:attrNameLst>
                                      </p:cBhvr>
                                    </p:animRot>
                                    <p:animRot by="-240000">
                                      <p:cBhvr>
                                        <p:cTn id="335" dur="200" fill="hold">
                                          <p:stCondLst>
                                            <p:cond delay="600"/>
                                          </p:stCondLst>
                                        </p:cTn>
                                        <p:tgtEl>
                                          <p:spTgt spid="2"/>
                                        </p:tgtEl>
                                        <p:attrNameLst>
                                          <p:attrName>r</p:attrName>
                                        </p:attrNameLst>
                                      </p:cBhvr>
                                    </p:animRot>
                                    <p:animRot by="120000">
                                      <p:cBhvr>
                                        <p:cTn id="336" dur="200" fill="hold">
                                          <p:stCondLst>
                                            <p:cond delay="800"/>
                                          </p:stCondLst>
                                        </p:cTn>
                                        <p:tgtEl>
                                          <p:spTgt spid="2"/>
                                        </p:tgtEl>
                                        <p:attrNameLst>
                                          <p:attrName>r</p:attrName>
                                        </p:attrNameLst>
                                      </p:cBhvr>
                                    </p:animRot>
                                  </p:childTnLst>
                                </p:cTn>
                              </p:par>
                            </p:childTnLst>
                          </p:cTn>
                        </p:par>
                        <p:par>
                          <p:cTn id="337" fill="hold">
                            <p:stCondLst>
                              <p:cond delay="3000"/>
                            </p:stCondLst>
                            <p:childTnLst>
                              <p:par>
                                <p:cTn id="338" presetID="63" presetClass="path" presetSubtype="0" accel="50000" decel="50000" fill="hold" nodeType="afterEffect">
                                  <p:stCondLst>
                                    <p:cond delay="0"/>
                                  </p:stCondLst>
                                  <p:childTnLst>
                                    <p:animMotion origin="layout" path="M 0.17097 0.00116 L -0.13138 0.00116 " pathEditMode="relative" rAng="0" ptsTypes="AA">
                                      <p:cBhvr>
                                        <p:cTn id="339" dur="2000" fill="hold"/>
                                        <p:tgtEl>
                                          <p:spTgt spid="113"/>
                                        </p:tgtEl>
                                        <p:attrNameLst>
                                          <p:attrName>ppt_x</p:attrName>
                                          <p:attrName>ppt_y</p:attrName>
                                        </p:attrNameLst>
                                      </p:cBhvr>
                                      <p:rCtr x="-15117" y="0"/>
                                    </p:animMotion>
                                  </p:childTnLst>
                                </p:cTn>
                              </p:par>
                            </p:childTnLst>
                          </p:cTn>
                        </p:par>
                        <p:par>
                          <p:cTn id="340" fill="hold">
                            <p:stCondLst>
                              <p:cond delay="5000"/>
                            </p:stCondLst>
                            <p:childTnLst>
                              <p:par>
                                <p:cTn id="341" presetID="31" presetClass="entr" presetSubtype="0" fill="hold" grpId="0" nodeType="afterEffect">
                                  <p:stCondLst>
                                    <p:cond delay="0"/>
                                  </p:stCondLst>
                                  <p:childTnLst>
                                    <p:set>
                                      <p:cBhvr>
                                        <p:cTn id="342" dur="1" fill="hold">
                                          <p:stCondLst>
                                            <p:cond delay="0"/>
                                          </p:stCondLst>
                                        </p:cTn>
                                        <p:tgtEl>
                                          <p:spTgt spid="151"/>
                                        </p:tgtEl>
                                        <p:attrNameLst>
                                          <p:attrName>style.visibility</p:attrName>
                                        </p:attrNameLst>
                                      </p:cBhvr>
                                      <p:to>
                                        <p:strVal val="visible"/>
                                      </p:to>
                                    </p:set>
                                    <p:anim calcmode="lin" valueType="num">
                                      <p:cBhvr>
                                        <p:cTn id="343" dur="1000" fill="hold"/>
                                        <p:tgtEl>
                                          <p:spTgt spid="151"/>
                                        </p:tgtEl>
                                        <p:attrNameLst>
                                          <p:attrName>ppt_w</p:attrName>
                                        </p:attrNameLst>
                                      </p:cBhvr>
                                      <p:tavLst>
                                        <p:tav tm="0">
                                          <p:val>
                                            <p:fltVal val="0"/>
                                          </p:val>
                                        </p:tav>
                                        <p:tav tm="100000">
                                          <p:val>
                                            <p:strVal val="#ppt_w"/>
                                          </p:val>
                                        </p:tav>
                                      </p:tavLst>
                                    </p:anim>
                                    <p:anim calcmode="lin" valueType="num">
                                      <p:cBhvr>
                                        <p:cTn id="344" dur="1000" fill="hold"/>
                                        <p:tgtEl>
                                          <p:spTgt spid="151"/>
                                        </p:tgtEl>
                                        <p:attrNameLst>
                                          <p:attrName>ppt_h</p:attrName>
                                        </p:attrNameLst>
                                      </p:cBhvr>
                                      <p:tavLst>
                                        <p:tav tm="0">
                                          <p:val>
                                            <p:fltVal val="0"/>
                                          </p:val>
                                        </p:tav>
                                        <p:tav tm="100000">
                                          <p:val>
                                            <p:strVal val="#ppt_h"/>
                                          </p:val>
                                        </p:tav>
                                      </p:tavLst>
                                    </p:anim>
                                    <p:anim calcmode="lin" valueType="num">
                                      <p:cBhvr>
                                        <p:cTn id="345" dur="1000" fill="hold"/>
                                        <p:tgtEl>
                                          <p:spTgt spid="151"/>
                                        </p:tgtEl>
                                        <p:attrNameLst>
                                          <p:attrName>style.rotation</p:attrName>
                                        </p:attrNameLst>
                                      </p:cBhvr>
                                      <p:tavLst>
                                        <p:tav tm="0">
                                          <p:val>
                                            <p:fltVal val="90"/>
                                          </p:val>
                                        </p:tav>
                                        <p:tav tm="100000">
                                          <p:val>
                                            <p:fltVal val="0"/>
                                          </p:val>
                                        </p:tav>
                                      </p:tavLst>
                                    </p:anim>
                                    <p:animEffect transition="in" filter="fade">
                                      <p:cBhvr>
                                        <p:cTn id="346" dur="1000"/>
                                        <p:tgtEl>
                                          <p:spTgt spid="151"/>
                                        </p:tgtEl>
                                      </p:cBhvr>
                                    </p:animEffect>
                                  </p:childTnLst>
                                </p:cTn>
                              </p:par>
                            </p:childTnLst>
                          </p:cTn>
                        </p:par>
                        <p:par>
                          <p:cTn id="347" fill="hold">
                            <p:stCondLst>
                              <p:cond delay="6000"/>
                            </p:stCondLst>
                            <p:childTnLst>
                              <p:par>
                                <p:cTn id="348" presetID="42" presetClass="path" presetSubtype="0" accel="50000" decel="50000" fill="hold" grpId="1" nodeType="afterEffect">
                                  <p:stCondLst>
                                    <p:cond delay="0"/>
                                  </p:stCondLst>
                                  <p:childTnLst>
                                    <p:animMotion origin="layout" path="M 4.16667E-6 -3.7037E-6 L -0.35677 0.29838 " pathEditMode="relative" rAng="0" ptsTypes="AA">
                                      <p:cBhvr>
                                        <p:cTn id="349" dur="2000" fill="hold"/>
                                        <p:tgtEl>
                                          <p:spTgt spid="151"/>
                                        </p:tgtEl>
                                        <p:attrNameLst>
                                          <p:attrName>ppt_x</p:attrName>
                                          <p:attrName>ppt_y</p:attrName>
                                        </p:attrNameLst>
                                      </p:cBhvr>
                                      <p:rCtr x="-17839" y="14907"/>
                                    </p:animMotion>
                                  </p:childTnLst>
                                </p:cTn>
                              </p:par>
                              <p:par>
                                <p:cTn id="350" presetID="31" presetClass="entr" presetSubtype="0" fill="hold" grpId="0" nodeType="withEffect">
                                  <p:stCondLst>
                                    <p:cond delay="0"/>
                                  </p:stCondLst>
                                  <p:childTnLst>
                                    <p:set>
                                      <p:cBhvr>
                                        <p:cTn id="351" dur="1" fill="hold">
                                          <p:stCondLst>
                                            <p:cond delay="0"/>
                                          </p:stCondLst>
                                        </p:cTn>
                                        <p:tgtEl>
                                          <p:spTgt spid="140"/>
                                        </p:tgtEl>
                                        <p:attrNameLst>
                                          <p:attrName>style.visibility</p:attrName>
                                        </p:attrNameLst>
                                      </p:cBhvr>
                                      <p:to>
                                        <p:strVal val="visible"/>
                                      </p:to>
                                    </p:set>
                                    <p:anim calcmode="lin" valueType="num">
                                      <p:cBhvr>
                                        <p:cTn id="352" dur="1000" fill="hold"/>
                                        <p:tgtEl>
                                          <p:spTgt spid="140"/>
                                        </p:tgtEl>
                                        <p:attrNameLst>
                                          <p:attrName>ppt_w</p:attrName>
                                        </p:attrNameLst>
                                      </p:cBhvr>
                                      <p:tavLst>
                                        <p:tav tm="0">
                                          <p:val>
                                            <p:fltVal val="0"/>
                                          </p:val>
                                        </p:tav>
                                        <p:tav tm="100000">
                                          <p:val>
                                            <p:strVal val="#ppt_w"/>
                                          </p:val>
                                        </p:tav>
                                      </p:tavLst>
                                    </p:anim>
                                    <p:anim calcmode="lin" valueType="num">
                                      <p:cBhvr>
                                        <p:cTn id="353" dur="1000" fill="hold"/>
                                        <p:tgtEl>
                                          <p:spTgt spid="140"/>
                                        </p:tgtEl>
                                        <p:attrNameLst>
                                          <p:attrName>ppt_h</p:attrName>
                                        </p:attrNameLst>
                                      </p:cBhvr>
                                      <p:tavLst>
                                        <p:tav tm="0">
                                          <p:val>
                                            <p:fltVal val="0"/>
                                          </p:val>
                                        </p:tav>
                                        <p:tav tm="100000">
                                          <p:val>
                                            <p:strVal val="#ppt_h"/>
                                          </p:val>
                                        </p:tav>
                                      </p:tavLst>
                                    </p:anim>
                                    <p:anim calcmode="lin" valueType="num">
                                      <p:cBhvr>
                                        <p:cTn id="354" dur="1000" fill="hold"/>
                                        <p:tgtEl>
                                          <p:spTgt spid="140"/>
                                        </p:tgtEl>
                                        <p:attrNameLst>
                                          <p:attrName>style.rotation</p:attrName>
                                        </p:attrNameLst>
                                      </p:cBhvr>
                                      <p:tavLst>
                                        <p:tav tm="0">
                                          <p:val>
                                            <p:fltVal val="90"/>
                                          </p:val>
                                        </p:tav>
                                        <p:tav tm="100000">
                                          <p:val>
                                            <p:fltVal val="0"/>
                                          </p:val>
                                        </p:tav>
                                      </p:tavLst>
                                    </p:anim>
                                    <p:animEffect transition="in" filter="fade">
                                      <p:cBhvr>
                                        <p:cTn id="355" dur="1000"/>
                                        <p:tgtEl>
                                          <p:spTgt spid="140"/>
                                        </p:tgtEl>
                                      </p:cBhvr>
                                    </p:animEffect>
                                  </p:childTnLst>
                                </p:cTn>
                              </p:par>
                            </p:childTnLst>
                          </p:cTn>
                        </p:par>
                        <p:par>
                          <p:cTn id="356" fill="hold">
                            <p:stCondLst>
                              <p:cond delay="8000"/>
                            </p:stCondLst>
                            <p:childTnLst>
                              <p:par>
                                <p:cTn id="357" presetID="22" presetClass="entr" presetSubtype="1" fill="hold" nodeType="afterEffect">
                                  <p:stCondLst>
                                    <p:cond delay="0"/>
                                  </p:stCondLst>
                                  <p:childTnLst>
                                    <p:set>
                                      <p:cBhvr>
                                        <p:cTn id="358" dur="1" fill="hold">
                                          <p:stCondLst>
                                            <p:cond delay="0"/>
                                          </p:stCondLst>
                                        </p:cTn>
                                        <p:tgtEl>
                                          <p:spTgt spid="132"/>
                                        </p:tgtEl>
                                        <p:attrNameLst>
                                          <p:attrName>style.visibility</p:attrName>
                                        </p:attrNameLst>
                                      </p:cBhvr>
                                      <p:to>
                                        <p:strVal val="visible"/>
                                      </p:to>
                                    </p:set>
                                    <p:animEffect transition="in" filter="wipe(up)">
                                      <p:cBhvr>
                                        <p:cTn id="359" dur="500"/>
                                        <p:tgtEl>
                                          <p:spTgt spid="132"/>
                                        </p:tgtEl>
                                      </p:cBhvr>
                                    </p:animEffect>
                                  </p:childTnLst>
                                </p:cTn>
                              </p:par>
                              <p:par>
                                <p:cTn id="360" presetID="31" presetClass="entr" presetSubtype="0" fill="hold" grpId="0" nodeType="withEffect">
                                  <p:stCondLst>
                                    <p:cond delay="0"/>
                                  </p:stCondLst>
                                  <p:childTnLst>
                                    <p:set>
                                      <p:cBhvr>
                                        <p:cTn id="361" dur="1" fill="hold">
                                          <p:stCondLst>
                                            <p:cond delay="0"/>
                                          </p:stCondLst>
                                        </p:cTn>
                                        <p:tgtEl>
                                          <p:spTgt spid="149"/>
                                        </p:tgtEl>
                                        <p:attrNameLst>
                                          <p:attrName>style.visibility</p:attrName>
                                        </p:attrNameLst>
                                      </p:cBhvr>
                                      <p:to>
                                        <p:strVal val="visible"/>
                                      </p:to>
                                    </p:set>
                                    <p:anim calcmode="lin" valueType="num">
                                      <p:cBhvr>
                                        <p:cTn id="362" dur="1000" fill="hold"/>
                                        <p:tgtEl>
                                          <p:spTgt spid="149"/>
                                        </p:tgtEl>
                                        <p:attrNameLst>
                                          <p:attrName>ppt_w</p:attrName>
                                        </p:attrNameLst>
                                      </p:cBhvr>
                                      <p:tavLst>
                                        <p:tav tm="0">
                                          <p:val>
                                            <p:fltVal val="0"/>
                                          </p:val>
                                        </p:tav>
                                        <p:tav tm="100000">
                                          <p:val>
                                            <p:strVal val="#ppt_w"/>
                                          </p:val>
                                        </p:tav>
                                      </p:tavLst>
                                    </p:anim>
                                    <p:anim calcmode="lin" valueType="num">
                                      <p:cBhvr>
                                        <p:cTn id="363" dur="1000" fill="hold"/>
                                        <p:tgtEl>
                                          <p:spTgt spid="149"/>
                                        </p:tgtEl>
                                        <p:attrNameLst>
                                          <p:attrName>ppt_h</p:attrName>
                                        </p:attrNameLst>
                                      </p:cBhvr>
                                      <p:tavLst>
                                        <p:tav tm="0">
                                          <p:val>
                                            <p:fltVal val="0"/>
                                          </p:val>
                                        </p:tav>
                                        <p:tav tm="100000">
                                          <p:val>
                                            <p:strVal val="#ppt_h"/>
                                          </p:val>
                                        </p:tav>
                                      </p:tavLst>
                                    </p:anim>
                                    <p:anim calcmode="lin" valueType="num">
                                      <p:cBhvr>
                                        <p:cTn id="364" dur="1000" fill="hold"/>
                                        <p:tgtEl>
                                          <p:spTgt spid="149"/>
                                        </p:tgtEl>
                                        <p:attrNameLst>
                                          <p:attrName>style.rotation</p:attrName>
                                        </p:attrNameLst>
                                      </p:cBhvr>
                                      <p:tavLst>
                                        <p:tav tm="0">
                                          <p:val>
                                            <p:fltVal val="90"/>
                                          </p:val>
                                        </p:tav>
                                        <p:tav tm="100000">
                                          <p:val>
                                            <p:fltVal val="0"/>
                                          </p:val>
                                        </p:tav>
                                      </p:tavLst>
                                    </p:anim>
                                    <p:animEffect transition="in" filter="fade">
                                      <p:cBhvr>
                                        <p:cTn id="365" dur="1000"/>
                                        <p:tgtEl>
                                          <p:spTgt spid="149"/>
                                        </p:tgtEl>
                                      </p:cBhvr>
                                    </p:animEffect>
                                  </p:childTnLst>
                                </p:cTn>
                              </p:par>
                              <p:par>
                                <p:cTn id="366" presetID="22" presetClass="exit" presetSubtype="4" fill="hold" nodeType="withEffect">
                                  <p:stCondLst>
                                    <p:cond delay="0"/>
                                  </p:stCondLst>
                                  <p:childTnLst>
                                    <p:animEffect transition="out" filter="wipe(down)">
                                      <p:cBhvr>
                                        <p:cTn id="367" dur="500"/>
                                        <p:tgtEl>
                                          <p:spTgt spid="127"/>
                                        </p:tgtEl>
                                      </p:cBhvr>
                                    </p:animEffect>
                                    <p:set>
                                      <p:cBhvr>
                                        <p:cTn id="368" dur="1" fill="hold">
                                          <p:stCondLst>
                                            <p:cond delay="499"/>
                                          </p:stCondLst>
                                        </p:cTn>
                                        <p:tgtEl>
                                          <p:spTgt spid="127"/>
                                        </p:tgtEl>
                                        <p:attrNameLst>
                                          <p:attrName>style.visibility</p:attrName>
                                        </p:attrNameLst>
                                      </p:cBhvr>
                                      <p:to>
                                        <p:strVal val="hidden"/>
                                      </p:to>
                                    </p:set>
                                  </p:childTnLst>
                                </p:cTn>
                              </p:par>
                            </p:childTnLst>
                          </p:cTn>
                        </p:par>
                        <p:par>
                          <p:cTn id="369" fill="hold">
                            <p:stCondLst>
                              <p:cond delay="9000"/>
                            </p:stCondLst>
                            <p:childTnLst>
                              <p:par>
                                <p:cTn id="370" presetID="22" presetClass="entr" presetSubtype="1" fill="hold" nodeType="afterEffect">
                                  <p:stCondLst>
                                    <p:cond delay="0"/>
                                  </p:stCondLst>
                                  <p:childTnLst>
                                    <p:set>
                                      <p:cBhvr>
                                        <p:cTn id="371" dur="1" fill="hold">
                                          <p:stCondLst>
                                            <p:cond delay="0"/>
                                          </p:stCondLst>
                                        </p:cTn>
                                        <p:tgtEl>
                                          <p:spTgt spid="133"/>
                                        </p:tgtEl>
                                        <p:attrNameLst>
                                          <p:attrName>style.visibility</p:attrName>
                                        </p:attrNameLst>
                                      </p:cBhvr>
                                      <p:to>
                                        <p:strVal val="visible"/>
                                      </p:to>
                                    </p:set>
                                    <p:animEffect transition="in" filter="wipe(up)">
                                      <p:cBhvr>
                                        <p:cTn id="372" dur="500"/>
                                        <p:tgtEl>
                                          <p:spTgt spid="133"/>
                                        </p:tgtEl>
                                      </p:cBhvr>
                                    </p:animEffect>
                                  </p:childTnLst>
                                </p:cTn>
                              </p:par>
                            </p:childTnLst>
                          </p:cTn>
                        </p:par>
                      </p:childTnLst>
                    </p:cTn>
                  </p:par>
                  <p:par>
                    <p:cTn id="373" fill="hold">
                      <p:stCondLst>
                        <p:cond delay="indefinite"/>
                      </p:stCondLst>
                      <p:childTnLst>
                        <p:par>
                          <p:cTn id="374" fill="hold">
                            <p:stCondLst>
                              <p:cond delay="0"/>
                            </p:stCondLst>
                            <p:childTnLst>
                              <p:par>
                                <p:cTn id="375" presetID="63" presetClass="path" presetSubtype="0" accel="50000" decel="50000" fill="hold" nodeType="clickEffect">
                                  <p:stCondLst>
                                    <p:cond delay="0"/>
                                  </p:stCondLst>
                                  <p:childTnLst>
                                    <p:animMotion origin="layout" path="M 0.1892 0.00092 L -0.07591 -0.00023 " pathEditMode="relative" rAng="0" ptsTypes="AA">
                                      <p:cBhvr>
                                        <p:cTn id="376" dur="2000" fill="hold"/>
                                        <p:tgtEl>
                                          <p:spTgt spid="107"/>
                                        </p:tgtEl>
                                        <p:attrNameLst>
                                          <p:attrName>ppt_x</p:attrName>
                                          <p:attrName>ppt_y</p:attrName>
                                        </p:attrNameLst>
                                      </p:cBhvr>
                                      <p:rCtr x="-13255" y="-69"/>
                                    </p:animMotion>
                                  </p:childTnLst>
                                </p:cTn>
                              </p:par>
                            </p:childTnLst>
                          </p:cTn>
                        </p:par>
                        <p:par>
                          <p:cTn id="377" fill="hold">
                            <p:stCondLst>
                              <p:cond delay="2000"/>
                            </p:stCondLst>
                            <p:childTnLst>
                              <p:par>
                                <p:cTn id="378" presetID="32" presetClass="emph" presetSubtype="0" fill="hold" grpId="6" nodeType="afterEffect">
                                  <p:stCondLst>
                                    <p:cond delay="0"/>
                                  </p:stCondLst>
                                  <p:childTnLst>
                                    <p:animRot by="120000">
                                      <p:cBhvr>
                                        <p:cTn id="379" dur="100" fill="hold">
                                          <p:stCondLst>
                                            <p:cond delay="0"/>
                                          </p:stCondLst>
                                        </p:cTn>
                                        <p:tgtEl>
                                          <p:spTgt spid="2"/>
                                        </p:tgtEl>
                                        <p:attrNameLst>
                                          <p:attrName>r</p:attrName>
                                        </p:attrNameLst>
                                      </p:cBhvr>
                                    </p:animRot>
                                    <p:animRot by="-240000">
                                      <p:cBhvr>
                                        <p:cTn id="380" dur="200" fill="hold">
                                          <p:stCondLst>
                                            <p:cond delay="200"/>
                                          </p:stCondLst>
                                        </p:cTn>
                                        <p:tgtEl>
                                          <p:spTgt spid="2"/>
                                        </p:tgtEl>
                                        <p:attrNameLst>
                                          <p:attrName>r</p:attrName>
                                        </p:attrNameLst>
                                      </p:cBhvr>
                                    </p:animRot>
                                    <p:animRot by="240000">
                                      <p:cBhvr>
                                        <p:cTn id="381" dur="200" fill="hold">
                                          <p:stCondLst>
                                            <p:cond delay="400"/>
                                          </p:stCondLst>
                                        </p:cTn>
                                        <p:tgtEl>
                                          <p:spTgt spid="2"/>
                                        </p:tgtEl>
                                        <p:attrNameLst>
                                          <p:attrName>r</p:attrName>
                                        </p:attrNameLst>
                                      </p:cBhvr>
                                    </p:animRot>
                                    <p:animRot by="-240000">
                                      <p:cBhvr>
                                        <p:cTn id="382" dur="200" fill="hold">
                                          <p:stCondLst>
                                            <p:cond delay="600"/>
                                          </p:stCondLst>
                                        </p:cTn>
                                        <p:tgtEl>
                                          <p:spTgt spid="2"/>
                                        </p:tgtEl>
                                        <p:attrNameLst>
                                          <p:attrName>r</p:attrName>
                                        </p:attrNameLst>
                                      </p:cBhvr>
                                    </p:animRot>
                                    <p:animRot by="120000">
                                      <p:cBhvr>
                                        <p:cTn id="383" dur="200" fill="hold">
                                          <p:stCondLst>
                                            <p:cond delay="800"/>
                                          </p:stCondLst>
                                        </p:cTn>
                                        <p:tgtEl>
                                          <p:spTgt spid="2"/>
                                        </p:tgtEl>
                                        <p:attrNameLst>
                                          <p:attrName>r</p:attrName>
                                        </p:attrNameLst>
                                      </p:cBhvr>
                                    </p:animRot>
                                  </p:childTnLst>
                                </p:cTn>
                              </p:par>
                            </p:childTnLst>
                          </p:cTn>
                        </p:par>
                        <p:par>
                          <p:cTn id="384" fill="hold">
                            <p:stCondLst>
                              <p:cond delay="3000"/>
                            </p:stCondLst>
                            <p:childTnLst>
                              <p:par>
                                <p:cTn id="385" presetID="63" presetClass="path" presetSubtype="0" accel="50000" decel="50000" fill="hold" nodeType="afterEffect">
                                  <p:stCondLst>
                                    <p:cond delay="0"/>
                                  </p:stCondLst>
                                  <p:childTnLst>
                                    <p:animMotion origin="layout" path="M -0.13138 0.00116 L -0.13138 0.00139 " pathEditMode="relative" rAng="0" ptsTypes="AA">
                                      <p:cBhvr>
                                        <p:cTn id="386" dur="500" fill="hold"/>
                                        <p:tgtEl>
                                          <p:spTgt spid="113"/>
                                        </p:tgtEl>
                                        <p:attrNameLst>
                                          <p:attrName>ppt_x</p:attrName>
                                          <p:attrName>ppt_y</p:attrName>
                                        </p:attrNameLst>
                                      </p:cBhvr>
                                      <p:rCtr x="0" y="0"/>
                                    </p:animMotion>
                                  </p:childTnLst>
                                </p:cTn>
                              </p:par>
                            </p:childTnLst>
                          </p:cTn>
                        </p:par>
                        <p:par>
                          <p:cTn id="387" fill="hold">
                            <p:stCondLst>
                              <p:cond delay="3500"/>
                            </p:stCondLst>
                            <p:childTnLst>
                              <p:par>
                                <p:cTn id="388" presetID="31" presetClass="entr" presetSubtype="0" fill="hold" grpId="0" nodeType="afterEffect">
                                  <p:stCondLst>
                                    <p:cond delay="0"/>
                                  </p:stCondLst>
                                  <p:childTnLst>
                                    <p:set>
                                      <p:cBhvr>
                                        <p:cTn id="389" dur="1" fill="hold">
                                          <p:stCondLst>
                                            <p:cond delay="0"/>
                                          </p:stCondLst>
                                        </p:cTn>
                                        <p:tgtEl>
                                          <p:spTgt spid="116"/>
                                        </p:tgtEl>
                                        <p:attrNameLst>
                                          <p:attrName>style.visibility</p:attrName>
                                        </p:attrNameLst>
                                      </p:cBhvr>
                                      <p:to>
                                        <p:strVal val="visible"/>
                                      </p:to>
                                    </p:set>
                                    <p:anim calcmode="lin" valueType="num">
                                      <p:cBhvr>
                                        <p:cTn id="390" dur="1000" fill="hold"/>
                                        <p:tgtEl>
                                          <p:spTgt spid="116"/>
                                        </p:tgtEl>
                                        <p:attrNameLst>
                                          <p:attrName>ppt_w</p:attrName>
                                        </p:attrNameLst>
                                      </p:cBhvr>
                                      <p:tavLst>
                                        <p:tav tm="0">
                                          <p:val>
                                            <p:fltVal val="0"/>
                                          </p:val>
                                        </p:tav>
                                        <p:tav tm="100000">
                                          <p:val>
                                            <p:strVal val="#ppt_w"/>
                                          </p:val>
                                        </p:tav>
                                      </p:tavLst>
                                    </p:anim>
                                    <p:anim calcmode="lin" valueType="num">
                                      <p:cBhvr>
                                        <p:cTn id="391" dur="1000" fill="hold"/>
                                        <p:tgtEl>
                                          <p:spTgt spid="116"/>
                                        </p:tgtEl>
                                        <p:attrNameLst>
                                          <p:attrName>ppt_h</p:attrName>
                                        </p:attrNameLst>
                                      </p:cBhvr>
                                      <p:tavLst>
                                        <p:tav tm="0">
                                          <p:val>
                                            <p:fltVal val="0"/>
                                          </p:val>
                                        </p:tav>
                                        <p:tav tm="100000">
                                          <p:val>
                                            <p:strVal val="#ppt_h"/>
                                          </p:val>
                                        </p:tav>
                                      </p:tavLst>
                                    </p:anim>
                                    <p:anim calcmode="lin" valueType="num">
                                      <p:cBhvr>
                                        <p:cTn id="392" dur="1000" fill="hold"/>
                                        <p:tgtEl>
                                          <p:spTgt spid="116"/>
                                        </p:tgtEl>
                                        <p:attrNameLst>
                                          <p:attrName>style.rotation</p:attrName>
                                        </p:attrNameLst>
                                      </p:cBhvr>
                                      <p:tavLst>
                                        <p:tav tm="0">
                                          <p:val>
                                            <p:fltVal val="90"/>
                                          </p:val>
                                        </p:tav>
                                        <p:tav tm="100000">
                                          <p:val>
                                            <p:fltVal val="0"/>
                                          </p:val>
                                        </p:tav>
                                      </p:tavLst>
                                    </p:anim>
                                    <p:animEffect transition="in" filter="fade">
                                      <p:cBhvr>
                                        <p:cTn id="393" dur="1000"/>
                                        <p:tgtEl>
                                          <p:spTgt spid="116"/>
                                        </p:tgtEl>
                                      </p:cBhvr>
                                    </p:animEffect>
                                  </p:childTnLst>
                                </p:cTn>
                              </p:par>
                            </p:childTnLst>
                          </p:cTn>
                        </p:par>
                        <p:par>
                          <p:cTn id="394" fill="hold">
                            <p:stCondLst>
                              <p:cond delay="4500"/>
                            </p:stCondLst>
                            <p:childTnLst>
                              <p:par>
                                <p:cTn id="395" presetID="42" presetClass="path" presetSubtype="0" accel="50000" decel="50000" fill="hold" grpId="1" nodeType="afterEffect">
                                  <p:stCondLst>
                                    <p:cond delay="0"/>
                                  </p:stCondLst>
                                  <p:childTnLst>
                                    <p:animMotion origin="layout" path="M 8.33333E-7 -3.7037E-6 L -0.09701 0.22408 " pathEditMode="relative" rAng="0" ptsTypes="AA">
                                      <p:cBhvr>
                                        <p:cTn id="396" dur="2000" fill="hold"/>
                                        <p:tgtEl>
                                          <p:spTgt spid="116"/>
                                        </p:tgtEl>
                                        <p:attrNameLst>
                                          <p:attrName>ppt_x</p:attrName>
                                          <p:attrName>ppt_y</p:attrName>
                                        </p:attrNameLst>
                                      </p:cBhvr>
                                      <p:rCtr x="-4857" y="11204"/>
                                    </p:animMotion>
                                  </p:childTnLst>
                                </p:cTn>
                              </p:par>
                              <p:par>
                                <p:cTn id="397" presetID="31" presetClass="entr" presetSubtype="0" fill="hold" grpId="0" nodeType="withEffect">
                                  <p:stCondLst>
                                    <p:cond delay="0"/>
                                  </p:stCondLst>
                                  <p:childTnLst>
                                    <p:set>
                                      <p:cBhvr>
                                        <p:cTn id="398" dur="1" fill="hold">
                                          <p:stCondLst>
                                            <p:cond delay="0"/>
                                          </p:stCondLst>
                                        </p:cTn>
                                        <p:tgtEl>
                                          <p:spTgt spid="135"/>
                                        </p:tgtEl>
                                        <p:attrNameLst>
                                          <p:attrName>style.visibility</p:attrName>
                                        </p:attrNameLst>
                                      </p:cBhvr>
                                      <p:to>
                                        <p:strVal val="visible"/>
                                      </p:to>
                                    </p:set>
                                    <p:anim calcmode="lin" valueType="num">
                                      <p:cBhvr>
                                        <p:cTn id="399" dur="1000" fill="hold"/>
                                        <p:tgtEl>
                                          <p:spTgt spid="135"/>
                                        </p:tgtEl>
                                        <p:attrNameLst>
                                          <p:attrName>ppt_w</p:attrName>
                                        </p:attrNameLst>
                                      </p:cBhvr>
                                      <p:tavLst>
                                        <p:tav tm="0">
                                          <p:val>
                                            <p:fltVal val="0"/>
                                          </p:val>
                                        </p:tav>
                                        <p:tav tm="100000">
                                          <p:val>
                                            <p:strVal val="#ppt_w"/>
                                          </p:val>
                                        </p:tav>
                                      </p:tavLst>
                                    </p:anim>
                                    <p:anim calcmode="lin" valueType="num">
                                      <p:cBhvr>
                                        <p:cTn id="400" dur="1000" fill="hold"/>
                                        <p:tgtEl>
                                          <p:spTgt spid="135"/>
                                        </p:tgtEl>
                                        <p:attrNameLst>
                                          <p:attrName>ppt_h</p:attrName>
                                        </p:attrNameLst>
                                      </p:cBhvr>
                                      <p:tavLst>
                                        <p:tav tm="0">
                                          <p:val>
                                            <p:fltVal val="0"/>
                                          </p:val>
                                        </p:tav>
                                        <p:tav tm="100000">
                                          <p:val>
                                            <p:strVal val="#ppt_h"/>
                                          </p:val>
                                        </p:tav>
                                      </p:tavLst>
                                    </p:anim>
                                    <p:anim calcmode="lin" valueType="num">
                                      <p:cBhvr>
                                        <p:cTn id="401" dur="1000" fill="hold"/>
                                        <p:tgtEl>
                                          <p:spTgt spid="135"/>
                                        </p:tgtEl>
                                        <p:attrNameLst>
                                          <p:attrName>style.rotation</p:attrName>
                                        </p:attrNameLst>
                                      </p:cBhvr>
                                      <p:tavLst>
                                        <p:tav tm="0">
                                          <p:val>
                                            <p:fltVal val="90"/>
                                          </p:val>
                                        </p:tav>
                                        <p:tav tm="100000">
                                          <p:val>
                                            <p:fltVal val="0"/>
                                          </p:val>
                                        </p:tav>
                                      </p:tavLst>
                                    </p:anim>
                                    <p:animEffect transition="in" filter="fade">
                                      <p:cBhvr>
                                        <p:cTn id="402" dur="1000"/>
                                        <p:tgtEl>
                                          <p:spTgt spid="135"/>
                                        </p:tgtEl>
                                      </p:cBhvr>
                                    </p:animEffect>
                                  </p:childTnLst>
                                </p:cTn>
                              </p:par>
                            </p:childTnLst>
                          </p:cTn>
                        </p:par>
                        <p:par>
                          <p:cTn id="403" fill="hold">
                            <p:stCondLst>
                              <p:cond delay="6500"/>
                            </p:stCondLst>
                            <p:childTnLst>
                              <p:par>
                                <p:cTn id="404" presetID="22" presetClass="entr" presetSubtype="1" fill="hold" nodeType="afterEffect">
                                  <p:stCondLst>
                                    <p:cond delay="0"/>
                                  </p:stCondLst>
                                  <p:childTnLst>
                                    <p:set>
                                      <p:cBhvr>
                                        <p:cTn id="405" dur="1" fill="hold">
                                          <p:stCondLst>
                                            <p:cond delay="0"/>
                                          </p:stCondLst>
                                        </p:cTn>
                                        <p:tgtEl>
                                          <p:spTgt spid="148"/>
                                        </p:tgtEl>
                                        <p:attrNameLst>
                                          <p:attrName>style.visibility</p:attrName>
                                        </p:attrNameLst>
                                      </p:cBhvr>
                                      <p:to>
                                        <p:strVal val="visible"/>
                                      </p:to>
                                    </p:set>
                                    <p:animEffect transition="in" filter="wipe(up)">
                                      <p:cBhvr>
                                        <p:cTn id="406" dur="500"/>
                                        <p:tgtEl>
                                          <p:spTgt spid="148"/>
                                        </p:tgtEl>
                                      </p:cBhvr>
                                    </p:animEffect>
                                  </p:childTnLst>
                                </p:cTn>
                              </p:par>
                              <p:par>
                                <p:cTn id="407" presetID="31" presetClass="entr" presetSubtype="0" fill="hold" grpId="0" nodeType="withEffect">
                                  <p:stCondLst>
                                    <p:cond delay="0"/>
                                  </p:stCondLst>
                                  <p:childTnLst>
                                    <p:set>
                                      <p:cBhvr>
                                        <p:cTn id="408" dur="1" fill="hold">
                                          <p:stCondLst>
                                            <p:cond delay="0"/>
                                          </p:stCondLst>
                                        </p:cTn>
                                        <p:tgtEl>
                                          <p:spTgt spid="134"/>
                                        </p:tgtEl>
                                        <p:attrNameLst>
                                          <p:attrName>style.visibility</p:attrName>
                                        </p:attrNameLst>
                                      </p:cBhvr>
                                      <p:to>
                                        <p:strVal val="visible"/>
                                      </p:to>
                                    </p:set>
                                    <p:anim calcmode="lin" valueType="num">
                                      <p:cBhvr>
                                        <p:cTn id="409" dur="1000" fill="hold"/>
                                        <p:tgtEl>
                                          <p:spTgt spid="134"/>
                                        </p:tgtEl>
                                        <p:attrNameLst>
                                          <p:attrName>ppt_w</p:attrName>
                                        </p:attrNameLst>
                                      </p:cBhvr>
                                      <p:tavLst>
                                        <p:tav tm="0">
                                          <p:val>
                                            <p:fltVal val="0"/>
                                          </p:val>
                                        </p:tav>
                                        <p:tav tm="100000">
                                          <p:val>
                                            <p:strVal val="#ppt_w"/>
                                          </p:val>
                                        </p:tav>
                                      </p:tavLst>
                                    </p:anim>
                                    <p:anim calcmode="lin" valueType="num">
                                      <p:cBhvr>
                                        <p:cTn id="410" dur="1000" fill="hold"/>
                                        <p:tgtEl>
                                          <p:spTgt spid="134"/>
                                        </p:tgtEl>
                                        <p:attrNameLst>
                                          <p:attrName>ppt_h</p:attrName>
                                        </p:attrNameLst>
                                      </p:cBhvr>
                                      <p:tavLst>
                                        <p:tav tm="0">
                                          <p:val>
                                            <p:fltVal val="0"/>
                                          </p:val>
                                        </p:tav>
                                        <p:tav tm="100000">
                                          <p:val>
                                            <p:strVal val="#ppt_h"/>
                                          </p:val>
                                        </p:tav>
                                      </p:tavLst>
                                    </p:anim>
                                    <p:anim calcmode="lin" valueType="num">
                                      <p:cBhvr>
                                        <p:cTn id="411" dur="1000" fill="hold"/>
                                        <p:tgtEl>
                                          <p:spTgt spid="134"/>
                                        </p:tgtEl>
                                        <p:attrNameLst>
                                          <p:attrName>style.rotation</p:attrName>
                                        </p:attrNameLst>
                                      </p:cBhvr>
                                      <p:tavLst>
                                        <p:tav tm="0">
                                          <p:val>
                                            <p:fltVal val="90"/>
                                          </p:val>
                                        </p:tav>
                                        <p:tav tm="100000">
                                          <p:val>
                                            <p:fltVal val="0"/>
                                          </p:val>
                                        </p:tav>
                                      </p:tavLst>
                                    </p:anim>
                                    <p:animEffect transition="in" filter="fade">
                                      <p:cBhvr>
                                        <p:cTn id="412" dur="1000"/>
                                        <p:tgtEl>
                                          <p:spTgt spid="134"/>
                                        </p:tgtEl>
                                      </p:cBhvr>
                                    </p:animEffect>
                                  </p:childTnLst>
                                </p:cTn>
                              </p:par>
                              <p:par>
                                <p:cTn id="413" presetID="22" presetClass="exit" presetSubtype="4" fill="hold" nodeType="withEffect">
                                  <p:stCondLst>
                                    <p:cond delay="0"/>
                                  </p:stCondLst>
                                  <p:childTnLst>
                                    <p:animEffect transition="out" filter="wipe(down)">
                                      <p:cBhvr>
                                        <p:cTn id="414" dur="500"/>
                                        <p:tgtEl>
                                          <p:spTgt spid="133"/>
                                        </p:tgtEl>
                                      </p:cBhvr>
                                    </p:animEffect>
                                    <p:set>
                                      <p:cBhvr>
                                        <p:cTn id="415" dur="1" fill="hold">
                                          <p:stCondLst>
                                            <p:cond delay="499"/>
                                          </p:stCondLst>
                                        </p:cTn>
                                        <p:tgtEl>
                                          <p:spTgt spid="133"/>
                                        </p:tgtEl>
                                        <p:attrNameLst>
                                          <p:attrName>style.visibility</p:attrName>
                                        </p:attrNameLst>
                                      </p:cBhvr>
                                      <p:to>
                                        <p:strVal val="hidden"/>
                                      </p:to>
                                    </p:set>
                                  </p:childTnLst>
                                </p:cTn>
                              </p:par>
                            </p:childTnLst>
                          </p:cTn>
                        </p:par>
                        <p:par>
                          <p:cTn id="416" fill="hold">
                            <p:stCondLst>
                              <p:cond delay="7500"/>
                            </p:stCondLst>
                            <p:childTnLst>
                              <p:par>
                                <p:cTn id="417" presetID="22" presetClass="entr" presetSubtype="1" fill="hold" nodeType="afterEffect">
                                  <p:stCondLst>
                                    <p:cond delay="0"/>
                                  </p:stCondLst>
                                  <p:childTnLst>
                                    <p:set>
                                      <p:cBhvr>
                                        <p:cTn id="418" dur="1" fill="hold">
                                          <p:stCondLst>
                                            <p:cond delay="0"/>
                                          </p:stCondLst>
                                        </p:cTn>
                                        <p:tgtEl>
                                          <p:spTgt spid="150"/>
                                        </p:tgtEl>
                                        <p:attrNameLst>
                                          <p:attrName>style.visibility</p:attrName>
                                        </p:attrNameLst>
                                      </p:cBhvr>
                                      <p:to>
                                        <p:strVal val="visible"/>
                                      </p:to>
                                    </p:set>
                                    <p:animEffect transition="in" filter="wipe(up)">
                                      <p:cBhvr>
                                        <p:cTn id="419" dur="500"/>
                                        <p:tgtEl>
                                          <p:spTgt spid="150"/>
                                        </p:tgtEl>
                                      </p:cBhvr>
                                    </p:animEffect>
                                  </p:childTnLst>
                                </p:cTn>
                              </p:par>
                            </p:childTnLst>
                          </p:cTn>
                        </p:par>
                      </p:childTnLst>
                    </p:cTn>
                  </p:par>
                  <p:par>
                    <p:cTn id="420" fill="hold">
                      <p:stCondLst>
                        <p:cond delay="indefinite"/>
                      </p:stCondLst>
                      <p:childTnLst>
                        <p:par>
                          <p:cTn id="421" fill="hold">
                            <p:stCondLst>
                              <p:cond delay="0"/>
                            </p:stCondLst>
                            <p:childTnLst>
                              <p:par>
                                <p:cTn id="422" presetID="63" presetClass="path" presetSubtype="0" accel="50000" decel="50000" fill="hold" nodeType="clickEffect">
                                  <p:stCondLst>
                                    <p:cond delay="0"/>
                                  </p:stCondLst>
                                  <p:childTnLst>
                                    <p:animMotion origin="layout" path="M -0.07591 -0.00023 L 0.0362 0.00023 " pathEditMode="relative" rAng="0" ptsTypes="AA">
                                      <p:cBhvr>
                                        <p:cTn id="423" dur="2000" fill="hold"/>
                                        <p:tgtEl>
                                          <p:spTgt spid="107"/>
                                        </p:tgtEl>
                                        <p:attrNameLst>
                                          <p:attrName>ppt_x</p:attrName>
                                          <p:attrName>ppt_y</p:attrName>
                                        </p:attrNameLst>
                                      </p:cBhvr>
                                      <p:rCtr x="5599" y="23"/>
                                    </p:animMotion>
                                  </p:childTnLst>
                                </p:cTn>
                              </p:par>
                            </p:childTnLst>
                          </p:cTn>
                        </p:par>
                        <p:par>
                          <p:cTn id="424" fill="hold">
                            <p:stCondLst>
                              <p:cond delay="2000"/>
                            </p:stCondLst>
                            <p:childTnLst>
                              <p:par>
                                <p:cTn id="425" presetID="32" presetClass="emph" presetSubtype="0" fill="hold" grpId="7" nodeType="afterEffect">
                                  <p:stCondLst>
                                    <p:cond delay="0"/>
                                  </p:stCondLst>
                                  <p:childTnLst>
                                    <p:animRot by="120000">
                                      <p:cBhvr>
                                        <p:cTn id="426" dur="100" fill="hold">
                                          <p:stCondLst>
                                            <p:cond delay="0"/>
                                          </p:stCondLst>
                                        </p:cTn>
                                        <p:tgtEl>
                                          <p:spTgt spid="2"/>
                                        </p:tgtEl>
                                        <p:attrNameLst>
                                          <p:attrName>r</p:attrName>
                                        </p:attrNameLst>
                                      </p:cBhvr>
                                    </p:animRot>
                                    <p:animRot by="-240000">
                                      <p:cBhvr>
                                        <p:cTn id="427" dur="200" fill="hold">
                                          <p:stCondLst>
                                            <p:cond delay="200"/>
                                          </p:stCondLst>
                                        </p:cTn>
                                        <p:tgtEl>
                                          <p:spTgt spid="2"/>
                                        </p:tgtEl>
                                        <p:attrNameLst>
                                          <p:attrName>r</p:attrName>
                                        </p:attrNameLst>
                                      </p:cBhvr>
                                    </p:animRot>
                                    <p:animRot by="240000">
                                      <p:cBhvr>
                                        <p:cTn id="428" dur="200" fill="hold">
                                          <p:stCondLst>
                                            <p:cond delay="400"/>
                                          </p:stCondLst>
                                        </p:cTn>
                                        <p:tgtEl>
                                          <p:spTgt spid="2"/>
                                        </p:tgtEl>
                                        <p:attrNameLst>
                                          <p:attrName>r</p:attrName>
                                        </p:attrNameLst>
                                      </p:cBhvr>
                                    </p:animRot>
                                    <p:animRot by="-240000">
                                      <p:cBhvr>
                                        <p:cTn id="429" dur="200" fill="hold">
                                          <p:stCondLst>
                                            <p:cond delay="600"/>
                                          </p:stCondLst>
                                        </p:cTn>
                                        <p:tgtEl>
                                          <p:spTgt spid="2"/>
                                        </p:tgtEl>
                                        <p:attrNameLst>
                                          <p:attrName>r</p:attrName>
                                        </p:attrNameLst>
                                      </p:cBhvr>
                                    </p:animRot>
                                    <p:animRot by="120000">
                                      <p:cBhvr>
                                        <p:cTn id="430" dur="200" fill="hold">
                                          <p:stCondLst>
                                            <p:cond delay="800"/>
                                          </p:stCondLst>
                                        </p:cTn>
                                        <p:tgtEl>
                                          <p:spTgt spid="2"/>
                                        </p:tgtEl>
                                        <p:attrNameLst>
                                          <p:attrName>r</p:attrName>
                                        </p:attrNameLst>
                                      </p:cBhvr>
                                    </p:animRot>
                                  </p:childTnLst>
                                </p:cTn>
                              </p:par>
                            </p:childTnLst>
                          </p:cTn>
                        </p:par>
                        <p:par>
                          <p:cTn id="431" fill="hold">
                            <p:stCondLst>
                              <p:cond delay="3000"/>
                            </p:stCondLst>
                            <p:childTnLst>
                              <p:par>
                                <p:cTn id="432" presetID="63" presetClass="path" presetSubtype="0" accel="50000" decel="50000" fill="hold" nodeType="afterEffect">
                                  <p:stCondLst>
                                    <p:cond delay="0"/>
                                  </p:stCondLst>
                                  <p:childTnLst>
                                    <p:animMotion origin="layout" path="M -0.13138 0.00116 L 0.21849 -0.00046 " pathEditMode="relative" rAng="0" ptsTypes="AA">
                                      <p:cBhvr>
                                        <p:cTn id="433" dur="2000" fill="hold"/>
                                        <p:tgtEl>
                                          <p:spTgt spid="113"/>
                                        </p:tgtEl>
                                        <p:attrNameLst>
                                          <p:attrName>ppt_x</p:attrName>
                                          <p:attrName>ppt_y</p:attrName>
                                        </p:attrNameLst>
                                      </p:cBhvr>
                                      <p:rCtr x="17487" y="-93"/>
                                    </p:animMotion>
                                  </p:childTnLst>
                                </p:cTn>
                              </p:par>
                            </p:childTnLst>
                          </p:cTn>
                        </p:par>
                        <p:par>
                          <p:cTn id="434" fill="hold">
                            <p:stCondLst>
                              <p:cond delay="5000"/>
                            </p:stCondLst>
                            <p:childTnLst>
                              <p:par>
                                <p:cTn id="435" presetID="31" presetClass="entr" presetSubtype="0" fill="hold" grpId="0" nodeType="afterEffect">
                                  <p:stCondLst>
                                    <p:cond delay="0"/>
                                  </p:stCondLst>
                                  <p:childTnLst>
                                    <p:set>
                                      <p:cBhvr>
                                        <p:cTn id="436" dur="1" fill="hold">
                                          <p:stCondLst>
                                            <p:cond delay="0"/>
                                          </p:stCondLst>
                                        </p:cTn>
                                        <p:tgtEl>
                                          <p:spTgt spid="131"/>
                                        </p:tgtEl>
                                        <p:attrNameLst>
                                          <p:attrName>style.visibility</p:attrName>
                                        </p:attrNameLst>
                                      </p:cBhvr>
                                      <p:to>
                                        <p:strVal val="visible"/>
                                      </p:to>
                                    </p:set>
                                    <p:anim calcmode="lin" valueType="num">
                                      <p:cBhvr>
                                        <p:cTn id="437" dur="1000" fill="hold"/>
                                        <p:tgtEl>
                                          <p:spTgt spid="131"/>
                                        </p:tgtEl>
                                        <p:attrNameLst>
                                          <p:attrName>ppt_w</p:attrName>
                                        </p:attrNameLst>
                                      </p:cBhvr>
                                      <p:tavLst>
                                        <p:tav tm="0">
                                          <p:val>
                                            <p:fltVal val="0"/>
                                          </p:val>
                                        </p:tav>
                                        <p:tav tm="100000">
                                          <p:val>
                                            <p:strVal val="#ppt_w"/>
                                          </p:val>
                                        </p:tav>
                                      </p:tavLst>
                                    </p:anim>
                                    <p:anim calcmode="lin" valueType="num">
                                      <p:cBhvr>
                                        <p:cTn id="438" dur="1000" fill="hold"/>
                                        <p:tgtEl>
                                          <p:spTgt spid="131"/>
                                        </p:tgtEl>
                                        <p:attrNameLst>
                                          <p:attrName>ppt_h</p:attrName>
                                        </p:attrNameLst>
                                      </p:cBhvr>
                                      <p:tavLst>
                                        <p:tav tm="0">
                                          <p:val>
                                            <p:fltVal val="0"/>
                                          </p:val>
                                        </p:tav>
                                        <p:tav tm="100000">
                                          <p:val>
                                            <p:strVal val="#ppt_h"/>
                                          </p:val>
                                        </p:tav>
                                      </p:tavLst>
                                    </p:anim>
                                    <p:anim calcmode="lin" valueType="num">
                                      <p:cBhvr>
                                        <p:cTn id="439" dur="1000" fill="hold"/>
                                        <p:tgtEl>
                                          <p:spTgt spid="131"/>
                                        </p:tgtEl>
                                        <p:attrNameLst>
                                          <p:attrName>style.rotation</p:attrName>
                                        </p:attrNameLst>
                                      </p:cBhvr>
                                      <p:tavLst>
                                        <p:tav tm="0">
                                          <p:val>
                                            <p:fltVal val="90"/>
                                          </p:val>
                                        </p:tav>
                                        <p:tav tm="100000">
                                          <p:val>
                                            <p:fltVal val="0"/>
                                          </p:val>
                                        </p:tav>
                                      </p:tavLst>
                                    </p:anim>
                                    <p:animEffect transition="in" filter="fade">
                                      <p:cBhvr>
                                        <p:cTn id="440" dur="1000"/>
                                        <p:tgtEl>
                                          <p:spTgt spid="131"/>
                                        </p:tgtEl>
                                      </p:cBhvr>
                                    </p:animEffect>
                                  </p:childTnLst>
                                </p:cTn>
                              </p:par>
                            </p:childTnLst>
                          </p:cTn>
                        </p:par>
                        <p:par>
                          <p:cTn id="441" fill="hold">
                            <p:stCondLst>
                              <p:cond delay="6000"/>
                            </p:stCondLst>
                            <p:childTnLst>
                              <p:par>
                                <p:cTn id="442" presetID="42" presetClass="path" presetSubtype="0" accel="50000" decel="50000" fill="hold" grpId="1" nodeType="afterEffect">
                                  <p:stCondLst>
                                    <p:cond delay="0"/>
                                  </p:stCondLst>
                                  <p:childTnLst>
                                    <p:animMotion origin="layout" path="M 1.875E-6 3.33333E-6 L 0.14075 0.2287 " pathEditMode="relative" rAng="0" ptsTypes="AA">
                                      <p:cBhvr>
                                        <p:cTn id="443" dur="2000" fill="hold"/>
                                        <p:tgtEl>
                                          <p:spTgt spid="131"/>
                                        </p:tgtEl>
                                        <p:attrNameLst>
                                          <p:attrName>ppt_x</p:attrName>
                                          <p:attrName>ppt_y</p:attrName>
                                        </p:attrNameLst>
                                      </p:cBhvr>
                                      <p:rCtr x="7031" y="11435"/>
                                    </p:animMotion>
                                  </p:childTnLst>
                                </p:cTn>
                              </p:par>
                              <p:par>
                                <p:cTn id="444" presetID="31" presetClass="entr" presetSubtype="0" fill="hold" grpId="0" nodeType="withEffect">
                                  <p:stCondLst>
                                    <p:cond delay="0"/>
                                  </p:stCondLst>
                                  <p:childTnLst>
                                    <p:set>
                                      <p:cBhvr>
                                        <p:cTn id="445" dur="1" fill="hold">
                                          <p:stCondLst>
                                            <p:cond delay="0"/>
                                          </p:stCondLst>
                                        </p:cTn>
                                        <p:tgtEl>
                                          <p:spTgt spid="198"/>
                                        </p:tgtEl>
                                        <p:attrNameLst>
                                          <p:attrName>style.visibility</p:attrName>
                                        </p:attrNameLst>
                                      </p:cBhvr>
                                      <p:to>
                                        <p:strVal val="visible"/>
                                      </p:to>
                                    </p:set>
                                    <p:anim calcmode="lin" valueType="num">
                                      <p:cBhvr>
                                        <p:cTn id="446" dur="1000" fill="hold"/>
                                        <p:tgtEl>
                                          <p:spTgt spid="198"/>
                                        </p:tgtEl>
                                        <p:attrNameLst>
                                          <p:attrName>ppt_w</p:attrName>
                                        </p:attrNameLst>
                                      </p:cBhvr>
                                      <p:tavLst>
                                        <p:tav tm="0">
                                          <p:val>
                                            <p:fltVal val="0"/>
                                          </p:val>
                                        </p:tav>
                                        <p:tav tm="100000">
                                          <p:val>
                                            <p:strVal val="#ppt_w"/>
                                          </p:val>
                                        </p:tav>
                                      </p:tavLst>
                                    </p:anim>
                                    <p:anim calcmode="lin" valueType="num">
                                      <p:cBhvr>
                                        <p:cTn id="447" dur="1000" fill="hold"/>
                                        <p:tgtEl>
                                          <p:spTgt spid="198"/>
                                        </p:tgtEl>
                                        <p:attrNameLst>
                                          <p:attrName>ppt_h</p:attrName>
                                        </p:attrNameLst>
                                      </p:cBhvr>
                                      <p:tavLst>
                                        <p:tav tm="0">
                                          <p:val>
                                            <p:fltVal val="0"/>
                                          </p:val>
                                        </p:tav>
                                        <p:tav tm="100000">
                                          <p:val>
                                            <p:strVal val="#ppt_h"/>
                                          </p:val>
                                        </p:tav>
                                      </p:tavLst>
                                    </p:anim>
                                    <p:anim calcmode="lin" valueType="num">
                                      <p:cBhvr>
                                        <p:cTn id="448" dur="1000" fill="hold"/>
                                        <p:tgtEl>
                                          <p:spTgt spid="198"/>
                                        </p:tgtEl>
                                        <p:attrNameLst>
                                          <p:attrName>style.rotation</p:attrName>
                                        </p:attrNameLst>
                                      </p:cBhvr>
                                      <p:tavLst>
                                        <p:tav tm="0">
                                          <p:val>
                                            <p:fltVal val="90"/>
                                          </p:val>
                                        </p:tav>
                                        <p:tav tm="100000">
                                          <p:val>
                                            <p:fltVal val="0"/>
                                          </p:val>
                                        </p:tav>
                                      </p:tavLst>
                                    </p:anim>
                                    <p:animEffect transition="in" filter="fade">
                                      <p:cBhvr>
                                        <p:cTn id="449" dur="1000"/>
                                        <p:tgtEl>
                                          <p:spTgt spid="198"/>
                                        </p:tgtEl>
                                      </p:cBhvr>
                                    </p:animEffect>
                                  </p:childTnLst>
                                </p:cTn>
                              </p:par>
                            </p:childTnLst>
                          </p:cTn>
                        </p:par>
                        <p:par>
                          <p:cTn id="450" fill="hold">
                            <p:stCondLst>
                              <p:cond delay="8000"/>
                            </p:stCondLst>
                            <p:childTnLst>
                              <p:par>
                                <p:cTn id="451" presetID="22" presetClass="entr" presetSubtype="4" fill="hold" nodeType="afterEffect">
                                  <p:stCondLst>
                                    <p:cond delay="0"/>
                                  </p:stCondLst>
                                  <p:childTnLst>
                                    <p:set>
                                      <p:cBhvr>
                                        <p:cTn id="452" dur="1" fill="hold">
                                          <p:stCondLst>
                                            <p:cond delay="0"/>
                                          </p:stCondLst>
                                        </p:cTn>
                                        <p:tgtEl>
                                          <p:spTgt spid="118"/>
                                        </p:tgtEl>
                                        <p:attrNameLst>
                                          <p:attrName>style.visibility</p:attrName>
                                        </p:attrNameLst>
                                      </p:cBhvr>
                                      <p:to>
                                        <p:strVal val="visible"/>
                                      </p:to>
                                    </p:set>
                                    <p:animEffect transition="in" filter="wipe(down)">
                                      <p:cBhvr>
                                        <p:cTn id="453" dur="500"/>
                                        <p:tgtEl>
                                          <p:spTgt spid="118"/>
                                        </p:tgtEl>
                                      </p:cBhvr>
                                    </p:animEffect>
                                  </p:childTnLst>
                                </p:cTn>
                              </p:par>
                              <p:par>
                                <p:cTn id="454" presetID="31" presetClass="entr" presetSubtype="0" fill="hold" grpId="0" nodeType="withEffect">
                                  <p:stCondLst>
                                    <p:cond delay="0"/>
                                  </p:stCondLst>
                                  <p:childTnLst>
                                    <p:set>
                                      <p:cBhvr>
                                        <p:cTn id="455" dur="1" fill="hold">
                                          <p:stCondLst>
                                            <p:cond delay="0"/>
                                          </p:stCondLst>
                                        </p:cTn>
                                        <p:tgtEl>
                                          <p:spTgt spid="119"/>
                                        </p:tgtEl>
                                        <p:attrNameLst>
                                          <p:attrName>style.visibility</p:attrName>
                                        </p:attrNameLst>
                                      </p:cBhvr>
                                      <p:to>
                                        <p:strVal val="visible"/>
                                      </p:to>
                                    </p:set>
                                    <p:anim calcmode="lin" valueType="num">
                                      <p:cBhvr>
                                        <p:cTn id="456" dur="1000" fill="hold"/>
                                        <p:tgtEl>
                                          <p:spTgt spid="119"/>
                                        </p:tgtEl>
                                        <p:attrNameLst>
                                          <p:attrName>ppt_w</p:attrName>
                                        </p:attrNameLst>
                                      </p:cBhvr>
                                      <p:tavLst>
                                        <p:tav tm="0">
                                          <p:val>
                                            <p:fltVal val="0"/>
                                          </p:val>
                                        </p:tav>
                                        <p:tav tm="100000">
                                          <p:val>
                                            <p:strVal val="#ppt_w"/>
                                          </p:val>
                                        </p:tav>
                                      </p:tavLst>
                                    </p:anim>
                                    <p:anim calcmode="lin" valueType="num">
                                      <p:cBhvr>
                                        <p:cTn id="457" dur="1000" fill="hold"/>
                                        <p:tgtEl>
                                          <p:spTgt spid="119"/>
                                        </p:tgtEl>
                                        <p:attrNameLst>
                                          <p:attrName>ppt_h</p:attrName>
                                        </p:attrNameLst>
                                      </p:cBhvr>
                                      <p:tavLst>
                                        <p:tav tm="0">
                                          <p:val>
                                            <p:fltVal val="0"/>
                                          </p:val>
                                        </p:tav>
                                        <p:tav tm="100000">
                                          <p:val>
                                            <p:strVal val="#ppt_h"/>
                                          </p:val>
                                        </p:tav>
                                      </p:tavLst>
                                    </p:anim>
                                    <p:anim calcmode="lin" valueType="num">
                                      <p:cBhvr>
                                        <p:cTn id="458" dur="1000" fill="hold"/>
                                        <p:tgtEl>
                                          <p:spTgt spid="119"/>
                                        </p:tgtEl>
                                        <p:attrNameLst>
                                          <p:attrName>style.rotation</p:attrName>
                                        </p:attrNameLst>
                                      </p:cBhvr>
                                      <p:tavLst>
                                        <p:tav tm="0">
                                          <p:val>
                                            <p:fltVal val="90"/>
                                          </p:val>
                                        </p:tav>
                                        <p:tav tm="100000">
                                          <p:val>
                                            <p:fltVal val="0"/>
                                          </p:val>
                                        </p:tav>
                                      </p:tavLst>
                                    </p:anim>
                                    <p:animEffect transition="in" filter="fade">
                                      <p:cBhvr>
                                        <p:cTn id="459" dur="1000"/>
                                        <p:tgtEl>
                                          <p:spTgt spid="119"/>
                                        </p:tgtEl>
                                      </p:cBhvr>
                                    </p:animEffect>
                                  </p:childTnLst>
                                </p:cTn>
                              </p:par>
                              <p:par>
                                <p:cTn id="460" presetID="22" presetClass="exit" presetSubtype="4" fill="hold" nodeType="withEffect">
                                  <p:stCondLst>
                                    <p:cond delay="0"/>
                                  </p:stCondLst>
                                  <p:childTnLst>
                                    <p:animEffect transition="out" filter="wipe(down)">
                                      <p:cBhvr>
                                        <p:cTn id="461" dur="500"/>
                                        <p:tgtEl>
                                          <p:spTgt spid="154"/>
                                        </p:tgtEl>
                                      </p:cBhvr>
                                    </p:animEffect>
                                    <p:set>
                                      <p:cBhvr>
                                        <p:cTn id="462" dur="1" fill="hold">
                                          <p:stCondLst>
                                            <p:cond delay="499"/>
                                          </p:stCondLst>
                                        </p:cTn>
                                        <p:tgtEl>
                                          <p:spTgt spid="154"/>
                                        </p:tgtEl>
                                        <p:attrNameLst>
                                          <p:attrName>style.visibility</p:attrName>
                                        </p:attrNameLst>
                                      </p:cBhvr>
                                      <p:to>
                                        <p:strVal val="hidden"/>
                                      </p:to>
                                    </p:set>
                                  </p:childTnLst>
                                </p:cTn>
                              </p:par>
                            </p:childTnLst>
                          </p:cTn>
                        </p:par>
                        <p:par>
                          <p:cTn id="463" fill="hold">
                            <p:stCondLst>
                              <p:cond delay="9000"/>
                            </p:stCondLst>
                            <p:childTnLst>
                              <p:par>
                                <p:cTn id="464" presetID="22" presetClass="entr" presetSubtype="1" fill="hold" nodeType="afterEffect">
                                  <p:stCondLst>
                                    <p:cond delay="0"/>
                                  </p:stCondLst>
                                  <p:childTnLst>
                                    <p:set>
                                      <p:cBhvr>
                                        <p:cTn id="465" dur="1" fill="hold">
                                          <p:stCondLst>
                                            <p:cond delay="0"/>
                                          </p:stCondLst>
                                        </p:cTn>
                                        <p:tgtEl>
                                          <p:spTgt spid="120"/>
                                        </p:tgtEl>
                                        <p:attrNameLst>
                                          <p:attrName>style.visibility</p:attrName>
                                        </p:attrNameLst>
                                      </p:cBhvr>
                                      <p:to>
                                        <p:strVal val="visible"/>
                                      </p:to>
                                    </p:set>
                                    <p:animEffect transition="in" filter="wipe(up)">
                                      <p:cBhvr>
                                        <p:cTn id="466" dur="500"/>
                                        <p:tgtEl>
                                          <p:spTgt spid="120"/>
                                        </p:tgtEl>
                                      </p:cBhvr>
                                    </p:animEffect>
                                  </p:childTnLst>
                                </p:cTn>
                              </p:par>
                            </p:childTnLst>
                          </p:cTn>
                        </p:par>
                      </p:childTnLst>
                    </p:cTn>
                  </p:par>
                  <p:par>
                    <p:cTn id="467" fill="hold">
                      <p:stCondLst>
                        <p:cond delay="indefinite"/>
                      </p:stCondLst>
                      <p:childTnLst>
                        <p:par>
                          <p:cTn id="468" fill="hold">
                            <p:stCondLst>
                              <p:cond delay="0"/>
                            </p:stCondLst>
                            <p:childTnLst>
                              <p:par>
                                <p:cTn id="469" presetID="63" presetClass="path" presetSubtype="0" accel="50000" decel="50000" fill="hold" nodeType="clickEffect">
                                  <p:stCondLst>
                                    <p:cond delay="0"/>
                                  </p:stCondLst>
                                  <p:childTnLst>
                                    <p:animMotion origin="layout" path="M 0.0362 0.00023 L 0.15144 0.00069 " pathEditMode="relative" rAng="0" ptsTypes="AA">
                                      <p:cBhvr>
                                        <p:cTn id="470" dur="2000" fill="hold"/>
                                        <p:tgtEl>
                                          <p:spTgt spid="107"/>
                                        </p:tgtEl>
                                        <p:attrNameLst>
                                          <p:attrName>ppt_x</p:attrName>
                                          <p:attrName>ppt_y</p:attrName>
                                        </p:attrNameLst>
                                      </p:cBhvr>
                                      <p:rCtr x="5755" y="23"/>
                                    </p:animMotion>
                                  </p:childTnLst>
                                </p:cTn>
                              </p:par>
                            </p:childTnLst>
                          </p:cTn>
                        </p:par>
                        <p:par>
                          <p:cTn id="471" fill="hold">
                            <p:stCondLst>
                              <p:cond delay="2000"/>
                            </p:stCondLst>
                            <p:childTnLst>
                              <p:par>
                                <p:cTn id="472" presetID="32" presetClass="emph" presetSubtype="0" fill="hold" grpId="8" nodeType="afterEffect">
                                  <p:stCondLst>
                                    <p:cond delay="0"/>
                                  </p:stCondLst>
                                  <p:childTnLst>
                                    <p:animRot by="120000">
                                      <p:cBhvr>
                                        <p:cTn id="473" dur="100" fill="hold">
                                          <p:stCondLst>
                                            <p:cond delay="0"/>
                                          </p:stCondLst>
                                        </p:cTn>
                                        <p:tgtEl>
                                          <p:spTgt spid="2"/>
                                        </p:tgtEl>
                                        <p:attrNameLst>
                                          <p:attrName>r</p:attrName>
                                        </p:attrNameLst>
                                      </p:cBhvr>
                                    </p:animRot>
                                    <p:animRot by="-240000">
                                      <p:cBhvr>
                                        <p:cTn id="474" dur="200" fill="hold">
                                          <p:stCondLst>
                                            <p:cond delay="200"/>
                                          </p:stCondLst>
                                        </p:cTn>
                                        <p:tgtEl>
                                          <p:spTgt spid="2"/>
                                        </p:tgtEl>
                                        <p:attrNameLst>
                                          <p:attrName>r</p:attrName>
                                        </p:attrNameLst>
                                      </p:cBhvr>
                                    </p:animRot>
                                    <p:animRot by="240000">
                                      <p:cBhvr>
                                        <p:cTn id="475" dur="200" fill="hold">
                                          <p:stCondLst>
                                            <p:cond delay="400"/>
                                          </p:stCondLst>
                                        </p:cTn>
                                        <p:tgtEl>
                                          <p:spTgt spid="2"/>
                                        </p:tgtEl>
                                        <p:attrNameLst>
                                          <p:attrName>r</p:attrName>
                                        </p:attrNameLst>
                                      </p:cBhvr>
                                    </p:animRot>
                                    <p:animRot by="-240000">
                                      <p:cBhvr>
                                        <p:cTn id="476" dur="200" fill="hold">
                                          <p:stCondLst>
                                            <p:cond delay="600"/>
                                          </p:stCondLst>
                                        </p:cTn>
                                        <p:tgtEl>
                                          <p:spTgt spid="2"/>
                                        </p:tgtEl>
                                        <p:attrNameLst>
                                          <p:attrName>r</p:attrName>
                                        </p:attrNameLst>
                                      </p:cBhvr>
                                    </p:animRot>
                                    <p:animRot by="120000">
                                      <p:cBhvr>
                                        <p:cTn id="477" dur="200" fill="hold">
                                          <p:stCondLst>
                                            <p:cond delay="800"/>
                                          </p:stCondLst>
                                        </p:cTn>
                                        <p:tgtEl>
                                          <p:spTgt spid="2"/>
                                        </p:tgtEl>
                                        <p:attrNameLst>
                                          <p:attrName>r</p:attrName>
                                        </p:attrNameLst>
                                      </p:cBhvr>
                                    </p:animRot>
                                  </p:childTnLst>
                                </p:cTn>
                              </p:par>
                            </p:childTnLst>
                          </p:cTn>
                        </p:par>
                        <p:par>
                          <p:cTn id="478" fill="hold">
                            <p:stCondLst>
                              <p:cond delay="3000"/>
                            </p:stCondLst>
                            <p:childTnLst>
                              <p:par>
                                <p:cTn id="479" presetID="63" presetClass="path" presetSubtype="0" accel="50000" decel="50000" fill="hold" nodeType="afterEffect">
                                  <p:stCondLst>
                                    <p:cond delay="0"/>
                                  </p:stCondLst>
                                  <p:childTnLst>
                                    <p:animMotion origin="layout" path="M 0.21849 -0.00046 L 0.13334 -0.00046 " pathEditMode="relative" rAng="0" ptsTypes="AA">
                                      <p:cBhvr>
                                        <p:cTn id="480" dur="2000" fill="hold"/>
                                        <p:tgtEl>
                                          <p:spTgt spid="113"/>
                                        </p:tgtEl>
                                        <p:attrNameLst>
                                          <p:attrName>ppt_x</p:attrName>
                                          <p:attrName>ppt_y</p:attrName>
                                        </p:attrNameLst>
                                      </p:cBhvr>
                                      <p:rCtr x="-4258" y="0"/>
                                    </p:animMotion>
                                  </p:childTnLst>
                                </p:cTn>
                              </p:par>
                            </p:childTnLst>
                          </p:cTn>
                        </p:par>
                        <p:par>
                          <p:cTn id="481" fill="hold">
                            <p:stCondLst>
                              <p:cond delay="5000"/>
                            </p:stCondLst>
                            <p:childTnLst>
                              <p:par>
                                <p:cTn id="482" presetID="31" presetClass="entr" presetSubtype="0" fill="hold" grpId="0" nodeType="afterEffect">
                                  <p:stCondLst>
                                    <p:cond delay="0"/>
                                  </p:stCondLst>
                                  <p:childTnLst>
                                    <p:set>
                                      <p:cBhvr>
                                        <p:cTn id="483" dur="1" fill="hold">
                                          <p:stCondLst>
                                            <p:cond delay="0"/>
                                          </p:stCondLst>
                                        </p:cTn>
                                        <p:tgtEl>
                                          <p:spTgt spid="147"/>
                                        </p:tgtEl>
                                        <p:attrNameLst>
                                          <p:attrName>style.visibility</p:attrName>
                                        </p:attrNameLst>
                                      </p:cBhvr>
                                      <p:to>
                                        <p:strVal val="visible"/>
                                      </p:to>
                                    </p:set>
                                    <p:anim calcmode="lin" valueType="num">
                                      <p:cBhvr>
                                        <p:cTn id="484" dur="1000" fill="hold"/>
                                        <p:tgtEl>
                                          <p:spTgt spid="147"/>
                                        </p:tgtEl>
                                        <p:attrNameLst>
                                          <p:attrName>ppt_w</p:attrName>
                                        </p:attrNameLst>
                                      </p:cBhvr>
                                      <p:tavLst>
                                        <p:tav tm="0">
                                          <p:val>
                                            <p:fltVal val="0"/>
                                          </p:val>
                                        </p:tav>
                                        <p:tav tm="100000">
                                          <p:val>
                                            <p:strVal val="#ppt_w"/>
                                          </p:val>
                                        </p:tav>
                                      </p:tavLst>
                                    </p:anim>
                                    <p:anim calcmode="lin" valueType="num">
                                      <p:cBhvr>
                                        <p:cTn id="485" dur="1000" fill="hold"/>
                                        <p:tgtEl>
                                          <p:spTgt spid="147"/>
                                        </p:tgtEl>
                                        <p:attrNameLst>
                                          <p:attrName>ppt_h</p:attrName>
                                        </p:attrNameLst>
                                      </p:cBhvr>
                                      <p:tavLst>
                                        <p:tav tm="0">
                                          <p:val>
                                            <p:fltVal val="0"/>
                                          </p:val>
                                        </p:tav>
                                        <p:tav tm="100000">
                                          <p:val>
                                            <p:strVal val="#ppt_h"/>
                                          </p:val>
                                        </p:tav>
                                      </p:tavLst>
                                    </p:anim>
                                    <p:anim calcmode="lin" valueType="num">
                                      <p:cBhvr>
                                        <p:cTn id="486" dur="1000" fill="hold"/>
                                        <p:tgtEl>
                                          <p:spTgt spid="147"/>
                                        </p:tgtEl>
                                        <p:attrNameLst>
                                          <p:attrName>style.rotation</p:attrName>
                                        </p:attrNameLst>
                                      </p:cBhvr>
                                      <p:tavLst>
                                        <p:tav tm="0">
                                          <p:val>
                                            <p:fltVal val="90"/>
                                          </p:val>
                                        </p:tav>
                                        <p:tav tm="100000">
                                          <p:val>
                                            <p:fltVal val="0"/>
                                          </p:val>
                                        </p:tav>
                                      </p:tavLst>
                                    </p:anim>
                                    <p:animEffect transition="in" filter="fade">
                                      <p:cBhvr>
                                        <p:cTn id="487" dur="1000"/>
                                        <p:tgtEl>
                                          <p:spTgt spid="147"/>
                                        </p:tgtEl>
                                      </p:cBhvr>
                                    </p:animEffect>
                                  </p:childTnLst>
                                </p:cTn>
                              </p:par>
                            </p:childTnLst>
                          </p:cTn>
                        </p:par>
                        <p:par>
                          <p:cTn id="488" fill="hold">
                            <p:stCondLst>
                              <p:cond delay="6000"/>
                            </p:stCondLst>
                            <p:childTnLst>
                              <p:par>
                                <p:cTn id="489" presetID="42" presetClass="path" presetSubtype="0" accel="50000" decel="50000" fill="hold" grpId="1" nodeType="afterEffect">
                                  <p:stCondLst>
                                    <p:cond delay="0"/>
                                  </p:stCondLst>
                                  <p:childTnLst>
                                    <p:animMotion origin="layout" path="M 3.33333E-6 4.81481E-6 L -0.05821 0.29976 " pathEditMode="relative" rAng="0" ptsTypes="AA">
                                      <p:cBhvr>
                                        <p:cTn id="490" dur="2000" fill="hold"/>
                                        <p:tgtEl>
                                          <p:spTgt spid="147"/>
                                        </p:tgtEl>
                                        <p:attrNameLst>
                                          <p:attrName>ppt_x</p:attrName>
                                          <p:attrName>ppt_y</p:attrName>
                                        </p:attrNameLst>
                                      </p:cBhvr>
                                      <p:rCtr x="-2917" y="14977"/>
                                    </p:animMotion>
                                  </p:childTnLst>
                                </p:cTn>
                              </p:par>
                              <p:par>
                                <p:cTn id="491" presetID="31" presetClass="entr" presetSubtype="0" fill="hold" grpId="0" nodeType="withEffect">
                                  <p:stCondLst>
                                    <p:cond delay="1000"/>
                                  </p:stCondLst>
                                  <p:childTnLst>
                                    <p:set>
                                      <p:cBhvr>
                                        <p:cTn id="492" dur="1" fill="hold">
                                          <p:stCondLst>
                                            <p:cond delay="0"/>
                                          </p:stCondLst>
                                        </p:cTn>
                                        <p:tgtEl>
                                          <p:spTgt spid="157"/>
                                        </p:tgtEl>
                                        <p:attrNameLst>
                                          <p:attrName>style.visibility</p:attrName>
                                        </p:attrNameLst>
                                      </p:cBhvr>
                                      <p:to>
                                        <p:strVal val="visible"/>
                                      </p:to>
                                    </p:set>
                                    <p:anim calcmode="lin" valueType="num">
                                      <p:cBhvr>
                                        <p:cTn id="493" dur="1000" fill="hold"/>
                                        <p:tgtEl>
                                          <p:spTgt spid="157"/>
                                        </p:tgtEl>
                                        <p:attrNameLst>
                                          <p:attrName>ppt_w</p:attrName>
                                        </p:attrNameLst>
                                      </p:cBhvr>
                                      <p:tavLst>
                                        <p:tav tm="0">
                                          <p:val>
                                            <p:fltVal val="0"/>
                                          </p:val>
                                        </p:tav>
                                        <p:tav tm="100000">
                                          <p:val>
                                            <p:strVal val="#ppt_w"/>
                                          </p:val>
                                        </p:tav>
                                      </p:tavLst>
                                    </p:anim>
                                    <p:anim calcmode="lin" valueType="num">
                                      <p:cBhvr>
                                        <p:cTn id="494" dur="1000" fill="hold"/>
                                        <p:tgtEl>
                                          <p:spTgt spid="157"/>
                                        </p:tgtEl>
                                        <p:attrNameLst>
                                          <p:attrName>ppt_h</p:attrName>
                                        </p:attrNameLst>
                                      </p:cBhvr>
                                      <p:tavLst>
                                        <p:tav tm="0">
                                          <p:val>
                                            <p:fltVal val="0"/>
                                          </p:val>
                                        </p:tav>
                                        <p:tav tm="100000">
                                          <p:val>
                                            <p:strVal val="#ppt_h"/>
                                          </p:val>
                                        </p:tav>
                                      </p:tavLst>
                                    </p:anim>
                                    <p:anim calcmode="lin" valueType="num">
                                      <p:cBhvr>
                                        <p:cTn id="495" dur="1000" fill="hold"/>
                                        <p:tgtEl>
                                          <p:spTgt spid="157"/>
                                        </p:tgtEl>
                                        <p:attrNameLst>
                                          <p:attrName>style.rotation</p:attrName>
                                        </p:attrNameLst>
                                      </p:cBhvr>
                                      <p:tavLst>
                                        <p:tav tm="0">
                                          <p:val>
                                            <p:fltVal val="90"/>
                                          </p:val>
                                        </p:tav>
                                        <p:tav tm="100000">
                                          <p:val>
                                            <p:fltVal val="0"/>
                                          </p:val>
                                        </p:tav>
                                      </p:tavLst>
                                    </p:anim>
                                    <p:animEffect transition="in" filter="fade">
                                      <p:cBhvr>
                                        <p:cTn id="496" dur="1000"/>
                                        <p:tgtEl>
                                          <p:spTgt spid="157"/>
                                        </p:tgtEl>
                                      </p:cBhvr>
                                    </p:animEffect>
                                  </p:childTnLst>
                                </p:cTn>
                              </p:par>
                            </p:childTnLst>
                          </p:cTn>
                        </p:par>
                        <p:par>
                          <p:cTn id="497" fill="hold">
                            <p:stCondLst>
                              <p:cond delay="8000"/>
                            </p:stCondLst>
                            <p:childTnLst>
                              <p:par>
                                <p:cTn id="498" presetID="22" presetClass="entr" presetSubtype="1" fill="hold" nodeType="afterEffect">
                                  <p:stCondLst>
                                    <p:cond delay="0"/>
                                  </p:stCondLst>
                                  <p:childTnLst>
                                    <p:set>
                                      <p:cBhvr>
                                        <p:cTn id="499" dur="1" fill="hold">
                                          <p:stCondLst>
                                            <p:cond delay="0"/>
                                          </p:stCondLst>
                                        </p:cTn>
                                        <p:tgtEl>
                                          <p:spTgt spid="158"/>
                                        </p:tgtEl>
                                        <p:attrNameLst>
                                          <p:attrName>style.visibility</p:attrName>
                                        </p:attrNameLst>
                                      </p:cBhvr>
                                      <p:to>
                                        <p:strVal val="visible"/>
                                      </p:to>
                                    </p:set>
                                    <p:animEffect transition="in" filter="wipe(up)">
                                      <p:cBhvr>
                                        <p:cTn id="500" dur="500"/>
                                        <p:tgtEl>
                                          <p:spTgt spid="158"/>
                                        </p:tgtEl>
                                      </p:cBhvr>
                                    </p:animEffect>
                                  </p:childTnLst>
                                </p:cTn>
                              </p:par>
                              <p:par>
                                <p:cTn id="501" presetID="31" presetClass="entr" presetSubtype="0" fill="hold" grpId="0" nodeType="withEffect">
                                  <p:stCondLst>
                                    <p:cond delay="0"/>
                                  </p:stCondLst>
                                  <p:childTnLst>
                                    <p:set>
                                      <p:cBhvr>
                                        <p:cTn id="502" dur="1" fill="hold">
                                          <p:stCondLst>
                                            <p:cond delay="0"/>
                                          </p:stCondLst>
                                        </p:cTn>
                                        <p:tgtEl>
                                          <p:spTgt spid="200"/>
                                        </p:tgtEl>
                                        <p:attrNameLst>
                                          <p:attrName>style.visibility</p:attrName>
                                        </p:attrNameLst>
                                      </p:cBhvr>
                                      <p:to>
                                        <p:strVal val="visible"/>
                                      </p:to>
                                    </p:set>
                                    <p:anim calcmode="lin" valueType="num">
                                      <p:cBhvr>
                                        <p:cTn id="503" dur="1000" fill="hold"/>
                                        <p:tgtEl>
                                          <p:spTgt spid="200"/>
                                        </p:tgtEl>
                                        <p:attrNameLst>
                                          <p:attrName>ppt_w</p:attrName>
                                        </p:attrNameLst>
                                      </p:cBhvr>
                                      <p:tavLst>
                                        <p:tav tm="0">
                                          <p:val>
                                            <p:fltVal val="0"/>
                                          </p:val>
                                        </p:tav>
                                        <p:tav tm="100000">
                                          <p:val>
                                            <p:strVal val="#ppt_w"/>
                                          </p:val>
                                        </p:tav>
                                      </p:tavLst>
                                    </p:anim>
                                    <p:anim calcmode="lin" valueType="num">
                                      <p:cBhvr>
                                        <p:cTn id="504" dur="1000" fill="hold"/>
                                        <p:tgtEl>
                                          <p:spTgt spid="200"/>
                                        </p:tgtEl>
                                        <p:attrNameLst>
                                          <p:attrName>ppt_h</p:attrName>
                                        </p:attrNameLst>
                                      </p:cBhvr>
                                      <p:tavLst>
                                        <p:tav tm="0">
                                          <p:val>
                                            <p:fltVal val="0"/>
                                          </p:val>
                                        </p:tav>
                                        <p:tav tm="100000">
                                          <p:val>
                                            <p:strVal val="#ppt_h"/>
                                          </p:val>
                                        </p:tav>
                                      </p:tavLst>
                                    </p:anim>
                                    <p:anim calcmode="lin" valueType="num">
                                      <p:cBhvr>
                                        <p:cTn id="505" dur="1000" fill="hold"/>
                                        <p:tgtEl>
                                          <p:spTgt spid="200"/>
                                        </p:tgtEl>
                                        <p:attrNameLst>
                                          <p:attrName>style.rotation</p:attrName>
                                        </p:attrNameLst>
                                      </p:cBhvr>
                                      <p:tavLst>
                                        <p:tav tm="0">
                                          <p:val>
                                            <p:fltVal val="90"/>
                                          </p:val>
                                        </p:tav>
                                        <p:tav tm="100000">
                                          <p:val>
                                            <p:fltVal val="0"/>
                                          </p:val>
                                        </p:tav>
                                      </p:tavLst>
                                    </p:anim>
                                    <p:animEffect transition="in" filter="fade">
                                      <p:cBhvr>
                                        <p:cTn id="506" dur="1000"/>
                                        <p:tgtEl>
                                          <p:spTgt spid="200"/>
                                        </p:tgtEl>
                                      </p:cBhvr>
                                    </p:animEffect>
                                  </p:childTnLst>
                                </p:cTn>
                              </p:par>
                              <p:par>
                                <p:cTn id="507" presetID="22" presetClass="exit" presetSubtype="4" fill="hold" nodeType="withEffect">
                                  <p:stCondLst>
                                    <p:cond delay="0"/>
                                  </p:stCondLst>
                                  <p:childTnLst>
                                    <p:animEffect transition="out" filter="wipe(down)">
                                      <p:cBhvr>
                                        <p:cTn id="508" dur="500"/>
                                        <p:tgtEl>
                                          <p:spTgt spid="141"/>
                                        </p:tgtEl>
                                      </p:cBhvr>
                                    </p:animEffect>
                                    <p:set>
                                      <p:cBhvr>
                                        <p:cTn id="509" dur="1" fill="hold">
                                          <p:stCondLst>
                                            <p:cond delay="499"/>
                                          </p:stCondLst>
                                        </p:cTn>
                                        <p:tgtEl>
                                          <p:spTgt spid="141"/>
                                        </p:tgtEl>
                                        <p:attrNameLst>
                                          <p:attrName>style.visibility</p:attrName>
                                        </p:attrNameLst>
                                      </p:cBhvr>
                                      <p:to>
                                        <p:strVal val="hidden"/>
                                      </p:to>
                                    </p:set>
                                  </p:childTnLst>
                                </p:cTn>
                              </p:par>
                            </p:childTnLst>
                          </p:cTn>
                        </p:par>
                        <p:par>
                          <p:cTn id="510" fill="hold">
                            <p:stCondLst>
                              <p:cond delay="9000"/>
                            </p:stCondLst>
                            <p:childTnLst>
                              <p:par>
                                <p:cTn id="511" presetID="22" presetClass="entr" presetSubtype="1" fill="hold" nodeType="afterEffect">
                                  <p:stCondLst>
                                    <p:cond delay="0"/>
                                  </p:stCondLst>
                                  <p:childTnLst>
                                    <p:set>
                                      <p:cBhvr>
                                        <p:cTn id="512" dur="1" fill="hold">
                                          <p:stCondLst>
                                            <p:cond delay="0"/>
                                          </p:stCondLst>
                                        </p:cTn>
                                        <p:tgtEl>
                                          <p:spTgt spid="160"/>
                                        </p:tgtEl>
                                        <p:attrNameLst>
                                          <p:attrName>style.visibility</p:attrName>
                                        </p:attrNameLst>
                                      </p:cBhvr>
                                      <p:to>
                                        <p:strVal val="visible"/>
                                      </p:to>
                                    </p:set>
                                    <p:animEffect transition="in" filter="wipe(up)">
                                      <p:cBhvr>
                                        <p:cTn id="513" dur="500"/>
                                        <p:tgtEl>
                                          <p:spTgt spid="160"/>
                                        </p:tgtEl>
                                      </p:cBhvr>
                                    </p:animEffect>
                                  </p:childTnLst>
                                </p:cTn>
                              </p:par>
                            </p:childTnLst>
                          </p:cTn>
                        </p:par>
                      </p:childTnLst>
                    </p:cTn>
                  </p:par>
                  <p:par>
                    <p:cTn id="514" fill="hold">
                      <p:stCondLst>
                        <p:cond delay="indefinite"/>
                      </p:stCondLst>
                      <p:childTnLst>
                        <p:par>
                          <p:cTn id="515" fill="hold">
                            <p:stCondLst>
                              <p:cond delay="0"/>
                            </p:stCondLst>
                            <p:childTnLst>
                              <p:par>
                                <p:cTn id="516" presetID="35" presetClass="path" presetSubtype="0" accel="50000" decel="50000" fill="hold" nodeType="clickEffect">
                                  <p:stCondLst>
                                    <p:cond delay="0"/>
                                  </p:stCondLst>
                                  <p:childTnLst>
                                    <p:animMotion origin="layout" path="M 0.15144 0.00069 L -0.14934 -0.00046 " pathEditMode="relative" rAng="0" ptsTypes="AA">
                                      <p:cBhvr>
                                        <p:cTn id="517" dur="2000" fill="hold"/>
                                        <p:tgtEl>
                                          <p:spTgt spid="107"/>
                                        </p:tgtEl>
                                        <p:attrNameLst>
                                          <p:attrName>ppt_x</p:attrName>
                                          <p:attrName>ppt_y</p:attrName>
                                        </p:attrNameLst>
                                      </p:cBhvr>
                                      <p:rCtr x="-15039" y="-69"/>
                                    </p:animMotion>
                                  </p:childTnLst>
                                </p:cTn>
                              </p:par>
                            </p:childTnLst>
                          </p:cTn>
                        </p:par>
                        <p:par>
                          <p:cTn id="518" fill="hold">
                            <p:stCondLst>
                              <p:cond delay="2000"/>
                            </p:stCondLst>
                            <p:childTnLst>
                              <p:par>
                                <p:cTn id="519" presetID="22" presetClass="exit" presetSubtype="1" fill="hold" grpId="10" nodeType="afterEffect">
                                  <p:stCondLst>
                                    <p:cond delay="0"/>
                                  </p:stCondLst>
                                  <p:childTnLst>
                                    <p:animEffect transition="out" filter="wipe(up)">
                                      <p:cBhvr>
                                        <p:cTn id="520" dur="500"/>
                                        <p:tgtEl>
                                          <p:spTgt spid="2"/>
                                        </p:tgtEl>
                                      </p:cBhvr>
                                    </p:animEffect>
                                    <p:set>
                                      <p:cBhvr>
                                        <p:cTn id="521" dur="1" fill="hold">
                                          <p:stCondLst>
                                            <p:cond delay="499"/>
                                          </p:stCondLst>
                                        </p:cTn>
                                        <p:tgtEl>
                                          <p:spTgt spid="2"/>
                                        </p:tgtEl>
                                        <p:attrNameLst>
                                          <p:attrName>style.visibility</p:attrName>
                                        </p:attrNameLst>
                                      </p:cBhvr>
                                      <p:to>
                                        <p:strVal val="hidden"/>
                                      </p:to>
                                    </p:set>
                                  </p:childTnLst>
                                </p:cTn>
                              </p:par>
                            </p:childTnLst>
                          </p:cTn>
                        </p:par>
                        <p:par>
                          <p:cTn id="522" fill="hold">
                            <p:stCondLst>
                              <p:cond delay="2500"/>
                            </p:stCondLst>
                            <p:childTnLst>
                              <p:par>
                                <p:cTn id="523" presetID="22" presetClass="entr" presetSubtype="8" fill="hold" grpId="0" nodeType="afterEffect">
                                  <p:stCondLst>
                                    <p:cond delay="0"/>
                                  </p:stCondLst>
                                  <p:childTnLst>
                                    <p:set>
                                      <p:cBhvr>
                                        <p:cTn id="524" dur="1" fill="hold">
                                          <p:stCondLst>
                                            <p:cond delay="0"/>
                                          </p:stCondLst>
                                        </p:cTn>
                                        <p:tgtEl>
                                          <p:spTgt spid="202"/>
                                        </p:tgtEl>
                                        <p:attrNameLst>
                                          <p:attrName>style.visibility</p:attrName>
                                        </p:attrNameLst>
                                      </p:cBhvr>
                                      <p:to>
                                        <p:strVal val="visible"/>
                                      </p:to>
                                    </p:set>
                                    <p:animEffect transition="in" filter="wipe(left)">
                                      <p:cBhvr>
                                        <p:cTn id="525" dur="500"/>
                                        <p:tgtEl>
                                          <p:spTgt spid="202"/>
                                        </p:tgtEl>
                                      </p:cBhvr>
                                    </p:animEffect>
                                  </p:childTnLst>
                                </p:cTn>
                              </p:par>
                            </p:childTnLst>
                          </p:cTn>
                        </p:par>
                      </p:childTnLst>
                    </p:cTn>
                  </p:par>
                  <p:par>
                    <p:cTn id="526" fill="hold">
                      <p:stCondLst>
                        <p:cond delay="indefinite"/>
                      </p:stCondLst>
                      <p:childTnLst>
                        <p:par>
                          <p:cTn id="527" fill="hold">
                            <p:stCondLst>
                              <p:cond delay="0"/>
                            </p:stCondLst>
                            <p:childTnLst>
                              <p:par>
                                <p:cTn id="528" presetID="53" presetClass="entr" presetSubtype="16" fill="hold" grpId="0" nodeType="clickEffect">
                                  <p:stCondLst>
                                    <p:cond delay="0"/>
                                  </p:stCondLst>
                                  <p:childTnLst>
                                    <p:set>
                                      <p:cBhvr>
                                        <p:cTn id="529" dur="1" fill="hold">
                                          <p:stCondLst>
                                            <p:cond delay="0"/>
                                          </p:stCondLst>
                                        </p:cTn>
                                        <p:tgtEl>
                                          <p:spTgt spid="206"/>
                                        </p:tgtEl>
                                        <p:attrNameLst>
                                          <p:attrName>style.visibility</p:attrName>
                                        </p:attrNameLst>
                                      </p:cBhvr>
                                      <p:to>
                                        <p:strVal val="visible"/>
                                      </p:to>
                                    </p:set>
                                    <p:anim calcmode="lin" valueType="num">
                                      <p:cBhvr>
                                        <p:cTn id="530" dur="500" fill="hold"/>
                                        <p:tgtEl>
                                          <p:spTgt spid="206"/>
                                        </p:tgtEl>
                                        <p:attrNameLst>
                                          <p:attrName>ppt_w</p:attrName>
                                        </p:attrNameLst>
                                      </p:cBhvr>
                                      <p:tavLst>
                                        <p:tav tm="0">
                                          <p:val>
                                            <p:fltVal val="0"/>
                                          </p:val>
                                        </p:tav>
                                        <p:tav tm="100000">
                                          <p:val>
                                            <p:strVal val="#ppt_w"/>
                                          </p:val>
                                        </p:tav>
                                      </p:tavLst>
                                    </p:anim>
                                    <p:anim calcmode="lin" valueType="num">
                                      <p:cBhvr>
                                        <p:cTn id="531" dur="500" fill="hold"/>
                                        <p:tgtEl>
                                          <p:spTgt spid="206"/>
                                        </p:tgtEl>
                                        <p:attrNameLst>
                                          <p:attrName>ppt_h</p:attrName>
                                        </p:attrNameLst>
                                      </p:cBhvr>
                                      <p:tavLst>
                                        <p:tav tm="0">
                                          <p:val>
                                            <p:fltVal val="0"/>
                                          </p:val>
                                        </p:tav>
                                        <p:tav tm="100000">
                                          <p:val>
                                            <p:strVal val="#ppt_h"/>
                                          </p:val>
                                        </p:tav>
                                      </p:tavLst>
                                    </p:anim>
                                    <p:animEffect transition="in" filter="fade">
                                      <p:cBhvr>
                                        <p:cTn id="532" dur="500"/>
                                        <p:tgtEl>
                                          <p:spTgt spid="206"/>
                                        </p:tgtEl>
                                      </p:cBhvr>
                                    </p:animEffect>
                                  </p:childTnLst>
                                </p:cTn>
                              </p:par>
                            </p:childTnLst>
                          </p:cTn>
                        </p:par>
                        <p:par>
                          <p:cTn id="533" fill="hold">
                            <p:stCondLst>
                              <p:cond delay="500"/>
                            </p:stCondLst>
                            <p:childTnLst>
                              <p:par>
                                <p:cTn id="534" presetID="35" presetClass="path" presetSubtype="0" accel="50000" decel="50000" fill="hold" nodeType="afterEffect">
                                  <p:stCondLst>
                                    <p:cond delay="0"/>
                                  </p:stCondLst>
                                  <p:childTnLst>
                                    <p:animMotion origin="layout" path="M 0.13334 -0.00046 L -0.13138 0.00116 " pathEditMode="relative" rAng="0" ptsTypes="AA">
                                      <p:cBhvr>
                                        <p:cTn id="535" dur="2000" fill="hold"/>
                                        <p:tgtEl>
                                          <p:spTgt spid="113"/>
                                        </p:tgtEl>
                                        <p:attrNameLst>
                                          <p:attrName>ppt_x</p:attrName>
                                          <p:attrName>ppt_y</p:attrName>
                                        </p:attrNameLst>
                                      </p:cBhvr>
                                      <p:rCtr x="-13242" y="69"/>
                                    </p:animMotion>
                                  </p:childTnLst>
                                </p:cTn>
                              </p:par>
                              <p:par>
                                <p:cTn id="536" presetID="31" presetClass="entr" presetSubtype="0" fill="hold" grpId="0" nodeType="withEffect">
                                  <p:stCondLst>
                                    <p:cond delay="1000"/>
                                  </p:stCondLst>
                                  <p:childTnLst>
                                    <p:set>
                                      <p:cBhvr>
                                        <p:cTn id="537" dur="1" fill="hold">
                                          <p:stCondLst>
                                            <p:cond delay="0"/>
                                          </p:stCondLst>
                                        </p:cTn>
                                        <p:tgtEl>
                                          <p:spTgt spid="186"/>
                                        </p:tgtEl>
                                        <p:attrNameLst>
                                          <p:attrName>style.visibility</p:attrName>
                                        </p:attrNameLst>
                                      </p:cBhvr>
                                      <p:to>
                                        <p:strVal val="visible"/>
                                      </p:to>
                                    </p:set>
                                    <p:anim calcmode="lin" valueType="num">
                                      <p:cBhvr>
                                        <p:cTn id="538" dur="1000" fill="hold"/>
                                        <p:tgtEl>
                                          <p:spTgt spid="186"/>
                                        </p:tgtEl>
                                        <p:attrNameLst>
                                          <p:attrName>ppt_w</p:attrName>
                                        </p:attrNameLst>
                                      </p:cBhvr>
                                      <p:tavLst>
                                        <p:tav tm="0">
                                          <p:val>
                                            <p:fltVal val="0"/>
                                          </p:val>
                                        </p:tav>
                                        <p:tav tm="100000">
                                          <p:val>
                                            <p:strVal val="#ppt_w"/>
                                          </p:val>
                                        </p:tav>
                                      </p:tavLst>
                                    </p:anim>
                                    <p:anim calcmode="lin" valueType="num">
                                      <p:cBhvr>
                                        <p:cTn id="539" dur="1000" fill="hold"/>
                                        <p:tgtEl>
                                          <p:spTgt spid="186"/>
                                        </p:tgtEl>
                                        <p:attrNameLst>
                                          <p:attrName>ppt_h</p:attrName>
                                        </p:attrNameLst>
                                      </p:cBhvr>
                                      <p:tavLst>
                                        <p:tav tm="0">
                                          <p:val>
                                            <p:fltVal val="0"/>
                                          </p:val>
                                        </p:tav>
                                        <p:tav tm="100000">
                                          <p:val>
                                            <p:strVal val="#ppt_h"/>
                                          </p:val>
                                        </p:tav>
                                      </p:tavLst>
                                    </p:anim>
                                    <p:anim calcmode="lin" valueType="num">
                                      <p:cBhvr>
                                        <p:cTn id="540" dur="1000" fill="hold"/>
                                        <p:tgtEl>
                                          <p:spTgt spid="186"/>
                                        </p:tgtEl>
                                        <p:attrNameLst>
                                          <p:attrName>style.rotation</p:attrName>
                                        </p:attrNameLst>
                                      </p:cBhvr>
                                      <p:tavLst>
                                        <p:tav tm="0">
                                          <p:val>
                                            <p:fltVal val="90"/>
                                          </p:val>
                                        </p:tav>
                                        <p:tav tm="100000">
                                          <p:val>
                                            <p:fltVal val="0"/>
                                          </p:val>
                                        </p:tav>
                                      </p:tavLst>
                                    </p:anim>
                                    <p:animEffect transition="in" filter="fade">
                                      <p:cBhvr>
                                        <p:cTn id="541" dur="1000"/>
                                        <p:tgtEl>
                                          <p:spTgt spid="186"/>
                                        </p:tgtEl>
                                      </p:cBhvr>
                                    </p:animEffect>
                                  </p:childTnLst>
                                </p:cTn>
                              </p:par>
                            </p:childTnLst>
                          </p:cTn>
                        </p:par>
                        <p:par>
                          <p:cTn id="542" fill="hold">
                            <p:stCondLst>
                              <p:cond delay="2500"/>
                            </p:stCondLst>
                            <p:childTnLst>
                              <p:par>
                                <p:cTn id="543" presetID="64" presetClass="path" presetSubtype="0" accel="50000" decel="50000" fill="hold" grpId="1" nodeType="afterEffect">
                                  <p:stCondLst>
                                    <p:cond delay="0"/>
                                  </p:stCondLst>
                                  <p:childTnLst>
                                    <p:animMotion origin="layout" path="M -4.79167E-6 3.7037E-7 L 0.02162 -0.38912 " pathEditMode="relative" rAng="0" ptsTypes="AA">
                                      <p:cBhvr>
                                        <p:cTn id="544" dur="2000" fill="hold"/>
                                        <p:tgtEl>
                                          <p:spTgt spid="186"/>
                                        </p:tgtEl>
                                        <p:attrNameLst>
                                          <p:attrName>ppt_x</p:attrName>
                                          <p:attrName>ppt_y</p:attrName>
                                        </p:attrNameLst>
                                      </p:cBhvr>
                                      <p:rCtr x="1081" y="-19468"/>
                                    </p:animMotion>
                                  </p:childTnLst>
                                </p:cTn>
                              </p:par>
                            </p:childTnLst>
                          </p:cTn>
                        </p:par>
                        <p:par>
                          <p:cTn id="545" fill="hold">
                            <p:stCondLst>
                              <p:cond delay="4500"/>
                            </p:stCondLst>
                            <p:childTnLst>
                              <p:par>
                                <p:cTn id="546" presetID="1" presetClass="emph" presetSubtype="2" fill="hold" nodeType="afterEffect">
                                  <p:stCondLst>
                                    <p:cond delay="0"/>
                                  </p:stCondLst>
                                  <p:childTnLst>
                                    <p:animClr clrSpc="rgb" dir="cw">
                                      <p:cBhvr>
                                        <p:cTn id="547" dur="500" fill="hold"/>
                                        <p:tgtEl>
                                          <p:spTgt spid="186"/>
                                        </p:tgtEl>
                                        <p:attrNameLst>
                                          <p:attrName>fillcolor</p:attrName>
                                        </p:attrNameLst>
                                      </p:cBhvr>
                                      <p:to>
                                        <a:srgbClr val="FCF3BA"/>
                                      </p:to>
                                    </p:animClr>
                                    <p:set>
                                      <p:cBhvr>
                                        <p:cTn id="548" dur="500" fill="hold"/>
                                        <p:tgtEl>
                                          <p:spTgt spid="186"/>
                                        </p:tgtEl>
                                        <p:attrNameLst>
                                          <p:attrName>fill.type</p:attrName>
                                        </p:attrNameLst>
                                      </p:cBhvr>
                                      <p:to>
                                        <p:strVal val="solid"/>
                                      </p:to>
                                    </p:set>
                                    <p:set>
                                      <p:cBhvr>
                                        <p:cTn id="549" dur="500" fill="hold"/>
                                        <p:tgtEl>
                                          <p:spTgt spid="186"/>
                                        </p:tgtEl>
                                        <p:attrNameLst>
                                          <p:attrName>fill.on</p:attrName>
                                        </p:attrNameLst>
                                      </p:cBhvr>
                                      <p:to>
                                        <p:strVal val="true"/>
                                      </p:to>
                                    </p:set>
                                  </p:childTnLst>
                                </p:cTn>
                              </p:par>
                            </p:childTnLst>
                          </p:cTn>
                        </p:par>
                        <p:par>
                          <p:cTn id="550" fill="hold">
                            <p:stCondLst>
                              <p:cond delay="5000"/>
                            </p:stCondLst>
                            <p:childTnLst>
                              <p:par>
                                <p:cTn id="551" presetID="27" presetClass="emph" presetSubtype="0" fill="remove" grpId="1" nodeType="afterEffect">
                                  <p:stCondLst>
                                    <p:cond delay="0"/>
                                  </p:stCondLst>
                                  <p:childTnLst>
                                    <p:animClr clrSpc="rgb" dir="cw">
                                      <p:cBhvr override="childStyle">
                                        <p:cTn id="552" dur="500" autoRev="1" fill="remove"/>
                                        <p:tgtEl>
                                          <p:spTgt spid="134"/>
                                        </p:tgtEl>
                                        <p:attrNameLst>
                                          <p:attrName>style.color</p:attrName>
                                        </p:attrNameLst>
                                      </p:cBhvr>
                                      <p:to>
                                        <a:schemeClr val="bg1"/>
                                      </p:to>
                                    </p:animClr>
                                    <p:animClr clrSpc="rgb" dir="cw">
                                      <p:cBhvr>
                                        <p:cTn id="553" dur="500" autoRev="1" fill="remove"/>
                                        <p:tgtEl>
                                          <p:spTgt spid="134"/>
                                        </p:tgtEl>
                                        <p:attrNameLst>
                                          <p:attrName>fillcolor</p:attrName>
                                        </p:attrNameLst>
                                      </p:cBhvr>
                                      <p:to>
                                        <a:schemeClr val="bg1"/>
                                      </p:to>
                                    </p:animClr>
                                    <p:set>
                                      <p:cBhvr>
                                        <p:cTn id="554" dur="500" autoRev="1" fill="remove"/>
                                        <p:tgtEl>
                                          <p:spTgt spid="134"/>
                                        </p:tgtEl>
                                        <p:attrNameLst>
                                          <p:attrName>fill.type</p:attrName>
                                        </p:attrNameLst>
                                      </p:cBhvr>
                                      <p:to>
                                        <p:strVal val="solid"/>
                                      </p:to>
                                    </p:set>
                                    <p:set>
                                      <p:cBhvr>
                                        <p:cTn id="555" dur="500" autoRev="1" fill="remove"/>
                                        <p:tgtEl>
                                          <p:spTgt spid="134"/>
                                        </p:tgtEl>
                                        <p:attrNameLst>
                                          <p:attrName>fill.on</p:attrName>
                                        </p:attrNameLst>
                                      </p:cBhvr>
                                      <p:to>
                                        <p:strVal val="true"/>
                                      </p:to>
                                    </p:set>
                                  </p:childTnLst>
                                </p:cTn>
                              </p:par>
                            </p:childTnLst>
                          </p:cTn>
                        </p:par>
                        <p:par>
                          <p:cTn id="556" fill="hold">
                            <p:stCondLst>
                              <p:cond delay="6000"/>
                            </p:stCondLst>
                            <p:childTnLst>
                              <p:par>
                                <p:cTn id="557" presetID="42" presetClass="entr" presetSubtype="0" fill="hold" nodeType="afterEffect">
                                  <p:stCondLst>
                                    <p:cond delay="0"/>
                                  </p:stCondLst>
                                  <p:childTnLst>
                                    <p:set>
                                      <p:cBhvr>
                                        <p:cTn id="558" dur="1" fill="hold">
                                          <p:stCondLst>
                                            <p:cond delay="0"/>
                                          </p:stCondLst>
                                        </p:cTn>
                                        <p:tgtEl>
                                          <p:spTgt spid="187"/>
                                        </p:tgtEl>
                                        <p:attrNameLst>
                                          <p:attrName>style.visibility</p:attrName>
                                        </p:attrNameLst>
                                      </p:cBhvr>
                                      <p:to>
                                        <p:strVal val="visible"/>
                                      </p:to>
                                    </p:set>
                                    <p:animEffect transition="in" filter="fade">
                                      <p:cBhvr>
                                        <p:cTn id="559" dur="1000"/>
                                        <p:tgtEl>
                                          <p:spTgt spid="187"/>
                                        </p:tgtEl>
                                      </p:cBhvr>
                                    </p:animEffect>
                                    <p:anim calcmode="lin" valueType="num">
                                      <p:cBhvr>
                                        <p:cTn id="560" dur="1000" fill="hold"/>
                                        <p:tgtEl>
                                          <p:spTgt spid="187"/>
                                        </p:tgtEl>
                                        <p:attrNameLst>
                                          <p:attrName>ppt_x</p:attrName>
                                        </p:attrNameLst>
                                      </p:cBhvr>
                                      <p:tavLst>
                                        <p:tav tm="0">
                                          <p:val>
                                            <p:strVal val="#ppt_x"/>
                                          </p:val>
                                        </p:tav>
                                        <p:tav tm="100000">
                                          <p:val>
                                            <p:strVal val="#ppt_x"/>
                                          </p:val>
                                        </p:tav>
                                      </p:tavLst>
                                    </p:anim>
                                    <p:anim calcmode="lin" valueType="num">
                                      <p:cBhvr>
                                        <p:cTn id="561" dur="1000" fill="hold"/>
                                        <p:tgtEl>
                                          <p:spTgt spid="187"/>
                                        </p:tgtEl>
                                        <p:attrNameLst>
                                          <p:attrName>ppt_y</p:attrName>
                                        </p:attrNameLst>
                                      </p:cBhvr>
                                      <p:tavLst>
                                        <p:tav tm="0">
                                          <p:val>
                                            <p:strVal val="#ppt_y+.1"/>
                                          </p:val>
                                        </p:tav>
                                        <p:tav tm="100000">
                                          <p:val>
                                            <p:strVal val="#ppt_y"/>
                                          </p:val>
                                        </p:tav>
                                      </p:tavLst>
                                    </p:anim>
                                  </p:childTnLst>
                                </p:cTn>
                              </p:par>
                            </p:childTnLst>
                          </p:cTn>
                        </p:par>
                      </p:childTnLst>
                    </p:cTn>
                  </p:par>
                  <p:par>
                    <p:cTn id="562" fill="hold">
                      <p:stCondLst>
                        <p:cond delay="indefinite"/>
                      </p:stCondLst>
                      <p:childTnLst>
                        <p:par>
                          <p:cTn id="563" fill="hold">
                            <p:stCondLst>
                              <p:cond delay="0"/>
                            </p:stCondLst>
                            <p:childTnLst>
                              <p:par>
                                <p:cTn id="564" presetID="53" presetClass="entr" presetSubtype="16" fill="hold" grpId="0" nodeType="clickEffect">
                                  <p:stCondLst>
                                    <p:cond delay="0"/>
                                  </p:stCondLst>
                                  <p:childTnLst>
                                    <p:set>
                                      <p:cBhvr>
                                        <p:cTn id="565" dur="1" fill="hold">
                                          <p:stCondLst>
                                            <p:cond delay="0"/>
                                          </p:stCondLst>
                                        </p:cTn>
                                        <p:tgtEl>
                                          <p:spTgt spid="207"/>
                                        </p:tgtEl>
                                        <p:attrNameLst>
                                          <p:attrName>style.visibility</p:attrName>
                                        </p:attrNameLst>
                                      </p:cBhvr>
                                      <p:to>
                                        <p:strVal val="visible"/>
                                      </p:to>
                                    </p:set>
                                    <p:anim calcmode="lin" valueType="num">
                                      <p:cBhvr>
                                        <p:cTn id="566" dur="500" fill="hold"/>
                                        <p:tgtEl>
                                          <p:spTgt spid="207"/>
                                        </p:tgtEl>
                                        <p:attrNameLst>
                                          <p:attrName>ppt_w</p:attrName>
                                        </p:attrNameLst>
                                      </p:cBhvr>
                                      <p:tavLst>
                                        <p:tav tm="0">
                                          <p:val>
                                            <p:fltVal val="0"/>
                                          </p:val>
                                        </p:tav>
                                        <p:tav tm="100000">
                                          <p:val>
                                            <p:strVal val="#ppt_w"/>
                                          </p:val>
                                        </p:tav>
                                      </p:tavLst>
                                    </p:anim>
                                    <p:anim calcmode="lin" valueType="num">
                                      <p:cBhvr>
                                        <p:cTn id="567" dur="500" fill="hold"/>
                                        <p:tgtEl>
                                          <p:spTgt spid="207"/>
                                        </p:tgtEl>
                                        <p:attrNameLst>
                                          <p:attrName>ppt_h</p:attrName>
                                        </p:attrNameLst>
                                      </p:cBhvr>
                                      <p:tavLst>
                                        <p:tav tm="0">
                                          <p:val>
                                            <p:fltVal val="0"/>
                                          </p:val>
                                        </p:tav>
                                        <p:tav tm="100000">
                                          <p:val>
                                            <p:strVal val="#ppt_h"/>
                                          </p:val>
                                        </p:tav>
                                      </p:tavLst>
                                    </p:anim>
                                    <p:animEffect transition="in" filter="fade">
                                      <p:cBhvr>
                                        <p:cTn id="568" dur="500"/>
                                        <p:tgtEl>
                                          <p:spTgt spid="207"/>
                                        </p:tgtEl>
                                      </p:cBhvr>
                                    </p:animEffect>
                                  </p:childTnLst>
                                </p:cTn>
                              </p:par>
                            </p:childTnLst>
                          </p:cTn>
                        </p:par>
                        <p:par>
                          <p:cTn id="569" fill="hold">
                            <p:stCondLst>
                              <p:cond delay="4500"/>
                            </p:stCondLst>
                            <p:childTnLst>
                              <p:par>
                                <p:cTn id="570" presetID="63" presetClass="path" presetSubtype="0" accel="50000" decel="50000" fill="hold" nodeType="afterEffect">
                                  <p:stCondLst>
                                    <p:cond delay="0"/>
                                  </p:stCondLst>
                                  <p:childTnLst>
                                    <p:animMotion origin="layout" path="M -0.13138 0.00116 L -3.75E-6 -2.96296E-6 " pathEditMode="relative" rAng="0" ptsTypes="AA">
                                      <p:cBhvr>
                                        <p:cTn id="571" dur="2000" fill="hold"/>
                                        <p:tgtEl>
                                          <p:spTgt spid="113"/>
                                        </p:tgtEl>
                                        <p:attrNameLst>
                                          <p:attrName>ppt_x</p:attrName>
                                          <p:attrName>ppt_y</p:attrName>
                                        </p:attrNameLst>
                                      </p:cBhvr>
                                      <p:rCtr x="6562" y="-69"/>
                                    </p:animMotion>
                                  </p:childTnLst>
                                </p:cTn>
                              </p:par>
                              <p:par>
                                <p:cTn id="572" presetID="31" presetClass="entr" presetSubtype="0" fill="hold" grpId="0" nodeType="withEffect">
                                  <p:stCondLst>
                                    <p:cond delay="1000"/>
                                  </p:stCondLst>
                                  <p:childTnLst>
                                    <p:set>
                                      <p:cBhvr>
                                        <p:cTn id="573" dur="1" fill="hold">
                                          <p:stCondLst>
                                            <p:cond delay="0"/>
                                          </p:stCondLst>
                                        </p:cTn>
                                        <p:tgtEl>
                                          <p:spTgt spid="190"/>
                                        </p:tgtEl>
                                        <p:attrNameLst>
                                          <p:attrName>style.visibility</p:attrName>
                                        </p:attrNameLst>
                                      </p:cBhvr>
                                      <p:to>
                                        <p:strVal val="visible"/>
                                      </p:to>
                                    </p:set>
                                    <p:anim calcmode="lin" valueType="num">
                                      <p:cBhvr>
                                        <p:cTn id="574" dur="1000" fill="hold"/>
                                        <p:tgtEl>
                                          <p:spTgt spid="190"/>
                                        </p:tgtEl>
                                        <p:attrNameLst>
                                          <p:attrName>ppt_w</p:attrName>
                                        </p:attrNameLst>
                                      </p:cBhvr>
                                      <p:tavLst>
                                        <p:tav tm="0">
                                          <p:val>
                                            <p:fltVal val="0"/>
                                          </p:val>
                                        </p:tav>
                                        <p:tav tm="100000">
                                          <p:val>
                                            <p:strVal val="#ppt_w"/>
                                          </p:val>
                                        </p:tav>
                                      </p:tavLst>
                                    </p:anim>
                                    <p:anim calcmode="lin" valueType="num">
                                      <p:cBhvr>
                                        <p:cTn id="575" dur="1000" fill="hold"/>
                                        <p:tgtEl>
                                          <p:spTgt spid="190"/>
                                        </p:tgtEl>
                                        <p:attrNameLst>
                                          <p:attrName>ppt_h</p:attrName>
                                        </p:attrNameLst>
                                      </p:cBhvr>
                                      <p:tavLst>
                                        <p:tav tm="0">
                                          <p:val>
                                            <p:fltVal val="0"/>
                                          </p:val>
                                        </p:tav>
                                        <p:tav tm="100000">
                                          <p:val>
                                            <p:strVal val="#ppt_h"/>
                                          </p:val>
                                        </p:tav>
                                      </p:tavLst>
                                    </p:anim>
                                    <p:anim calcmode="lin" valueType="num">
                                      <p:cBhvr>
                                        <p:cTn id="576" dur="1000" fill="hold"/>
                                        <p:tgtEl>
                                          <p:spTgt spid="190"/>
                                        </p:tgtEl>
                                        <p:attrNameLst>
                                          <p:attrName>style.rotation</p:attrName>
                                        </p:attrNameLst>
                                      </p:cBhvr>
                                      <p:tavLst>
                                        <p:tav tm="0">
                                          <p:val>
                                            <p:fltVal val="90"/>
                                          </p:val>
                                        </p:tav>
                                        <p:tav tm="100000">
                                          <p:val>
                                            <p:fltVal val="0"/>
                                          </p:val>
                                        </p:tav>
                                      </p:tavLst>
                                    </p:anim>
                                    <p:animEffect transition="in" filter="fade">
                                      <p:cBhvr>
                                        <p:cTn id="577" dur="1000"/>
                                        <p:tgtEl>
                                          <p:spTgt spid="190"/>
                                        </p:tgtEl>
                                      </p:cBhvr>
                                    </p:animEffect>
                                  </p:childTnLst>
                                </p:cTn>
                              </p:par>
                            </p:childTnLst>
                          </p:cTn>
                        </p:par>
                        <p:par>
                          <p:cTn id="578" fill="hold">
                            <p:stCondLst>
                              <p:cond delay="6500"/>
                            </p:stCondLst>
                            <p:childTnLst>
                              <p:par>
                                <p:cTn id="579" presetID="64" presetClass="path" presetSubtype="0" accel="50000" decel="50000" fill="hold" grpId="1" nodeType="afterEffect">
                                  <p:stCondLst>
                                    <p:cond delay="0"/>
                                  </p:stCondLst>
                                  <p:childTnLst>
                                    <p:animMotion origin="layout" path="M 3.75E-6 3.7037E-6 L -0.03594 -0.38912 " pathEditMode="relative" rAng="0" ptsTypes="AA">
                                      <p:cBhvr>
                                        <p:cTn id="580" dur="2000" fill="hold"/>
                                        <p:tgtEl>
                                          <p:spTgt spid="190"/>
                                        </p:tgtEl>
                                        <p:attrNameLst>
                                          <p:attrName>ppt_x</p:attrName>
                                          <p:attrName>ppt_y</p:attrName>
                                        </p:attrNameLst>
                                      </p:cBhvr>
                                      <p:rCtr x="-1797" y="-19468"/>
                                    </p:animMotion>
                                  </p:childTnLst>
                                </p:cTn>
                              </p:par>
                            </p:childTnLst>
                          </p:cTn>
                        </p:par>
                        <p:par>
                          <p:cTn id="581" fill="hold">
                            <p:stCondLst>
                              <p:cond delay="8500"/>
                            </p:stCondLst>
                            <p:childTnLst>
                              <p:par>
                                <p:cTn id="582" presetID="1" presetClass="emph" presetSubtype="2" fill="hold" nodeType="afterEffect">
                                  <p:stCondLst>
                                    <p:cond delay="0"/>
                                  </p:stCondLst>
                                  <p:childTnLst>
                                    <p:animClr clrSpc="rgb" dir="cw">
                                      <p:cBhvr>
                                        <p:cTn id="583" dur="500" fill="hold"/>
                                        <p:tgtEl>
                                          <p:spTgt spid="190"/>
                                        </p:tgtEl>
                                        <p:attrNameLst>
                                          <p:attrName>fillcolor</p:attrName>
                                        </p:attrNameLst>
                                      </p:cBhvr>
                                      <p:to>
                                        <a:srgbClr val="FCF3BA"/>
                                      </p:to>
                                    </p:animClr>
                                    <p:set>
                                      <p:cBhvr>
                                        <p:cTn id="584" dur="500" fill="hold"/>
                                        <p:tgtEl>
                                          <p:spTgt spid="190"/>
                                        </p:tgtEl>
                                        <p:attrNameLst>
                                          <p:attrName>fill.type</p:attrName>
                                        </p:attrNameLst>
                                      </p:cBhvr>
                                      <p:to>
                                        <p:strVal val="solid"/>
                                      </p:to>
                                    </p:set>
                                    <p:set>
                                      <p:cBhvr>
                                        <p:cTn id="585" dur="500" fill="hold"/>
                                        <p:tgtEl>
                                          <p:spTgt spid="190"/>
                                        </p:tgtEl>
                                        <p:attrNameLst>
                                          <p:attrName>fill.on</p:attrName>
                                        </p:attrNameLst>
                                      </p:cBhvr>
                                      <p:to>
                                        <p:strVal val="true"/>
                                      </p:to>
                                    </p:set>
                                  </p:childTnLst>
                                </p:cTn>
                              </p:par>
                            </p:childTnLst>
                          </p:cTn>
                        </p:par>
                        <p:par>
                          <p:cTn id="586" fill="hold">
                            <p:stCondLst>
                              <p:cond delay="9000"/>
                            </p:stCondLst>
                            <p:childTnLst>
                              <p:par>
                                <p:cTn id="587" presetID="22" presetClass="entr" presetSubtype="8" fill="hold" nodeType="afterEffect">
                                  <p:stCondLst>
                                    <p:cond delay="0"/>
                                  </p:stCondLst>
                                  <p:childTnLst>
                                    <p:set>
                                      <p:cBhvr>
                                        <p:cTn id="588" dur="1" fill="hold">
                                          <p:stCondLst>
                                            <p:cond delay="0"/>
                                          </p:stCondLst>
                                        </p:cTn>
                                        <p:tgtEl>
                                          <p:spTgt spid="161"/>
                                        </p:tgtEl>
                                        <p:attrNameLst>
                                          <p:attrName>style.visibility</p:attrName>
                                        </p:attrNameLst>
                                      </p:cBhvr>
                                      <p:to>
                                        <p:strVal val="visible"/>
                                      </p:to>
                                    </p:set>
                                    <p:animEffect transition="in" filter="wipe(left)">
                                      <p:cBhvr>
                                        <p:cTn id="589" dur="500"/>
                                        <p:tgtEl>
                                          <p:spTgt spid="161"/>
                                        </p:tgtEl>
                                      </p:cBhvr>
                                    </p:animEffect>
                                  </p:childTnLst>
                                </p:cTn>
                              </p:par>
                              <p:par>
                                <p:cTn id="590" presetID="63" presetClass="path" presetSubtype="0" accel="50000" decel="50000" fill="hold" nodeType="withEffect">
                                  <p:stCondLst>
                                    <p:cond delay="0"/>
                                  </p:stCondLst>
                                  <p:childTnLst>
                                    <p:animMotion origin="layout" path="M 4.16667E-7 -4.81481E-6 L 0.07318 -0.00092 " pathEditMode="relative" rAng="0" ptsTypes="AA">
                                      <p:cBhvr>
                                        <p:cTn id="591" dur="2000" fill="hold"/>
                                        <p:tgtEl>
                                          <p:spTgt spid="187"/>
                                        </p:tgtEl>
                                        <p:attrNameLst>
                                          <p:attrName>ppt_x</p:attrName>
                                          <p:attrName>ppt_y</p:attrName>
                                        </p:attrNameLst>
                                      </p:cBhvr>
                                      <p:rCtr x="3659" y="-46"/>
                                    </p:animMotion>
                                  </p:childTnLst>
                                </p:cTn>
                              </p:par>
                            </p:childTnLst>
                          </p:cTn>
                        </p:par>
                      </p:childTnLst>
                    </p:cTn>
                  </p:par>
                  <p:par>
                    <p:cTn id="592" fill="hold">
                      <p:stCondLst>
                        <p:cond delay="indefinite"/>
                      </p:stCondLst>
                      <p:childTnLst>
                        <p:par>
                          <p:cTn id="593" fill="hold">
                            <p:stCondLst>
                              <p:cond delay="0"/>
                            </p:stCondLst>
                            <p:childTnLst>
                              <p:par>
                                <p:cTn id="594" presetID="32" presetClass="emph" presetSubtype="0" fill="hold" grpId="4" nodeType="clickEffect">
                                  <p:stCondLst>
                                    <p:cond delay="0"/>
                                  </p:stCondLst>
                                  <p:childTnLst>
                                    <p:animRot by="120000">
                                      <p:cBhvr>
                                        <p:cTn id="595" dur="100" fill="hold">
                                          <p:stCondLst>
                                            <p:cond delay="0"/>
                                          </p:stCondLst>
                                        </p:cTn>
                                        <p:tgtEl>
                                          <p:spTgt spid="207"/>
                                        </p:tgtEl>
                                        <p:attrNameLst>
                                          <p:attrName>r</p:attrName>
                                        </p:attrNameLst>
                                      </p:cBhvr>
                                    </p:animRot>
                                    <p:animRot by="-240000">
                                      <p:cBhvr>
                                        <p:cTn id="596" dur="200" fill="hold">
                                          <p:stCondLst>
                                            <p:cond delay="200"/>
                                          </p:stCondLst>
                                        </p:cTn>
                                        <p:tgtEl>
                                          <p:spTgt spid="207"/>
                                        </p:tgtEl>
                                        <p:attrNameLst>
                                          <p:attrName>r</p:attrName>
                                        </p:attrNameLst>
                                      </p:cBhvr>
                                    </p:animRot>
                                    <p:animRot by="240000">
                                      <p:cBhvr>
                                        <p:cTn id="597" dur="200" fill="hold">
                                          <p:stCondLst>
                                            <p:cond delay="400"/>
                                          </p:stCondLst>
                                        </p:cTn>
                                        <p:tgtEl>
                                          <p:spTgt spid="207"/>
                                        </p:tgtEl>
                                        <p:attrNameLst>
                                          <p:attrName>r</p:attrName>
                                        </p:attrNameLst>
                                      </p:cBhvr>
                                    </p:animRot>
                                    <p:animRot by="-240000">
                                      <p:cBhvr>
                                        <p:cTn id="598" dur="200" fill="hold">
                                          <p:stCondLst>
                                            <p:cond delay="600"/>
                                          </p:stCondLst>
                                        </p:cTn>
                                        <p:tgtEl>
                                          <p:spTgt spid="207"/>
                                        </p:tgtEl>
                                        <p:attrNameLst>
                                          <p:attrName>r</p:attrName>
                                        </p:attrNameLst>
                                      </p:cBhvr>
                                    </p:animRot>
                                    <p:animRot by="120000">
                                      <p:cBhvr>
                                        <p:cTn id="599" dur="200" fill="hold">
                                          <p:stCondLst>
                                            <p:cond delay="800"/>
                                          </p:stCondLst>
                                        </p:cTn>
                                        <p:tgtEl>
                                          <p:spTgt spid="207"/>
                                        </p:tgtEl>
                                        <p:attrNameLst>
                                          <p:attrName>r</p:attrName>
                                        </p:attrNameLst>
                                      </p:cBhvr>
                                    </p:animRot>
                                  </p:childTnLst>
                                </p:cTn>
                              </p:par>
                            </p:childTnLst>
                          </p:cTn>
                        </p:par>
                        <p:par>
                          <p:cTn id="600" fill="hold">
                            <p:stCondLst>
                              <p:cond delay="1000"/>
                            </p:stCondLst>
                            <p:childTnLst>
                              <p:par>
                                <p:cTn id="601" presetID="63" presetClass="path" presetSubtype="0" accel="50000" decel="50000" fill="hold" nodeType="afterEffect">
                                  <p:stCondLst>
                                    <p:cond delay="0"/>
                                  </p:stCondLst>
                                  <p:childTnLst>
                                    <p:animMotion origin="layout" path="M -3.75E-6 -2.96296E-6 L 0.13334 -0.00046 " pathEditMode="relative" rAng="0" ptsTypes="AA">
                                      <p:cBhvr>
                                        <p:cTn id="602" dur="2000" fill="hold"/>
                                        <p:tgtEl>
                                          <p:spTgt spid="113"/>
                                        </p:tgtEl>
                                        <p:attrNameLst>
                                          <p:attrName>ppt_x</p:attrName>
                                          <p:attrName>ppt_y</p:attrName>
                                        </p:attrNameLst>
                                      </p:cBhvr>
                                      <p:rCtr x="6667" y="-23"/>
                                    </p:animMotion>
                                  </p:childTnLst>
                                </p:cTn>
                              </p:par>
                              <p:par>
                                <p:cTn id="603" presetID="31" presetClass="entr" presetSubtype="0" fill="hold" grpId="0" nodeType="withEffect">
                                  <p:stCondLst>
                                    <p:cond delay="1000"/>
                                  </p:stCondLst>
                                  <p:childTnLst>
                                    <p:set>
                                      <p:cBhvr>
                                        <p:cTn id="604" dur="1" fill="hold">
                                          <p:stCondLst>
                                            <p:cond delay="0"/>
                                          </p:stCondLst>
                                        </p:cTn>
                                        <p:tgtEl>
                                          <p:spTgt spid="191"/>
                                        </p:tgtEl>
                                        <p:attrNameLst>
                                          <p:attrName>style.visibility</p:attrName>
                                        </p:attrNameLst>
                                      </p:cBhvr>
                                      <p:to>
                                        <p:strVal val="visible"/>
                                      </p:to>
                                    </p:set>
                                    <p:anim calcmode="lin" valueType="num">
                                      <p:cBhvr>
                                        <p:cTn id="605" dur="1000" fill="hold"/>
                                        <p:tgtEl>
                                          <p:spTgt spid="191"/>
                                        </p:tgtEl>
                                        <p:attrNameLst>
                                          <p:attrName>ppt_w</p:attrName>
                                        </p:attrNameLst>
                                      </p:cBhvr>
                                      <p:tavLst>
                                        <p:tav tm="0">
                                          <p:val>
                                            <p:fltVal val="0"/>
                                          </p:val>
                                        </p:tav>
                                        <p:tav tm="100000">
                                          <p:val>
                                            <p:strVal val="#ppt_w"/>
                                          </p:val>
                                        </p:tav>
                                      </p:tavLst>
                                    </p:anim>
                                    <p:anim calcmode="lin" valueType="num">
                                      <p:cBhvr>
                                        <p:cTn id="606" dur="1000" fill="hold"/>
                                        <p:tgtEl>
                                          <p:spTgt spid="191"/>
                                        </p:tgtEl>
                                        <p:attrNameLst>
                                          <p:attrName>ppt_h</p:attrName>
                                        </p:attrNameLst>
                                      </p:cBhvr>
                                      <p:tavLst>
                                        <p:tav tm="0">
                                          <p:val>
                                            <p:fltVal val="0"/>
                                          </p:val>
                                        </p:tav>
                                        <p:tav tm="100000">
                                          <p:val>
                                            <p:strVal val="#ppt_h"/>
                                          </p:val>
                                        </p:tav>
                                      </p:tavLst>
                                    </p:anim>
                                    <p:anim calcmode="lin" valueType="num">
                                      <p:cBhvr>
                                        <p:cTn id="607" dur="1000" fill="hold"/>
                                        <p:tgtEl>
                                          <p:spTgt spid="191"/>
                                        </p:tgtEl>
                                        <p:attrNameLst>
                                          <p:attrName>style.rotation</p:attrName>
                                        </p:attrNameLst>
                                      </p:cBhvr>
                                      <p:tavLst>
                                        <p:tav tm="0">
                                          <p:val>
                                            <p:fltVal val="90"/>
                                          </p:val>
                                        </p:tav>
                                        <p:tav tm="100000">
                                          <p:val>
                                            <p:fltVal val="0"/>
                                          </p:val>
                                        </p:tav>
                                      </p:tavLst>
                                    </p:anim>
                                    <p:animEffect transition="in" filter="fade">
                                      <p:cBhvr>
                                        <p:cTn id="608" dur="1000"/>
                                        <p:tgtEl>
                                          <p:spTgt spid="191"/>
                                        </p:tgtEl>
                                      </p:cBhvr>
                                    </p:animEffect>
                                  </p:childTnLst>
                                </p:cTn>
                              </p:par>
                            </p:childTnLst>
                          </p:cTn>
                        </p:par>
                        <p:par>
                          <p:cTn id="609" fill="hold">
                            <p:stCondLst>
                              <p:cond delay="3000"/>
                            </p:stCondLst>
                            <p:childTnLst>
                              <p:par>
                                <p:cTn id="610" presetID="64" presetClass="path" presetSubtype="0" accel="50000" decel="50000" fill="hold" grpId="1" nodeType="afterEffect">
                                  <p:stCondLst>
                                    <p:cond delay="0"/>
                                  </p:stCondLst>
                                  <p:childTnLst>
                                    <p:animMotion origin="layout" path="M -3.125E-6 -3.7037E-6 L -0.09062 -0.38865 " pathEditMode="relative" rAng="0" ptsTypes="AA">
                                      <p:cBhvr>
                                        <p:cTn id="611" dur="2000" fill="hold"/>
                                        <p:tgtEl>
                                          <p:spTgt spid="191"/>
                                        </p:tgtEl>
                                        <p:attrNameLst>
                                          <p:attrName>ppt_x</p:attrName>
                                          <p:attrName>ppt_y</p:attrName>
                                        </p:attrNameLst>
                                      </p:cBhvr>
                                      <p:rCtr x="-4531" y="-19444"/>
                                    </p:animMotion>
                                  </p:childTnLst>
                                </p:cTn>
                              </p:par>
                            </p:childTnLst>
                          </p:cTn>
                        </p:par>
                        <p:par>
                          <p:cTn id="612" fill="hold">
                            <p:stCondLst>
                              <p:cond delay="5000"/>
                            </p:stCondLst>
                            <p:childTnLst>
                              <p:par>
                                <p:cTn id="613" presetID="1" presetClass="emph" presetSubtype="2" fill="hold" nodeType="afterEffect">
                                  <p:stCondLst>
                                    <p:cond delay="0"/>
                                  </p:stCondLst>
                                  <p:childTnLst>
                                    <p:animClr clrSpc="rgb" dir="cw">
                                      <p:cBhvr>
                                        <p:cTn id="614" dur="500" fill="hold"/>
                                        <p:tgtEl>
                                          <p:spTgt spid="191"/>
                                        </p:tgtEl>
                                        <p:attrNameLst>
                                          <p:attrName>fillcolor</p:attrName>
                                        </p:attrNameLst>
                                      </p:cBhvr>
                                      <p:to>
                                        <a:srgbClr val="FCF3BA"/>
                                      </p:to>
                                    </p:animClr>
                                    <p:set>
                                      <p:cBhvr>
                                        <p:cTn id="615" dur="500" fill="hold"/>
                                        <p:tgtEl>
                                          <p:spTgt spid="191"/>
                                        </p:tgtEl>
                                        <p:attrNameLst>
                                          <p:attrName>fill.type</p:attrName>
                                        </p:attrNameLst>
                                      </p:cBhvr>
                                      <p:to>
                                        <p:strVal val="solid"/>
                                      </p:to>
                                    </p:set>
                                    <p:set>
                                      <p:cBhvr>
                                        <p:cTn id="616" dur="500" fill="hold"/>
                                        <p:tgtEl>
                                          <p:spTgt spid="191"/>
                                        </p:tgtEl>
                                        <p:attrNameLst>
                                          <p:attrName>fill.on</p:attrName>
                                        </p:attrNameLst>
                                      </p:cBhvr>
                                      <p:to>
                                        <p:strVal val="true"/>
                                      </p:to>
                                    </p:set>
                                  </p:childTnLst>
                                </p:cTn>
                              </p:par>
                            </p:childTnLst>
                          </p:cTn>
                        </p:par>
                        <p:par>
                          <p:cTn id="617" fill="hold">
                            <p:stCondLst>
                              <p:cond delay="5500"/>
                            </p:stCondLst>
                            <p:childTnLst>
                              <p:par>
                                <p:cTn id="618" presetID="22" presetClass="entr" presetSubtype="8" fill="hold" nodeType="afterEffect">
                                  <p:stCondLst>
                                    <p:cond delay="0"/>
                                  </p:stCondLst>
                                  <p:childTnLst>
                                    <p:set>
                                      <p:cBhvr>
                                        <p:cTn id="619" dur="1" fill="hold">
                                          <p:stCondLst>
                                            <p:cond delay="0"/>
                                          </p:stCondLst>
                                        </p:cTn>
                                        <p:tgtEl>
                                          <p:spTgt spid="171"/>
                                        </p:tgtEl>
                                        <p:attrNameLst>
                                          <p:attrName>style.visibility</p:attrName>
                                        </p:attrNameLst>
                                      </p:cBhvr>
                                      <p:to>
                                        <p:strVal val="visible"/>
                                      </p:to>
                                    </p:set>
                                    <p:animEffect transition="in" filter="wipe(left)">
                                      <p:cBhvr>
                                        <p:cTn id="620" dur="500"/>
                                        <p:tgtEl>
                                          <p:spTgt spid="171"/>
                                        </p:tgtEl>
                                      </p:cBhvr>
                                    </p:animEffect>
                                  </p:childTnLst>
                                </p:cTn>
                              </p:par>
                            </p:childTnLst>
                          </p:cTn>
                        </p:par>
                        <p:par>
                          <p:cTn id="621" fill="hold">
                            <p:stCondLst>
                              <p:cond delay="6000"/>
                            </p:stCondLst>
                            <p:childTnLst>
                              <p:par>
                                <p:cTn id="622" presetID="27" presetClass="emph" presetSubtype="0" fill="remove" grpId="1" nodeType="afterEffect">
                                  <p:stCondLst>
                                    <p:cond delay="0"/>
                                  </p:stCondLst>
                                  <p:childTnLst>
                                    <p:animClr clrSpc="rgb" dir="cw">
                                      <p:cBhvr override="childStyle">
                                        <p:cTn id="623" dur="500" autoRev="1" fill="remove"/>
                                        <p:tgtEl>
                                          <p:spTgt spid="200"/>
                                        </p:tgtEl>
                                        <p:attrNameLst>
                                          <p:attrName>style.color</p:attrName>
                                        </p:attrNameLst>
                                      </p:cBhvr>
                                      <p:to>
                                        <a:schemeClr val="bg1"/>
                                      </p:to>
                                    </p:animClr>
                                    <p:animClr clrSpc="rgb" dir="cw">
                                      <p:cBhvr>
                                        <p:cTn id="624" dur="500" autoRev="1" fill="remove"/>
                                        <p:tgtEl>
                                          <p:spTgt spid="200"/>
                                        </p:tgtEl>
                                        <p:attrNameLst>
                                          <p:attrName>fillcolor</p:attrName>
                                        </p:attrNameLst>
                                      </p:cBhvr>
                                      <p:to>
                                        <a:schemeClr val="bg1"/>
                                      </p:to>
                                    </p:animClr>
                                    <p:set>
                                      <p:cBhvr>
                                        <p:cTn id="625" dur="500" autoRev="1" fill="remove"/>
                                        <p:tgtEl>
                                          <p:spTgt spid="200"/>
                                        </p:tgtEl>
                                        <p:attrNameLst>
                                          <p:attrName>fill.type</p:attrName>
                                        </p:attrNameLst>
                                      </p:cBhvr>
                                      <p:to>
                                        <p:strVal val="solid"/>
                                      </p:to>
                                    </p:set>
                                    <p:set>
                                      <p:cBhvr>
                                        <p:cTn id="626" dur="500" autoRev="1" fill="remove"/>
                                        <p:tgtEl>
                                          <p:spTgt spid="200"/>
                                        </p:tgtEl>
                                        <p:attrNameLst>
                                          <p:attrName>fill.on</p:attrName>
                                        </p:attrNameLst>
                                      </p:cBhvr>
                                      <p:to>
                                        <p:strVal val="true"/>
                                      </p:to>
                                    </p:set>
                                  </p:childTnLst>
                                </p:cTn>
                              </p:par>
                              <p:par>
                                <p:cTn id="627" presetID="63" presetClass="path" presetSubtype="0" accel="50000" decel="50000" fill="hold" nodeType="withEffect">
                                  <p:stCondLst>
                                    <p:cond delay="0"/>
                                  </p:stCondLst>
                                  <p:childTnLst>
                                    <p:animMotion origin="layout" path="M 0.07318 -0.00092 L 0.22357 -4.81481E-6 " pathEditMode="relative" rAng="0" ptsTypes="AA">
                                      <p:cBhvr>
                                        <p:cTn id="628" dur="2000" fill="hold"/>
                                        <p:tgtEl>
                                          <p:spTgt spid="187"/>
                                        </p:tgtEl>
                                        <p:attrNameLst>
                                          <p:attrName>ppt_x</p:attrName>
                                          <p:attrName>ppt_y</p:attrName>
                                        </p:attrNameLst>
                                      </p:cBhvr>
                                      <p:rCtr x="7513" y="46"/>
                                    </p:animMotion>
                                  </p:childTnLst>
                                </p:cTn>
                              </p:par>
                            </p:childTnLst>
                          </p:cTn>
                        </p:par>
                      </p:childTnLst>
                    </p:cTn>
                  </p:par>
                  <p:par>
                    <p:cTn id="629" fill="hold">
                      <p:stCondLst>
                        <p:cond delay="indefinite"/>
                      </p:stCondLst>
                      <p:childTnLst>
                        <p:par>
                          <p:cTn id="630" fill="hold">
                            <p:stCondLst>
                              <p:cond delay="0"/>
                            </p:stCondLst>
                            <p:childTnLst>
                              <p:par>
                                <p:cTn id="631" presetID="32" presetClass="emph" presetSubtype="0" fill="hold" grpId="1" nodeType="clickEffect">
                                  <p:stCondLst>
                                    <p:cond delay="0"/>
                                  </p:stCondLst>
                                  <p:childTnLst>
                                    <p:animRot by="120000">
                                      <p:cBhvr>
                                        <p:cTn id="632" dur="100" fill="hold">
                                          <p:stCondLst>
                                            <p:cond delay="0"/>
                                          </p:stCondLst>
                                        </p:cTn>
                                        <p:tgtEl>
                                          <p:spTgt spid="207"/>
                                        </p:tgtEl>
                                        <p:attrNameLst>
                                          <p:attrName>r</p:attrName>
                                        </p:attrNameLst>
                                      </p:cBhvr>
                                    </p:animRot>
                                    <p:animRot by="-240000">
                                      <p:cBhvr>
                                        <p:cTn id="633" dur="200" fill="hold">
                                          <p:stCondLst>
                                            <p:cond delay="200"/>
                                          </p:stCondLst>
                                        </p:cTn>
                                        <p:tgtEl>
                                          <p:spTgt spid="207"/>
                                        </p:tgtEl>
                                        <p:attrNameLst>
                                          <p:attrName>r</p:attrName>
                                        </p:attrNameLst>
                                      </p:cBhvr>
                                    </p:animRot>
                                    <p:animRot by="240000">
                                      <p:cBhvr>
                                        <p:cTn id="634" dur="200" fill="hold">
                                          <p:stCondLst>
                                            <p:cond delay="400"/>
                                          </p:stCondLst>
                                        </p:cTn>
                                        <p:tgtEl>
                                          <p:spTgt spid="207"/>
                                        </p:tgtEl>
                                        <p:attrNameLst>
                                          <p:attrName>r</p:attrName>
                                        </p:attrNameLst>
                                      </p:cBhvr>
                                    </p:animRot>
                                    <p:animRot by="-240000">
                                      <p:cBhvr>
                                        <p:cTn id="635" dur="200" fill="hold">
                                          <p:stCondLst>
                                            <p:cond delay="600"/>
                                          </p:stCondLst>
                                        </p:cTn>
                                        <p:tgtEl>
                                          <p:spTgt spid="207"/>
                                        </p:tgtEl>
                                        <p:attrNameLst>
                                          <p:attrName>r</p:attrName>
                                        </p:attrNameLst>
                                      </p:cBhvr>
                                    </p:animRot>
                                    <p:animRot by="120000">
                                      <p:cBhvr>
                                        <p:cTn id="636" dur="200" fill="hold">
                                          <p:stCondLst>
                                            <p:cond delay="800"/>
                                          </p:stCondLst>
                                        </p:cTn>
                                        <p:tgtEl>
                                          <p:spTgt spid="207"/>
                                        </p:tgtEl>
                                        <p:attrNameLst>
                                          <p:attrName>r</p:attrName>
                                        </p:attrNameLst>
                                      </p:cBhvr>
                                    </p:animRot>
                                  </p:childTnLst>
                                </p:cTn>
                              </p:par>
                            </p:childTnLst>
                          </p:cTn>
                        </p:par>
                        <p:par>
                          <p:cTn id="637" fill="hold">
                            <p:stCondLst>
                              <p:cond delay="1000"/>
                            </p:stCondLst>
                            <p:childTnLst>
                              <p:par>
                                <p:cTn id="638" presetID="63" presetClass="path" presetSubtype="0" accel="50000" decel="50000" fill="hold" nodeType="afterEffect">
                                  <p:stCondLst>
                                    <p:cond delay="0"/>
                                  </p:stCondLst>
                                  <p:childTnLst>
                                    <p:animMotion origin="layout" path="M 0.13334 -0.00046 L 0.17657 -0.00046 " pathEditMode="relative" rAng="0" ptsTypes="AA">
                                      <p:cBhvr>
                                        <p:cTn id="639" dur="2000" fill="hold"/>
                                        <p:tgtEl>
                                          <p:spTgt spid="113"/>
                                        </p:tgtEl>
                                        <p:attrNameLst>
                                          <p:attrName>ppt_x</p:attrName>
                                          <p:attrName>ppt_y</p:attrName>
                                        </p:attrNameLst>
                                      </p:cBhvr>
                                      <p:rCtr x="2161" y="0"/>
                                    </p:animMotion>
                                  </p:childTnLst>
                                </p:cTn>
                              </p:par>
                              <p:par>
                                <p:cTn id="640" presetID="31" presetClass="entr" presetSubtype="0" fill="hold" grpId="0" nodeType="withEffect">
                                  <p:stCondLst>
                                    <p:cond delay="1000"/>
                                  </p:stCondLst>
                                  <p:childTnLst>
                                    <p:set>
                                      <p:cBhvr>
                                        <p:cTn id="641" dur="1" fill="hold">
                                          <p:stCondLst>
                                            <p:cond delay="0"/>
                                          </p:stCondLst>
                                        </p:cTn>
                                        <p:tgtEl>
                                          <p:spTgt spid="192"/>
                                        </p:tgtEl>
                                        <p:attrNameLst>
                                          <p:attrName>style.visibility</p:attrName>
                                        </p:attrNameLst>
                                      </p:cBhvr>
                                      <p:to>
                                        <p:strVal val="visible"/>
                                      </p:to>
                                    </p:set>
                                    <p:anim calcmode="lin" valueType="num">
                                      <p:cBhvr>
                                        <p:cTn id="642" dur="1000" fill="hold"/>
                                        <p:tgtEl>
                                          <p:spTgt spid="192"/>
                                        </p:tgtEl>
                                        <p:attrNameLst>
                                          <p:attrName>ppt_w</p:attrName>
                                        </p:attrNameLst>
                                      </p:cBhvr>
                                      <p:tavLst>
                                        <p:tav tm="0">
                                          <p:val>
                                            <p:fltVal val="0"/>
                                          </p:val>
                                        </p:tav>
                                        <p:tav tm="100000">
                                          <p:val>
                                            <p:strVal val="#ppt_w"/>
                                          </p:val>
                                        </p:tav>
                                      </p:tavLst>
                                    </p:anim>
                                    <p:anim calcmode="lin" valueType="num">
                                      <p:cBhvr>
                                        <p:cTn id="643" dur="1000" fill="hold"/>
                                        <p:tgtEl>
                                          <p:spTgt spid="192"/>
                                        </p:tgtEl>
                                        <p:attrNameLst>
                                          <p:attrName>ppt_h</p:attrName>
                                        </p:attrNameLst>
                                      </p:cBhvr>
                                      <p:tavLst>
                                        <p:tav tm="0">
                                          <p:val>
                                            <p:fltVal val="0"/>
                                          </p:val>
                                        </p:tav>
                                        <p:tav tm="100000">
                                          <p:val>
                                            <p:strVal val="#ppt_h"/>
                                          </p:val>
                                        </p:tav>
                                      </p:tavLst>
                                    </p:anim>
                                    <p:anim calcmode="lin" valueType="num">
                                      <p:cBhvr>
                                        <p:cTn id="644" dur="1000" fill="hold"/>
                                        <p:tgtEl>
                                          <p:spTgt spid="192"/>
                                        </p:tgtEl>
                                        <p:attrNameLst>
                                          <p:attrName>style.rotation</p:attrName>
                                        </p:attrNameLst>
                                      </p:cBhvr>
                                      <p:tavLst>
                                        <p:tav tm="0">
                                          <p:val>
                                            <p:fltVal val="90"/>
                                          </p:val>
                                        </p:tav>
                                        <p:tav tm="100000">
                                          <p:val>
                                            <p:fltVal val="0"/>
                                          </p:val>
                                        </p:tav>
                                      </p:tavLst>
                                    </p:anim>
                                    <p:animEffect transition="in" filter="fade">
                                      <p:cBhvr>
                                        <p:cTn id="645" dur="1000"/>
                                        <p:tgtEl>
                                          <p:spTgt spid="192"/>
                                        </p:tgtEl>
                                      </p:cBhvr>
                                    </p:animEffect>
                                  </p:childTnLst>
                                </p:cTn>
                              </p:par>
                            </p:childTnLst>
                          </p:cTn>
                        </p:par>
                        <p:par>
                          <p:cTn id="646" fill="hold">
                            <p:stCondLst>
                              <p:cond delay="3000"/>
                            </p:stCondLst>
                            <p:childTnLst>
                              <p:par>
                                <p:cTn id="647" presetID="64" presetClass="path" presetSubtype="0" accel="50000" decel="50000" fill="hold" grpId="1" nodeType="afterEffect">
                                  <p:stCondLst>
                                    <p:cond delay="0"/>
                                  </p:stCondLst>
                                  <p:childTnLst>
                                    <p:animMotion origin="layout" path="M -3.75E-6 -3.7037E-6 L 0.01459 -0.38865 " pathEditMode="relative" rAng="0" ptsTypes="AA">
                                      <p:cBhvr>
                                        <p:cTn id="648" dur="2000" fill="hold"/>
                                        <p:tgtEl>
                                          <p:spTgt spid="192"/>
                                        </p:tgtEl>
                                        <p:attrNameLst>
                                          <p:attrName>ppt_x</p:attrName>
                                          <p:attrName>ppt_y</p:attrName>
                                        </p:attrNameLst>
                                      </p:cBhvr>
                                      <p:rCtr x="729" y="-19444"/>
                                    </p:animMotion>
                                  </p:childTnLst>
                                </p:cTn>
                              </p:par>
                            </p:childTnLst>
                          </p:cTn>
                        </p:par>
                        <p:par>
                          <p:cTn id="649" fill="hold">
                            <p:stCondLst>
                              <p:cond delay="5000"/>
                            </p:stCondLst>
                            <p:childTnLst>
                              <p:par>
                                <p:cTn id="650" presetID="1" presetClass="emph" presetSubtype="2" fill="hold" nodeType="afterEffect">
                                  <p:stCondLst>
                                    <p:cond delay="0"/>
                                  </p:stCondLst>
                                  <p:childTnLst>
                                    <p:animClr clrSpc="rgb" dir="cw">
                                      <p:cBhvr>
                                        <p:cTn id="651" dur="500" fill="hold"/>
                                        <p:tgtEl>
                                          <p:spTgt spid="192"/>
                                        </p:tgtEl>
                                        <p:attrNameLst>
                                          <p:attrName>fillcolor</p:attrName>
                                        </p:attrNameLst>
                                      </p:cBhvr>
                                      <p:to>
                                        <a:srgbClr val="FCF3BA"/>
                                      </p:to>
                                    </p:animClr>
                                    <p:set>
                                      <p:cBhvr>
                                        <p:cTn id="652" dur="500" fill="hold"/>
                                        <p:tgtEl>
                                          <p:spTgt spid="192"/>
                                        </p:tgtEl>
                                        <p:attrNameLst>
                                          <p:attrName>fill.type</p:attrName>
                                        </p:attrNameLst>
                                      </p:cBhvr>
                                      <p:to>
                                        <p:strVal val="solid"/>
                                      </p:to>
                                    </p:set>
                                    <p:set>
                                      <p:cBhvr>
                                        <p:cTn id="653" dur="500" fill="hold"/>
                                        <p:tgtEl>
                                          <p:spTgt spid="192"/>
                                        </p:tgtEl>
                                        <p:attrNameLst>
                                          <p:attrName>fill.on</p:attrName>
                                        </p:attrNameLst>
                                      </p:cBhvr>
                                      <p:to>
                                        <p:strVal val="true"/>
                                      </p:to>
                                    </p:set>
                                  </p:childTnLst>
                                </p:cTn>
                              </p:par>
                            </p:childTnLst>
                          </p:cTn>
                        </p:par>
                        <p:par>
                          <p:cTn id="654" fill="hold">
                            <p:stCondLst>
                              <p:cond delay="5500"/>
                            </p:stCondLst>
                            <p:childTnLst>
                              <p:par>
                                <p:cTn id="655" presetID="22" presetClass="entr" presetSubtype="8" fill="hold" nodeType="afterEffect">
                                  <p:stCondLst>
                                    <p:cond delay="0"/>
                                  </p:stCondLst>
                                  <p:childTnLst>
                                    <p:set>
                                      <p:cBhvr>
                                        <p:cTn id="656" dur="1" fill="hold">
                                          <p:stCondLst>
                                            <p:cond delay="0"/>
                                          </p:stCondLst>
                                        </p:cTn>
                                        <p:tgtEl>
                                          <p:spTgt spid="166"/>
                                        </p:tgtEl>
                                        <p:attrNameLst>
                                          <p:attrName>style.visibility</p:attrName>
                                        </p:attrNameLst>
                                      </p:cBhvr>
                                      <p:to>
                                        <p:strVal val="visible"/>
                                      </p:to>
                                    </p:set>
                                    <p:animEffect transition="in" filter="wipe(left)">
                                      <p:cBhvr>
                                        <p:cTn id="657" dur="500"/>
                                        <p:tgtEl>
                                          <p:spTgt spid="166"/>
                                        </p:tgtEl>
                                      </p:cBhvr>
                                    </p:animEffect>
                                  </p:childTnLst>
                                </p:cTn>
                              </p:par>
                            </p:childTnLst>
                          </p:cTn>
                        </p:par>
                        <p:par>
                          <p:cTn id="658" fill="hold">
                            <p:stCondLst>
                              <p:cond delay="6000"/>
                            </p:stCondLst>
                            <p:childTnLst>
                              <p:par>
                                <p:cTn id="659" presetID="27" presetClass="emph" presetSubtype="0" fill="remove" grpId="1" nodeType="afterEffect">
                                  <p:stCondLst>
                                    <p:cond delay="0"/>
                                  </p:stCondLst>
                                  <p:childTnLst>
                                    <p:animClr clrSpc="rgb" dir="cw">
                                      <p:cBhvr override="childStyle">
                                        <p:cTn id="660" dur="500" autoRev="1" fill="remove"/>
                                        <p:tgtEl>
                                          <p:spTgt spid="144"/>
                                        </p:tgtEl>
                                        <p:attrNameLst>
                                          <p:attrName>style.color</p:attrName>
                                        </p:attrNameLst>
                                      </p:cBhvr>
                                      <p:to>
                                        <a:schemeClr val="bg1"/>
                                      </p:to>
                                    </p:animClr>
                                    <p:animClr clrSpc="rgb" dir="cw">
                                      <p:cBhvr>
                                        <p:cTn id="661" dur="500" autoRev="1" fill="remove"/>
                                        <p:tgtEl>
                                          <p:spTgt spid="144"/>
                                        </p:tgtEl>
                                        <p:attrNameLst>
                                          <p:attrName>fillcolor</p:attrName>
                                        </p:attrNameLst>
                                      </p:cBhvr>
                                      <p:to>
                                        <a:schemeClr val="bg1"/>
                                      </p:to>
                                    </p:animClr>
                                    <p:set>
                                      <p:cBhvr>
                                        <p:cTn id="662" dur="500" autoRev="1" fill="remove"/>
                                        <p:tgtEl>
                                          <p:spTgt spid="144"/>
                                        </p:tgtEl>
                                        <p:attrNameLst>
                                          <p:attrName>fill.type</p:attrName>
                                        </p:attrNameLst>
                                      </p:cBhvr>
                                      <p:to>
                                        <p:strVal val="solid"/>
                                      </p:to>
                                    </p:set>
                                    <p:set>
                                      <p:cBhvr>
                                        <p:cTn id="663" dur="500" autoRev="1" fill="remove"/>
                                        <p:tgtEl>
                                          <p:spTgt spid="144"/>
                                        </p:tgtEl>
                                        <p:attrNameLst>
                                          <p:attrName>fill.on</p:attrName>
                                        </p:attrNameLst>
                                      </p:cBhvr>
                                      <p:to>
                                        <p:strVal val="true"/>
                                      </p:to>
                                    </p:set>
                                  </p:childTnLst>
                                </p:cTn>
                              </p:par>
                              <p:par>
                                <p:cTn id="664" presetID="63" presetClass="path" presetSubtype="0" accel="50000" decel="50000" fill="hold" nodeType="withEffect">
                                  <p:stCondLst>
                                    <p:cond delay="0"/>
                                  </p:stCondLst>
                                  <p:childTnLst>
                                    <p:animMotion origin="layout" path="M 0.22357 -4.81481E-6 L -0.04023 0.00047 " pathEditMode="relative" rAng="0" ptsTypes="AA">
                                      <p:cBhvr>
                                        <p:cTn id="665" dur="2000" fill="hold"/>
                                        <p:tgtEl>
                                          <p:spTgt spid="187"/>
                                        </p:tgtEl>
                                        <p:attrNameLst>
                                          <p:attrName>ppt_x</p:attrName>
                                          <p:attrName>ppt_y</p:attrName>
                                        </p:attrNameLst>
                                      </p:cBhvr>
                                      <p:rCtr x="-13190" y="23"/>
                                    </p:animMotion>
                                  </p:childTnLst>
                                </p:cTn>
                              </p:par>
                            </p:childTnLst>
                          </p:cTn>
                        </p:par>
                      </p:childTnLst>
                    </p:cTn>
                  </p:par>
                  <p:par>
                    <p:cTn id="666" fill="hold">
                      <p:stCondLst>
                        <p:cond delay="indefinite"/>
                      </p:stCondLst>
                      <p:childTnLst>
                        <p:par>
                          <p:cTn id="667" fill="hold">
                            <p:stCondLst>
                              <p:cond delay="0"/>
                            </p:stCondLst>
                            <p:childTnLst>
                              <p:par>
                                <p:cTn id="668" presetID="32" presetClass="emph" presetSubtype="0" fill="hold" grpId="2" nodeType="clickEffect">
                                  <p:stCondLst>
                                    <p:cond delay="0"/>
                                  </p:stCondLst>
                                  <p:childTnLst>
                                    <p:animRot by="120000">
                                      <p:cBhvr>
                                        <p:cTn id="669" dur="100" fill="hold">
                                          <p:stCondLst>
                                            <p:cond delay="0"/>
                                          </p:stCondLst>
                                        </p:cTn>
                                        <p:tgtEl>
                                          <p:spTgt spid="207"/>
                                        </p:tgtEl>
                                        <p:attrNameLst>
                                          <p:attrName>r</p:attrName>
                                        </p:attrNameLst>
                                      </p:cBhvr>
                                    </p:animRot>
                                    <p:animRot by="-240000">
                                      <p:cBhvr>
                                        <p:cTn id="670" dur="200" fill="hold">
                                          <p:stCondLst>
                                            <p:cond delay="200"/>
                                          </p:stCondLst>
                                        </p:cTn>
                                        <p:tgtEl>
                                          <p:spTgt spid="207"/>
                                        </p:tgtEl>
                                        <p:attrNameLst>
                                          <p:attrName>r</p:attrName>
                                        </p:attrNameLst>
                                      </p:cBhvr>
                                    </p:animRot>
                                    <p:animRot by="240000">
                                      <p:cBhvr>
                                        <p:cTn id="671" dur="200" fill="hold">
                                          <p:stCondLst>
                                            <p:cond delay="400"/>
                                          </p:stCondLst>
                                        </p:cTn>
                                        <p:tgtEl>
                                          <p:spTgt spid="207"/>
                                        </p:tgtEl>
                                        <p:attrNameLst>
                                          <p:attrName>r</p:attrName>
                                        </p:attrNameLst>
                                      </p:cBhvr>
                                    </p:animRot>
                                    <p:animRot by="-240000">
                                      <p:cBhvr>
                                        <p:cTn id="672" dur="200" fill="hold">
                                          <p:stCondLst>
                                            <p:cond delay="600"/>
                                          </p:stCondLst>
                                        </p:cTn>
                                        <p:tgtEl>
                                          <p:spTgt spid="207"/>
                                        </p:tgtEl>
                                        <p:attrNameLst>
                                          <p:attrName>r</p:attrName>
                                        </p:attrNameLst>
                                      </p:cBhvr>
                                    </p:animRot>
                                    <p:animRot by="120000">
                                      <p:cBhvr>
                                        <p:cTn id="673" dur="200" fill="hold">
                                          <p:stCondLst>
                                            <p:cond delay="800"/>
                                          </p:stCondLst>
                                        </p:cTn>
                                        <p:tgtEl>
                                          <p:spTgt spid="207"/>
                                        </p:tgtEl>
                                        <p:attrNameLst>
                                          <p:attrName>r</p:attrName>
                                        </p:attrNameLst>
                                      </p:cBhvr>
                                    </p:animRot>
                                  </p:childTnLst>
                                </p:cTn>
                              </p:par>
                            </p:childTnLst>
                          </p:cTn>
                        </p:par>
                        <p:par>
                          <p:cTn id="674" fill="hold">
                            <p:stCondLst>
                              <p:cond delay="1000"/>
                            </p:stCondLst>
                            <p:childTnLst>
                              <p:par>
                                <p:cTn id="675" presetID="63" presetClass="path" presetSubtype="0" accel="50000" decel="50000" fill="hold" nodeType="afterEffect">
                                  <p:stCondLst>
                                    <p:cond delay="0"/>
                                  </p:stCondLst>
                                  <p:childTnLst>
                                    <p:animMotion origin="layout" path="M 0.17097 0.00116 L 0.21849 -0.00046 " pathEditMode="relative" rAng="0" ptsTypes="AA">
                                      <p:cBhvr>
                                        <p:cTn id="676" dur="2000" fill="hold"/>
                                        <p:tgtEl>
                                          <p:spTgt spid="113"/>
                                        </p:tgtEl>
                                        <p:attrNameLst>
                                          <p:attrName>ppt_x</p:attrName>
                                          <p:attrName>ppt_y</p:attrName>
                                        </p:attrNameLst>
                                      </p:cBhvr>
                                      <p:rCtr x="2370" y="-93"/>
                                    </p:animMotion>
                                  </p:childTnLst>
                                </p:cTn>
                              </p:par>
                              <p:par>
                                <p:cTn id="677" presetID="31" presetClass="entr" presetSubtype="0" fill="hold" grpId="0" nodeType="withEffect">
                                  <p:stCondLst>
                                    <p:cond delay="1000"/>
                                  </p:stCondLst>
                                  <p:childTnLst>
                                    <p:set>
                                      <p:cBhvr>
                                        <p:cTn id="678" dur="1" fill="hold">
                                          <p:stCondLst>
                                            <p:cond delay="0"/>
                                          </p:stCondLst>
                                        </p:cTn>
                                        <p:tgtEl>
                                          <p:spTgt spid="193"/>
                                        </p:tgtEl>
                                        <p:attrNameLst>
                                          <p:attrName>style.visibility</p:attrName>
                                        </p:attrNameLst>
                                      </p:cBhvr>
                                      <p:to>
                                        <p:strVal val="visible"/>
                                      </p:to>
                                    </p:set>
                                    <p:anim calcmode="lin" valueType="num">
                                      <p:cBhvr>
                                        <p:cTn id="679" dur="1000" fill="hold"/>
                                        <p:tgtEl>
                                          <p:spTgt spid="193"/>
                                        </p:tgtEl>
                                        <p:attrNameLst>
                                          <p:attrName>ppt_w</p:attrName>
                                        </p:attrNameLst>
                                      </p:cBhvr>
                                      <p:tavLst>
                                        <p:tav tm="0">
                                          <p:val>
                                            <p:fltVal val="0"/>
                                          </p:val>
                                        </p:tav>
                                        <p:tav tm="100000">
                                          <p:val>
                                            <p:strVal val="#ppt_w"/>
                                          </p:val>
                                        </p:tav>
                                      </p:tavLst>
                                    </p:anim>
                                    <p:anim calcmode="lin" valueType="num">
                                      <p:cBhvr>
                                        <p:cTn id="680" dur="1000" fill="hold"/>
                                        <p:tgtEl>
                                          <p:spTgt spid="193"/>
                                        </p:tgtEl>
                                        <p:attrNameLst>
                                          <p:attrName>ppt_h</p:attrName>
                                        </p:attrNameLst>
                                      </p:cBhvr>
                                      <p:tavLst>
                                        <p:tav tm="0">
                                          <p:val>
                                            <p:fltVal val="0"/>
                                          </p:val>
                                        </p:tav>
                                        <p:tav tm="100000">
                                          <p:val>
                                            <p:strVal val="#ppt_h"/>
                                          </p:val>
                                        </p:tav>
                                      </p:tavLst>
                                    </p:anim>
                                    <p:anim calcmode="lin" valueType="num">
                                      <p:cBhvr>
                                        <p:cTn id="681" dur="1000" fill="hold"/>
                                        <p:tgtEl>
                                          <p:spTgt spid="193"/>
                                        </p:tgtEl>
                                        <p:attrNameLst>
                                          <p:attrName>style.rotation</p:attrName>
                                        </p:attrNameLst>
                                      </p:cBhvr>
                                      <p:tavLst>
                                        <p:tav tm="0">
                                          <p:val>
                                            <p:fltVal val="90"/>
                                          </p:val>
                                        </p:tav>
                                        <p:tav tm="100000">
                                          <p:val>
                                            <p:fltVal val="0"/>
                                          </p:val>
                                        </p:tav>
                                      </p:tavLst>
                                    </p:anim>
                                    <p:animEffect transition="in" filter="fade">
                                      <p:cBhvr>
                                        <p:cTn id="682" dur="1000"/>
                                        <p:tgtEl>
                                          <p:spTgt spid="193"/>
                                        </p:tgtEl>
                                      </p:cBhvr>
                                    </p:animEffect>
                                  </p:childTnLst>
                                </p:cTn>
                              </p:par>
                            </p:childTnLst>
                          </p:cTn>
                        </p:par>
                        <p:par>
                          <p:cTn id="683" fill="hold">
                            <p:stCondLst>
                              <p:cond delay="3000"/>
                            </p:stCondLst>
                            <p:childTnLst>
                              <p:par>
                                <p:cTn id="684" presetID="64" presetClass="path" presetSubtype="0" accel="50000" decel="50000" fill="hold" grpId="1" nodeType="afterEffect">
                                  <p:stCondLst>
                                    <p:cond delay="0"/>
                                  </p:stCondLst>
                                  <p:childTnLst>
                                    <p:animMotion origin="layout" path="M -2.29167E-6 4.81481E-6 L -0.28984 -0.38936 " pathEditMode="relative" rAng="0" ptsTypes="AA">
                                      <p:cBhvr>
                                        <p:cTn id="685" dur="2000" fill="hold"/>
                                        <p:tgtEl>
                                          <p:spTgt spid="193"/>
                                        </p:tgtEl>
                                        <p:attrNameLst>
                                          <p:attrName>ppt_x</p:attrName>
                                          <p:attrName>ppt_y</p:attrName>
                                        </p:attrNameLst>
                                      </p:cBhvr>
                                      <p:rCtr x="-14492" y="-19468"/>
                                    </p:animMotion>
                                  </p:childTnLst>
                                </p:cTn>
                              </p:par>
                            </p:childTnLst>
                          </p:cTn>
                        </p:par>
                        <p:par>
                          <p:cTn id="686" fill="hold">
                            <p:stCondLst>
                              <p:cond delay="5000"/>
                            </p:stCondLst>
                            <p:childTnLst>
                              <p:par>
                                <p:cTn id="687" presetID="1" presetClass="emph" presetSubtype="2" fill="hold" nodeType="afterEffect">
                                  <p:stCondLst>
                                    <p:cond delay="0"/>
                                  </p:stCondLst>
                                  <p:childTnLst>
                                    <p:animClr clrSpc="rgb" dir="cw">
                                      <p:cBhvr>
                                        <p:cTn id="688" dur="500" fill="hold"/>
                                        <p:tgtEl>
                                          <p:spTgt spid="193"/>
                                        </p:tgtEl>
                                        <p:attrNameLst>
                                          <p:attrName>fillcolor</p:attrName>
                                        </p:attrNameLst>
                                      </p:cBhvr>
                                      <p:to>
                                        <a:srgbClr val="FCF3BA"/>
                                      </p:to>
                                    </p:animClr>
                                    <p:set>
                                      <p:cBhvr>
                                        <p:cTn id="689" dur="500" fill="hold"/>
                                        <p:tgtEl>
                                          <p:spTgt spid="193"/>
                                        </p:tgtEl>
                                        <p:attrNameLst>
                                          <p:attrName>fill.type</p:attrName>
                                        </p:attrNameLst>
                                      </p:cBhvr>
                                      <p:to>
                                        <p:strVal val="solid"/>
                                      </p:to>
                                    </p:set>
                                    <p:set>
                                      <p:cBhvr>
                                        <p:cTn id="690" dur="500" fill="hold"/>
                                        <p:tgtEl>
                                          <p:spTgt spid="193"/>
                                        </p:tgtEl>
                                        <p:attrNameLst>
                                          <p:attrName>fill.on</p:attrName>
                                        </p:attrNameLst>
                                      </p:cBhvr>
                                      <p:to>
                                        <p:strVal val="true"/>
                                      </p:to>
                                    </p:set>
                                  </p:childTnLst>
                                </p:cTn>
                              </p:par>
                            </p:childTnLst>
                          </p:cTn>
                        </p:par>
                        <p:par>
                          <p:cTn id="691" fill="hold">
                            <p:stCondLst>
                              <p:cond delay="5500"/>
                            </p:stCondLst>
                            <p:childTnLst>
                              <p:par>
                                <p:cTn id="692" presetID="22" presetClass="entr" presetSubtype="8" fill="hold" nodeType="afterEffect">
                                  <p:stCondLst>
                                    <p:cond delay="0"/>
                                  </p:stCondLst>
                                  <p:childTnLst>
                                    <p:set>
                                      <p:cBhvr>
                                        <p:cTn id="693" dur="1" fill="hold">
                                          <p:stCondLst>
                                            <p:cond delay="0"/>
                                          </p:stCondLst>
                                        </p:cTn>
                                        <p:tgtEl>
                                          <p:spTgt spid="181"/>
                                        </p:tgtEl>
                                        <p:attrNameLst>
                                          <p:attrName>style.visibility</p:attrName>
                                        </p:attrNameLst>
                                      </p:cBhvr>
                                      <p:to>
                                        <p:strVal val="visible"/>
                                      </p:to>
                                    </p:set>
                                    <p:animEffect transition="in" filter="wipe(left)">
                                      <p:cBhvr>
                                        <p:cTn id="694" dur="500"/>
                                        <p:tgtEl>
                                          <p:spTgt spid="181"/>
                                        </p:tgtEl>
                                      </p:cBhvr>
                                    </p:animEffect>
                                  </p:childTnLst>
                                </p:cTn>
                              </p:par>
                            </p:childTnLst>
                          </p:cTn>
                        </p:par>
                        <p:par>
                          <p:cTn id="695" fill="hold">
                            <p:stCondLst>
                              <p:cond delay="6000"/>
                            </p:stCondLst>
                            <p:childTnLst>
                              <p:par>
                                <p:cTn id="696" presetID="27" presetClass="emph" presetSubtype="0" fill="remove" grpId="1" nodeType="afterEffect">
                                  <p:stCondLst>
                                    <p:cond delay="0"/>
                                  </p:stCondLst>
                                  <p:childTnLst>
                                    <p:animClr clrSpc="rgb" dir="cw">
                                      <p:cBhvr override="childStyle">
                                        <p:cTn id="697" dur="500" autoRev="1" fill="remove"/>
                                        <p:tgtEl>
                                          <p:spTgt spid="119"/>
                                        </p:tgtEl>
                                        <p:attrNameLst>
                                          <p:attrName>style.color</p:attrName>
                                        </p:attrNameLst>
                                      </p:cBhvr>
                                      <p:to>
                                        <a:schemeClr val="bg1"/>
                                      </p:to>
                                    </p:animClr>
                                    <p:animClr clrSpc="rgb" dir="cw">
                                      <p:cBhvr>
                                        <p:cTn id="698" dur="500" autoRev="1" fill="remove"/>
                                        <p:tgtEl>
                                          <p:spTgt spid="119"/>
                                        </p:tgtEl>
                                        <p:attrNameLst>
                                          <p:attrName>fillcolor</p:attrName>
                                        </p:attrNameLst>
                                      </p:cBhvr>
                                      <p:to>
                                        <a:schemeClr val="bg1"/>
                                      </p:to>
                                    </p:animClr>
                                    <p:set>
                                      <p:cBhvr>
                                        <p:cTn id="699" dur="500" autoRev="1" fill="remove"/>
                                        <p:tgtEl>
                                          <p:spTgt spid="119"/>
                                        </p:tgtEl>
                                        <p:attrNameLst>
                                          <p:attrName>fill.type</p:attrName>
                                        </p:attrNameLst>
                                      </p:cBhvr>
                                      <p:to>
                                        <p:strVal val="solid"/>
                                      </p:to>
                                    </p:set>
                                    <p:set>
                                      <p:cBhvr>
                                        <p:cTn id="700" dur="500" autoRev="1" fill="remove"/>
                                        <p:tgtEl>
                                          <p:spTgt spid="119"/>
                                        </p:tgtEl>
                                        <p:attrNameLst>
                                          <p:attrName>fill.on</p:attrName>
                                        </p:attrNameLst>
                                      </p:cBhvr>
                                      <p:to>
                                        <p:strVal val="true"/>
                                      </p:to>
                                    </p:set>
                                  </p:childTnLst>
                                </p:cTn>
                              </p:par>
                              <p:par>
                                <p:cTn id="701" presetID="63" presetClass="path" presetSubtype="0" accel="50000" decel="50000" fill="hold" nodeType="withEffect">
                                  <p:stCondLst>
                                    <p:cond delay="0"/>
                                  </p:stCondLst>
                                  <p:childTnLst>
                                    <p:animMotion origin="layout" path="M -0.04023 0.00047 L 0.1069 -0.00069 " pathEditMode="relative" rAng="0" ptsTypes="AA">
                                      <p:cBhvr>
                                        <p:cTn id="702" dur="2000" fill="hold"/>
                                        <p:tgtEl>
                                          <p:spTgt spid="187"/>
                                        </p:tgtEl>
                                        <p:attrNameLst>
                                          <p:attrName>ppt_x</p:attrName>
                                          <p:attrName>ppt_y</p:attrName>
                                        </p:attrNameLst>
                                      </p:cBhvr>
                                      <p:rCtr x="7357" y="-69"/>
                                    </p:animMotion>
                                  </p:childTnLst>
                                </p:cTn>
                              </p:par>
                            </p:childTnLst>
                          </p:cTn>
                        </p:par>
                      </p:childTnLst>
                    </p:cTn>
                  </p:par>
                  <p:par>
                    <p:cTn id="703" fill="hold">
                      <p:stCondLst>
                        <p:cond delay="indefinite"/>
                      </p:stCondLst>
                      <p:childTnLst>
                        <p:par>
                          <p:cTn id="704" fill="hold">
                            <p:stCondLst>
                              <p:cond delay="0"/>
                            </p:stCondLst>
                            <p:childTnLst>
                              <p:par>
                                <p:cTn id="705" presetID="32" presetClass="emph" presetSubtype="0" fill="hold" grpId="3" nodeType="clickEffect">
                                  <p:stCondLst>
                                    <p:cond delay="0"/>
                                  </p:stCondLst>
                                  <p:childTnLst>
                                    <p:animRot by="120000">
                                      <p:cBhvr>
                                        <p:cTn id="706" dur="100" fill="hold">
                                          <p:stCondLst>
                                            <p:cond delay="0"/>
                                          </p:stCondLst>
                                        </p:cTn>
                                        <p:tgtEl>
                                          <p:spTgt spid="207"/>
                                        </p:tgtEl>
                                        <p:attrNameLst>
                                          <p:attrName>r</p:attrName>
                                        </p:attrNameLst>
                                      </p:cBhvr>
                                    </p:animRot>
                                    <p:animRot by="-240000">
                                      <p:cBhvr>
                                        <p:cTn id="707" dur="200" fill="hold">
                                          <p:stCondLst>
                                            <p:cond delay="200"/>
                                          </p:stCondLst>
                                        </p:cTn>
                                        <p:tgtEl>
                                          <p:spTgt spid="207"/>
                                        </p:tgtEl>
                                        <p:attrNameLst>
                                          <p:attrName>r</p:attrName>
                                        </p:attrNameLst>
                                      </p:cBhvr>
                                    </p:animRot>
                                    <p:animRot by="240000">
                                      <p:cBhvr>
                                        <p:cTn id="708" dur="200" fill="hold">
                                          <p:stCondLst>
                                            <p:cond delay="400"/>
                                          </p:stCondLst>
                                        </p:cTn>
                                        <p:tgtEl>
                                          <p:spTgt spid="207"/>
                                        </p:tgtEl>
                                        <p:attrNameLst>
                                          <p:attrName>r</p:attrName>
                                        </p:attrNameLst>
                                      </p:cBhvr>
                                    </p:animRot>
                                    <p:animRot by="-240000">
                                      <p:cBhvr>
                                        <p:cTn id="709" dur="200" fill="hold">
                                          <p:stCondLst>
                                            <p:cond delay="600"/>
                                          </p:stCondLst>
                                        </p:cTn>
                                        <p:tgtEl>
                                          <p:spTgt spid="207"/>
                                        </p:tgtEl>
                                        <p:attrNameLst>
                                          <p:attrName>r</p:attrName>
                                        </p:attrNameLst>
                                      </p:cBhvr>
                                    </p:animRot>
                                    <p:animRot by="120000">
                                      <p:cBhvr>
                                        <p:cTn id="710" dur="200" fill="hold">
                                          <p:stCondLst>
                                            <p:cond delay="800"/>
                                          </p:stCondLst>
                                        </p:cTn>
                                        <p:tgtEl>
                                          <p:spTgt spid="207"/>
                                        </p:tgtEl>
                                        <p:attrNameLst>
                                          <p:attrName>r</p:attrName>
                                        </p:attrNameLst>
                                      </p:cBhvr>
                                    </p:animRot>
                                  </p:childTnLst>
                                </p:cTn>
                              </p:par>
                            </p:childTnLst>
                          </p:cTn>
                        </p:par>
                        <p:par>
                          <p:cTn id="711" fill="hold">
                            <p:stCondLst>
                              <p:cond delay="1000"/>
                            </p:stCondLst>
                            <p:childTnLst>
                              <p:par>
                                <p:cTn id="712" presetID="63" presetClass="path" presetSubtype="0" accel="50000" decel="50000" fill="hold" nodeType="afterEffect">
                                  <p:stCondLst>
                                    <p:cond delay="0"/>
                                  </p:stCondLst>
                                  <p:childTnLst>
                                    <p:animMotion origin="layout" path="M 0.21849 -0.00046 L 0.28451 -0.00046 " pathEditMode="relative" rAng="0" ptsTypes="AA">
                                      <p:cBhvr>
                                        <p:cTn id="713" dur="2000" fill="hold"/>
                                        <p:tgtEl>
                                          <p:spTgt spid="113"/>
                                        </p:tgtEl>
                                        <p:attrNameLst>
                                          <p:attrName>ppt_x</p:attrName>
                                          <p:attrName>ppt_y</p:attrName>
                                        </p:attrNameLst>
                                      </p:cBhvr>
                                      <p:rCtr x="3294" y="0"/>
                                    </p:animMotion>
                                  </p:childTnLst>
                                </p:cTn>
                              </p:par>
                            </p:childTnLst>
                          </p:cTn>
                        </p:par>
                      </p:childTnLst>
                    </p:cTn>
                  </p:par>
                  <p:par>
                    <p:cTn id="714" fill="hold">
                      <p:stCondLst>
                        <p:cond delay="indefinite"/>
                      </p:stCondLst>
                      <p:childTnLst>
                        <p:par>
                          <p:cTn id="715" fill="hold">
                            <p:stCondLst>
                              <p:cond delay="0"/>
                            </p:stCondLst>
                            <p:childTnLst>
                              <p:par>
                                <p:cTn id="716" presetID="22" presetClass="exit" presetSubtype="1" fill="hold" grpId="5" nodeType="clickEffect">
                                  <p:stCondLst>
                                    <p:cond delay="0"/>
                                  </p:stCondLst>
                                  <p:childTnLst>
                                    <p:animEffect transition="out" filter="wipe(up)">
                                      <p:cBhvr>
                                        <p:cTn id="717" dur="500"/>
                                        <p:tgtEl>
                                          <p:spTgt spid="207"/>
                                        </p:tgtEl>
                                      </p:cBhvr>
                                    </p:animEffect>
                                    <p:set>
                                      <p:cBhvr>
                                        <p:cTn id="718" dur="1" fill="hold">
                                          <p:stCondLst>
                                            <p:cond delay="499"/>
                                          </p:stCondLst>
                                        </p:cTn>
                                        <p:tgtEl>
                                          <p:spTgt spid="207"/>
                                        </p:tgtEl>
                                        <p:attrNameLst>
                                          <p:attrName>style.visibility</p:attrName>
                                        </p:attrNameLst>
                                      </p:cBhvr>
                                      <p:to>
                                        <p:strVal val="hidden"/>
                                      </p:to>
                                    </p:set>
                                  </p:childTnLst>
                                </p:cTn>
                              </p:par>
                            </p:childTnLst>
                          </p:cTn>
                        </p:par>
                        <p:par>
                          <p:cTn id="719" fill="hold">
                            <p:stCondLst>
                              <p:cond delay="500"/>
                            </p:stCondLst>
                            <p:childTnLst>
                              <p:par>
                                <p:cTn id="720" presetID="22" presetClass="entr" presetSubtype="8" fill="hold" nodeType="afterEffect">
                                  <p:stCondLst>
                                    <p:cond delay="0"/>
                                  </p:stCondLst>
                                  <p:childTnLst>
                                    <p:set>
                                      <p:cBhvr>
                                        <p:cTn id="721" dur="1" fill="hold">
                                          <p:stCondLst>
                                            <p:cond delay="0"/>
                                          </p:stCondLst>
                                        </p:cTn>
                                        <p:tgtEl>
                                          <p:spTgt spid="208"/>
                                        </p:tgtEl>
                                        <p:attrNameLst>
                                          <p:attrName>style.visibility</p:attrName>
                                        </p:attrNameLst>
                                      </p:cBhvr>
                                      <p:to>
                                        <p:strVal val="visible"/>
                                      </p:to>
                                    </p:set>
                                    <p:animEffect transition="in" filter="wipe(left)">
                                      <p:cBhvr>
                                        <p:cTn id="722" dur="1000"/>
                                        <p:tgtEl>
                                          <p:spTgt spid="208"/>
                                        </p:tgtEl>
                                      </p:cBhvr>
                                    </p:animEffect>
                                  </p:childTnLst>
                                </p:cTn>
                              </p:par>
                              <p:par>
                                <p:cTn id="723" presetID="42" presetClass="entr" presetSubtype="0" fill="hold" grpId="0" nodeType="withEffect">
                                  <p:stCondLst>
                                    <p:cond delay="1000"/>
                                  </p:stCondLst>
                                  <p:childTnLst>
                                    <p:set>
                                      <p:cBhvr>
                                        <p:cTn id="724" dur="1" fill="hold">
                                          <p:stCondLst>
                                            <p:cond delay="0"/>
                                          </p:stCondLst>
                                        </p:cTn>
                                        <p:tgtEl>
                                          <p:spTgt spid="195"/>
                                        </p:tgtEl>
                                        <p:attrNameLst>
                                          <p:attrName>style.visibility</p:attrName>
                                        </p:attrNameLst>
                                      </p:cBhvr>
                                      <p:to>
                                        <p:strVal val="visible"/>
                                      </p:to>
                                    </p:set>
                                    <p:animEffect transition="in" filter="fade">
                                      <p:cBhvr>
                                        <p:cTn id="725" dur="1000"/>
                                        <p:tgtEl>
                                          <p:spTgt spid="195"/>
                                        </p:tgtEl>
                                      </p:cBhvr>
                                    </p:animEffect>
                                    <p:anim calcmode="lin" valueType="num">
                                      <p:cBhvr>
                                        <p:cTn id="726" dur="1000" fill="hold"/>
                                        <p:tgtEl>
                                          <p:spTgt spid="195"/>
                                        </p:tgtEl>
                                        <p:attrNameLst>
                                          <p:attrName>ppt_x</p:attrName>
                                        </p:attrNameLst>
                                      </p:cBhvr>
                                      <p:tavLst>
                                        <p:tav tm="0">
                                          <p:val>
                                            <p:strVal val="#ppt_x"/>
                                          </p:val>
                                        </p:tav>
                                        <p:tav tm="100000">
                                          <p:val>
                                            <p:strVal val="#ppt_x"/>
                                          </p:val>
                                        </p:tav>
                                      </p:tavLst>
                                    </p:anim>
                                    <p:anim calcmode="lin" valueType="num">
                                      <p:cBhvr>
                                        <p:cTn id="727" dur="1000" fill="hold"/>
                                        <p:tgtEl>
                                          <p:spTgt spid="195"/>
                                        </p:tgtEl>
                                        <p:attrNameLst>
                                          <p:attrName>ppt_y</p:attrName>
                                        </p:attrNameLst>
                                      </p:cBhvr>
                                      <p:tavLst>
                                        <p:tav tm="0">
                                          <p:val>
                                            <p:strVal val="#ppt_y+.1"/>
                                          </p:val>
                                        </p:tav>
                                        <p:tav tm="100000">
                                          <p:val>
                                            <p:strVal val="#ppt_y"/>
                                          </p:val>
                                        </p:tav>
                                      </p:tavLst>
                                    </p:anim>
                                  </p:childTnLst>
                                </p:cTn>
                              </p:par>
                            </p:childTnLst>
                          </p:cTn>
                        </p:par>
                        <p:par>
                          <p:cTn id="728" fill="hold">
                            <p:stCondLst>
                              <p:cond delay="2500"/>
                            </p:stCondLst>
                            <p:childTnLst>
                              <p:par>
                                <p:cTn id="729" presetID="1" presetClass="emph" presetSubtype="2" fill="hold" nodeType="afterEffect">
                                  <p:stCondLst>
                                    <p:cond delay="0"/>
                                  </p:stCondLst>
                                  <p:childTnLst>
                                    <p:animClr clrSpc="rgb" dir="cw">
                                      <p:cBhvr>
                                        <p:cTn id="730" dur="500" fill="hold"/>
                                        <p:tgtEl>
                                          <p:spTgt spid="195"/>
                                        </p:tgtEl>
                                        <p:attrNameLst>
                                          <p:attrName>fillcolor</p:attrName>
                                        </p:attrNameLst>
                                      </p:cBhvr>
                                      <p:to>
                                        <a:srgbClr val="F2F2F2"/>
                                      </p:to>
                                    </p:animClr>
                                    <p:set>
                                      <p:cBhvr>
                                        <p:cTn id="731" dur="500" fill="hold"/>
                                        <p:tgtEl>
                                          <p:spTgt spid="195"/>
                                        </p:tgtEl>
                                        <p:attrNameLst>
                                          <p:attrName>fill.type</p:attrName>
                                        </p:attrNameLst>
                                      </p:cBhvr>
                                      <p:to>
                                        <p:strVal val="solid"/>
                                      </p:to>
                                    </p:set>
                                    <p:set>
                                      <p:cBhvr>
                                        <p:cTn id="732" dur="500" fill="hold"/>
                                        <p:tgtEl>
                                          <p:spTgt spid="195"/>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 grpId="0"/>
      <p:bldP spid="104" grpId="0"/>
      <p:bldP spid="105" grpId="0" animBg="1"/>
      <p:bldP spid="110" grpId="0" animBg="1"/>
      <p:bldP spid="112" grpId="0" animBg="1"/>
      <p:bldP spid="112" grpId="1" animBg="1"/>
      <p:bldP spid="116" grpId="0" animBg="1"/>
      <p:bldP spid="116" grpId="1" animBg="1"/>
      <p:bldP spid="121" grpId="0" animBg="1"/>
      <p:bldP spid="121" grpId="1" animBg="1"/>
      <p:bldP spid="123" grpId="0" animBg="1"/>
      <p:bldP spid="123" grpId="1" animBg="1"/>
      <p:bldP spid="124" grpId="0" animBg="1"/>
      <p:bldP spid="126" grpId="0" animBg="1"/>
      <p:bldP spid="128" grpId="0" animBg="1"/>
      <p:bldP spid="130" grpId="0" animBg="1"/>
      <p:bldP spid="131" grpId="0" animBg="1"/>
      <p:bldP spid="131" grpId="1" animBg="1"/>
      <p:bldP spid="135" grpId="0" animBg="1"/>
      <p:bldP spid="136" grpId="0" animBg="1"/>
      <p:bldP spid="136" grpId="1" animBg="1"/>
      <p:bldP spid="137" grpId="0" animBg="1"/>
      <p:bldP spid="139" grpId="0" animBg="1"/>
      <p:bldP spid="140" grpId="0" animBg="1"/>
      <p:bldP spid="142" grpId="0" animBg="1"/>
      <p:bldP spid="142" grpId="1" animBg="1"/>
      <p:bldP spid="144" grpId="0" animBg="1"/>
      <p:bldP spid="144" grpId="1" animBg="1"/>
      <p:bldP spid="145" grpId="0" animBg="1"/>
      <p:bldP spid="147" grpId="0" animBg="1"/>
      <p:bldP spid="147" grpId="1" animBg="1"/>
      <p:bldP spid="149" grpId="0" animBg="1"/>
      <p:bldP spid="151" grpId="0" animBg="1"/>
      <p:bldP spid="151" grpId="1" animBg="1"/>
      <p:bldP spid="153" grpId="0" animBg="1"/>
      <p:bldP spid="155" grpId="0" animBg="1"/>
      <p:bldP spid="156" grpId="0" animBg="1"/>
      <p:bldP spid="156" grpId="1" animBg="1"/>
      <p:bldP spid="157" grpId="0" animBg="1"/>
      <p:bldP spid="186" grpId="0"/>
      <p:bldP spid="186" grpId="1"/>
      <p:bldP spid="190" grpId="0"/>
      <p:bldP spid="190" grpId="1"/>
      <p:bldP spid="191" grpId="0"/>
      <p:bldP spid="191" grpId="1"/>
      <p:bldP spid="192" grpId="0"/>
      <p:bldP spid="192" grpId="1"/>
      <p:bldP spid="193" grpId="0"/>
      <p:bldP spid="193" grpId="1"/>
      <p:bldP spid="195" grpId="0"/>
      <p:bldP spid="134" grpId="0" animBg="1"/>
      <p:bldP spid="134" grpId="1" animBg="1"/>
      <p:bldP spid="119" grpId="0" animBg="1"/>
      <p:bldP spid="119" grpId="1" animBg="1"/>
      <p:bldP spid="198" grpId="0" animBg="1"/>
      <p:bldP spid="200" grpId="0" animBg="1"/>
      <p:bldP spid="200" grpId="1" animBg="1"/>
      <p:bldP spid="201" grpId="0" animBg="1" autoUpdateAnimBg="0"/>
      <p:bldP spid="202" grpId="0" animBg="1" autoUpdateAnimBg="0"/>
      <p:bldP spid="2" grpId="0" animBg="1"/>
      <p:bldP spid="2" grpId="1" animBg="1"/>
      <p:bldP spid="2" grpId="2" animBg="1"/>
      <p:bldP spid="2" grpId="3" animBg="1"/>
      <p:bldP spid="2" grpId="4" animBg="1"/>
      <p:bldP spid="2" grpId="5" animBg="1"/>
      <p:bldP spid="2" grpId="6" animBg="1"/>
      <p:bldP spid="2" grpId="7" animBg="1"/>
      <p:bldP spid="2" grpId="8" animBg="1"/>
      <p:bldP spid="2" grpId="9" animBg="1"/>
      <p:bldP spid="2" grpId="10" animBg="1"/>
      <p:bldP spid="206" grpId="0" animBg="1"/>
      <p:bldP spid="207" grpId="0" animBg="1"/>
      <p:bldP spid="207" grpId="1" animBg="1"/>
      <p:bldP spid="207" grpId="2" animBg="1"/>
      <p:bldP spid="207" grpId="3" animBg="1"/>
      <p:bldP spid="207" grpId="4" animBg="1"/>
      <p:bldP spid="207" grpId="5" animBg="1"/>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Arial-Times New Roman">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3738</TotalTime>
  <Words>15493</Words>
  <Application>Microsoft Office PowerPoint</Application>
  <PresentationFormat>宽屏</PresentationFormat>
  <Paragraphs>1696</Paragraphs>
  <Slides>20</Slides>
  <Notes>19</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20</vt:i4>
      </vt:variant>
    </vt:vector>
  </HeadingPairs>
  <TitlesOfParts>
    <vt:vector size="36" baseType="lpstr">
      <vt:lpstr>等线</vt:lpstr>
      <vt:lpstr>仿宋</vt:lpstr>
      <vt:lpstr>黑体</vt:lpstr>
      <vt:lpstr>华文琥珀</vt:lpstr>
      <vt:lpstr>华文行楷</vt:lpstr>
      <vt:lpstr>华文中宋</vt:lpstr>
      <vt:lpstr>楷体_GB2312</vt:lpstr>
      <vt:lpstr>宋体</vt:lpstr>
      <vt:lpstr>Aptos</vt:lpstr>
      <vt:lpstr>Arial</vt:lpstr>
      <vt:lpstr>Calibri</vt:lpstr>
      <vt:lpstr>Cambria Math</vt:lpstr>
      <vt:lpstr>Courier New</vt:lpstr>
      <vt:lpstr>Times New Roman</vt:lpstr>
      <vt:lpstr>Wide Latin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weimin wu</dc:creator>
  <cp:lastModifiedBy>weimin wu</cp:lastModifiedBy>
  <cp:revision>101</cp:revision>
  <dcterms:created xsi:type="dcterms:W3CDTF">2025-08-08T07:54:05Z</dcterms:created>
  <dcterms:modified xsi:type="dcterms:W3CDTF">2025-10-25T15:21:04Z</dcterms:modified>
</cp:coreProperties>
</file>